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8" r:id="rId8"/>
    <p:sldId id="279" r:id="rId9"/>
    <p:sldId id="280" r:id="rId10"/>
    <p:sldId id="281" r:id="rId11"/>
    <p:sldId id="275" r:id="rId12"/>
    <p:sldId id="282" r:id="rId13"/>
    <p:sldId id="283" r:id="rId14"/>
    <p:sldId id="284" r:id="rId15"/>
    <p:sldId id="285" r:id="rId16"/>
    <p:sldId id="267" r:id="rId17"/>
    <p:sldId id="26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93508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复杂</a:t>
            </a: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导航条的设计</a:t>
            </a:r>
            <a:endParaRPr lang="zh-CN" altLang="en-US" sz="3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能够灵活运用之前所学知识实现复杂效果的导航条设计。</a:t>
            </a:r>
            <a:endParaRPr lang="en-US" altLang="zh-CN" sz="3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6"/>
            <a:ext cx="10126808" cy="41619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合理</a:t>
            </a:r>
            <a:r>
              <a:rPr lang="zh-CN" altLang="en-US" sz="3000" dirty="0" smtClean="0"/>
              <a:t>设计导航条的标签结构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实现</a:t>
            </a:r>
            <a:r>
              <a:rPr lang="zh-CN" altLang="en-US" sz="3000" dirty="0"/>
              <a:t>菜单</a:t>
            </a:r>
            <a:r>
              <a:rPr lang="zh-CN" altLang="en-US" sz="3000" dirty="0" smtClean="0"/>
              <a:t>中间的虚线垂直、水平居中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实现</a:t>
            </a:r>
            <a:r>
              <a:rPr lang="en-US" altLang="zh-CN" sz="3000" dirty="0" smtClean="0"/>
              <a:t>hover</a:t>
            </a:r>
            <a:r>
              <a:rPr lang="zh-CN" altLang="en-US" sz="3000" dirty="0" smtClean="0"/>
              <a:t>状态下橙色背景凸起的立体效果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119" y="3662738"/>
            <a:ext cx="9307318" cy="146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27746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行</a:t>
            </a:r>
            <a:r>
              <a:rPr lang="zh-CN" altLang="en-US" sz="3000" dirty="0" smtClean="0"/>
              <a:t>内元素</a:t>
            </a:r>
            <a:r>
              <a:rPr lang="zh-CN" altLang="en-US" sz="3000" dirty="0" smtClean="0"/>
              <a:t>的</a:t>
            </a:r>
            <a:r>
              <a:rPr lang="zh-CN" altLang="en-US" sz="3000" dirty="0" smtClean="0"/>
              <a:t>间隙问题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Inline</a:t>
            </a:r>
            <a:r>
              <a:rPr lang="zh-CN" altLang="en-US" dirty="0" smtClean="0"/>
              <a:t>元素和</a:t>
            </a:r>
            <a:r>
              <a:rPr lang="en-US" altLang="zh-CN" dirty="0" smtClean="0"/>
              <a:t>inline-block</a:t>
            </a:r>
            <a:r>
              <a:rPr lang="zh-CN" altLang="zh-CN" dirty="0" smtClean="0"/>
              <a:t>元素</a:t>
            </a:r>
            <a:r>
              <a:rPr lang="zh-CN" altLang="en-US" dirty="0" smtClean="0"/>
              <a:t>都会</a:t>
            </a:r>
            <a:r>
              <a:rPr lang="zh-CN" altLang="zh-CN" dirty="0" smtClean="0"/>
              <a:t>在</a:t>
            </a:r>
            <a:r>
              <a:rPr lang="zh-CN" altLang="zh-CN" dirty="0"/>
              <a:t>一行里显示，但是这些元素的标签在</a:t>
            </a:r>
            <a:r>
              <a:rPr lang="en-US" altLang="zh-CN" dirty="0"/>
              <a:t>html</a:t>
            </a:r>
            <a:r>
              <a:rPr lang="zh-CN" altLang="zh-CN" dirty="0"/>
              <a:t>源文件中是上下排列的，标签之间存在换行符，所以并排显示时就会产生换行符带来的</a:t>
            </a:r>
            <a:r>
              <a:rPr lang="zh-CN" altLang="zh-CN" dirty="0" smtClean="0"/>
              <a:t>空隙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50" y="3730624"/>
            <a:ext cx="9025856" cy="157566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96337" y="5375559"/>
            <a:ext cx="307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</a:t>
            </a:r>
            <a:r>
              <a:rPr lang="en-US" altLang="zh-CN" dirty="0" smtClean="0"/>
              <a:t>i</a:t>
            </a:r>
            <a:r>
              <a:rPr lang="zh-CN" altLang="en-US" dirty="0" smtClean="0"/>
              <a:t>设为</a:t>
            </a:r>
            <a:r>
              <a:rPr lang="en-US" altLang="zh-CN" dirty="0" smtClean="0"/>
              <a:t>inline-block</a:t>
            </a:r>
            <a:r>
              <a:rPr lang="zh-CN" altLang="en-US" dirty="0" smtClean="0"/>
              <a:t>形成的间隙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27746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行</a:t>
            </a:r>
            <a:r>
              <a:rPr lang="zh-CN" altLang="en-US" sz="3000" dirty="0" smtClean="0"/>
              <a:t>内元素</a:t>
            </a:r>
            <a:r>
              <a:rPr lang="zh-CN" altLang="en-US" sz="3000" dirty="0" smtClean="0"/>
              <a:t>的</a:t>
            </a:r>
            <a:r>
              <a:rPr lang="zh-CN" altLang="en-US" sz="3000" dirty="0" smtClean="0"/>
              <a:t>间隙问题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 smtClean="0"/>
              <a:t>清除间隙的方法：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</a:t>
            </a:r>
            <a:r>
              <a:rPr lang="zh-CN" altLang="zh-CN" dirty="0"/>
              <a:t>首先在父元素中设置</a:t>
            </a:r>
            <a:r>
              <a:rPr lang="en-US" altLang="zh-CN" dirty="0" smtClean="0"/>
              <a:t>font-size:0;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</a:t>
            </a:r>
            <a:r>
              <a:rPr lang="zh-CN" altLang="zh-CN" dirty="0"/>
              <a:t>在子元素中设置</a:t>
            </a:r>
            <a:r>
              <a:rPr lang="en-US" altLang="zh-CN" dirty="0"/>
              <a:t>font-size</a:t>
            </a:r>
            <a:r>
              <a:rPr lang="zh-CN" altLang="zh-CN" dirty="0"/>
              <a:t>为需要的字号，如</a:t>
            </a:r>
            <a:r>
              <a:rPr lang="en-US" altLang="zh-CN" dirty="0" smtClean="0"/>
              <a:t>font-size:16px;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76956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168371" cy="44888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3000" dirty="0"/>
              <a:t>在非浮动的元素上使用</a:t>
            </a:r>
            <a:r>
              <a:rPr lang="en-US" altLang="zh-CN" sz="3000" dirty="0"/>
              <a:t>margin</a:t>
            </a:r>
            <a:r>
              <a:rPr lang="zh-CN" altLang="zh-CN" sz="3000" dirty="0" smtClean="0"/>
              <a:t>负值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列表中有</a:t>
            </a:r>
            <a:r>
              <a:rPr lang="en-US" altLang="zh-CN" dirty="0"/>
              <a:t>3</a:t>
            </a:r>
            <a:r>
              <a:rPr lang="zh-CN" altLang="zh-CN" dirty="0"/>
              <a:t>个列表项</a:t>
            </a:r>
            <a:r>
              <a:rPr lang="zh-CN" altLang="en-US" dirty="0" smtClean="0"/>
              <a:t>，分析</a:t>
            </a:r>
            <a:r>
              <a:rPr lang="zh-CN" altLang="zh-CN" dirty="0"/>
              <a:t>中间的</a:t>
            </a:r>
            <a:r>
              <a:rPr lang="en-US" altLang="zh-CN" dirty="0"/>
              <a:t>&lt;li&gt;</a:t>
            </a:r>
            <a:r>
              <a:rPr lang="zh-CN" altLang="zh-CN" dirty="0"/>
              <a:t>在</a:t>
            </a:r>
            <a:r>
              <a:rPr lang="en-US" altLang="zh-CN" dirty="0"/>
              <a:t>block</a:t>
            </a:r>
            <a:r>
              <a:rPr lang="zh-CN" altLang="zh-CN" dirty="0"/>
              <a:t>、</a:t>
            </a:r>
            <a:r>
              <a:rPr lang="en-US" altLang="zh-CN" dirty="0"/>
              <a:t>inline</a:t>
            </a:r>
            <a:r>
              <a:rPr lang="zh-CN" altLang="zh-CN" dirty="0"/>
              <a:t>和</a:t>
            </a:r>
            <a:r>
              <a:rPr lang="en-US" altLang="zh-CN" dirty="0"/>
              <a:t>inline-block</a:t>
            </a:r>
            <a:r>
              <a:rPr lang="zh-CN" altLang="zh-CN" dirty="0"/>
              <a:t>不同显示状态下负</a:t>
            </a:r>
            <a:r>
              <a:rPr lang="en-US" altLang="zh-CN" dirty="0"/>
              <a:t>margin</a:t>
            </a:r>
            <a:r>
              <a:rPr lang="zh-CN" altLang="zh-CN" dirty="0"/>
              <a:t>的效果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block</a:t>
            </a:r>
            <a:r>
              <a:rPr lang="zh-CN" altLang="en-US" dirty="0" smtClean="0"/>
              <a:t>状态下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对中间的</a:t>
            </a:r>
            <a:r>
              <a:rPr lang="en-US" altLang="zh-CN" dirty="0"/>
              <a:t>&lt;li&gt;</a:t>
            </a:r>
            <a:r>
              <a:rPr lang="zh-CN" altLang="zh-CN" dirty="0"/>
              <a:t>设置了</a:t>
            </a:r>
            <a:r>
              <a:rPr lang="en-US" altLang="zh-CN" dirty="0"/>
              <a:t>margin:-20px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817" y="2424543"/>
            <a:ext cx="3028210" cy="374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5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168371" cy="44888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3000" dirty="0"/>
              <a:t>在非浮动的元素上使用</a:t>
            </a:r>
            <a:r>
              <a:rPr lang="en-US" altLang="zh-CN" sz="3000" dirty="0"/>
              <a:t>margin</a:t>
            </a:r>
            <a:r>
              <a:rPr lang="zh-CN" altLang="zh-CN" sz="3000" dirty="0" smtClean="0"/>
              <a:t>负值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列表中有</a:t>
            </a:r>
            <a:r>
              <a:rPr lang="en-US" altLang="zh-CN" dirty="0"/>
              <a:t>3</a:t>
            </a:r>
            <a:r>
              <a:rPr lang="zh-CN" altLang="zh-CN" dirty="0"/>
              <a:t>个列表项</a:t>
            </a:r>
            <a:r>
              <a:rPr lang="zh-CN" altLang="en-US" dirty="0" smtClean="0"/>
              <a:t>，分析</a:t>
            </a:r>
            <a:r>
              <a:rPr lang="zh-CN" altLang="zh-CN" dirty="0"/>
              <a:t>中间的</a:t>
            </a:r>
            <a:r>
              <a:rPr lang="en-US" altLang="zh-CN" dirty="0"/>
              <a:t>&lt;li&gt;</a:t>
            </a:r>
            <a:r>
              <a:rPr lang="zh-CN" altLang="zh-CN" dirty="0"/>
              <a:t>在</a:t>
            </a:r>
            <a:r>
              <a:rPr lang="en-US" altLang="zh-CN" dirty="0"/>
              <a:t>block</a:t>
            </a:r>
            <a:r>
              <a:rPr lang="zh-CN" altLang="zh-CN" dirty="0"/>
              <a:t>、</a:t>
            </a:r>
            <a:r>
              <a:rPr lang="en-US" altLang="zh-CN" dirty="0"/>
              <a:t>inline</a:t>
            </a:r>
            <a:r>
              <a:rPr lang="zh-CN" altLang="zh-CN" dirty="0"/>
              <a:t>和</a:t>
            </a:r>
            <a:r>
              <a:rPr lang="en-US" altLang="zh-CN" dirty="0"/>
              <a:t>inline-block</a:t>
            </a:r>
            <a:r>
              <a:rPr lang="zh-CN" altLang="zh-CN" dirty="0"/>
              <a:t>不同显示状态下负</a:t>
            </a:r>
            <a:r>
              <a:rPr lang="en-US" altLang="zh-CN" dirty="0"/>
              <a:t>margin</a:t>
            </a:r>
            <a:r>
              <a:rPr lang="zh-CN" altLang="zh-CN" dirty="0"/>
              <a:t>的效果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inline</a:t>
            </a:r>
            <a:r>
              <a:rPr lang="zh-CN" altLang="en-US" dirty="0" smtClean="0"/>
              <a:t>状态下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对中间的</a:t>
            </a:r>
            <a:r>
              <a:rPr lang="en-US" altLang="zh-CN" dirty="0"/>
              <a:t>&lt;li&gt;</a:t>
            </a:r>
            <a:r>
              <a:rPr lang="zh-CN" altLang="zh-CN" dirty="0"/>
              <a:t>设置了</a:t>
            </a:r>
            <a:r>
              <a:rPr lang="en-US" altLang="zh-CN" dirty="0"/>
              <a:t>margin:-20px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759" y="4310928"/>
            <a:ext cx="4850164" cy="172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1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168371" cy="44888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3000" dirty="0"/>
              <a:t>在非浮动的元素上使用</a:t>
            </a:r>
            <a:r>
              <a:rPr lang="en-US" altLang="zh-CN" sz="3000" dirty="0"/>
              <a:t>margin</a:t>
            </a:r>
            <a:r>
              <a:rPr lang="zh-CN" altLang="zh-CN" sz="3000" dirty="0" smtClean="0"/>
              <a:t>负值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列表中有</a:t>
            </a:r>
            <a:r>
              <a:rPr lang="en-US" altLang="zh-CN" dirty="0"/>
              <a:t>3</a:t>
            </a:r>
            <a:r>
              <a:rPr lang="zh-CN" altLang="zh-CN" dirty="0"/>
              <a:t>个列表项</a:t>
            </a:r>
            <a:r>
              <a:rPr lang="zh-CN" altLang="en-US" dirty="0" smtClean="0"/>
              <a:t>，分析</a:t>
            </a:r>
            <a:r>
              <a:rPr lang="zh-CN" altLang="zh-CN" dirty="0"/>
              <a:t>中间的</a:t>
            </a:r>
            <a:r>
              <a:rPr lang="en-US" altLang="zh-CN" dirty="0"/>
              <a:t>&lt;li&gt;</a:t>
            </a:r>
            <a:r>
              <a:rPr lang="zh-CN" altLang="zh-CN" dirty="0"/>
              <a:t>在</a:t>
            </a:r>
            <a:r>
              <a:rPr lang="en-US" altLang="zh-CN" dirty="0"/>
              <a:t>block</a:t>
            </a:r>
            <a:r>
              <a:rPr lang="zh-CN" altLang="zh-CN" dirty="0"/>
              <a:t>、</a:t>
            </a:r>
            <a:r>
              <a:rPr lang="en-US" altLang="zh-CN" dirty="0"/>
              <a:t>inline</a:t>
            </a:r>
            <a:r>
              <a:rPr lang="zh-CN" altLang="zh-CN" dirty="0"/>
              <a:t>和</a:t>
            </a:r>
            <a:r>
              <a:rPr lang="en-US" altLang="zh-CN" dirty="0"/>
              <a:t>inline-block</a:t>
            </a:r>
            <a:r>
              <a:rPr lang="zh-CN" altLang="zh-CN" dirty="0"/>
              <a:t>不同显示状态下负</a:t>
            </a:r>
            <a:r>
              <a:rPr lang="en-US" altLang="zh-CN" dirty="0"/>
              <a:t>margin</a:t>
            </a:r>
            <a:r>
              <a:rPr lang="zh-CN" altLang="zh-CN" dirty="0"/>
              <a:t>的效果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inline-block</a:t>
            </a:r>
            <a:r>
              <a:rPr lang="zh-CN" altLang="en-US" dirty="0" smtClean="0"/>
              <a:t>状态下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固定</a:t>
            </a:r>
            <a:r>
              <a:rPr lang="en-US" altLang="zh-CN" dirty="0" smtClean="0"/>
              <a:t>li</a:t>
            </a:r>
            <a:r>
              <a:rPr lang="zh-CN" altLang="en-US" dirty="0" smtClean="0"/>
              <a:t>的宽度和高度为</a:t>
            </a:r>
            <a:r>
              <a:rPr lang="en-US" altLang="zh-CN" dirty="0" smtClean="0"/>
              <a:t>100px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 smtClean="0"/>
              <a:t>对</a:t>
            </a:r>
            <a:r>
              <a:rPr lang="zh-CN" altLang="zh-CN" dirty="0"/>
              <a:t>中间的</a:t>
            </a:r>
            <a:r>
              <a:rPr lang="en-US" altLang="zh-CN" dirty="0"/>
              <a:t>&lt;li&gt;</a:t>
            </a:r>
            <a:r>
              <a:rPr lang="zh-CN" altLang="zh-CN" dirty="0"/>
              <a:t>设置了</a:t>
            </a:r>
            <a:r>
              <a:rPr lang="en-US" altLang="zh-CN" dirty="0"/>
              <a:t>margin:-20px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984" y="2891268"/>
            <a:ext cx="5021527" cy="201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5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168371" cy="43503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3000" dirty="0"/>
              <a:t>在非浮动的元素上使用</a:t>
            </a:r>
            <a:r>
              <a:rPr lang="en-US" altLang="zh-CN" sz="3000" dirty="0"/>
              <a:t>margin</a:t>
            </a:r>
            <a:r>
              <a:rPr lang="zh-CN" altLang="zh-CN" sz="3000" dirty="0" smtClean="0"/>
              <a:t>负值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列表中有</a:t>
            </a:r>
            <a:r>
              <a:rPr lang="en-US" altLang="zh-CN" dirty="0"/>
              <a:t>3</a:t>
            </a:r>
            <a:r>
              <a:rPr lang="zh-CN" altLang="zh-CN" dirty="0"/>
              <a:t>个列表项</a:t>
            </a:r>
            <a:r>
              <a:rPr lang="zh-CN" altLang="en-US" dirty="0" smtClean="0"/>
              <a:t>，分析</a:t>
            </a:r>
            <a:r>
              <a:rPr lang="zh-CN" altLang="zh-CN" dirty="0"/>
              <a:t>中间的</a:t>
            </a:r>
            <a:r>
              <a:rPr lang="en-US" altLang="zh-CN" dirty="0"/>
              <a:t>&lt;li&gt;</a:t>
            </a:r>
            <a:r>
              <a:rPr lang="zh-CN" altLang="zh-CN" dirty="0"/>
              <a:t>在</a:t>
            </a:r>
            <a:r>
              <a:rPr lang="en-US" altLang="zh-CN" dirty="0"/>
              <a:t>block</a:t>
            </a:r>
            <a:r>
              <a:rPr lang="zh-CN" altLang="zh-CN" dirty="0"/>
              <a:t>、</a:t>
            </a:r>
            <a:r>
              <a:rPr lang="en-US" altLang="zh-CN" dirty="0"/>
              <a:t>inline</a:t>
            </a:r>
            <a:r>
              <a:rPr lang="zh-CN" altLang="zh-CN" dirty="0"/>
              <a:t>和</a:t>
            </a:r>
            <a:r>
              <a:rPr lang="en-US" altLang="zh-CN" dirty="0"/>
              <a:t>inline-block</a:t>
            </a:r>
            <a:r>
              <a:rPr lang="zh-CN" altLang="zh-CN" dirty="0"/>
              <a:t>不同显示状态下负</a:t>
            </a:r>
            <a:r>
              <a:rPr lang="en-US" altLang="zh-CN" dirty="0"/>
              <a:t>margin</a:t>
            </a:r>
            <a:r>
              <a:rPr lang="zh-CN" altLang="zh-CN" dirty="0"/>
              <a:t>的效果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inline-block</a:t>
            </a:r>
            <a:r>
              <a:rPr lang="zh-CN" altLang="en-US" dirty="0" smtClean="0"/>
              <a:t>状态下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固定</a:t>
            </a:r>
            <a:r>
              <a:rPr lang="en-US" altLang="zh-CN" dirty="0" smtClean="0"/>
              <a:t>li</a:t>
            </a:r>
            <a:r>
              <a:rPr lang="zh-CN" altLang="en-US" dirty="0" smtClean="0"/>
              <a:t>的宽度和高度为</a:t>
            </a:r>
            <a:r>
              <a:rPr lang="en-US" altLang="zh-CN" dirty="0" smtClean="0"/>
              <a:t>100px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 smtClean="0"/>
              <a:t>对</a:t>
            </a:r>
            <a:r>
              <a:rPr lang="zh-CN" altLang="zh-CN" dirty="0"/>
              <a:t>中间的</a:t>
            </a:r>
            <a:r>
              <a:rPr lang="en-US" altLang="zh-CN" dirty="0"/>
              <a:t>&lt;li&gt;</a:t>
            </a:r>
            <a:r>
              <a:rPr lang="zh-CN" altLang="zh-CN" dirty="0"/>
              <a:t>设置了</a:t>
            </a:r>
            <a:r>
              <a:rPr lang="en-US" altLang="zh-CN" dirty="0"/>
              <a:t>margin:-20px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577" y="3094778"/>
            <a:ext cx="4940384" cy="198070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85709" y="5121625"/>
            <a:ext cx="360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Vertail</a:t>
            </a:r>
            <a:r>
              <a:rPr lang="en-US" altLang="zh-CN" dirty="0" smtClean="0"/>
              <a:t>-align</a:t>
            </a:r>
            <a:r>
              <a:rPr lang="zh-CN" altLang="en-US" dirty="0" smtClean="0"/>
              <a:t>为</a:t>
            </a:r>
            <a:r>
              <a:rPr lang="en-US" altLang="zh-CN" dirty="0" smtClean="0"/>
              <a:t>top</a:t>
            </a:r>
            <a:r>
              <a:rPr lang="zh-CN" altLang="en-US" dirty="0" smtClean="0"/>
              <a:t>时负</a:t>
            </a:r>
            <a:r>
              <a:rPr lang="en-US" altLang="zh-CN" dirty="0" smtClean="0"/>
              <a:t>margin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911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168371" cy="43503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3000" dirty="0"/>
              <a:t>在非浮动的元素上使用</a:t>
            </a:r>
            <a:r>
              <a:rPr lang="en-US" altLang="zh-CN" sz="3000" dirty="0"/>
              <a:t>margin</a:t>
            </a:r>
            <a:r>
              <a:rPr lang="zh-CN" altLang="zh-CN" sz="3000" dirty="0" smtClean="0"/>
              <a:t>负值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列表中有</a:t>
            </a:r>
            <a:r>
              <a:rPr lang="en-US" altLang="zh-CN" dirty="0"/>
              <a:t>3</a:t>
            </a:r>
            <a:r>
              <a:rPr lang="zh-CN" altLang="zh-CN" dirty="0"/>
              <a:t>个列表项</a:t>
            </a:r>
            <a:r>
              <a:rPr lang="zh-CN" altLang="en-US" dirty="0" smtClean="0"/>
              <a:t>，分析</a:t>
            </a:r>
            <a:r>
              <a:rPr lang="zh-CN" altLang="zh-CN" dirty="0"/>
              <a:t>中间的</a:t>
            </a:r>
            <a:r>
              <a:rPr lang="en-US" altLang="zh-CN" dirty="0"/>
              <a:t>&lt;li&gt;</a:t>
            </a:r>
            <a:r>
              <a:rPr lang="zh-CN" altLang="zh-CN" dirty="0"/>
              <a:t>在</a:t>
            </a:r>
            <a:r>
              <a:rPr lang="en-US" altLang="zh-CN" dirty="0"/>
              <a:t>block</a:t>
            </a:r>
            <a:r>
              <a:rPr lang="zh-CN" altLang="zh-CN" dirty="0"/>
              <a:t>、</a:t>
            </a:r>
            <a:r>
              <a:rPr lang="en-US" altLang="zh-CN" dirty="0"/>
              <a:t>inline</a:t>
            </a:r>
            <a:r>
              <a:rPr lang="zh-CN" altLang="zh-CN" dirty="0"/>
              <a:t>和</a:t>
            </a:r>
            <a:r>
              <a:rPr lang="en-US" altLang="zh-CN" dirty="0"/>
              <a:t>inline-block</a:t>
            </a:r>
            <a:r>
              <a:rPr lang="zh-CN" altLang="zh-CN" dirty="0"/>
              <a:t>不同显示状态下负</a:t>
            </a:r>
            <a:r>
              <a:rPr lang="en-US" altLang="zh-CN" dirty="0"/>
              <a:t>margin</a:t>
            </a:r>
            <a:r>
              <a:rPr lang="zh-CN" altLang="zh-CN" dirty="0"/>
              <a:t>的效果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inline-block</a:t>
            </a:r>
            <a:r>
              <a:rPr lang="zh-CN" altLang="en-US" dirty="0" smtClean="0"/>
              <a:t>状态下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固定</a:t>
            </a:r>
            <a:r>
              <a:rPr lang="en-US" altLang="zh-CN" dirty="0" smtClean="0"/>
              <a:t>li</a:t>
            </a:r>
            <a:r>
              <a:rPr lang="zh-CN" altLang="en-US" dirty="0" smtClean="0"/>
              <a:t>的宽度和高度为</a:t>
            </a:r>
            <a:r>
              <a:rPr lang="en-US" altLang="zh-CN" dirty="0" smtClean="0"/>
              <a:t>100px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 smtClean="0"/>
              <a:t>对</a:t>
            </a:r>
            <a:r>
              <a:rPr lang="zh-CN" altLang="zh-CN" dirty="0"/>
              <a:t>中间的</a:t>
            </a:r>
            <a:r>
              <a:rPr lang="en-US" altLang="zh-CN" dirty="0"/>
              <a:t>&lt;li&gt;</a:t>
            </a:r>
            <a:r>
              <a:rPr lang="zh-CN" altLang="zh-CN" dirty="0"/>
              <a:t>设置了</a:t>
            </a:r>
            <a:r>
              <a:rPr lang="en-US" altLang="zh-CN" dirty="0"/>
              <a:t>margin:-20px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30289" y="5052350"/>
            <a:ext cx="400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Vertail</a:t>
            </a:r>
            <a:r>
              <a:rPr lang="en-US" altLang="zh-CN" dirty="0" smtClean="0"/>
              <a:t>-align</a:t>
            </a:r>
            <a:r>
              <a:rPr lang="zh-CN" altLang="en-US" dirty="0" smtClean="0"/>
              <a:t>为</a:t>
            </a:r>
            <a:r>
              <a:rPr lang="en-US" altLang="zh-CN" dirty="0" smtClean="0"/>
              <a:t>bottom</a:t>
            </a:r>
            <a:r>
              <a:rPr lang="zh-CN" altLang="en-US" dirty="0" smtClean="0"/>
              <a:t>时负</a:t>
            </a:r>
            <a:r>
              <a:rPr lang="en-US" altLang="zh-CN" dirty="0" smtClean="0"/>
              <a:t>margin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559" y="2912599"/>
            <a:ext cx="5049266" cy="202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0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设计导航条的标签结构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965" y="1134340"/>
            <a:ext cx="5698537" cy="454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083752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）全局样式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深灰色背景因为底部</a:t>
            </a:r>
            <a:r>
              <a:rPr lang="zh-CN" altLang="zh-CN" sz="2200" dirty="0" smtClean="0"/>
              <a:t>有</a:t>
            </a:r>
            <a:r>
              <a:rPr lang="zh-CN" altLang="en-US" sz="2200" dirty="0" smtClean="0"/>
              <a:t>阴影</a:t>
            </a:r>
            <a:r>
              <a:rPr lang="zh-CN" altLang="zh-CN" sz="2200" dirty="0" smtClean="0"/>
              <a:t>，</a:t>
            </a:r>
            <a:r>
              <a:rPr lang="zh-CN" altLang="zh-CN" sz="2200" dirty="0"/>
              <a:t>所以使用图片来实现，另外，背景图要使用底部对齐才能</a:t>
            </a:r>
            <a:r>
              <a:rPr lang="zh-CN" altLang="zh-CN" sz="2200" dirty="0" smtClean="0"/>
              <a:t>确保</a:t>
            </a:r>
            <a:r>
              <a:rPr lang="zh-CN" altLang="en-US" sz="2200" dirty="0" smtClean="0"/>
              <a:t>阴影</a:t>
            </a:r>
            <a:r>
              <a:rPr lang="zh-CN" altLang="zh-CN" sz="2200" dirty="0" smtClean="0"/>
              <a:t>完整</a:t>
            </a:r>
            <a:r>
              <a:rPr lang="zh-CN" altLang="zh-CN" sz="2200" dirty="0"/>
              <a:t>显示，水平方向重复确保了背景与浏览器同宽。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989" y="1146896"/>
            <a:ext cx="4711598" cy="493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4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4368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）菜单横排和虚线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200" dirty="0" smtClean="0"/>
              <a:t>使用</a:t>
            </a:r>
            <a:r>
              <a:rPr lang="en-US" altLang="zh-CN" sz="2200" dirty="0" smtClean="0"/>
              <a:t>inline-block</a:t>
            </a:r>
            <a:r>
              <a:rPr lang="zh-CN" altLang="en-US" sz="2200" dirty="0" smtClean="0"/>
              <a:t>实现</a:t>
            </a:r>
            <a:r>
              <a:rPr lang="en-US" altLang="zh-CN" sz="2200" dirty="0" smtClean="0"/>
              <a:t>&lt;li&gt;</a:t>
            </a:r>
            <a:r>
              <a:rPr lang="zh-CN" altLang="en-US" sz="2200" dirty="0" smtClean="0"/>
              <a:t>横排；</a:t>
            </a:r>
            <a:r>
              <a:rPr lang="zh-CN" altLang="zh-CN" sz="2200" dirty="0" smtClean="0"/>
              <a:t>把</a:t>
            </a:r>
            <a:r>
              <a:rPr lang="zh-CN" altLang="zh-CN" sz="2200" dirty="0"/>
              <a:t>虚线图片作为</a:t>
            </a:r>
            <a:r>
              <a:rPr lang="en-US" altLang="zh-CN" sz="2200" dirty="0"/>
              <a:t>&lt;li&gt;</a:t>
            </a:r>
            <a:r>
              <a:rPr lang="zh-CN" altLang="zh-CN" sz="2200" dirty="0"/>
              <a:t>的背景定位在右侧垂直居中位置，最后一个</a:t>
            </a:r>
            <a:r>
              <a:rPr lang="en-US" altLang="zh-CN" sz="2200" dirty="0"/>
              <a:t>&lt;li&gt;</a:t>
            </a:r>
            <a:r>
              <a:rPr lang="zh-CN" altLang="zh-CN" sz="2200" dirty="0"/>
              <a:t>没有右侧虚线，需要单独清除。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939" y="3521220"/>
            <a:ext cx="5783774" cy="256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6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4368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3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处理</a:t>
            </a:r>
            <a:r>
              <a:rPr lang="zh-CN" altLang="en-US" sz="2600" dirty="0" smtClean="0"/>
              <a:t>虚线偏左的问题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536" y="2734107"/>
            <a:ext cx="5703896" cy="304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8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000625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4</a:t>
            </a:r>
            <a:r>
              <a:rPr lang="zh-CN" altLang="en-US" sz="2600" dirty="0" smtClean="0"/>
              <a:t>）超链接样式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顶部</a:t>
            </a:r>
            <a:r>
              <a:rPr lang="en-US" altLang="zh-CN" sz="2200" dirty="0"/>
              <a:t>margin</a:t>
            </a:r>
            <a:r>
              <a:rPr lang="zh-CN" altLang="zh-CN" sz="2200" dirty="0"/>
              <a:t>为</a:t>
            </a:r>
            <a:r>
              <a:rPr lang="en-US" altLang="zh-CN" sz="2200" dirty="0"/>
              <a:t>-5px</a:t>
            </a:r>
            <a:r>
              <a:rPr lang="zh-CN" altLang="zh-CN" sz="2200" dirty="0"/>
              <a:t>可以实现响应区顶部超出背景范围，实现突起的</a:t>
            </a:r>
            <a:r>
              <a:rPr lang="zh-CN" altLang="zh-CN" sz="2200" dirty="0" smtClean="0"/>
              <a:t>效果</a:t>
            </a:r>
            <a:r>
              <a:rPr lang="zh-CN" altLang="en-US" sz="2200" dirty="0"/>
              <a:t>。</a:t>
            </a:r>
            <a:endParaRPr lang="en-US" altLang="zh-CN" sz="2200" dirty="0" smtClean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266825"/>
            <a:ext cx="4045527" cy="473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168370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使用“列表嵌套超链接”实现复杂导航条的标签设计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使用</a:t>
            </a:r>
            <a:r>
              <a:rPr lang="en-US" altLang="zh-CN" sz="3200" dirty="0" smtClean="0"/>
              <a:t>margin</a:t>
            </a:r>
            <a:r>
              <a:rPr lang="zh-CN" altLang="en-US" sz="3200" dirty="0" smtClean="0"/>
              <a:t>负值实现背景凸起效果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使用</a:t>
            </a:r>
            <a:r>
              <a:rPr lang="en-US" altLang="zh-CN" sz="3200" dirty="0" smtClean="0"/>
              <a:t>background</a:t>
            </a:r>
            <a:r>
              <a:rPr lang="zh-CN" altLang="en-US" sz="3200" dirty="0" smtClean="0"/>
              <a:t>灵活定位虚线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使用</a:t>
            </a:r>
            <a:r>
              <a:rPr lang="en-US" altLang="zh-CN" sz="3200" dirty="0" smtClean="0"/>
              <a:t>font-size</a:t>
            </a:r>
            <a:r>
              <a:rPr lang="zh-CN" altLang="en-US" sz="3200" dirty="0" smtClean="0"/>
              <a:t>清除</a:t>
            </a:r>
            <a:r>
              <a:rPr lang="en-US" altLang="zh-CN" sz="3200" dirty="0" smtClean="0"/>
              <a:t>&lt;li&gt;</a:t>
            </a:r>
            <a:r>
              <a:rPr lang="zh-CN" altLang="en-US" sz="3200" dirty="0" smtClean="0"/>
              <a:t>之间的间隙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009" y="1323576"/>
            <a:ext cx="1852613" cy="4835634"/>
          </a:xfrm>
          <a:prstGeom prst="rect">
            <a:avLst/>
          </a:prstGeom>
        </p:spPr>
      </p:pic>
      <p:sp>
        <p:nvSpPr>
          <p:cNvPr id="8" name="内容占位符 1"/>
          <p:cNvSpPr txBox="1">
            <a:spLocks/>
          </p:cNvSpPr>
          <p:nvPr/>
        </p:nvSpPr>
        <p:spPr>
          <a:xfrm>
            <a:off x="1095376" y="1171575"/>
            <a:ext cx="4446442" cy="4914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" t="23989"/>
          <a:stretch/>
        </p:blipFill>
        <p:spPr>
          <a:xfrm>
            <a:off x="1537854" y="3158835"/>
            <a:ext cx="6247578" cy="1421477"/>
          </a:xfrm>
          <a:prstGeom prst="rect">
            <a:avLst/>
          </a:prstGeom>
        </p:spPr>
      </p:pic>
      <p:sp>
        <p:nvSpPr>
          <p:cNvPr id="6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951345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使用本节所学知识，完成如下效果图中导航条的设计。</a:t>
            </a:r>
            <a:endParaRPr lang="en-US" altLang="zh-CN" sz="3200" dirty="0" smtClean="0"/>
          </a:p>
        </p:txBody>
      </p:sp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679</Words>
  <Application>Microsoft Office PowerPoint</Application>
  <PresentationFormat>宽屏</PresentationFormat>
  <Paragraphs>70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复杂导航条的设计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97</cp:revision>
  <dcterms:created xsi:type="dcterms:W3CDTF">2020-04-27T05:20:13Z</dcterms:created>
  <dcterms:modified xsi:type="dcterms:W3CDTF">2020-08-03T08:03:03Z</dcterms:modified>
</cp:coreProperties>
</file>