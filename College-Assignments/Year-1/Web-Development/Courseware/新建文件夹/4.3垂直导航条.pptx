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75" r:id="rId5"/>
    <p:sldId id="276" r:id="rId6"/>
    <p:sldId id="277" r:id="rId7"/>
    <p:sldId id="278" r:id="rId8"/>
    <p:sldId id="279" r:id="rId9"/>
    <p:sldId id="280" r:id="rId10"/>
    <p:sldId id="267" r:id="rId11"/>
    <p:sldId id="268" r:id="rId1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2F2F2"/>
    <a:srgbClr val="ED7D3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0" autoAdjust="0"/>
    <p:restoredTop sz="94660"/>
  </p:normalViewPr>
  <p:slideViewPr>
    <p:cSldViewPr snapToGrid="0">
      <p:cViewPr varScale="1">
        <p:scale>
          <a:sx n="69" d="100"/>
          <a:sy n="69" d="100"/>
        </p:scale>
        <p:origin x="72" y="10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2121"/>
            <a:ext cx="12192002" cy="6855879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2413688" y="2438419"/>
            <a:ext cx="4646140" cy="991641"/>
          </a:xfrm>
        </p:spPr>
        <p:txBody>
          <a:bodyPr anchor="b">
            <a:noAutofit/>
          </a:bodyPr>
          <a:lstStyle>
            <a:lvl1pPr algn="ctr">
              <a:defRPr sz="66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8" name="文本框 7"/>
          <p:cNvSpPr txBox="1"/>
          <p:nvPr userDrawn="1"/>
        </p:nvSpPr>
        <p:spPr>
          <a:xfrm>
            <a:off x="4925712" y="4217773"/>
            <a:ext cx="23391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pc="3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主讲老师：陆炜妮</a:t>
            </a:r>
            <a:endParaRPr lang="zh-CN" altLang="en-US" spc="3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29026412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圆角矩形 6"/>
          <p:cNvSpPr/>
          <p:nvPr userDrawn="1"/>
        </p:nvSpPr>
        <p:spPr>
          <a:xfrm>
            <a:off x="847725" y="885825"/>
            <a:ext cx="10582275" cy="5429249"/>
          </a:xfrm>
          <a:prstGeom prst="roundRect">
            <a:avLst>
              <a:gd name="adj" fmla="val 3900"/>
            </a:avLst>
          </a:prstGeom>
          <a:solidFill>
            <a:srgbClr val="F2F2F2"/>
          </a:solidFill>
          <a:ln>
            <a:solidFill>
              <a:schemeClr val="bg1">
                <a:lumMod val="8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2075" y="257174"/>
            <a:ext cx="2409825" cy="638175"/>
          </a:xfrm>
          <a:prstGeom prst="rect">
            <a:avLst/>
          </a:prstGeom>
        </p:spPr>
      </p:pic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095374" y="1171575"/>
            <a:ext cx="10125075" cy="4914899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10" name="标题 1"/>
          <p:cNvSpPr>
            <a:spLocks noGrp="1"/>
          </p:cNvSpPr>
          <p:nvPr>
            <p:ph type="title"/>
          </p:nvPr>
        </p:nvSpPr>
        <p:spPr>
          <a:xfrm>
            <a:off x="1720850" y="126278"/>
            <a:ext cx="2527300" cy="742950"/>
          </a:xfrm>
        </p:spPr>
        <p:txBody>
          <a:bodyPr anchor="b">
            <a:noAutofit/>
          </a:bodyPr>
          <a:lstStyle>
            <a:lvl1pPr>
              <a:defRPr sz="28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7764" y="6438900"/>
            <a:ext cx="252412" cy="252412"/>
          </a:xfrm>
          <a:prstGeom prst="rect">
            <a:avLst/>
          </a:prstGeom>
        </p:spPr>
      </p:pic>
      <p:sp>
        <p:nvSpPr>
          <p:cNvPr id="12" name="文本框 11"/>
          <p:cNvSpPr txBox="1"/>
          <p:nvPr userDrawn="1"/>
        </p:nvSpPr>
        <p:spPr>
          <a:xfrm>
            <a:off x="8953501" y="6416158"/>
            <a:ext cx="162095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 smtClean="0">
                <a:latin typeface="华文行楷" panose="02010800040101010101" pitchFamily="2" charset="-122"/>
                <a:ea typeface="华文行楷" panose="02010800040101010101" pitchFamily="2" charset="-122"/>
              </a:rPr>
              <a:t>东莞职业技术学院</a:t>
            </a:r>
            <a:endParaRPr lang="zh-CN" altLang="en-US" sz="1400" dirty="0"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3416534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6925D-53E1-4B75-92B5-D8E7C2D23CF1}" type="datetimeFigureOut">
              <a:rPr lang="zh-CN" altLang="en-US" smtClean="0"/>
              <a:t>2020-8-2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C88128-9016-4E7C-AB04-7D98CB94010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3315921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6925D-53E1-4B75-92B5-D8E7C2D23CF1}" type="datetimeFigureOut">
              <a:rPr lang="zh-CN" altLang="en-US" smtClean="0"/>
              <a:t>2020-8-2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C88128-9016-4E7C-AB04-7D98CB94010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614039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6925D-53E1-4B75-92B5-D8E7C2D23CF1}" type="datetimeFigureOut">
              <a:rPr lang="zh-CN" altLang="en-US" smtClean="0"/>
              <a:t>2020-8-2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C88128-9016-4E7C-AB04-7D98CB94010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011928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6925D-53E1-4B75-92B5-D8E7C2D23CF1}" type="datetimeFigureOut">
              <a:rPr lang="zh-CN" altLang="en-US" smtClean="0"/>
              <a:t>2020-8-2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C88128-9016-4E7C-AB04-7D98CB94010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938598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6925D-53E1-4B75-92B5-D8E7C2D23CF1}" type="datetimeFigureOut">
              <a:rPr lang="zh-CN" altLang="en-US" smtClean="0"/>
              <a:t>2020-8-2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C88128-9016-4E7C-AB04-7D98CB94010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577310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6925D-53E1-4B75-92B5-D8E7C2D23CF1}" type="datetimeFigureOut">
              <a:rPr lang="zh-CN" altLang="en-US" smtClean="0"/>
              <a:t>2020-8-2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C88128-9016-4E7C-AB04-7D98CB94010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434538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6925D-53E1-4B75-92B5-D8E7C2D23CF1}" type="datetimeFigureOut">
              <a:rPr lang="zh-CN" altLang="en-US" smtClean="0"/>
              <a:t>2020-8-2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C88128-9016-4E7C-AB04-7D98CB94010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555523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6925D-53E1-4B75-92B5-D8E7C2D23CF1}" type="datetimeFigureOut">
              <a:rPr lang="zh-CN" altLang="en-US" smtClean="0"/>
              <a:t>2020-8-2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C88128-9016-4E7C-AB04-7D98CB94010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229808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6925D-53E1-4B75-92B5-D8E7C2D23CF1}" type="datetimeFigureOut">
              <a:rPr lang="zh-CN" altLang="en-US" smtClean="0"/>
              <a:t>2020-8-2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C88128-9016-4E7C-AB04-7D98CB94010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795823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26925D-53E1-4B75-92B5-D8E7C2D23CF1}" type="datetimeFigureOut">
              <a:rPr lang="zh-CN" altLang="en-US" smtClean="0"/>
              <a:t>2020-8-2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8C88128-9016-4E7C-AB04-7D98CB94010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2202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iming>
    <p:tnLst>
      <p:par>
        <p:cTn id="1" dur="indefinite" restart="never" nodeType="tmRoot"/>
      </p:par>
    </p:tn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2395850" y="1493508"/>
            <a:ext cx="4711012" cy="1455439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zh-CN" altLang="en-US" sz="3600" spc="3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垂直</a:t>
            </a:r>
            <a:r>
              <a:rPr lang="zh-CN" altLang="en-US" sz="3600" spc="3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导航条的设计</a:t>
            </a:r>
            <a:endParaRPr lang="zh-CN" altLang="en-US" sz="3600" spc="3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189364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1095375" y="1171575"/>
            <a:ext cx="6200775" cy="4914899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3600" dirty="0" smtClean="0"/>
              <a:t>掌握</a:t>
            </a:r>
            <a:r>
              <a:rPr lang="zh-CN" altLang="en-US" sz="3600" dirty="0"/>
              <a:t>垂直</a:t>
            </a:r>
            <a:r>
              <a:rPr lang="zh-CN" altLang="en-US" sz="3600" dirty="0" smtClean="0"/>
              <a:t>导航条的标签结构设计、样式设计、以及鼠标交互设计。</a:t>
            </a:r>
            <a:endParaRPr lang="en-US" altLang="zh-CN" sz="3600" dirty="0" smtClean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学习目标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20037" y="2214562"/>
            <a:ext cx="2962275" cy="3800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02992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1095374" y="964276"/>
            <a:ext cx="10126808" cy="4161905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3000" dirty="0" smtClean="0"/>
              <a:t>使用超链接设计导航条结构</a:t>
            </a:r>
            <a:endParaRPr lang="en-US" altLang="zh-CN" sz="3000" dirty="0" smtClean="0"/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3000" dirty="0" smtClean="0"/>
              <a:t>拓展超链接的响应区</a:t>
            </a:r>
            <a:endParaRPr lang="en-US" altLang="zh-CN" sz="3000" dirty="0" smtClean="0"/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3000" dirty="0" smtClean="0"/>
              <a:t>设计鼠标经过的样式</a:t>
            </a:r>
            <a:endParaRPr lang="en-US" altLang="zh-CN" sz="3000" dirty="0" smtClean="0"/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3000" dirty="0" smtClean="0"/>
              <a:t>利用</a:t>
            </a:r>
            <a:r>
              <a:rPr lang="en-US" altLang="zh-CN" sz="3000" dirty="0" smtClean="0"/>
              <a:t>background</a:t>
            </a:r>
            <a:r>
              <a:rPr lang="zh-CN" altLang="en-US" sz="3000" dirty="0" smtClean="0"/>
              <a:t>设计图标</a:t>
            </a:r>
            <a:endParaRPr lang="zh-CN" altLang="en-US" sz="3000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任务目标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45036" y="1339821"/>
            <a:ext cx="2489662" cy="4427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15003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1095374" y="955965"/>
            <a:ext cx="5665643" cy="1080653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3000" dirty="0" smtClean="0"/>
              <a:t>设计导航条的标签结构</a:t>
            </a:r>
            <a:endParaRPr lang="en-US" altLang="zh-CN" sz="3000" dirty="0" smtClean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1720850" y="120736"/>
            <a:ext cx="2527300" cy="742950"/>
          </a:xfrm>
        </p:spPr>
        <p:txBody>
          <a:bodyPr/>
          <a:lstStyle/>
          <a:p>
            <a:r>
              <a:rPr lang="zh-CN" altLang="en-US" dirty="0"/>
              <a:t>任务实施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61357" y="1875558"/>
            <a:ext cx="5081939" cy="41788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38395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1095374" y="955965"/>
            <a:ext cx="5665643" cy="1787235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3000" dirty="0" smtClean="0"/>
              <a:t>设计导航条的</a:t>
            </a:r>
            <a:r>
              <a:rPr lang="en-US" altLang="zh-CN" sz="3000" dirty="0" smtClean="0"/>
              <a:t>CSS</a:t>
            </a:r>
            <a:r>
              <a:rPr lang="zh-CN" altLang="en-US" sz="3000" dirty="0" smtClean="0"/>
              <a:t>样式</a:t>
            </a:r>
            <a:endParaRPr lang="en-US" altLang="zh-CN" sz="3000" dirty="0" smtClean="0"/>
          </a:p>
          <a:p>
            <a:pPr marL="457200" lvl="1" indent="0">
              <a:lnSpc>
                <a:spcPct val="150000"/>
              </a:lnSpc>
              <a:buNone/>
            </a:pPr>
            <a:r>
              <a:rPr lang="en-US" altLang="zh-CN" sz="2600" dirty="0" smtClean="0"/>
              <a:t>1</a:t>
            </a:r>
            <a:r>
              <a:rPr lang="zh-CN" altLang="en-US" sz="2600" dirty="0" smtClean="0"/>
              <a:t>）全局样式</a:t>
            </a:r>
            <a:endParaRPr lang="en-US" altLang="zh-CN" sz="2600" dirty="0" smtClean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1720850" y="120736"/>
            <a:ext cx="2527300" cy="742950"/>
          </a:xfrm>
        </p:spPr>
        <p:txBody>
          <a:bodyPr/>
          <a:lstStyle/>
          <a:p>
            <a:r>
              <a:rPr lang="zh-CN" altLang="en-US" dirty="0"/>
              <a:t>任务实施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67017" y="1265092"/>
            <a:ext cx="3749819" cy="4751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60566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1095374" y="955965"/>
            <a:ext cx="5665643" cy="1787235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3000" dirty="0" smtClean="0"/>
              <a:t>设计导航条的</a:t>
            </a:r>
            <a:r>
              <a:rPr lang="en-US" altLang="zh-CN" sz="3000" dirty="0" smtClean="0"/>
              <a:t>CSS</a:t>
            </a:r>
            <a:r>
              <a:rPr lang="zh-CN" altLang="en-US" sz="3000" dirty="0" smtClean="0"/>
              <a:t>样式</a:t>
            </a:r>
            <a:endParaRPr lang="en-US" altLang="zh-CN" sz="3000" dirty="0" smtClean="0"/>
          </a:p>
          <a:p>
            <a:pPr marL="457200" lvl="1" indent="0">
              <a:lnSpc>
                <a:spcPct val="150000"/>
              </a:lnSpc>
              <a:buNone/>
            </a:pPr>
            <a:r>
              <a:rPr lang="en-US" altLang="zh-CN" sz="2600" dirty="0" smtClean="0"/>
              <a:t>1</a:t>
            </a:r>
            <a:r>
              <a:rPr lang="zh-CN" altLang="en-US" sz="2600" dirty="0" smtClean="0"/>
              <a:t>）标题样式</a:t>
            </a:r>
            <a:endParaRPr lang="en-US" altLang="zh-CN" sz="2600" dirty="0" smtClean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1720850" y="120736"/>
            <a:ext cx="2527300" cy="742950"/>
          </a:xfrm>
        </p:spPr>
        <p:txBody>
          <a:bodyPr/>
          <a:lstStyle/>
          <a:p>
            <a:r>
              <a:rPr lang="zh-CN" altLang="en-US" dirty="0"/>
              <a:t>任务实施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97962" y="2295152"/>
            <a:ext cx="5367020" cy="3274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57830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1095374" y="955965"/>
            <a:ext cx="5665643" cy="1787235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3000" dirty="0" smtClean="0"/>
              <a:t>设计导航条的</a:t>
            </a:r>
            <a:r>
              <a:rPr lang="en-US" altLang="zh-CN" sz="3000" dirty="0" smtClean="0"/>
              <a:t>CSS</a:t>
            </a:r>
            <a:r>
              <a:rPr lang="zh-CN" altLang="en-US" sz="3000" dirty="0" smtClean="0"/>
              <a:t>样式</a:t>
            </a:r>
            <a:endParaRPr lang="en-US" altLang="zh-CN" sz="3000" dirty="0" smtClean="0"/>
          </a:p>
          <a:p>
            <a:pPr marL="457200" lvl="1" indent="0">
              <a:lnSpc>
                <a:spcPct val="150000"/>
              </a:lnSpc>
              <a:buNone/>
            </a:pPr>
            <a:r>
              <a:rPr lang="en-US" altLang="zh-CN" sz="2600" dirty="0" smtClean="0"/>
              <a:t>1</a:t>
            </a:r>
            <a:r>
              <a:rPr lang="zh-CN" altLang="en-US" sz="2600" dirty="0" smtClean="0"/>
              <a:t>）</a:t>
            </a:r>
            <a:r>
              <a:rPr lang="zh-CN" altLang="en-US" sz="2600" dirty="0"/>
              <a:t>超</a:t>
            </a:r>
            <a:r>
              <a:rPr lang="zh-CN" altLang="en-US" sz="2600" dirty="0" smtClean="0"/>
              <a:t>链接的公共样式</a:t>
            </a:r>
            <a:endParaRPr lang="en-US" altLang="zh-CN" sz="2600" dirty="0" smtClean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1720850" y="120736"/>
            <a:ext cx="2527300" cy="742950"/>
          </a:xfrm>
        </p:spPr>
        <p:txBody>
          <a:bodyPr/>
          <a:lstStyle/>
          <a:p>
            <a:r>
              <a:rPr lang="zh-CN" altLang="en-US" dirty="0"/>
              <a:t>任务实施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61754" y="2627661"/>
            <a:ext cx="6943148" cy="30665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90154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1095374" y="955965"/>
            <a:ext cx="5665643" cy="1787235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3000" dirty="0" smtClean="0"/>
              <a:t>设计导航条的</a:t>
            </a:r>
            <a:r>
              <a:rPr lang="en-US" altLang="zh-CN" sz="3000" dirty="0" smtClean="0"/>
              <a:t>CSS</a:t>
            </a:r>
            <a:r>
              <a:rPr lang="zh-CN" altLang="en-US" sz="3000" dirty="0" smtClean="0"/>
              <a:t>样式</a:t>
            </a:r>
            <a:endParaRPr lang="en-US" altLang="zh-CN" sz="3000" dirty="0" smtClean="0"/>
          </a:p>
          <a:p>
            <a:pPr marL="457200" lvl="1" indent="0">
              <a:lnSpc>
                <a:spcPct val="150000"/>
              </a:lnSpc>
              <a:buNone/>
            </a:pPr>
            <a:r>
              <a:rPr lang="en-US" altLang="zh-CN" sz="2600" dirty="0" smtClean="0"/>
              <a:t>1</a:t>
            </a:r>
            <a:r>
              <a:rPr lang="zh-CN" altLang="en-US" sz="2600" dirty="0" smtClean="0"/>
              <a:t>）“特色图书”的样式</a:t>
            </a:r>
            <a:endParaRPr lang="en-US" altLang="zh-CN" sz="2600" dirty="0" smtClean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1720850" y="120736"/>
            <a:ext cx="2527300" cy="742950"/>
          </a:xfrm>
        </p:spPr>
        <p:txBody>
          <a:bodyPr/>
          <a:lstStyle/>
          <a:p>
            <a:r>
              <a:rPr lang="zh-CN" altLang="en-US" dirty="0"/>
              <a:t>任务实施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65255" y="2743200"/>
            <a:ext cx="7183338" cy="19997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60202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1095374" y="955965"/>
            <a:ext cx="5665643" cy="1787235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3000" dirty="0" smtClean="0"/>
              <a:t>设计导航条的</a:t>
            </a:r>
            <a:r>
              <a:rPr lang="en-US" altLang="zh-CN" sz="3000" dirty="0" smtClean="0"/>
              <a:t>CSS</a:t>
            </a:r>
            <a:r>
              <a:rPr lang="zh-CN" altLang="en-US" sz="3000" dirty="0" smtClean="0"/>
              <a:t>样式</a:t>
            </a:r>
            <a:endParaRPr lang="en-US" altLang="zh-CN" sz="3000" dirty="0" smtClean="0"/>
          </a:p>
          <a:p>
            <a:pPr marL="457200" lvl="1" indent="0">
              <a:lnSpc>
                <a:spcPct val="150000"/>
              </a:lnSpc>
              <a:buNone/>
            </a:pPr>
            <a:r>
              <a:rPr lang="en-US" altLang="zh-CN" sz="2600" dirty="0" smtClean="0"/>
              <a:t>1</a:t>
            </a:r>
            <a:r>
              <a:rPr lang="zh-CN" altLang="en-US" sz="2600" dirty="0" smtClean="0"/>
              <a:t>）鼠标经过的样式</a:t>
            </a:r>
            <a:endParaRPr lang="en-US" altLang="zh-CN" sz="2600" dirty="0" smtClean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1720850" y="120736"/>
            <a:ext cx="2527300" cy="742950"/>
          </a:xfrm>
        </p:spPr>
        <p:txBody>
          <a:bodyPr/>
          <a:lstStyle/>
          <a:p>
            <a:r>
              <a:rPr lang="zh-CN" altLang="en-US" dirty="0"/>
              <a:t>任务实施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17285" y="2743200"/>
            <a:ext cx="6552630" cy="1865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16702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1095375" y="1171575"/>
            <a:ext cx="10168370" cy="4914899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3600" dirty="0" smtClean="0"/>
              <a:t>使用</a:t>
            </a:r>
            <a:r>
              <a:rPr lang="en-US" altLang="zh-CN" sz="3600" dirty="0" err="1" smtClean="0"/>
              <a:t>display:block</a:t>
            </a:r>
            <a:r>
              <a:rPr lang="zh-CN" altLang="en-US" sz="3600" dirty="0" smtClean="0"/>
              <a:t>拓展超链接的响应区</a:t>
            </a:r>
            <a:endParaRPr lang="en-US" altLang="zh-CN" sz="3600" dirty="0" smtClean="0"/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3600" dirty="0" smtClean="0"/>
              <a:t>伪类选择符实现鼠标交互控制</a:t>
            </a:r>
            <a:endParaRPr lang="en-US" altLang="zh-CN" sz="3600" dirty="0" smtClean="0"/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3600" dirty="0" smtClean="0"/>
              <a:t>运用</a:t>
            </a:r>
            <a:r>
              <a:rPr lang="en-US" altLang="zh-CN" sz="3600" dirty="0" smtClean="0"/>
              <a:t>background</a:t>
            </a:r>
            <a:r>
              <a:rPr lang="zh-CN" altLang="en-US" sz="3600" dirty="0" smtClean="0"/>
              <a:t>灵活定位图标</a:t>
            </a:r>
            <a:endParaRPr lang="en-US" altLang="zh-CN" sz="3600" dirty="0" smtClean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小  结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9230644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课后作业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50972" y="1365141"/>
            <a:ext cx="1852613" cy="4835634"/>
          </a:xfrm>
          <a:prstGeom prst="rect">
            <a:avLst/>
          </a:prstGeom>
        </p:spPr>
      </p:pic>
      <p:sp>
        <p:nvSpPr>
          <p:cNvPr id="8" name="内容占位符 1"/>
          <p:cNvSpPr txBox="1">
            <a:spLocks/>
          </p:cNvSpPr>
          <p:nvPr/>
        </p:nvSpPr>
        <p:spPr>
          <a:xfrm>
            <a:off x="1095376" y="1171575"/>
            <a:ext cx="4446442" cy="49148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3000" dirty="0" smtClean="0"/>
              <a:t>完成效果图中的</a:t>
            </a:r>
            <a:r>
              <a:rPr lang="zh-CN" altLang="en-US" sz="3000" dirty="0"/>
              <a:t>垂直</a:t>
            </a:r>
            <a:r>
              <a:rPr lang="zh-CN" altLang="en-US" sz="3000" dirty="0" smtClean="0"/>
              <a:t>导航条设计。</a:t>
            </a:r>
            <a:endParaRPr lang="en-US" altLang="zh-CN" sz="3000" dirty="0" smtClean="0"/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3000" dirty="0" smtClean="0"/>
              <a:t>要求导航条位于背景图水平居中位置；鼠标经过菜单，背景变白色，且添加左侧图标。</a:t>
            </a:r>
            <a:endParaRPr lang="en-US" altLang="zh-CN" sz="3000" dirty="0" smtClean="0"/>
          </a:p>
        </p:txBody>
      </p:sp>
      <p:pic>
        <p:nvPicPr>
          <p:cNvPr id="7" name="图片 6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19989" y="1363644"/>
            <a:ext cx="2988483" cy="47228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21965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上阴影">
      <a:fillStyleLst>
        <a:solidFill>
          <a:schemeClr val="phClr"/>
        </a:solidFill>
        <a:gradFill rotWithShape="1">
          <a:gsLst>
            <a:gs pos="0">
              <a:schemeClr val="phClr">
                <a:tint val="10000"/>
                <a:satMod val="300000"/>
              </a:schemeClr>
            </a:gs>
            <a:gs pos="34000">
              <a:schemeClr val="phClr">
                <a:tint val="13500"/>
                <a:satMod val="250000"/>
              </a:schemeClr>
            </a:gs>
            <a:gs pos="100000">
              <a:schemeClr val="phClr">
                <a:tint val="60000"/>
                <a:satMod val="200000"/>
              </a:schemeClr>
            </a:gs>
          </a:gsLst>
          <a:path path="circle">
            <a:fillToRect l="50000" t="155000" r="50000" b="-55000"/>
          </a:path>
        </a:gradFill>
        <a:gradFill rotWithShape="1">
          <a:gsLst>
            <a:gs pos="0">
              <a:schemeClr val="phClr">
                <a:tint val="60000"/>
                <a:satMod val="160000"/>
              </a:schemeClr>
            </a:gs>
            <a:gs pos="46000">
              <a:schemeClr val="phClr">
                <a:tint val="86000"/>
                <a:satMod val="160000"/>
              </a:schemeClr>
            </a:gs>
            <a:gs pos="100000">
              <a:schemeClr val="phClr">
                <a:shade val="40000"/>
                <a:satMod val="160000"/>
              </a:schemeClr>
            </a:gs>
          </a:gsLst>
          <a:path path="circle">
            <a:fillToRect l="50000" t="155000" r="50000" b="-55000"/>
          </a:path>
        </a:gradFill>
      </a:fillStyleLst>
      <a:lnStyleLst>
        <a:ln w="9525" cap="flat" cmpd="sng" algn="ctr">
          <a:solidFill>
            <a:schemeClr val="phClr">
              <a:satMod val="12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147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38100" dir="14700000" algn="t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53975" dist="41275" dir="14700000" algn="t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3600000"/>
            </a:lightRig>
          </a:scene3d>
          <a:sp3d prstMaterial="plastic">
            <a:bevelT w="127000" h="382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1368</TotalTime>
  <Words>182</Words>
  <Application>Microsoft Office PowerPoint</Application>
  <PresentationFormat>宽屏</PresentationFormat>
  <Paragraphs>32</Paragraphs>
  <Slides>11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18" baseType="lpstr">
      <vt:lpstr>等线</vt:lpstr>
      <vt:lpstr>等线 Light</vt:lpstr>
      <vt:lpstr>华文行楷</vt:lpstr>
      <vt:lpstr>微软雅黑</vt:lpstr>
      <vt:lpstr>Arial</vt:lpstr>
      <vt:lpstr>Wingdings</vt:lpstr>
      <vt:lpstr>Office 主题​​</vt:lpstr>
      <vt:lpstr>垂直导航条的设计</vt:lpstr>
      <vt:lpstr>学习目标</vt:lpstr>
      <vt:lpstr>任务目标</vt:lpstr>
      <vt:lpstr>任务实施</vt:lpstr>
      <vt:lpstr>任务实施</vt:lpstr>
      <vt:lpstr>任务实施</vt:lpstr>
      <vt:lpstr>任务实施</vt:lpstr>
      <vt:lpstr>任务实施</vt:lpstr>
      <vt:lpstr>任务实施</vt:lpstr>
      <vt:lpstr>小  结</vt:lpstr>
      <vt:lpstr>课后作业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网页制作三大技术</dc:title>
  <dc:creator>Lenovo</dc:creator>
  <cp:lastModifiedBy>陆炜妮</cp:lastModifiedBy>
  <cp:revision>86</cp:revision>
  <dcterms:created xsi:type="dcterms:W3CDTF">2020-04-27T05:20:13Z</dcterms:created>
  <dcterms:modified xsi:type="dcterms:W3CDTF">2020-08-02T06:58:02Z</dcterms:modified>
</cp:coreProperties>
</file>