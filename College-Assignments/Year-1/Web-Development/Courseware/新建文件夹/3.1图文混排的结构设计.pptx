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67" r:id="rId9"/>
    <p:sldId id="268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5398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2020-7-27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2103121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网页中图文混排的</a:t>
            </a:r>
            <a:r>
              <a:rPr lang="en-US" altLang="zh-CN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en-US" altLang="zh-CN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zh-CN" altLang="en-US" sz="2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结构设计</a:t>
            </a:r>
            <a:endParaRPr lang="zh-CN" altLang="en-US" sz="28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理解图文混排的常用结构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600" dirty="0" smtClean="0"/>
              <a:t>理解间距设计在图文混排中的作用</a:t>
            </a:r>
            <a:endParaRPr lang="en-US" altLang="zh-CN" sz="3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0713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图文混排的常见结构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/>
              <a:t>）</a:t>
            </a:r>
            <a:r>
              <a:rPr lang="zh-CN" altLang="en-US" sz="2600" dirty="0" smtClean="0"/>
              <a:t>图大文小的结构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400" dirty="0" smtClean="0"/>
              <a:t>适合于</a:t>
            </a:r>
            <a:r>
              <a:rPr lang="zh-CN" altLang="zh-CN" sz="2400" dirty="0" smtClean="0"/>
              <a:t>图片</a:t>
            </a:r>
            <a:r>
              <a:rPr lang="zh-CN" altLang="zh-CN" sz="2400" dirty="0"/>
              <a:t>是展示的</a:t>
            </a:r>
            <a:r>
              <a:rPr lang="zh-CN" altLang="zh-CN" sz="2400" dirty="0" smtClean="0"/>
              <a:t>重点，</a:t>
            </a:r>
            <a:r>
              <a:rPr lang="zh-CN" altLang="zh-CN" sz="2400" dirty="0"/>
              <a:t>文字只是对图片的关键信息进行</a:t>
            </a:r>
            <a:r>
              <a:rPr lang="zh-CN" altLang="zh-CN" sz="2400" dirty="0" smtClean="0"/>
              <a:t>说明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7227" y="3053023"/>
            <a:ext cx="4968009" cy="303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5849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图文混排的常见结构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/>
              <a:t>）</a:t>
            </a:r>
            <a:r>
              <a:rPr lang="zh-CN" altLang="en-US" sz="2600" dirty="0" smtClean="0"/>
              <a:t>图小文多的结构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en-US" sz="2400" dirty="0" smtClean="0"/>
              <a:t>适合于文字</a:t>
            </a:r>
            <a:r>
              <a:rPr lang="zh-CN" altLang="zh-CN" sz="2400" dirty="0" smtClean="0"/>
              <a:t>是</a:t>
            </a:r>
            <a:r>
              <a:rPr lang="zh-CN" altLang="zh-CN" sz="2400" dirty="0"/>
              <a:t>展示的</a:t>
            </a:r>
            <a:r>
              <a:rPr lang="zh-CN" altLang="zh-CN" sz="2400" dirty="0" smtClean="0"/>
              <a:t>重点，</a:t>
            </a:r>
            <a:r>
              <a:rPr lang="zh-CN" altLang="en-US" sz="2400" dirty="0" smtClean="0"/>
              <a:t>图片</a:t>
            </a:r>
            <a:r>
              <a:rPr lang="zh-CN" altLang="zh-CN" sz="2400" dirty="0" smtClean="0"/>
              <a:t>只是对</a:t>
            </a:r>
            <a:r>
              <a:rPr lang="zh-CN" altLang="en-US" sz="2400" dirty="0" smtClean="0"/>
              <a:t>文字</a:t>
            </a:r>
            <a:r>
              <a:rPr lang="zh-CN" altLang="zh-CN" sz="2400" dirty="0" smtClean="0"/>
              <a:t>的</a:t>
            </a:r>
            <a:r>
              <a:rPr lang="zh-CN" altLang="en-US" sz="2400" dirty="0" smtClean="0"/>
              <a:t>点缀</a:t>
            </a:r>
            <a:r>
              <a:rPr lang="zh-CN" altLang="zh-CN" sz="2400" dirty="0" smtClean="0"/>
              <a:t>说明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570" y="1251210"/>
            <a:ext cx="4877665" cy="483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53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584990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图文混排的常见结构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/>
              <a:t>）</a:t>
            </a:r>
            <a:r>
              <a:rPr lang="zh-CN" altLang="en-US" sz="2600" dirty="0" smtClean="0"/>
              <a:t>图文相当的结构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sz="2400" dirty="0"/>
              <a:t>如果文字和图片的重要性相当，应该均衡设计图文的内容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  <p:pic>
        <p:nvPicPr>
          <p:cNvPr id="6" name="图片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"/>
          <a:stretch/>
        </p:blipFill>
        <p:spPr bwMode="auto">
          <a:xfrm>
            <a:off x="5979968" y="1293669"/>
            <a:ext cx="4785014" cy="479280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50512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015971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图文混排的间距</a:t>
            </a:r>
            <a:endParaRPr lang="en-US" altLang="zh-CN" sz="30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zh-CN" dirty="0" smtClean="0"/>
              <a:t>间距</a:t>
            </a:r>
            <a:r>
              <a:rPr lang="zh-CN" altLang="zh-CN" dirty="0"/>
              <a:t>设计可以影响图文混排效果的逻辑对应关系是否清晰、视觉效果</a:t>
            </a:r>
            <a:r>
              <a:rPr lang="zh-CN" altLang="zh-CN" dirty="0" smtClean="0"/>
              <a:t>是</a:t>
            </a:r>
            <a:r>
              <a:rPr lang="zh-CN" altLang="en-US" dirty="0" smtClean="0"/>
              <a:t>否美观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 smtClean="0"/>
              <a:t>       </a:t>
            </a:r>
            <a:r>
              <a:rPr lang="zh-CN" altLang="zh-CN" dirty="0" smtClean="0"/>
              <a:t>一般</a:t>
            </a:r>
            <a:r>
              <a:rPr lang="zh-CN" altLang="zh-CN" dirty="0"/>
              <a:t>情况下，要求图文单元的内部间距不能太宽，要表现出文字与图片之间的从属关系；图文单元之间的外部间距不能太小（通常要大于内部间距），要表现出图文单元之间的独立关系。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279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3836845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图文混排的间距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600" dirty="0" smtClean="0"/>
              <a:t>图文单元的外部间距应大于内部间距</a:t>
            </a:r>
            <a:endParaRPr lang="en-US" altLang="zh-CN" sz="26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endParaRPr lang="en-US" altLang="zh-CN" sz="2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学习内容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832" y="1877291"/>
            <a:ext cx="6053355" cy="405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21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10002116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图文混排结构是网页中的重要组成部分，应根据网页主题的设计需要来决定其形式。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图文单元的间距设计应根据信息的主题、布局结构等因素综合考量，但应保持外部间距大于内部间距这一基本条件。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6469208" cy="29155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/>
              <a:t>请选取一张经常浏览的网页，对其图文混排结构的特点进行分析。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437" y="1365141"/>
            <a:ext cx="1852613" cy="483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307</Words>
  <Application>Microsoft Office PowerPoint</Application>
  <PresentationFormat>宽屏</PresentationFormat>
  <Paragraphs>29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网页中图文混排的 结构设计</vt:lpstr>
      <vt:lpstr>学习目标</vt:lpstr>
      <vt:lpstr>学习内容</vt:lpstr>
      <vt:lpstr>学习内容</vt:lpstr>
      <vt:lpstr>学习内容</vt:lpstr>
      <vt:lpstr>学习内容</vt:lpstr>
      <vt:lpstr>学习内容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80</cp:revision>
  <dcterms:created xsi:type="dcterms:W3CDTF">2020-04-27T05:20:13Z</dcterms:created>
  <dcterms:modified xsi:type="dcterms:W3CDTF">2020-07-27T01:43:43Z</dcterms:modified>
</cp:coreProperties>
</file>