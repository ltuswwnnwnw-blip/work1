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5" r:id="rId8"/>
    <p:sldId id="278" r:id="rId9"/>
    <p:sldId id="279" r:id="rId10"/>
    <p:sldId id="280" r:id="rId11"/>
    <p:sldId id="281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21229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时间日期类特效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6" y="1171575"/>
            <a:ext cx="5792122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dirty="0" smtClean="0"/>
              <a:t>掌握时间日期的获取、处理与显示</a:t>
            </a:r>
            <a:endParaRPr lang="en-US" altLang="zh-CN" sz="4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8963026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动态获取当前的日期时间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按照要求的格式将日期时间显示在网页中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动态</a:t>
            </a:r>
            <a:r>
              <a:rPr lang="zh-CN" altLang="en-US" sz="3000" dirty="0" smtClean="0"/>
              <a:t>更新网页中的时间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749" y="3795794"/>
            <a:ext cx="7626651" cy="211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Date</a:t>
            </a:r>
            <a:r>
              <a:rPr lang="zh-CN" altLang="en-US" sz="3000" dirty="0" smtClean="0"/>
              <a:t>对象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Date</a:t>
            </a:r>
            <a:r>
              <a:rPr lang="zh-CN" altLang="zh-CN" dirty="0"/>
              <a:t>对象用于处理日期和时间。在使用</a:t>
            </a:r>
            <a:r>
              <a:rPr lang="en-US" altLang="zh-CN" dirty="0"/>
              <a:t>Date</a:t>
            </a:r>
            <a:r>
              <a:rPr lang="zh-CN" altLang="zh-CN" dirty="0"/>
              <a:t>对象之前首先要创建对象</a:t>
            </a:r>
            <a:r>
              <a:rPr lang="zh-CN" altLang="zh-CN" dirty="0" smtClean="0"/>
              <a:t>，</a:t>
            </a:r>
            <a:r>
              <a:rPr lang="zh-CN" altLang="zh-CN" dirty="0"/>
              <a:t>创建的方法是使用</a:t>
            </a:r>
            <a:r>
              <a:rPr lang="en-US" altLang="zh-CN" dirty="0"/>
              <a:t>new</a:t>
            </a:r>
            <a:r>
              <a:rPr lang="zh-CN" altLang="zh-CN" dirty="0"/>
              <a:t>关键字，</a:t>
            </a:r>
            <a:r>
              <a:rPr lang="zh-CN" altLang="zh-CN" dirty="0" smtClean="0"/>
              <a:t>其</a:t>
            </a:r>
            <a:r>
              <a:rPr lang="zh-CN" altLang="zh-CN" dirty="0"/>
              <a:t>语法如下：</a:t>
            </a: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en-US" altLang="zh-CN" sz="3200" dirty="0" err="1"/>
              <a:t>var</a:t>
            </a:r>
            <a:r>
              <a:rPr lang="en-US" altLang="zh-CN" sz="3200" dirty="0"/>
              <a:t> now=new Date</a:t>
            </a:r>
            <a:r>
              <a:rPr lang="en-US" altLang="zh-CN" sz="3200" dirty="0" smtClean="0"/>
              <a:t>(); 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注意：</a:t>
            </a:r>
            <a:r>
              <a:rPr lang="en-US" altLang="zh-CN" dirty="0" smtClean="0"/>
              <a:t>new Date()</a:t>
            </a:r>
            <a:r>
              <a:rPr lang="zh-CN" altLang="en-US" dirty="0" smtClean="0"/>
              <a:t>创建的日期对象，会自动把当前日期和时间保存为初始值。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Date</a:t>
            </a:r>
            <a:r>
              <a:rPr lang="zh-CN" altLang="en-US" sz="3000" dirty="0" smtClean="0"/>
              <a:t>对象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创建了</a:t>
            </a:r>
            <a:r>
              <a:rPr lang="en-US" altLang="zh-CN" dirty="0"/>
              <a:t>Date</a:t>
            </a:r>
            <a:r>
              <a:rPr lang="zh-CN" altLang="zh-CN" dirty="0"/>
              <a:t>对象之后，就可以利用其提供的方法获取到与日期时间相关的数据信息，常用的</a:t>
            </a:r>
            <a:r>
              <a:rPr lang="en-US" altLang="zh-CN" dirty="0"/>
              <a:t>Date</a:t>
            </a:r>
            <a:r>
              <a:rPr lang="zh-CN" altLang="zh-CN" dirty="0"/>
              <a:t>对象方法如下表：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55" y="3312489"/>
            <a:ext cx="5596925" cy="277398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54796" y="2973935"/>
            <a:ext cx="2199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表</a:t>
            </a:r>
            <a:r>
              <a:rPr lang="en-US" altLang="zh-CN" sz="1600" dirty="0" smtClean="0"/>
              <a:t>1 Date</a:t>
            </a:r>
            <a:r>
              <a:rPr lang="zh-CN" altLang="en-US" sz="1600" dirty="0" smtClean="0"/>
              <a:t>对象常用方法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6750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条件</a:t>
            </a:r>
            <a:r>
              <a:rPr lang="zh-CN" altLang="en-US" sz="3000" dirty="0" smtClean="0"/>
              <a:t>语句</a:t>
            </a:r>
            <a:r>
              <a:rPr lang="en-US" altLang="zh-CN" sz="3000" dirty="0" smtClean="0"/>
              <a:t>switch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Switch</a:t>
            </a:r>
            <a:r>
              <a:rPr lang="zh-CN" altLang="en-US" dirty="0" smtClean="0"/>
              <a:t>语句用于基于不同条件执行不同动作。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/>
              <a:t>switch(</a:t>
            </a:r>
            <a:r>
              <a:rPr lang="zh-CN" altLang="zh-CN" dirty="0"/>
              <a:t>表达式</a:t>
            </a:r>
            <a:r>
              <a:rPr lang="en-US" altLang="zh-CN" dirty="0"/>
              <a:t>){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case </a:t>
            </a:r>
            <a:r>
              <a:rPr lang="zh-CN" altLang="zh-CN" dirty="0"/>
              <a:t>值</a:t>
            </a:r>
            <a:r>
              <a:rPr lang="en-US" altLang="zh-CN" dirty="0"/>
              <a:t>1: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代码块</a:t>
            </a:r>
            <a:r>
              <a:rPr lang="en-US" altLang="zh-CN" dirty="0"/>
              <a:t>1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	break;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 smtClean="0"/>
              <a:t>	case </a:t>
            </a:r>
            <a:r>
              <a:rPr lang="zh-CN" altLang="zh-CN" dirty="0"/>
              <a:t>值</a:t>
            </a:r>
            <a:r>
              <a:rPr lang="en-US" altLang="zh-CN" dirty="0"/>
              <a:t>2: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代码块</a:t>
            </a:r>
            <a:r>
              <a:rPr lang="en-US" altLang="zh-CN" dirty="0"/>
              <a:t>2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	break;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……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default: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代码块</a:t>
            </a:r>
          </a:p>
          <a:p>
            <a:pPr marL="914400" lvl="2" indent="0">
              <a:buNone/>
            </a:pPr>
            <a:r>
              <a:rPr lang="en-US" altLang="zh-CN" dirty="0"/>
              <a:t>}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37072" y="4218039"/>
            <a:ext cx="3731045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计算一次表达式，把表达式的值与每个</a:t>
            </a:r>
            <a:r>
              <a:rPr lang="en-US" altLang="zh-CN" dirty="0" smtClean="0"/>
              <a:t>case</a:t>
            </a:r>
            <a:r>
              <a:rPr lang="zh-CN" altLang="en-US" dirty="0" smtClean="0"/>
              <a:t>的值进行对比，如果匹配成功，则执行关联代码。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111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670652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标签和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923" y="1894550"/>
            <a:ext cx="3777555" cy="3532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31" y="3008052"/>
            <a:ext cx="6037636" cy="13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99571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zh-CN" dirty="0" smtClean="0"/>
              <a:t>把</a:t>
            </a:r>
            <a:r>
              <a:rPr lang="zh-CN" altLang="zh-CN" dirty="0"/>
              <a:t>显示时间的功能包装为函数</a:t>
            </a:r>
            <a:r>
              <a:rPr lang="en-US" altLang="zh-CN" dirty="0" err="1"/>
              <a:t>showTime</a:t>
            </a:r>
            <a:r>
              <a:rPr lang="en-US" altLang="zh-CN" dirty="0"/>
              <a:t>()</a:t>
            </a:r>
            <a:r>
              <a:rPr lang="zh-CN" altLang="zh-CN" dirty="0"/>
              <a:t>，当网页加载完成时启动</a:t>
            </a:r>
            <a:r>
              <a:rPr lang="en-US" altLang="zh-CN" dirty="0" err="1"/>
              <a:t>showTime</a:t>
            </a:r>
            <a:r>
              <a:rPr lang="en-US" altLang="zh-CN" dirty="0"/>
              <a:t>()</a:t>
            </a:r>
            <a:r>
              <a:rPr lang="zh-CN" altLang="zh-CN" dirty="0"/>
              <a:t>函数的</a:t>
            </a:r>
            <a:r>
              <a:rPr lang="zh-CN" altLang="zh-CN" dirty="0" smtClean="0"/>
              <a:t>调用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155" y="1913513"/>
            <a:ext cx="4527141" cy="39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3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99571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showTime</a:t>
            </a:r>
            <a:r>
              <a:rPr lang="en-US" altLang="zh-CN" dirty="0"/>
              <a:t>()</a:t>
            </a:r>
            <a:r>
              <a:rPr lang="zh-CN" altLang="zh-CN" dirty="0" smtClean="0"/>
              <a:t>函数</a:t>
            </a:r>
            <a:r>
              <a:rPr lang="zh-CN" altLang="en-US" dirty="0"/>
              <a:t>的</a:t>
            </a:r>
            <a:r>
              <a:rPr lang="zh-CN" altLang="en-US" dirty="0" smtClean="0"/>
              <a:t>设计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首先，</a:t>
            </a:r>
            <a:r>
              <a:rPr lang="zh-CN" altLang="zh-CN" dirty="0" smtClean="0"/>
              <a:t>创建</a:t>
            </a:r>
            <a:r>
              <a:rPr lang="en-US" altLang="zh-CN" dirty="0"/>
              <a:t>Date</a:t>
            </a:r>
            <a:r>
              <a:rPr lang="zh-CN" altLang="zh-CN" dirty="0"/>
              <a:t>对象，并利用</a:t>
            </a:r>
            <a:r>
              <a:rPr lang="en-US" altLang="zh-CN" dirty="0"/>
              <a:t>Date</a:t>
            </a:r>
            <a:r>
              <a:rPr lang="zh-CN" altLang="zh-CN" dirty="0"/>
              <a:t>对象提供的方法分别获取年、月、日、时、分、秒、星期几等数据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084" y="1870432"/>
            <a:ext cx="5051037" cy="408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9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99571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showTime</a:t>
            </a:r>
            <a:r>
              <a:rPr lang="en-US" altLang="zh-CN" dirty="0"/>
              <a:t>()</a:t>
            </a:r>
            <a:r>
              <a:rPr lang="zh-CN" altLang="zh-CN" dirty="0" smtClean="0"/>
              <a:t>函数</a:t>
            </a:r>
            <a:r>
              <a:rPr lang="zh-CN" altLang="en-US" dirty="0"/>
              <a:t>的</a:t>
            </a:r>
            <a:r>
              <a:rPr lang="zh-CN" altLang="en-US" dirty="0" smtClean="0"/>
              <a:t>设计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/>
              <a:t>然后</a:t>
            </a:r>
            <a:r>
              <a:rPr lang="zh-CN" altLang="en-US" dirty="0" smtClean="0"/>
              <a:t>，</a:t>
            </a:r>
            <a:r>
              <a:rPr lang="zh-CN" altLang="zh-CN" dirty="0"/>
              <a:t>星期几的返回数据是</a:t>
            </a:r>
            <a:r>
              <a:rPr lang="en-US" altLang="zh-CN" dirty="0"/>
              <a:t>0~6</a:t>
            </a:r>
            <a:r>
              <a:rPr lang="zh-CN" altLang="zh-CN" dirty="0"/>
              <a:t>，需要使用</a:t>
            </a:r>
            <a:r>
              <a:rPr lang="en-US" altLang="zh-CN" dirty="0"/>
              <a:t>switch</a:t>
            </a:r>
            <a:r>
              <a:rPr lang="zh-CN" altLang="zh-CN" dirty="0"/>
              <a:t>语句转换为通俗的</a:t>
            </a:r>
            <a:r>
              <a:rPr lang="zh-CN" altLang="zh-CN" dirty="0" smtClean="0"/>
              <a:t>格式</a:t>
            </a:r>
            <a:r>
              <a:rPr lang="zh-CN" altLang="en-US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015" y="1078397"/>
            <a:ext cx="3070429" cy="500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6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9980664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showTime</a:t>
            </a:r>
            <a:r>
              <a:rPr lang="en-US" altLang="zh-CN" dirty="0"/>
              <a:t>()</a:t>
            </a:r>
            <a:r>
              <a:rPr lang="zh-CN" altLang="zh-CN" dirty="0" smtClean="0"/>
              <a:t>函数</a:t>
            </a:r>
            <a:r>
              <a:rPr lang="zh-CN" altLang="en-US" dirty="0"/>
              <a:t>的</a:t>
            </a:r>
            <a:r>
              <a:rPr lang="zh-CN" altLang="en-US" dirty="0" smtClean="0"/>
              <a:t>设计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/>
              <a:t>最后</a:t>
            </a:r>
            <a:r>
              <a:rPr lang="zh-CN" altLang="en-US" dirty="0" smtClean="0"/>
              <a:t>，</a:t>
            </a:r>
            <a:r>
              <a:rPr lang="zh-CN" altLang="zh-CN" dirty="0"/>
              <a:t>对数据的显示格式进行</a:t>
            </a:r>
            <a:r>
              <a:rPr lang="zh-CN" altLang="zh-CN" dirty="0" smtClean="0"/>
              <a:t>处理</a:t>
            </a:r>
            <a:r>
              <a:rPr lang="zh-CN" altLang="en-US" dirty="0" smtClean="0"/>
              <a:t>；</a:t>
            </a:r>
            <a:r>
              <a:rPr lang="zh-CN" altLang="zh-CN" dirty="0"/>
              <a:t>函数的末尾启动了</a:t>
            </a:r>
            <a:r>
              <a:rPr lang="en-US" altLang="zh-CN" dirty="0" err="1"/>
              <a:t>setTimeout</a:t>
            </a:r>
            <a:r>
              <a:rPr lang="zh-CN" altLang="zh-CN" dirty="0"/>
              <a:t>定时器实现自我调用，以此来更新时间</a:t>
            </a:r>
            <a:r>
              <a:rPr lang="zh-CN" altLang="zh-CN" dirty="0" smtClean="0"/>
              <a:t>的</a:t>
            </a:r>
            <a:r>
              <a:rPr lang="zh-CN" altLang="en-US" dirty="0"/>
              <a:t>显示</a:t>
            </a:r>
            <a:r>
              <a:rPr lang="zh-CN" altLang="en-US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06" y="3521220"/>
            <a:ext cx="8663202" cy="240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2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9980664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Date</a:t>
            </a:r>
            <a:r>
              <a:rPr lang="zh-CN" altLang="en-US" sz="3600" dirty="0" smtClean="0"/>
              <a:t>对象可以获取到日期时间数据，但是数据往往需要经过处理后再显示。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/>
              <a:t>s</a:t>
            </a:r>
            <a:r>
              <a:rPr lang="en-US" altLang="zh-CN" sz="3600" dirty="0" smtClean="0"/>
              <a:t>witch</a:t>
            </a:r>
            <a:r>
              <a:rPr lang="zh-CN" altLang="en-US" sz="3600" dirty="0" smtClean="0"/>
              <a:t>语句用于判断变量的取值，注意其与</a:t>
            </a:r>
            <a:r>
              <a:rPr lang="en-US" altLang="zh-CN" sz="3600" dirty="0" smtClean="0"/>
              <a:t>if</a:t>
            </a:r>
            <a:r>
              <a:rPr lang="zh-CN" altLang="en-US" sz="3600" dirty="0" smtClean="0"/>
              <a:t>语句的区别。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dirty="0"/>
              <a:t>实时</a:t>
            </a:r>
            <a:r>
              <a:rPr lang="zh-CN" altLang="en-US" sz="4000" dirty="0" smtClean="0"/>
              <a:t>计算停留时间</a:t>
            </a:r>
            <a:endParaRPr lang="zh-CN" altLang="en-US" sz="4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42" y="2477857"/>
            <a:ext cx="5765567" cy="159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389</Words>
  <Application>Microsoft Office PowerPoint</Application>
  <PresentationFormat>宽屏</PresentationFormat>
  <Paragraphs>53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时间日期类特效</vt:lpstr>
      <vt:lpstr>学习目标</vt:lpstr>
      <vt:lpstr>任务目标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83</cp:revision>
  <dcterms:created xsi:type="dcterms:W3CDTF">2020-04-27T05:20:13Z</dcterms:created>
  <dcterms:modified xsi:type="dcterms:W3CDTF">2020-09-18T08:09:54Z</dcterms:modified>
</cp:coreProperties>
</file>