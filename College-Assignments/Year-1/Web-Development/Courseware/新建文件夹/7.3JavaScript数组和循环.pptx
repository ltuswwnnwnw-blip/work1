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67" r:id="rId17"/>
    <p:sldId id="268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404851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zh-CN" altLang="en-US" sz="32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数组和循环</a:t>
            </a:r>
            <a:endParaRPr lang="zh-CN" altLang="en-US" sz="32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掌握数组的创建和访问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掌握各种循环控制语句的用法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10168371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使用数组保存班级成员姓名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使用循环遍历数组，找到该名成员并给出序号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52" y="3104289"/>
            <a:ext cx="5115098" cy="25408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472" y="2969116"/>
            <a:ext cx="5123458" cy="127877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472" y="4532828"/>
            <a:ext cx="5123458" cy="123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对象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JavaScript</a:t>
            </a:r>
            <a:r>
              <a:rPr lang="zh-CN" altLang="zh-CN" dirty="0"/>
              <a:t>中的所有事物都是对象，例如内建对象</a:t>
            </a:r>
            <a:r>
              <a:rPr lang="en-US" altLang="zh-CN" dirty="0"/>
              <a:t>String</a:t>
            </a:r>
            <a:r>
              <a:rPr lang="zh-CN" altLang="zh-CN" dirty="0"/>
              <a:t>、</a:t>
            </a:r>
            <a:r>
              <a:rPr lang="en-US" altLang="zh-CN" dirty="0"/>
              <a:t>Date</a:t>
            </a:r>
            <a:r>
              <a:rPr lang="zh-CN" altLang="zh-CN" dirty="0"/>
              <a:t>、</a:t>
            </a:r>
            <a:r>
              <a:rPr lang="en-US" altLang="zh-CN" dirty="0"/>
              <a:t>Array</a:t>
            </a:r>
            <a:r>
              <a:rPr lang="zh-CN" altLang="zh-CN" dirty="0"/>
              <a:t>等，</a:t>
            </a:r>
            <a:r>
              <a:rPr lang="en-US" altLang="zh-CN" dirty="0"/>
              <a:t>JavaScript</a:t>
            </a:r>
            <a:r>
              <a:rPr lang="zh-CN" altLang="zh-CN" dirty="0"/>
              <a:t>还允许自定义对象。对象是一种特殊的数据类型，它有自己的属性和方法，通过这些属性和方法使得对象具备了特有的功能，下面以数组对象为例来说明对象的创建和使用。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54406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数组对象</a:t>
            </a:r>
            <a:r>
              <a:rPr lang="en-US" altLang="zh-CN" sz="3000" dirty="0" smtClean="0"/>
              <a:t>Array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数组对象可以使用单独的变量名来存储一系列的值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）创建数组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622" y="3900464"/>
            <a:ext cx="2774003" cy="160766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895" y="5176769"/>
            <a:ext cx="5490345" cy="71613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895" y="3569108"/>
            <a:ext cx="4023615" cy="66271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499041" y="356910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方法一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605120" y="321183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方法二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338485" y="48446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方法三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54406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数组对象</a:t>
            </a:r>
            <a:r>
              <a:rPr lang="en-US" altLang="zh-CN" sz="3000" dirty="0" smtClean="0"/>
              <a:t>Array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）访问数组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通过数组名称和下标可以访问数组中某个特定的元素。注意下标为</a:t>
            </a:r>
            <a:r>
              <a:rPr lang="en-US" altLang="zh-CN" dirty="0"/>
              <a:t>0</a:t>
            </a:r>
            <a:r>
              <a:rPr lang="zh-CN" altLang="zh-CN" dirty="0"/>
              <a:t>表示数组的第一个元素。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011" y="3687404"/>
            <a:ext cx="7207476" cy="176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5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54406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数组对象</a:t>
            </a:r>
            <a:r>
              <a:rPr lang="en-US" altLang="zh-CN" sz="3000" dirty="0" smtClean="0"/>
              <a:t>Array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）数组</a:t>
            </a:r>
            <a:r>
              <a:rPr lang="zh-CN" altLang="en-US" sz="2600" dirty="0"/>
              <a:t>的</a:t>
            </a:r>
            <a:r>
              <a:rPr lang="zh-CN" altLang="en-US" sz="2600" dirty="0" smtClean="0"/>
              <a:t>属性和方法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数组对象常用的属性和方法：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50" y="3130694"/>
            <a:ext cx="8977802" cy="173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5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54406" cy="51305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f</a:t>
            </a:r>
            <a:r>
              <a:rPr lang="en-US" altLang="zh-CN" sz="3000" dirty="0" smtClean="0"/>
              <a:t>or</a:t>
            </a:r>
            <a:r>
              <a:rPr lang="zh-CN" altLang="en-US" sz="3000" dirty="0" smtClean="0"/>
              <a:t>循环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当程序中要完成的任务具有重复性操作，并且每次的值不同的时候，可以使用循环语句来提高执行的效率</a:t>
            </a:r>
            <a:r>
              <a:rPr lang="zh-CN" altLang="zh-CN" dirty="0" smtClean="0"/>
              <a:t>。常用</a:t>
            </a:r>
            <a:r>
              <a:rPr lang="zh-CN" altLang="zh-CN" dirty="0"/>
              <a:t>的</a:t>
            </a:r>
            <a:r>
              <a:rPr lang="en-US" altLang="zh-CN" dirty="0"/>
              <a:t>for</a:t>
            </a:r>
            <a:r>
              <a:rPr lang="zh-CN" altLang="zh-CN" dirty="0"/>
              <a:t>循环可以将指定的代码块执行指定的次数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for(</a:t>
            </a:r>
            <a:r>
              <a:rPr lang="zh-CN" altLang="zh-CN" dirty="0"/>
              <a:t>语句</a:t>
            </a:r>
            <a:r>
              <a:rPr lang="en-US" altLang="zh-CN" dirty="0"/>
              <a:t>1;</a:t>
            </a:r>
            <a:r>
              <a:rPr lang="zh-CN" altLang="zh-CN" dirty="0"/>
              <a:t>语句</a:t>
            </a:r>
            <a:r>
              <a:rPr lang="en-US" altLang="zh-CN" dirty="0"/>
              <a:t>2;</a:t>
            </a:r>
            <a:r>
              <a:rPr lang="zh-CN" altLang="zh-CN" dirty="0"/>
              <a:t>语句</a:t>
            </a:r>
            <a:r>
              <a:rPr lang="en-US" altLang="zh-CN" dirty="0"/>
              <a:t>3){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//</a:t>
            </a:r>
            <a:r>
              <a:rPr lang="zh-CN" altLang="zh-CN" dirty="0" smtClean="0"/>
              <a:t>被</a:t>
            </a:r>
            <a:r>
              <a:rPr lang="zh-CN" altLang="zh-CN" dirty="0"/>
              <a:t>执行的代码块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smtClean="0"/>
              <a:t>}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注：</a:t>
            </a:r>
            <a:r>
              <a:rPr lang="zh-CN" altLang="zh-CN" dirty="0" smtClean="0"/>
              <a:t>语句</a:t>
            </a:r>
            <a:r>
              <a:rPr lang="en-US" altLang="zh-CN" dirty="0"/>
              <a:t>1</a:t>
            </a:r>
            <a:r>
              <a:rPr lang="zh-CN" altLang="zh-CN" dirty="0"/>
              <a:t>在循环开始前执行</a:t>
            </a:r>
            <a:r>
              <a:rPr lang="zh-CN" altLang="zh-CN" dirty="0" smtClean="0"/>
              <a:t>，设置</a:t>
            </a:r>
            <a:r>
              <a:rPr lang="zh-CN" altLang="zh-CN" dirty="0"/>
              <a:t>循环变量的初始值；语句</a:t>
            </a:r>
            <a:r>
              <a:rPr lang="en-US" altLang="zh-CN" dirty="0"/>
              <a:t>2</a:t>
            </a:r>
            <a:r>
              <a:rPr lang="zh-CN" altLang="zh-CN" dirty="0"/>
              <a:t>定义运行循环代码块的条件</a:t>
            </a:r>
            <a:r>
              <a:rPr lang="zh-CN" altLang="zh-CN" dirty="0" smtClean="0"/>
              <a:t>，设置</a:t>
            </a:r>
            <a:r>
              <a:rPr lang="zh-CN" altLang="zh-CN" dirty="0"/>
              <a:t>循环变量的有效范围；语句</a:t>
            </a:r>
            <a:r>
              <a:rPr lang="en-US" altLang="zh-CN" dirty="0"/>
              <a:t>3</a:t>
            </a:r>
            <a:r>
              <a:rPr lang="zh-CN" altLang="zh-CN" dirty="0"/>
              <a:t>在循环代码块已被执行之后执行</a:t>
            </a:r>
            <a:r>
              <a:rPr lang="zh-CN" altLang="zh-CN" dirty="0" smtClean="0"/>
              <a:t>，用来</a:t>
            </a:r>
            <a:r>
              <a:rPr lang="zh-CN" altLang="zh-CN" dirty="0"/>
              <a:t>设置循环变量的增量。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</p:spTree>
    <p:extLst>
      <p:ext uri="{BB962C8B-B14F-4D97-AF65-F5344CB8AC3E}">
        <p14:creationId xmlns:p14="http://schemas.microsoft.com/office/powerpoint/2010/main" val="184950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54406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f</a:t>
            </a:r>
            <a:r>
              <a:rPr lang="en-US" altLang="zh-CN" sz="3000" dirty="0" smtClean="0"/>
              <a:t>or</a:t>
            </a:r>
            <a:r>
              <a:rPr lang="zh-CN" altLang="en-US" sz="3000" dirty="0" smtClean="0"/>
              <a:t>循环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11" y="1907304"/>
            <a:ext cx="6632748" cy="2001019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595" y="1907304"/>
            <a:ext cx="3163453" cy="313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4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635256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while</a:t>
            </a:r>
            <a:r>
              <a:rPr lang="zh-CN" altLang="en-US" sz="3000" dirty="0" smtClean="0"/>
              <a:t>循环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dirty="0"/>
              <a:t>while</a:t>
            </a:r>
            <a:r>
              <a:rPr lang="zh-CN" altLang="zh-CN" sz="2200" dirty="0"/>
              <a:t>循环会在指定条件为真时循环执行代码</a:t>
            </a:r>
            <a:r>
              <a:rPr lang="zh-CN" altLang="zh-CN" sz="2200" dirty="0" smtClean="0"/>
              <a:t>块：</a:t>
            </a:r>
            <a:endParaRPr lang="zh-CN" altLang="zh-CN" sz="22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dirty="0"/>
              <a:t>while(</a:t>
            </a:r>
            <a:r>
              <a:rPr lang="zh-CN" altLang="zh-CN" sz="2200" dirty="0"/>
              <a:t>条件</a:t>
            </a:r>
            <a:r>
              <a:rPr lang="en-US" altLang="zh-CN" sz="2200" dirty="0"/>
              <a:t>){</a:t>
            </a:r>
            <a:endParaRPr lang="zh-CN" altLang="zh-CN" sz="22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dirty="0"/>
              <a:t>	</a:t>
            </a:r>
            <a:r>
              <a:rPr lang="zh-CN" altLang="zh-CN" sz="2200" dirty="0"/>
              <a:t>被执行的代码块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dirty="0" smtClean="0"/>
              <a:t>}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 smtClean="0"/>
              <a:t>注：</a:t>
            </a:r>
            <a:r>
              <a:rPr lang="zh-CN" altLang="zh-CN" sz="2000" dirty="0" smtClean="0"/>
              <a:t>条件</a:t>
            </a:r>
            <a:r>
              <a:rPr lang="zh-CN" altLang="zh-CN" sz="2000" dirty="0"/>
              <a:t>使用表达式来表示循环执行的</a:t>
            </a:r>
            <a:r>
              <a:rPr lang="zh-CN" altLang="zh-CN" sz="2000" dirty="0" smtClean="0"/>
              <a:t>条件</a:t>
            </a:r>
            <a:r>
              <a:rPr lang="zh-CN" altLang="en-US" sz="2000" dirty="0" smtClean="0"/>
              <a:t>，如果该条件一直成立</a:t>
            </a:r>
            <a:r>
              <a:rPr lang="zh-CN" altLang="zh-CN" sz="2000" dirty="0" smtClean="0"/>
              <a:t>，那么循环</a:t>
            </a:r>
            <a:r>
              <a:rPr lang="zh-CN" altLang="zh-CN" sz="2000" dirty="0"/>
              <a:t>永远不会结束，就会出现死循环的</a:t>
            </a:r>
            <a:r>
              <a:rPr lang="zh-CN" altLang="zh-CN" sz="2000" dirty="0" smtClean="0"/>
              <a:t>状态。</a:t>
            </a:r>
            <a:endParaRPr lang="zh-CN" altLang="zh-CN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798" y="3442562"/>
            <a:ext cx="3949136" cy="264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5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83902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d</a:t>
            </a:r>
            <a:r>
              <a:rPr lang="en-US" altLang="zh-CN" sz="3000" dirty="0" smtClean="0"/>
              <a:t>o/while</a:t>
            </a:r>
            <a:r>
              <a:rPr lang="zh-CN" altLang="en-US" sz="3000" dirty="0" smtClean="0"/>
              <a:t>循环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do/while</a:t>
            </a:r>
            <a:r>
              <a:rPr lang="zh-CN" altLang="zh-CN" dirty="0"/>
              <a:t>循环是从</a:t>
            </a:r>
            <a:r>
              <a:rPr lang="en-US" altLang="zh-CN" dirty="0"/>
              <a:t>while</a:t>
            </a:r>
            <a:r>
              <a:rPr lang="zh-CN" altLang="zh-CN" dirty="0"/>
              <a:t>循环变化而来，该循环会在检查循环条件是否为真之前执行一次代码块，然后才进行循环条件的判断。所以，</a:t>
            </a:r>
            <a:r>
              <a:rPr lang="en-US" altLang="zh-CN" dirty="0"/>
              <a:t>do/while</a:t>
            </a:r>
            <a:r>
              <a:rPr lang="zh-CN" altLang="zh-CN" dirty="0"/>
              <a:t>循环保证该循环至少会被执行一次</a:t>
            </a:r>
            <a:r>
              <a:rPr lang="zh-CN" altLang="zh-CN" dirty="0" smtClean="0"/>
              <a:t>。</a:t>
            </a:r>
            <a:r>
              <a:rPr lang="zh-CN" altLang="zh-CN" dirty="0"/>
              <a:t>其语法如下：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do</a:t>
            </a:r>
            <a:r>
              <a:rPr lang="en-US" altLang="zh-CN" dirty="0"/>
              <a:t>{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smtClean="0"/>
              <a:t>//</a:t>
            </a:r>
            <a:r>
              <a:rPr lang="zh-CN" altLang="zh-CN" dirty="0" smtClean="0"/>
              <a:t>被</a:t>
            </a:r>
            <a:r>
              <a:rPr lang="zh-CN" altLang="zh-CN" dirty="0"/>
              <a:t>执行的代码块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}while(</a:t>
            </a:r>
            <a:r>
              <a:rPr lang="zh-CN" altLang="zh-CN" dirty="0"/>
              <a:t>条件</a:t>
            </a:r>
            <a:r>
              <a:rPr lang="en-US" altLang="zh-CN" dirty="0" smtClean="0"/>
              <a:t>);</a:t>
            </a:r>
            <a:endParaRPr lang="en-US" altLang="zh-CN" sz="22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</p:spTree>
    <p:extLst>
      <p:ext uri="{BB962C8B-B14F-4D97-AF65-F5344CB8AC3E}">
        <p14:creationId xmlns:p14="http://schemas.microsoft.com/office/powerpoint/2010/main" val="375610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83902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d</a:t>
            </a:r>
            <a:r>
              <a:rPr lang="en-US" altLang="zh-CN" sz="3000" dirty="0" smtClean="0"/>
              <a:t>o/while</a:t>
            </a:r>
            <a:r>
              <a:rPr lang="zh-CN" altLang="en-US" sz="3000" dirty="0" smtClean="0"/>
              <a:t>循环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48" y="2006745"/>
            <a:ext cx="3930406" cy="293396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845" y="2733521"/>
            <a:ext cx="4508536" cy="148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9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83902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for/in</a:t>
            </a:r>
            <a:r>
              <a:rPr lang="zh-CN" altLang="en-US" sz="3000" dirty="0" smtClean="0"/>
              <a:t>循环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for/in</a:t>
            </a:r>
            <a:r>
              <a:rPr lang="zh-CN" altLang="zh-CN" dirty="0"/>
              <a:t>循环用于遍历数组或者对象的属性。</a:t>
            </a:r>
            <a:r>
              <a:rPr lang="en-US" altLang="zh-CN" dirty="0"/>
              <a:t>for/in</a:t>
            </a:r>
            <a:r>
              <a:rPr lang="zh-CN" altLang="zh-CN" dirty="0"/>
              <a:t>循环中的代码每执行一次，就会对数组的元素或者对象的属性进行一次操作。其语法如下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for(</a:t>
            </a:r>
            <a:r>
              <a:rPr lang="zh-CN" altLang="zh-CN" dirty="0"/>
              <a:t>变量</a:t>
            </a:r>
            <a:r>
              <a:rPr lang="en-US" altLang="zh-CN" dirty="0"/>
              <a:t> in </a:t>
            </a:r>
            <a:r>
              <a:rPr lang="zh-CN" altLang="zh-CN" dirty="0"/>
              <a:t>对象</a:t>
            </a:r>
            <a:r>
              <a:rPr lang="en-US" altLang="zh-CN" dirty="0"/>
              <a:t>){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//</a:t>
            </a:r>
            <a:r>
              <a:rPr lang="zh-CN" altLang="zh-CN" dirty="0" smtClean="0"/>
              <a:t>被</a:t>
            </a:r>
            <a:r>
              <a:rPr lang="zh-CN" altLang="zh-CN" dirty="0"/>
              <a:t>执行的代码块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}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其中，变量用来指定循环变量。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</p:spTree>
    <p:extLst>
      <p:ext uri="{BB962C8B-B14F-4D97-AF65-F5344CB8AC3E}">
        <p14:creationId xmlns:p14="http://schemas.microsoft.com/office/powerpoint/2010/main" val="285459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083902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for/in</a:t>
            </a:r>
            <a:r>
              <a:rPr lang="zh-CN" altLang="en-US" sz="3000" dirty="0" smtClean="0"/>
              <a:t>循环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 smtClean="0"/>
              <a:t>以下案例</a:t>
            </a:r>
            <a:r>
              <a:rPr lang="zh-CN" altLang="zh-CN" dirty="0" smtClean="0"/>
              <a:t>中</a:t>
            </a:r>
            <a:r>
              <a:rPr lang="zh-CN" altLang="zh-CN" dirty="0"/>
              <a:t>循环变量</a:t>
            </a:r>
            <a:r>
              <a:rPr lang="en-US" altLang="zh-CN" dirty="0" err="1"/>
              <a:t>i</a:t>
            </a:r>
            <a:r>
              <a:rPr lang="zh-CN" altLang="zh-CN" dirty="0"/>
              <a:t>不需要设置初始值、递增值和结束值，</a:t>
            </a:r>
            <a:r>
              <a:rPr lang="en-US" altLang="zh-CN" dirty="0" err="1"/>
              <a:t>i</a:t>
            </a:r>
            <a:r>
              <a:rPr lang="zh-CN" altLang="zh-CN" dirty="0"/>
              <a:t>会自动在</a:t>
            </a:r>
            <a:r>
              <a:rPr lang="en-US" altLang="zh-CN" dirty="0" err="1"/>
              <a:t>nums</a:t>
            </a:r>
            <a:r>
              <a:rPr lang="zh-CN" altLang="zh-CN" dirty="0"/>
              <a:t>数组的下标范围内逐个</a:t>
            </a:r>
            <a:r>
              <a:rPr lang="zh-CN" altLang="zh-CN" dirty="0" smtClean="0"/>
              <a:t>取值</a:t>
            </a:r>
            <a:r>
              <a:rPr lang="zh-CN" altLang="en-US" dirty="0" smtClean="0"/>
              <a:t>。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50" y="3336515"/>
            <a:ext cx="4542311" cy="2415356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09" y="3872723"/>
            <a:ext cx="4354564" cy="187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62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57" y="1074020"/>
            <a:ext cx="7291529" cy="503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1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160059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数组的下标索引值从</a:t>
            </a:r>
            <a:r>
              <a:rPr lang="en-US" altLang="zh-CN" sz="3000" dirty="0" smtClean="0"/>
              <a:t>0</a:t>
            </a:r>
            <a:r>
              <a:rPr lang="zh-CN" altLang="en-US" sz="3000" dirty="0" smtClean="0"/>
              <a:t>开始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通过数组下标来访问数组元素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使用循环语句时，注意设置循环执行的条件，必须避免出现死循环。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请尝试使用</a:t>
            </a:r>
            <a:r>
              <a:rPr lang="en-US" altLang="zh-CN" sz="3200" dirty="0" smtClean="0"/>
              <a:t>while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do/while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for/in</a:t>
            </a:r>
            <a:r>
              <a:rPr lang="zh-CN" altLang="en-US" sz="3200" dirty="0" smtClean="0"/>
              <a:t>来实现本例中的功能。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490</Words>
  <Application>Microsoft Office PowerPoint</Application>
  <PresentationFormat>宽屏</PresentationFormat>
  <Paragraphs>67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JavaScript数组和循环</vt:lpstr>
      <vt:lpstr>学习目标</vt:lpstr>
      <vt:lpstr>任务目标</vt:lpstr>
      <vt:lpstr>相关知识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85</cp:revision>
  <dcterms:created xsi:type="dcterms:W3CDTF">2020-04-27T05:20:13Z</dcterms:created>
  <dcterms:modified xsi:type="dcterms:W3CDTF">2020-08-20T13:01:54Z</dcterms:modified>
</cp:coreProperties>
</file>