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76" r:id="rId6"/>
    <p:sldId id="277" r:id="rId7"/>
    <p:sldId id="278" r:id="rId8"/>
    <p:sldId id="279" r:id="rId9"/>
    <p:sldId id="280" r:id="rId10"/>
    <p:sldId id="281" r:id="rId11"/>
    <p:sldId id="275" r:id="rId12"/>
    <p:sldId id="282" r:id="rId13"/>
    <p:sldId id="284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67" r:id="rId22"/>
    <p:sldId id="268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21"/>
            <a:ext cx="12192002" cy="685587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13688" y="2438419"/>
            <a:ext cx="4646140" cy="991641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925712" y="4217773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主讲老师：陆炜妮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264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847725" y="885825"/>
            <a:ext cx="10582275" cy="5429249"/>
          </a:xfrm>
          <a:prstGeom prst="roundRect">
            <a:avLst>
              <a:gd name="adj" fmla="val 3900"/>
            </a:avLst>
          </a:prstGeom>
          <a:solidFill>
            <a:srgbClr val="F2F2F2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5" y="257174"/>
            <a:ext cx="2409825" cy="63817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5374" y="1171575"/>
            <a:ext cx="10125075" cy="491489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720850" y="126278"/>
            <a:ext cx="2527300" cy="742950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764" y="6438900"/>
            <a:ext cx="252412" cy="252412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8953501" y="641615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东莞职业技术学院</a:t>
            </a:r>
            <a:endParaRPr lang="zh-CN" altLang="en-US" sz="1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41653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159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40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19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5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73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45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5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98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58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6925D-53E1-4B75-92B5-D8E7C2D23CF1}" type="datetimeFigureOut">
              <a:rPr lang="zh-CN" altLang="en-US" smtClean="0"/>
              <a:t>2020-8-6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395850" y="1548931"/>
            <a:ext cx="4711012" cy="14554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复杂表单页的设计</a:t>
            </a:r>
            <a:endParaRPr lang="zh-CN" altLang="en-US" sz="3600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93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6200775" cy="49148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掌握表单元素（单选按钮、复选框、下拉列表、文本域）的功能和标签设计。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/>
              <a:t>掌握表</a:t>
            </a:r>
            <a:r>
              <a:rPr lang="zh-CN" altLang="en-US" sz="3200" dirty="0" smtClean="0"/>
              <a:t>单元素的美化。</a:t>
            </a:r>
            <a:endParaRPr lang="en-US" altLang="zh-CN" sz="3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学习目标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37" y="2214562"/>
            <a:ext cx="29622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9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456" y="1174200"/>
            <a:ext cx="5976097" cy="4630855"/>
          </a:xfr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任务目标</a:t>
            </a:r>
          </a:p>
        </p:txBody>
      </p:sp>
      <p:sp>
        <p:nvSpPr>
          <p:cNvPr id="6" name="内容占位符 1"/>
          <p:cNvSpPr txBox="1">
            <a:spLocks/>
          </p:cNvSpPr>
          <p:nvPr/>
        </p:nvSpPr>
        <p:spPr>
          <a:xfrm>
            <a:off x="1095375" y="1171575"/>
            <a:ext cx="4159081" cy="49148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各种表单元素的标签。</a:t>
            </a:r>
            <a:endParaRPr lang="en-US" altLang="zh-CN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在文本框内添加图标，并在右侧显示输入提示。</a:t>
            </a:r>
            <a:endParaRPr lang="en-US" altLang="zh-CN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统一表单元素的宽度并对齐。</a:t>
            </a:r>
            <a:endParaRPr lang="en-US" altLang="zh-CN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419150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表单元素：单选按钮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单选按钮提供了单选的功能，即多个选项中只能选中一个</a:t>
            </a:r>
            <a:r>
              <a:rPr lang="zh-CN" altLang="zh-CN" dirty="0" smtClean="0"/>
              <a:t>。</a:t>
            </a:r>
            <a:r>
              <a:rPr lang="zh-CN" altLang="zh-CN" dirty="0"/>
              <a:t>网页中使用</a:t>
            </a:r>
            <a:r>
              <a:rPr lang="en-US" altLang="zh-CN" dirty="0"/>
              <a:t>&lt;input type</a:t>
            </a:r>
            <a:r>
              <a:rPr lang="en-US" altLang="zh-CN" dirty="0" smtClean="0"/>
              <a:t>=“radio”&gt;</a:t>
            </a:r>
            <a:r>
              <a:rPr lang="zh-CN" altLang="zh-CN" dirty="0"/>
              <a:t>标签来表示单选按钮，多个单选按钮通过设置相同的</a:t>
            </a:r>
            <a:r>
              <a:rPr lang="en-US" altLang="zh-CN" dirty="0"/>
              <a:t>name</a:t>
            </a:r>
            <a:r>
              <a:rPr lang="zh-CN" altLang="zh-CN" dirty="0"/>
              <a:t>属性形成一个</a:t>
            </a:r>
            <a:r>
              <a:rPr lang="zh-CN" altLang="zh-CN" dirty="0" smtClean="0"/>
              <a:t>组</a:t>
            </a:r>
            <a:r>
              <a:rPr lang="zh-CN" altLang="en-US" dirty="0" smtClean="0"/>
              <a:t>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082" y="3632060"/>
            <a:ext cx="9119393" cy="181278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9431" y="5108432"/>
            <a:ext cx="3345191" cy="97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162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表单元素：复选框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复选框为用户提供了多选的功能，可以从多个选项中选取一个或若干个</a:t>
            </a:r>
            <a:r>
              <a:rPr lang="zh-CN" altLang="zh-CN" dirty="0" smtClean="0"/>
              <a:t>。</a:t>
            </a:r>
            <a:r>
              <a:rPr lang="zh-CN" altLang="zh-CN" dirty="0"/>
              <a:t>网页中使用</a:t>
            </a:r>
            <a:r>
              <a:rPr lang="en-US" altLang="zh-CN" dirty="0"/>
              <a:t>&lt;input type="checkbox"&gt;</a:t>
            </a:r>
            <a:r>
              <a:rPr lang="zh-CN" altLang="zh-CN" dirty="0"/>
              <a:t>标签定义复选框，使用</a:t>
            </a:r>
            <a:r>
              <a:rPr lang="en-US" altLang="zh-CN" dirty="0"/>
              <a:t>checked</a:t>
            </a:r>
            <a:r>
              <a:rPr lang="zh-CN" altLang="zh-CN" dirty="0"/>
              <a:t>属性设置默认被选中的选项</a:t>
            </a:r>
            <a:r>
              <a:rPr lang="zh-CN" altLang="en-US" dirty="0" smtClean="0"/>
              <a:t>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4" y="3521219"/>
            <a:ext cx="6965054" cy="2242271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9046" y="5267757"/>
            <a:ext cx="4093590" cy="818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420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表单元素：</a:t>
            </a:r>
            <a:r>
              <a:rPr lang="zh-CN" altLang="en-US" sz="3000" dirty="0" smtClean="0"/>
              <a:t>下列列表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下拉列表为用户提供了一种占用较小空间，容纳更多选项的选取方式。下拉列表使用</a:t>
            </a:r>
            <a:r>
              <a:rPr lang="en-US" altLang="zh-CN" dirty="0"/>
              <a:t>&lt;select&gt;</a:t>
            </a:r>
            <a:r>
              <a:rPr lang="zh-CN" altLang="zh-CN" dirty="0"/>
              <a:t>表示范围，</a:t>
            </a:r>
            <a:r>
              <a:rPr lang="en-US" altLang="zh-CN" dirty="0"/>
              <a:t>&lt;option&gt;</a:t>
            </a:r>
            <a:r>
              <a:rPr lang="zh-CN" altLang="zh-CN" dirty="0"/>
              <a:t>表示列表项，每个列表项的值保存在</a:t>
            </a:r>
            <a:r>
              <a:rPr lang="en-US" altLang="zh-CN" dirty="0"/>
              <a:t>value</a:t>
            </a:r>
            <a:r>
              <a:rPr lang="zh-CN" altLang="zh-CN" dirty="0"/>
              <a:t>属性中，</a:t>
            </a:r>
            <a:r>
              <a:rPr lang="en-US" altLang="zh-CN" dirty="0"/>
              <a:t>selected</a:t>
            </a:r>
            <a:r>
              <a:rPr lang="zh-CN" altLang="zh-CN" dirty="0"/>
              <a:t>属性用于设置默认选项</a:t>
            </a:r>
            <a:r>
              <a:rPr lang="zh-CN" altLang="en-US" dirty="0" smtClean="0"/>
              <a:t>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3" y="3521219"/>
            <a:ext cx="6744603" cy="2565255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2182" y="3717345"/>
            <a:ext cx="2734896" cy="85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782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表单元素：</a:t>
            </a:r>
            <a:r>
              <a:rPr lang="zh-CN" altLang="en-US" sz="3000" dirty="0"/>
              <a:t>文本域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文本域</a:t>
            </a:r>
            <a:r>
              <a:rPr lang="en-US" altLang="zh-CN" dirty="0"/>
              <a:t>&lt;</a:t>
            </a:r>
            <a:r>
              <a:rPr lang="en-US" altLang="zh-CN" dirty="0" err="1"/>
              <a:t>textarea</a:t>
            </a:r>
            <a:r>
              <a:rPr lang="en-US" altLang="zh-CN" dirty="0"/>
              <a:t>&gt;</a:t>
            </a:r>
            <a:r>
              <a:rPr lang="zh-CN" altLang="zh-CN" dirty="0"/>
              <a:t>为用户提供了可以输入无限数量文本的空间，可以通过</a:t>
            </a:r>
            <a:r>
              <a:rPr lang="en-US" altLang="zh-CN" dirty="0"/>
              <a:t>cols</a:t>
            </a:r>
            <a:r>
              <a:rPr lang="zh-CN" altLang="zh-CN" dirty="0"/>
              <a:t>和</a:t>
            </a:r>
            <a:r>
              <a:rPr lang="en-US" altLang="zh-CN" dirty="0"/>
              <a:t>rows</a:t>
            </a:r>
            <a:r>
              <a:rPr lang="zh-CN" altLang="zh-CN" dirty="0"/>
              <a:t>属性来设定文本域的尺寸，不过使用</a:t>
            </a:r>
            <a:r>
              <a:rPr lang="en-US" altLang="zh-CN" dirty="0" smtClean="0"/>
              <a:t>CSS</a:t>
            </a:r>
            <a:r>
              <a:rPr lang="zh-CN" altLang="zh-CN" dirty="0" smtClean="0"/>
              <a:t>可以</a:t>
            </a:r>
            <a:r>
              <a:rPr lang="zh-CN" altLang="zh-CN" dirty="0"/>
              <a:t>更灵活准确地控制文本</a:t>
            </a:r>
            <a:r>
              <a:rPr lang="zh-CN" altLang="zh-CN" dirty="0" smtClean="0"/>
              <a:t>域</a:t>
            </a:r>
            <a:r>
              <a:rPr lang="zh-CN" altLang="en-US" dirty="0" smtClean="0"/>
              <a:t>样式。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962" y="3521219"/>
            <a:ext cx="8550877" cy="1078489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415" y="4333441"/>
            <a:ext cx="2596475" cy="175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026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相邻</a:t>
            </a:r>
            <a:r>
              <a:rPr lang="zh-CN" altLang="en-US" sz="3000" dirty="0" smtClean="0"/>
              <a:t>兄弟选择器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相邻兄弟选择器可以选择紧接在某一元素后面的元素，且二者有相同的父元素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457200" lvl="1" indent="0" algn="ctr">
              <a:lnSpc>
                <a:spcPct val="150000"/>
              </a:lnSpc>
              <a:buNone/>
            </a:pPr>
            <a:r>
              <a:rPr lang="zh-CN" altLang="zh-CN" b="1" dirty="0"/>
              <a:t>元素</a:t>
            </a:r>
            <a:r>
              <a:rPr lang="en-US" altLang="zh-CN" b="1" dirty="0"/>
              <a:t>1 + </a:t>
            </a:r>
            <a:r>
              <a:rPr lang="zh-CN" altLang="zh-CN" b="1" dirty="0"/>
              <a:t>元素</a:t>
            </a:r>
            <a:r>
              <a:rPr lang="en-US" altLang="zh-CN" b="1" dirty="0"/>
              <a:t>2 {property1:value1; ……}</a:t>
            </a:r>
            <a:endParaRPr lang="zh-CN" altLang="zh-CN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226" y="3875809"/>
            <a:ext cx="4999826" cy="198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83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相邻行内元素垂直居中对齐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vertical-align</a:t>
            </a:r>
            <a:r>
              <a:rPr lang="zh-CN" altLang="zh-CN" dirty="0"/>
              <a:t>定义行内元素的基线相对于该元素所在行的基线的垂直对齐，有</a:t>
            </a:r>
            <a:r>
              <a:rPr lang="en-US" altLang="zh-CN" dirty="0"/>
              <a:t>4</a:t>
            </a:r>
            <a:r>
              <a:rPr lang="zh-CN" altLang="zh-CN" dirty="0"/>
              <a:t>种常用的值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r>
              <a:rPr lang="en-US" altLang="zh-CN" dirty="0" smtClean="0"/>
              <a:t>baseline</a:t>
            </a:r>
            <a:r>
              <a:rPr lang="zh-CN" altLang="zh-CN" dirty="0"/>
              <a:t>（元素放置在父元素的基线上，默认</a:t>
            </a:r>
            <a:r>
              <a:rPr lang="zh-CN" altLang="zh-CN" dirty="0" smtClean="0"/>
              <a:t>）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r>
              <a:rPr lang="en-US" altLang="zh-CN" dirty="0" smtClean="0"/>
              <a:t>top</a:t>
            </a:r>
            <a:r>
              <a:rPr lang="zh-CN" altLang="zh-CN" dirty="0"/>
              <a:t>（把元素的顶端与行内最高元素的顶端对齐</a:t>
            </a:r>
            <a:r>
              <a:rPr lang="zh-CN" altLang="zh-CN" dirty="0" smtClean="0"/>
              <a:t>）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r>
              <a:rPr lang="en-US" altLang="zh-CN" dirty="0" smtClean="0"/>
              <a:t>middle</a:t>
            </a:r>
            <a:r>
              <a:rPr lang="zh-CN" altLang="zh-CN" dirty="0"/>
              <a:t>（把元素放置在父元素的中部</a:t>
            </a:r>
            <a:r>
              <a:rPr lang="zh-CN" altLang="zh-CN" dirty="0" smtClean="0"/>
              <a:t>）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4</a:t>
            </a:r>
            <a:r>
              <a:rPr lang="zh-CN" altLang="en-US" dirty="0" smtClean="0"/>
              <a:t>）</a:t>
            </a:r>
            <a:r>
              <a:rPr lang="en-US" altLang="zh-CN" dirty="0" smtClean="0"/>
              <a:t>bottom</a:t>
            </a:r>
            <a:r>
              <a:rPr lang="zh-CN" altLang="zh-CN" dirty="0"/>
              <a:t>（把元素的顶端与行中最低的元素的顶端对齐）。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88740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相邻行内元素垂直居中对齐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常常遇到两个行内元素水平排列时需要做到垂直居中对齐，这时可以使用</a:t>
            </a:r>
            <a:r>
              <a:rPr lang="en-US" altLang="zh-CN" dirty="0" err="1"/>
              <a:t>vertical-align:middle</a:t>
            </a:r>
            <a:r>
              <a:rPr lang="zh-CN" altLang="zh-CN" dirty="0"/>
              <a:t>属性来实现</a:t>
            </a:r>
            <a:r>
              <a:rPr lang="zh-CN" altLang="zh-CN" dirty="0" smtClean="0"/>
              <a:t>。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382" y="3044535"/>
            <a:ext cx="4961406" cy="2621973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569" y="3482686"/>
            <a:ext cx="5154290" cy="218382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564582" y="5717143"/>
            <a:ext cx="2383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对</a:t>
            </a:r>
            <a:r>
              <a:rPr lang="en-US" altLang="zh-CN" dirty="0" smtClean="0"/>
              <a:t>2</a:t>
            </a:r>
            <a:r>
              <a:rPr lang="zh-CN" altLang="en-US" dirty="0" smtClean="0"/>
              <a:t>张图使用垂直居中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102722" y="5689208"/>
            <a:ext cx="2845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仅</a:t>
            </a:r>
            <a:r>
              <a:rPr lang="zh-CN" altLang="en-US" dirty="0" smtClean="0"/>
              <a:t>对第</a:t>
            </a:r>
            <a:r>
              <a:rPr lang="en-US" altLang="zh-CN" dirty="0" smtClean="0"/>
              <a:t>1</a:t>
            </a:r>
            <a:r>
              <a:rPr lang="zh-CN" altLang="en-US" dirty="0" smtClean="0"/>
              <a:t>张图使用垂直居中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1245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44325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标签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4781" y="1084117"/>
            <a:ext cx="5816696" cy="500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3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44325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标签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4460" y="1691120"/>
            <a:ext cx="7404256" cy="4395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995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44325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标签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430" y="1746105"/>
            <a:ext cx="5761092" cy="434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844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44325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标签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083" y="1071563"/>
            <a:ext cx="5381626" cy="504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659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4"/>
            <a:ext cx="4432590" cy="489065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）整体布局样式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在外层</a:t>
            </a:r>
            <a:r>
              <a:rPr lang="en-US" altLang="zh-CN" dirty="0"/>
              <a:t>div</a:t>
            </a:r>
            <a:r>
              <a:rPr lang="zh-CN" altLang="zh-CN" dirty="0"/>
              <a:t>上统一设置网页内容的宽度</a:t>
            </a:r>
            <a:r>
              <a:rPr lang="zh-CN" altLang="zh-CN" dirty="0" smtClean="0"/>
              <a:t>为</a:t>
            </a:r>
            <a:r>
              <a:rPr lang="en-US" altLang="zh-CN" dirty="0" smtClean="0"/>
              <a:t>600</a:t>
            </a:r>
            <a:r>
              <a:rPr lang="zh-CN" altLang="zh-CN" dirty="0"/>
              <a:t>像素，居中显示；中间主体最外层</a:t>
            </a:r>
            <a:r>
              <a:rPr lang="en-US" altLang="zh-CN" dirty="0"/>
              <a:t>div</a:t>
            </a:r>
            <a:r>
              <a:rPr lang="zh-CN" altLang="zh-CN" dirty="0"/>
              <a:t>负责与浏览器同宽的灰色背景，内层</a:t>
            </a:r>
            <a:r>
              <a:rPr lang="en-US" altLang="zh-CN" dirty="0"/>
              <a:t>div</a:t>
            </a:r>
            <a:r>
              <a:rPr lang="zh-CN" altLang="zh-CN" dirty="0"/>
              <a:t>负责宽度限制。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6516" y="1158152"/>
            <a:ext cx="3164466" cy="494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396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4"/>
            <a:ext cx="4432590" cy="489065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2</a:t>
            </a:r>
            <a:r>
              <a:rPr lang="zh-CN" altLang="en-US" sz="2600" dirty="0" smtClean="0"/>
              <a:t>）表单的整体样式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限制表单的宽度为</a:t>
            </a:r>
            <a:r>
              <a:rPr lang="en-US" altLang="zh-CN" dirty="0"/>
              <a:t>500px</a:t>
            </a:r>
            <a:r>
              <a:rPr lang="zh-CN" altLang="zh-CN" dirty="0"/>
              <a:t>，居中显示，上下距离灰色背景边界要有</a:t>
            </a:r>
            <a:r>
              <a:rPr lang="en-US" altLang="zh-CN" dirty="0"/>
              <a:t>40px</a:t>
            </a:r>
            <a:r>
              <a:rPr lang="zh-CN" altLang="zh-CN" dirty="0"/>
              <a:t>的间隔。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4205" y="1791565"/>
            <a:ext cx="4235208" cy="3376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050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4"/>
            <a:ext cx="5679498" cy="489065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3</a:t>
            </a:r>
            <a:r>
              <a:rPr lang="zh-CN" altLang="en-US" sz="2600" dirty="0" smtClean="0"/>
              <a:t>）标题、标签及输入提示的样式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标签和输入提示同处一行，需要实现垂直居中对齐，所以分别添加了</a:t>
            </a:r>
            <a:r>
              <a:rPr lang="en-US" altLang="zh-CN" dirty="0" err="1"/>
              <a:t>vertical-align:middle</a:t>
            </a:r>
            <a:r>
              <a:rPr lang="zh-CN" altLang="zh-CN" dirty="0"/>
              <a:t>；输入提示使用比标签略小的字号和略浅的颜色，以示区分。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4393" y="955964"/>
            <a:ext cx="2839315" cy="531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262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942971" y="955964"/>
            <a:ext cx="4723534" cy="489065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4</a:t>
            </a:r>
            <a:r>
              <a:rPr lang="zh-CN" altLang="en-US" sz="2600" dirty="0" smtClean="0"/>
              <a:t>）</a:t>
            </a:r>
            <a:r>
              <a:rPr lang="zh-CN" altLang="en-US" sz="2600" dirty="0" smtClean="0"/>
              <a:t>文本框和密码框的样式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文本框和密码框要求宽度为</a:t>
            </a:r>
            <a:r>
              <a:rPr lang="en-US" altLang="zh-CN" dirty="0"/>
              <a:t>280px</a:t>
            </a:r>
            <a:r>
              <a:rPr lang="zh-CN" altLang="zh-CN" dirty="0" smtClean="0"/>
              <a:t>，</a:t>
            </a:r>
            <a:r>
              <a:rPr lang="zh-CN" altLang="en-US" dirty="0" smtClean="0"/>
              <a:t>高度为</a:t>
            </a:r>
            <a:r>
              <a:rPr lang="en-US" altLang="zh-CN" dirty="0" smtClean="0"/>
              <a:t>30px</a:t>
            </a:r>
            <a:r>
              <a:rPr lang="zh-CN" altLang="en-US" dirty="0" smtClean="0"/>
              <a:t>，</a:t>
            </a:r>
            <a:r>
              <a:rPr lang="zh-CN" altLang="zh-CN" dirty="0" smtClean="0"/>
              <a:t>并</a:t>
            </a:r>
            <a:r>
              <a:rPr lang="zh-CN" altLang="zh-CN" dirty="0"/>
              <a:t>在框内左侧添加提示图标。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6419" y="1277652"/>
            <a:ext cx="5708140" cy="469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498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942970" y="955964"/>
            <a:ext cx="4959066" cy="489065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5</a:t>
            </a:r>
            <a:r>
              <a:rPr lang="zh-CN" altLang="en-US" sz="2600" dirty="0" smtClean="0"/>
              <a:t>）单选按钮和复选框的样式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单选</a:t>
            </a:r>
            <a:r>
              <a:rPr lang="zh-CN" altLang="zh-CN" dirty="0" smtClean="0"/>
              <a:t>按钮和复选框使用默认</a:t>
            </a:r>
            <a:r>
              <a:rPr lang="zh-CN" altLang="zh-CN" dirty="0"/>
              <a:t>样式</a:t>
            </a:r>
            <a:r>
              <a:rPr lang="zh-CN" altLang="zh-CN" dirty="0" smtClean="0"/>
              <a:t>，利用</a:t>
            </a:r>
            <a:r>
              <a:rPr lang="en-US" altLang="zh-CN" dirty="0"/>
              <a:t>&lt;span&gt;</a:t>
            </a:r>
            <a:r>
              <a:rPr lang="zh-CN" altLang="zh-CN" dirty="0"/>
              <a:t>分别添加了白色背景和边框，要求背景与边框的宽度为</a:t>
            </a:r>
            <a:r>
              <a:rPr lang="en-US" altLang="zh-CN" dirty="0"/>
              <a:t>280px</a:t>
            </a:r>
            <a:r>
              <a:rPr lang="zh-CN" altLang="zh-CN" dirty="0"/>
              <a:t>，高度为</a:t>
            </a:r>
            <a:r>
              <a:rPr lang="en-US" altLang="zh-CN" dirty="0"/>
              <a:t>30px</a:t>
            </a:r>
            <a:r>
              <a:rPr lang="zh-CN" altLang="zh-CN" dirty="0"/>
              <a:t>，这样就与上方的文本框对齐了。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2036" y="2528453"/>
            <a:ext cx="5269749" cy="2788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963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942970" y="955964"/>
            <a:ext cx="4072376" cy="489065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5</a:t>
            </a:r>
            <a:r>
              <a:rPr lang="zh-CN" altLang="en-US" sz="2600" dirty="0" smtClean="0"/>
              <a:t>）</a:t>
            </a:r>
            <a:r>
              <a:rPr lang="zh-CN" altLang="en-US" sz="2600" dirty="0"/>
              <a:t>下拉</a:t>
            </a:r>
            <a:r>
              <a:rPr lang="zh-CN" altLang="en-US" sz="2600" dirty="0" smtClean="0"/>
              <a:t>列表、文本域和按钮</a:t>
            </a:r>
            <a:r>
              <a:rPr lang="zh-CN" altLang="en-US" sz="2600" dirty="0" smtClean="0"/>
              <a:t>的样式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9867" y="1070696"/>
            <a:ext cx="5779077" cy="508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490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10027055" cy="491489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600" dirty="0" smtClean="0"/>
              <a:t>任务中主要使用：</a:t>
            </a:r>
            <a:endParaRPr lang="en-US" altLang="zh-CN" sz="36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表单</a:t>
            </a:r>
            <a:r>
              <a:rPr lang="zh-CN" altLang="en-US" sz="3000" dirty="0" smtClean="0"/>
              <a:t>元素：文本框、</a:t>
            </a:r>
            <a:r>
              <a:rPr lang="zh-CN" altLang="en-US" dirty="0" smtClean="0"/>
              <a:t>单选</a:t>
            </a:r>
            <a:r>
              <a:rPr lang="zh-CN" altLang="en-US" dirty="0"/>
              <a:t>按钮、复选框、下拉列表、文本</a:t>
            </a:r>
            <a:r>
              <a:rPr lang="zh-CN" altLang="en-US" dirty="0" smtClean="0"/>
              <a:t>域</a:t>
            </a:r>
            <a:endParaRPr lang="en-US" altLang="zh-CN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使用</a:t>
            </a:r>
            <a:r>
              <a:rPr lang="zh-CN" altLang="en-US" sz="3000" dirty="0" smtClean="0">
                <a:solidFill>
                  <a:srgbClr val="FF0000"/>
                </a:solidFill>
              </a:rPr>
              <a:t>相邻兄弟选择器</a:t>
            </a:r>
            <a:r>
              <a:rPr lang="zh-CN" altLang="en-US" sz="3000" dirty="0" smtClean="0"/>
              <a:t>选中文本框右侧提示文字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相邻行内元素垂直居中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  结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306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4100080" cy="371908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利用本节所学，完成“社团招新报名表”网页的设计。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986701"/>
            <a:ext cx="5708073" cy="518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9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上阴影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1460</TotalTime>
  <Words>824</Words>
  <Application>Microsoft Office PowerPoint</Application>
  <PresentationFormat>宽屏</PresentationFormat>
  <Paragraphs>74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等线</vt:lpstr>
      <vt:lpstr>等线 Light</vt:lpstr>
      <vt:lpstr>华文行楷</vt:lpstr>
      <vt:lpstr>微软雅黑</vt:lpstr>
      <vt:lpstr>Arial</vt:lpstr>
      <vt:lpstr>Wingdings</vt:lpstr>
      <vt:lpstr>Office 主题​​</vt:lpstr>
      <vt:lpstr>复杂表单页的设计</vt:lpstr>
      <vt:lpstr>学习目标</vt:lpstr>
      <vt:lpstr>任务目标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任务实施</vt:lpstr>
      <vt:lpstr>任务实施</vt:lpstr>
      <vt:lpstr>任务实施</vt:lpstr>
      <vt:lpstr>任务实施</vt:lpstr>
      <vt:lpstr>任务实施</vt:lpstr>
      <vt:lpstr>任务实施</vt:lpstr>
      <vt:lpstr>任务实施</vt:lpstr>
      <vt:lpstr>任务实施</vt:lpstr>
      <vt:lpstr>任务实施</vt:lpstr>
      <vt:lpstr>任务实施</vt:lpstr>
      <vt:lpstr>小  结</vt:lpstr>
      <vt:lpstr>课后作业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网页制作三大技术</dc:title>
  <dc:creator>Lenovo</dc:creator>
  <cp:lastModifiedBy>陆炜妮</cp:lastModifiedBy>
  <cp:revision>93</cp:revision>
  <dcterms:created xsi:type="dcterms:W3CDTF">2020-04-27T05:20:13Z</dcterms:created>
  <dcterms:modified xsi:type="dcterms:W3CDTF">2020-08-06T11:30:45Z</dcterms:modified>
</cp:coreProperties>
</file>