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75" r:id="rId9"/>
    <p:sldId id="279" r:id="rId10"/>
    <p:sldId id="280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2020-9-15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13196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文本类特效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掌握对网页文本的控制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能够使用</a:t>
            </a:r>
            <a:r>
              <a:rPr lang="en-US" altLang="zh-CN" sz="3200" dirty="0" smtClean="0"/>
              <a:t>JavaScript</a:t>
            </a:r>
            <a:r>
              <a:rPr lang="zh-CN" altLang="en-US" sz="3200" dirty="0" smtClean="0"/>
              <a:t>编程实现简单的文本特效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8284600" cy="27303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使用数组保存多条通知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提取通知字符串中的文字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使用定时器控制文字逐个显示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643" y="3694583"/>
            <a:ext cx="9425479" cy="179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定时器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的定时器是由</a:t>
            </a:r>
            <a:r>
              <a:rPr lang="en-US" altLang="zh-CN" dirty="0"/>
              <a:t>Window</a:t>
            </a:r>
            <a:r>
              <a:rPr lang="zh-CN" altLang="zh-CN" dirty="0"/>
              <a:t>对象提供的</a:t>
            </a:r>
            <a:r>
              <a:rPr lang="zh-CN" altLang="zh-CN" dirty="0" smtClean="0"/>
              <a:t>。</a:t>
            </a:r>
            <a:r>
              <a:rPr lang="zh-CN" altLang="zh-CN" dirty="0"/>
              <a:t>定时器方法用于设定指定的时间执行指定的代码块，常被用来实现网页中的动画效果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/>
              <a:t>1</a:t>
            </a:r>
            <a:r>
              <a:rPr lang="zh-CN" altLang="zh-CN" b="1" dirty="0"/>
              <a:t>）</a:t>
            </a:r>
            <a:r>
              <a:rPr lang="en-US" altLang="zh-CN" b="1" dirty="0" err="1"/>
              <a:t>setInterval</a:t>
            </a:r>
            <a:r>
              <a:rPr lang="en-US" altLang="zh-CN" b="1" dirty="0"/>
              <a:t>()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err="1"/>
              <a:t>setInterval</a:t>
            </a:r>
            <a:r>
              <a:rPr lang="en-US" altLang="zh-CN" dirty="0"/>
              <a:t>()</a:t>
            </a:r>
            <a:r>
              <a:rPr lang="zh-CN" altLang="zh-CN" dirty="0"/>
              <a:t>按照指定的周期（以毫秒计）来调用函数或计算表达式。该方法会不停地调用函数，直到</a:t>
            </a:r>
            <a:r>
              <a:rPr lang="en-US" altLang="zh-CN" dirty="0" err="1"/>
              <a:t>clearInterval</a:t>
            </a:r>
            <a:r>
              <a:rPr lang="en-US" altLang="zh-CN" dirty="0"/>
              <a:t>()</a:t>
            </a:r>
            <a:r>
              <a:rPr lang="zh-CN" altLang="zh-CN" dirty="0"/>
              <a:t>被调用或窗口被关闭。其语法如下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914400" lvl="2" indent="0" algn="ctr">
              <a:lnSpc>
                <a:spcPct val="150000"/>
              </a:lnSpc>
              <a:buNone/>
            </a:pPr>
            <a:r>
              <a:rPr lang="en-US" altLang="zh-CN" sz="2400" dirty="0" err="1"/>
              <a:t>setInterval</a:t>
            </a:r>
            <a:r>
              <a:rPr lang="en-US" altLang="zh-CN" sz="2400" dirty="0"/>
              <a:t>(</a:t>
            </a:r>
            <a:r>
              <a:rPr lang="en-US" altLang="zh-CN" sz="2400" dirty="0" err="1"/>
              <a:t>code,millisec,lang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smtClean="0"/>
              <a:t>code</a:t>
            </a:r>
            <a:r>
              <a:rPr lang="zh-CN" altLang="zh-CN" dirty="0"/>
              <a:t>必须，表示要调用的函数或要执行的代码串</a:t>
            </a:r>
            <a:r>
              <a:rPr lang="zh-CN" altLang="zh-CN" dirty="0" smtClean="0"/>
              <a:t>；</a:t>
            </a:r>
            <a:r>
              <a:rPr lang="en-US" altLang="zh-CN" dirty="0" err="1" smtClean="0"/>
              <a:t>millisec</a:t>
            </a:r>
            <a:r>
              <a:rPr lang="zh-CN" altLang="zh-CN" dirty="0"/>
              <a:t>必须，表示周期性执行或调用</a:t>
            </a:r>
            <a:r>
              <a:rPr lang="en-US" altLang="zh-CN" dirty="0"/>
              <a:t>code</a:t>
            </a:r>
            <a:r>
              <a:rPr lang="zh-CN" altLang="zh-CN" dirty="0"/>
              <a:t>的时间间隔，以毫秒计</a:t>
            </a:r>
            <a:r>
              <a:rPr lang="zh-CN" altLang="zh-CN" dirty="0" smtClean="0"/>
              <a:t>；</a:t>
            </a:r>
            <a:r>
              <a:rPr lang="en-US" altLang="zh-CN" dirty="0" err="1" smtClean="0"/>
              <a:t>lang</a:t>
            </a:r>
            <a:r>
              <a:rPr lang="zh-CN" altLang="zh-CN" dirty="0"/>
              <a:t>可选，表示语言类型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err="1" smtClean="0"/>
              <a:t>setInterval</a:t>
            </a:r>
            <a:r>
              <a:rPr lang="en-US" altLang="zh-CN" dirty="0"/>
              <a:t>()</a:t>
            </a:r>
            <a:r>
              <a:rPr lang="zh-CN" altLang="zh-CN" dirty="0"/>
              <a:t>会返回</a:t>
            </a:r>
            <a:r>
              <a:rPr lang="en-US" altLang="zh-CN" dirty="0"/>
              <a:t>ID</a:t>
            </a:r>
            <a:r>
              <a:rPr lang="zh-CN" altLang="zh-CN" dirty="0"/>
              <a:t>值，该返回值可用作</a:t>
            </a:r>
            <a:r>
              <a:rPr lang="en-US" altLang="zh-CN" dirty="0" err="1"/>
              <a:t>clearInterval</a:t>
            </a:r>
            <a:r>
              <a:rPr lang="en-US" altLang="zh-CN" dirty="0"/>
              <a:t>()</a:t>
            </a:r>
            <a:r>
              <a:rPr lang="zh-CN" altLang="zh-CN" dirty="0"/>
              <a:t>方法的参数。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定时器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 smtClean="0"/>
              <a:t>2</a:t>
            </a:r>
            <a:r>
              <a:rPr lang="zh-CN" altLang="zh-CN" b="1" dirty="0" smtClean="0"/>
              <a:t>）</a:t>
            </a:r>
            <a:r>
              <a:rPr lang="en-US" altLang="zh-CN" b="1" dirty="0" err="1"/>
              <a:t>setTimeout</a:t>
            </a:r>
            <a:r>
              <a:rPr lang="en-US" altLang="zh-CN" b="1" dirty="0"/>
              <a:t>()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err="1"/>
              <a:t>setTimeout</a:t>
            </a:r>
            <a:r>
              <a:rPr lang="en-US" altLang="zh-CN" dirty="0"/>
              <a:t>()</a:t>
            </a:r>
            <a:r>
              <a:rPr lang="zh-CN" altLang="zh-CN" dirty="0"/>
              <a:t>在指定的时间（以毫秒计）后调用函数或计算表达式。其语法为：</a:t>
            </a:r>
          </a:p>
          <a:p>
            <a:pPr marL="914400" lvl="2" indent="0" algn="ctr">
              <a:lnSpc>
                <a:spcPct val="150000"/>
              </a:lnSpc>
              <a:buNone/>
            </a:pPr>
            <a:r>
              <a:rPr lang="en-US" altLang="zh-CN" sz="2400" dirty="0" err="1"/>
              <a:t>setTimeout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code,millisec,lang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smtClean="0"/>
              <a:t>code</a:t>
            </a:r>
            <a:r>
              <a:rPr lang="zh-CN" altLang="zh-CN" dirty="0"/>
              <a:t>必须，表示要调用的函数或要执行的代码串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err="1" smtClean="0"/>
              <a:t>millisec</a:t>
            </a:r>
            <a:r>
              <a:rPr lang="zh-CN" altLang="zh-CN" dirty="0"/>
              <a:t>必须，表示在执行代码前需要等待的时间（以毫秒计）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err="1" smtClean="0"/>
              <a:t>lang</a:t>
            </a:r>
            <a:r>
              <a:rPr lang="zh-CN" altLang="zh-CN" dirty="0"/>
              <a:t>可选，表示语言类型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需要</a:t>
            </a:r>
            <a:r>
              <a:rPr lang="zh-CN" altLang="zh-CN" dirty="0"/>
              <a:t>注意的是，该方法只会执行一次</a:t>
            </a:r>
            <a:r>
              <a:rPr lang="en-US" altLang="zh-CN" dirty="0"/>
              <a:t>code</a:t>
            </a:r>
            <a:r>
              <a:rPr lang="zh-CN" altLang="zh-CN" dirty="0"/>
              <a:t>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85922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提取字符串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想要提取字符串的某个部分可以使用</a:t>
            </a:r>
            <a:r>
              <a:rPr lang="en-US" altLang="zh-CN" dirty="0"/>
              <a:t>String</a:t>
            </a:r>
            <a:r>
              <a:rPr lang="zh-CN" altLang="zh-CN" dirty="0"/>
              <a:t>对象提供的方法来实现。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/>
              <a:t>1</a:t>
            </a:r>
            <a:r>
              <a:rPr lang="zh-CN" altLang="zh-CN" b="1" dirty="0"/>
              <a:t>）</a:t>
            </a:r>
            <a:r>
              <a:rPr lang="en-US" altLang="zh-CN" b="1" dirty="0" err="1"/>
              <a:t>substr</a:t>
            </a:r>
            <a:r>
              <a:rPr lang="en-US" altLang="zh-CN" b="1" dirty="0"/>
              <a:t>()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err="1"/>
              <a:t>substr</a:t>
            </a:r>
            <a:r>
              <a:rPr lang="en-US" altLang="zh-CN" dirty="0"/>
              <a:t>()</a:t>
            </a:r>
            <a:r>
              <a:rPr lang="zh-CN" altLang="zh-CN" dirty="0"/>
              <a:t>方法可以在字符串中提取从起始下标开始的指定数目的字符。其语法为：</a:t>
            </a:r>
          </a:p>
          <a:p>
            <a:pPr marL="914400" lvl="2" indent="0" algn="ctr">
              <a:lnSpc>
                <a:spcPct val="150000"/>
              </a:lnSpc>
              <a:buNone/>
            </a:pPr>
            <a:r>
              <a:rPr lang="en-US" altLang="zh-CN" dirty="0" err="1"/>
              <a:t>substr</a:t>
            </a:r>
            <a:r>
              <a:rPr lang="en-US" altLang="zh-CN" dirty="0"/>
              <a:t>(</a:t>
            </a:r>
            <a:r>
              <a:rPr lang="en-US" altLang="zh-CN" dirty="0" err="1"/>
              <a:t>start,length</a:t>
            </a:r>
            <a:r>
              <a:rPr lang="en-US" altLang="zh-CN" dirty="0"/>
              <a:t>)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smtClean="0"/>
              <a:t>start</a:t>
            </a:r>
            <a:r>
              <a:rPr lang="zh-CN" altLang="zh-CN" dirty="0"/>
              <a:t>为必须，表示要提取子串的起始下标，必须为数值。如果是负数，表示以字符串的末尾作为起始位置，例如</a:t>
            </a:r>
            <a:r>
              <a:rPr lang="en-US" altLang="zh-CN" dirty="0"/>
              <a:t>-1</a:t>
            </a:r>
            <a:r>
              <a:rPr lang="zh-CN" altLang="zh-CN" dirty="0"/>
              <a:t>表示字符串的最后一个字符</a:t>
            </a:r>
            <a:r>
              <a:rPr lang="zh-CN" altLang="zh-CN" dirty="0" smtClean="0"/>
              <a:t>，以此类推；</a:t>
            </a:r>
            <a:r>
              <a:rPr lang="en-US" altLang="zh-CN" dirty="0" smtClean="0"/>
              <a:t>length</a:t>
            </a:r>
            <a:r>
              <a:rPr lang="zh-CN" altLang="zh-CN" dirty="0"/>
              <a:t>为可选，表示要提取子串的字符数，如果没有指定此参数，则返回从起始下标到结尾的子串。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311752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提取字符串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想要提取字符串的某个部分可以使用</a:t>
            </a:r>
            <a:r>
              <a:rPr lang="en-US" altLang="zh-CN" dirty="0"/>
              <a:t>String</a:t>
            </a:r>
            <a:r>
              <a:rPr lang="zh-CN" altLang="zh-CN" dirty="0"/>
              <a:t>对象提供的方法来实现。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/>
              <a:t>2</a:t>
            </a:r>
            <a:r>
              <a:rPr lang="zh-CN" altLang="zh-CN" b="1" dirty="0" smtClean="0"/>
              <a:t>）</a:t>
            </a:r>
            <a:r>
              <a:rPr lang="en-US" altLang="zh-CN" b="1" dirty="0" smtClean="0"/>
              <a:t>substring()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substring()</a:t>
            </a:r>
            <a:r>
              <a:rPr lang="zh-CN" altLang="zh-CN" dirty="0"/>
              <a:t>方法用于提取字符串中位于起始下标和结尾下标之间的子串。该方法返回的子串包括起始处的字符，但是不包括结尾处的字符。其语法为：</a:t>
            </a:r>
          </a:p>
          <a:p>
            <a:pPr marL="914400" lvl="2" indent="0" algn="ctr">
              <a:lnSpc>
                <a:spcPct val="150000"/>
              </a:lnSpc>
              <a:buNone/>
            </a:pPr>
            <a:r>
              <a:rPr lang="en-US" altLang="zh-CN" sz="2400" dirty="0"/>
              <a:t>substring(</a:t>
            </a:r>
            <a:r>
              <a:rPr lang="en-US" altLang="zh-CN" sz="2400" dirty="0" err="1"/>
              <a:t>from,to</a:t>
            </a:r>
            <a:r>
              <a:rPr lang="en-US" altLang="zh-CN" sz="2400" dirty="0" smtClean="0"/>
              <a:t>)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smtClean="0"/>
              <a:t>from</a:t>
            </a:r>
            <a:r>
              <a:rPr lang="zh-CN" altLang="zh-CN" dirty="0"/>
              <a:t>为必须，是一个非负的整数，表示要提取子串的起始位置</a:t>
            </a:r>
            <a:r>
              <a:rPr lang="zh-CN" altLang="zh-CN" dirty="0" smtClean="0"/>
              <a:t>；</a:t>
            </a:r>
            <a:r>
              <a:rPr lang="en-US" altLang="zh-CN" dirty="0" smtClean="0"/>
              <a:t>to</a:t>
            </a:r>
            <a:r>
              <a:rPr lang="zh-CN" altLang="zh-CN" dirty="0"/>
              <a:t>为可选，是一个非负的整数，表示要提取子串的结尾位置，如果省略该参数，那么返回的子串会一直到字符串的结尾。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40070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79212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结构和样式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286" y="1744918"/>
            <a:ext cx="7014908" cy="436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380109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程序开始首先定义一些全局变量，其中使用数组保存</a:t>
            </a:r>
            <a:r>
              <a:rPr lang="en-US" altLang="zh-CN" dirty="0"/>
              <a:t>3</a:t>
            </a:r>
            <a:r>
              <a:rPr lang="zh-CN" altLang="zh-CN" dirty="0"/>
              <a:t>条通知的文字内容；程序的入口是</a:t>
            </a:r>
            <a:r>
              <a:rPr lang="en-US" altLang="zh-CN" dirty="0" err="1"/>
              <a:t>onload</a:t>
            </a:r>
            <a:r>
              <a:rPr lang="zh-CN" altLang="zh-CN" dirty="0"/>
              <a:t>事件，当页面加载完成就调用</a:t>
            </a:r>
            <a:r>
              <a:rPr lang="en-US" altLang="zh-CN" dirty="0"/>
              <a:t>start()</a:t>
            </a:r>
            <a:r>
              <a:rPr lang="zh-CN" altLang="zh-CN" dirty="0" smtClean="0"/>
              <a:t>函数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5" t="5176"/>
          <a:stretch/>
        </p:blipFill>
        <p:spPr>
          <a:xfrm>
            <a:off x="4896464" y="1176226"/>
            <a:ext cx="6341305" cy="47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4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125555" cy="513051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sz="2500" dirty="0"/>
              <a:t>打字</a:t>
            </a:r>
            <a:r>
              <a:rPr lang="zh-CN" altLang="zh-CN" sz="2500" dirty="0" smtClean="0"/>
              <a:t>动画是</a:t>
            </a:r>
            <a:r>
              <a:rPr lang="zh-CN" altLang="zh-CN" sz="2500" dirty="0"/>
              <a:t>通过在末尾逐字添加文字的方式来模拟打字效果，这里使用了</a:t>
            </a:r>
            <a:r>
              <a:rPr lang="en-US" altLang="zh-CN" sz="2500" dirty="0"/>
              <a:t>substring()</a:t>
            </a:r>
            <a:r>
              <a:rPr lang="zh-CN" altLang="zh-CN" sz="2500" dirty="0"/>
              <a:t>方法每次提取的子串长度</a:t>
            </a:r>
            <a:r>
              <a:rPr lang="en-US" altLang="zh-CN" sz="2500" dirty="0"/>
              <a:t>+1</a:t>
            </a:r>
            <a:r>
              <a:rPr lang="zh-CN" altLang="zh-CN" sz="2500" dirty="0"/>
              <a:t>来实现；如果当前通知已经显示完最后一个字，那么需要清除定时器</a:t>
            </a:r>
            <a:r>
              <a:rPr lang="en-US" altLang="zh-CN" sz="2500" dirty="0" err="1"/>
              <a:t>clearInterval</a:t>
            </a:r>
            <a:r>
              <a:rPr lang="en-US" altLang="zh-CN" sz="2500" dirty="0"/>
              <a:t>()</a:t>
            </a:r>
            <a:r>
              <a:rPr lang="zh-CN" altLang="zh-CN" sz="2500" dirty="0"/>
              <a:t>，使用</a:t>
            </a:r>
            <a:r>
              <a:rPr lang="en-US" altLang="zh-CN" sz="2500" dirty="0" err="1"/>
              <a:t>setTimeout</a:t>
            </a:r>
            <a:r>
              <a:rPr lang="en-US" altLang="zh-CN" sz="2500" dirty="0"/>
              <a:t>()</a:t>
            </a:r>
            <a:r>
              <a:rPr lang="zh-CN" altLang="zh-CN" sz="2500" dirty="0"/>
              <a:t>间隔</a:t>
            </a:r>
            <a:r>
              <a:rPr lang="en-US" altLang="zh-CN" sz="2500" dirty="0"/>
              <a:t>5</a:t>
            </a:r>
            <a:r>
              <a:rPr lang="zh-CN" altLang="zh-CN" sz="2500" dirty="0"/>
              <a:t>秒后启动下一条通知的显示动画。</a:t>
            </a:r>
            <a:endParaRPr lang="en-US" altLang="zh-CN" sz="25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169" y="1053588"/>
            <a:ext cx="5861078" cy="51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5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39657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通过多个函数相互调用，协作实现完整的打字特效。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err="1" smtClean="0"/>
              <a:t>setInterval</a:t>
            </a:r>
            <a:r>
              <a:rPr lang="zh-CN" altLang="en-US" sz="3000" dirty="0" smtClean="0"/>
              <a:t>和</a:t>
            </a:r>
            <a:r>
              <a:rPr lang="en-US" altLang="zh-CN" sz="3000" dirty="0" err="1" smtClean="0"/>
              <a:t>setTimeout</a:t>
            </a:r>
            <a:r>
              <a:rPr lang="zh-CN" altLang="en-US" sz="3000" dirty="0" smtClean="0"/>
              <a:t>定时器常常被用来实现网页中的动画效果。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mtClean="0"/>
              <a:t>使用定时器实现</a:t>
            </a:r>
            <a:r>
              <a:rPr lang="zh-CN" altLang="en-US" dirty="0" smtClean="0"/>
              <a:t>文字框的上下浮动动画效果。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pic>
        <p:nvPicPr>
          <p:cNvPr id="4" name="Video_2020090215230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16136" y="2741838"/>
            <a:ext cx="34671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675</Words>
  <Application>Microsoft Office PowerPoint</Application>
  <PresentationFormat>宽屏</PresentationFormat>
  <Paragraphs>52</Paragraphs>
  <Slides>12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文本类特效</vt:lpstr>
      <vt:lpstr>学习目标</vt:lpstr>
      <vt:lpstr>任务目标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85</cp:revision>
  <dcterms:created xsi:type="dcterms:W3CDTF">2020-04-27T05:20:13Z</dcterms:created>
  <dcterms:modified xsi:type="dcterms:W3CDTF">2020-09-15T12:38:26Z</dcterms:modified>
</cp:coreProperties>
</file>