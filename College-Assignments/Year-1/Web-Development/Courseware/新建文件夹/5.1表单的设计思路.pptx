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0" r:id="rId6"/>
    <p:sldId id="271" r:id="rId7"/>
    <p:sldId id="272" r:id="rId8"/>
    <p:sldId id="273" r:id="rId9"/>
    <p:sldId id="274" r:id="rId10"/>
    <p:sldId id="267" r:id="rId11"/>
    <p:sldId id="268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>
        <p:scale>
          <a:sx n="80" d="100"/>
          <a:sy n="80" d="100"/>
        </p:scale>
        <p:origin x="-324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21"/>
            <a:ext cx="12192002" cy="685587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13688" y="2438419"/>
            <a:ext cx="4646140" cy="991641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925712" y="4217773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主讲老师：陆炜妮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264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847725" y="885825"/>
            <a:ext cx="10582275" cy="5429249"/>
          </a:xfrm>
          <a:prstGeom prst="roundRect">
            <a:avLst>
              <a:gd name="adj" fmla="val 3900"/>
            </a:avLst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257174"/>
            <a:ext cx="2409825" cy="6381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491489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20850" y="126278"/>
            <a:ext cx="2527300" cy="742950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64" y="6438900"/>
            <a:ext cx="252412" cy="25241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8953501" y="641615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东莞职业技术学院</a:t>
            </a:r>
            <a:endParaRPr lang="zh-CN" altLang="en-US" sz="1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165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59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0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9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8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6925D-53E1-4B75-92B5-D8E7C2D23CF1}" type="datetimeFigureOut">
              <a:rPr lang="zh-CN" altLang="en-US" smtClean="0"/>
              <a:t>2020-8-4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395850" y="1548937"/>
            <a:ext cx="4711012" cy="14554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表单的设计思路</a:t>
            </a:r>
            <a:endParaRPr lang="zh-CN" altLang="en-US" sz="40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3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6200775" cy="49148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600" dirty="0" smtClean="0"/>
              <a:t>理解表单的信息结构设计</a:t>
            </a:r>
            <a:endParaRPr lang="en-US" altLang="zh-CN" sz="36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600" dirty="0" smtClean="0"/>
              <a:t>理解表单的外观设计</a:t>
            </a:r>
            <a:endParaRPr lang="en-US" altLang="zh-CN" sz="3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37" y="2214562"/>
            <a:ext cx="2962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64277"/>
            <a:ext cx="10099099" cy="512219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表单的信息结构设计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表单设计首先要思考的是表单的关键信息包括哪些、如何进行排列与分组，这些问题都属于信息结构设计的范畴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）只出现必要的字段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选择必要而不是全部的字段来简化表单，使得表单简洁明晰是优化表单设计的重要原则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2</a:t>
            </a:r>
            <a:r>
              <a:rPr lang="zh-CN" altLang="en-US" sz="2600" dirty="0" smtClean="0"/>
              <a:t>）按照逻辑顺序排列字段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表单中多个相关字段一般遵循从易到难、循序渐进的逻辑顺序进行排列，以较好地符合用户的情感接受规律。</a:t>
            </a:r>
            <a:endParaRPr lang="en-US" altLang="zh-CN" sz="2200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zh-CN" altLang="en-US" sz="26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学习内容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150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64277"/>
            <a:ext cx="10099099" cy="51221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表单的信息结构设计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表单设计首先要思考的是表单的关键信息包括哪些、如何进行排列与分组，这些问题都属于信息结构设计的范畴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3</a:t>
            </a:r>
            <a:r>
              <a:rPr lang="zh-CN" altLang="en-US" sz="2600" dirty="0" smtClean="0"/>
              <a:t>）分类组合相关字段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一般情况下可以按照字段信息的关联性进行分组，并为每个组合理增加额外的空间、装饰或组标题，从而改善了页面的信息组织结构，增强页面的节奏感，并帮助用户更加轻松完成表单。</a:t>
            </a:r>
            <a:endParaRPr lang="zh-CN" altLang="en-US" sz="26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学习内容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4455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64277"/>
            <a:ext cx="4122218" cy="51221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表单的信息结构设计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dirty="0" smtClean="0"/>
              <a:t>图</a:t>
            </a:r>
            <a:r>
              <a:rPr lang="en-US" altLang="zh-CN" dirty="0" smtClean="0"/>
              <a:t>1</a:t>
            </a:r>
            <a:r>
              <a:rPr lang="zh-CN" altLang="en-US" dirty="0" smtClean="0"/>
              <a:t>的字段排列缺乏逻辑；图</a:t>
            </a:r>
            <a:r>
              <a:rPr lang="en-US" altLang="zh-CN" dirty="0" smtClean="0"/>
              <a:t>2</a:t>
            </a:r>
            <a:r>
              <a:rPr lang="zh-CN" altLang="en-US" dirty="0" smtClean="0"/>
              <a:t>对图</a:t>
            </a:r>
            <a:r>
              <a:rPr lang="en-US" altLang="zh-CN" dirty="0" smtClean="0"/>
              <a:t>1</a:t>
            </a:r>
            <a:r>
              <a:rPr lang="zh-CN" altLang="en-US" dirty="0" smtClean="0"/>
              <a:t>的字段进行了分类组合，由易到难排列。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zh-CN" altLang="en-US" sz="26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学习内容</a:t>
            </a: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707" y="1993286"/>
            <a:ext cx="2310397" cy="390875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180" y="964277"/>
            <a:ext cx="2242408" cy="493775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842162" y="5920220"/>
            <a:ext cx="14061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图</a:t>
            </a:r>
            <a:r>
              <a:rPr lang="en-US" altLang="zh-CN" sz="1400" dirty="0" smtClean="0"/>
              <a:t>1 </a:t>
            </a:r>
            <a:r>
              <a:rPr lang="zh-CN" altLang="en-US" sz="1400" dirty="0" smtClean="0"/>
              <a:t>分类组合前</a:t>
            </a:r>
            <a:endParaRPr lang="zh-CN" altLang="en-US" sz="1400" dirty="0"/>
          </a:p>
        </p:txBody>
      </p:sp>
      <p:sp>
        <p:nvSpPr>
          <p:cNvPr id="7" name="文本框 6"/>
          <p:cNvSpPr txBox="1"/>
          <p:nvPr/>
        </p:nvSpPr>
        <p:spPr>
          <a:xfrm>
            <a:off x="8529937" y="5934070"/>
            <a:ext cx="14061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图</a:t>
            </a:r>
            <a:r>
              <a:rPr lang="en-US" altLang="zh-CN" sz="1400" dirty="0"/>
              <a:t>2</a:t>
            </a:r>
            <a:r>
              <a:rPr lang="en-US" altLang="zh-CN" sz="1400" dirty="0" smtClean="0"/>
              <a:t> </a:t>
            </a:r>
            <a:r>
              <a:rPr lang="zh-CN" altLang="en-US" sz="1400" dirty="0" smtClean="0"/>
              <a:t>分类组合后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139479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64277"/>
            <a:ext cx="10093993" cy="51221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表单的外观设计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表单的外观包括了布局、标签、输入字段、输入提示等多种元素的综合设计，而且表单属于网页的一部分，应该放到具体的页面</a:t>
            </a:r>
            <a:r>
              <a:rPr lang="zh-CN" altLang="zh-CN" dirty="0" smtClean="0"/>
              <a:t>中统</a:t>
            </a:r>
            <a:r>
              <a:rPr lang="zh-CN" altLang="zh-CN" dirty="0"/>
              <a:t>一设计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1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）完整的页面结构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表单页作为网站中的一个页面，应该具有完整的页面结构，包括</a:t>
            </a:r>
            <a:r>
              <a:rPr lang="en-US" altLang="zh-CN" dirty="0"/>
              <a:t>logo</a:t>
            </a:r>
            <a:r>
              <a:rPr lang="zh-CN" altLang="zh-CN" dirty="0"/>
              <a:t>、表单主体内容和页脚。</a:t>
            </a:r>
            <a:endParaRPr lang="zh-CN" altLang="en-US" sz="2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学习内容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0814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64277"/>
            <a:ext cx="10093993" cy="51221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表单的外观设计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2</a:t>
            </a:r>
            <a:r>
              <a:rPr lang="zh-CN" altLang="en-US" sz="2600" dirty="0" smtClean="0"/>
              <a:t>）合理的布局设计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表单中的多个字段一般采用一列布局，用户只需要从上往下一条直线的方向浏览即可</a:t>
            </a:r>
            <a:r>
              <a:rPr lang="zh-CN" altLang="zh-CN" dirty="0" smtClean="0"/>
              <a:t>，不</a:t>
            </a:r>
            <a:r>
              <a:rPr lang="zh-CN" altLang="zh-CN" dirty="0"/>
              <a:t>鼓励采用多列布局来排列表单字段，容易造成混乱并</a:t>
            </a:r>
            <a:r>
              <a:rPr lang="zh-CN" altLang="zh-CN" dirty="0" smtClean="0"/>
              <a:t>降低浏览</a:t>
            </a:r>
            <a:r>
              <a:rPr lang="zh-CN" altLang="zh-CN" dirty="0"/>
              <a:t>速度。</a:t>
            </a:r>
            <a:endParaRPr lang="zh-CN" altLang="en-US" sz="2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学习内容</a:t>
            </a: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929" y="4151018"/>
            <a:ext cx="3057763" cy="155195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0641" y="3525376"/>
            <a:ext cx="3048781" cy="2177592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3371" y="3964590"/>
            <a:ext cx="3474835" cy="173242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66731" y="5724230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/>
              <a:t>标签排列在字段左侧</a:t>
            </a:r>
            <a:endParaRPr lang="zh-CN" altLang="en-US" sz="1600" dirty="0"/>
          </a:p>
        </p:txBody>
      </p:sp>
      <p:sp>
        <p:nvSpPr>
          <p:cNvPr id="8" name="文本框 7"/>
          <p:cNvSpPr txBox="1"/>
          <p:nvPr/>
        </p:nvSpPr>
        <p:spPr>
          <a:xfrm>
            <a:off x="4899368" y="5697014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/>
              <a:t>标签排列在字段上方</a:t>
            </a:r>
            <a:endParaRPr lang="zh-CN" altLang="en-US" sz="1600" dirty="0"/>
          </a:p>
        </p:txBody>
      </p:sp>
      <p:sp>
        <p:nvSpPr>
          <p:cNvPr id="9" name="文本框 8"/>
          <p:cNvSpPr txBox="1"/>
          <p:nvPr/>
        </p:nvSpPr>
        <p:spPr>
          <a:xfrm>
            <a:off x="8427820" y="5724230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/>
              <a:t>标签内嵌到字段内部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222340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64277"/>
            <a:ext cx="10093993" cy="51221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表单的外观设计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3</a:t>
            </a:r>
            <a:r>
              <a:rPr lang="zh-CN" altLang="en-US" sz="2600" dirty="0" smtClean="0"/>
              <a:t>）清晰的标签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dirty="0" smtClean="0"/>
              <a:t>第一，</a:t>
            </a:r>
            <a:r>
              <a:rPr lang="zh-CN" altLang="zh-CN" dirty="0" smtClean="0"/>
              <a:t>使用</a:t>
            </a:r>
            <a:r>
              <a:rPr lang="zh-CN" altLang="zh-CN" dirty="0"/>
              <a:t>简洁准确的文字来描述字段</a:t>
            </a:r>
            <a:r>
              <a:rPr lang="zh-CN" altLang="zh-CN" dirty="0" smtClean="0"/>
              <a:t>目的</a:t>
            </a:r>
            <a:r>
              <a:rPr lang="zh-CN" altLang="en-US" dirty="0" smtClean="0"/>
              <a:t>，</a:t>
            </a:r>
            <a:r>
              <a:rPr lang="zh-CN" altLang="zh-CN" dirty="0" smtClean="0"/>
              <a:t>例如</a:t>
            </a:r>
            <a:r>
              <a:rPr lang="zh-CN" altLang="zh-CN" dirty="0"/>
              <a:t>“用户名”就比“您的用户名”要简洁，更符合标签的设计需求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endParaRPr lang="en-US" altLang="zh-CN" sz="10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dirty="0" smtClean="0"/>
              <a:t>第二，</a:t>
            </a:r>
            <a:r>
              <a:rPr lang="zh-CN" altLang="zh-CN" dirty="0" smtClean="0"/>
              <a:t>始终</a:t>
            </a:r>
            <a:r>
              <a:rPr lang="zh-CN" altLang="zh-CN" dirty="0"/>
              <a:t>保持清晰可见的视觉效果。当字段获得焦点或失去焦点时，标签都要保持清晰可见的状态，</a:t>
            </a:r>
            <a:endParaRPr lang="zh-CN" altLang="en-US" sz="2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学习内容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8096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64277"/>
            <a:ext cx="10093993" cy="51221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表单的外观设计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4</a:t>
            </a:r>
            <a:r>
              <a:rPr lang="zh-CN" altLang="en-US" sz="2600" dirty="0" smtClean="0"/>
              <a:t>）必要的输入提示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对于有输入格式要求的字段需要给出清晰明确的输入提示。输入提示一般出现在字段的右侧或下方，在字号的大小和颜色上应与标签有所区别。</a:t>
            </a:r>
          </a:p>
          <a:p>
            <a:pPr marL="914400" lvl="2" indent="0">
              <a:lnSpc>
                <a:spcPct val="150000"/>
              </a:lnSpc>
              <a:buNone/>
            </a:pPr>
            <a:endParaRPr lang="zh-CN" altLang="en-US" sz="2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学习内容</a:t>
            </a: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4" y="3615489"/>
            <a:ext cx="4391025" cy="160020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370" y="3525376"/>
            <a:ext cx="2918749" cy="247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885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10069930" cy="49148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/>
              <a:t>表单的设计思路首先要从信息结构设计入手，把表单需要包含的必要字段、逻辑排列顺序以及合理的分类组合等关键问题考虑清楚了，就可以着手设计表单的外观了。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  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306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6096001" cy="148018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请为在校学上设计一张课外兴趣调查表，作为学校成立新社团的依据。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437" y="1365141"/>
            <a:ext cx="1852613" cy="483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9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上阴影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1302</TotalTime>
  <Words>613</Words>
  <Application>Microsoft Office PowerPoint</Application>
  <PresentationFormat>宽屏</PresentationFormat>
  <Paragraphs>48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等线</vt:lpstr>
      <vt:lpstr>等线 Light</vt:lpstr>
      <vt:lpstr>华文行楷</vt:lpstr>
      <vt:lpstr>微软雅黑</vt:lpstr>
      <vt:lpstr>Arial</vt:lpstr>
      <vt:lpstr>Wingdings</vt:lpstr>
      <vt:lpstr>Office 主题​​</vt:lpstr>
      <vt:lpstr>表单的设计思路</vt:lpstr>
      <vt:lpstr>学习目标</vt:lpstr>
      <vt:lpstr>学习内容</vt:lpstr>
      <vt:lpstr>学习内容</vt:lpstr>
      <vt:lpstr>学习内容</vt:lpstr>
      <vt:lpstr>学习内容</vt:lpstr>
      <vt:lpstr>学习内容</vt:lpstr>
      <vt:lpstr>学习内容</vt:lpstr>
      <vt:lpstr>学习内容</vt:lpstr>
      <vt:lpstr>小  结</vt:lpstr>
      <vt:lpstr>课后作业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网页制作三大技术</dc:title>
  <dc:creator>Lenovo</dc:creator>
  <cp:lastModifiedBy>陆炜妮</cp:lastModifiedBy>
  <cp:revision>83</cp:revision>
  <dcterms:created xsi:type="dcterms:W3CDTF">2020-04-27T05:20:13Z</dcterms:created>
  <dcterms:modified xsi:type="dcterms:W3CDTF">2020-08-04T05:29:20Z</dcterms:modified>
</cp:coreProperties>
</file>