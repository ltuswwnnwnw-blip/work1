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0" autoAdjust="0"/>
    <p:restoredTop sz="94660"/>
  </p:normalViewPr>
  <p:slideViewPr>
    <p:cSldViewPr snapToGrid="0">
      <p:cViewPr>
        <p:scale>
          <a:sx n="70" d="100"/>
          <a:sy n="70" d="100"/>
        </p:scale>
        <p:origin x="78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604355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了解</a:t>
            </a:r>
            <a:r>
              <a:rPr lang="en-US" altLang="zh-CN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JavaScript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了解</a:t>
            </a:r>
            <a:r>
              <a:rPr lang="en-US" altLang="zh-CN" sz="3600" dirty="0" smtClean="0"/>
              <a:t>JavaScript</a:t>
            </a:r>
            <a:r>
              <a:rPr lang="zh-CN" altLang="en-US" sz="3600" dirty="0" smtClean="0"/>
              <a:t>的概念和作用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掌握</a:t>
            </a:r>
            <a:r>
              <a:rPr lang="en-US" altLang="zh-CN" sz="3600" dirty="0" smtClean="0"/>
              <a:t>JavaScript</a:t>
            </a:r>
            <a:r>
              <a:rPr lang="zh-CN" altLang="en-US" sz="3600" dirty="0" smtClean="0"/>
              <a:t>的调用方法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什么</a:t>
            </a:r>
            <a:r>
              <a:rPr lang="zh-CN" altLang="en-US" sz="3000" dirty="0" smtClean="0"/>
              <a:t>是</a:t>
            </a:r>
            <a:r>
              <a:rPr lang="en-US" altLang="zh-CN" sz="3000" dirty="0" smtClean="0"/>
              <a:t>JavaScript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是互联网上最流行的脚本语言，它是一种基于对象和事件驱动，并具有安全性能的脚本语言，主要用来嵌入到</a:t>
            </a:r>
            <a:r>
              <a:rPr lang="en-US" altLang="zh-CN" dirty="0"/>
              <a:t>HTML</a:t>
            </a:r>
            <a:r>
              <a:rPr lang="zh-CN" altLang="zh-CN" dirty="0"/>
              <a:t>网页中实现各种网页特效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zh-CN" altLang="zh-CN" sz="1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的特点是比较简单、易学，可以与</a:t>
            </a:r>
            <a:r>
              <a:rPr lang="en-US" altLang="zh-CN" dirty="0"/>
              <a:t>HTML</a:t>
            </a:r>
            <a:r>
              <a:rPr lang="zh-CN" altLang="zh-CN" dirty="0"/>
              <a:t>、</a:t>
            </a:r>
            <a:r>
              <a:rPr lang="en-US" altLang="zh-CN" dirty="0"/>
              <a:t>CSS</a:t>
            </a:r>
            <a:r>
              <a:rPr lang="zh-CN" altLang="zh-CN" dirty="0"/>
              <a:t>相互配合实现丰富的网页特效，编程效果直观可见，对于程序设计新手来说门槛比较低，容易上手。</a:t>
            </a:r>
            <a:endParaRPr lang="en-US" altLang="zh-CN" sz="6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能做什么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可以为网页添加丰富的网页特效，丰富用户体验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可以对表单数据的合法性进行验证，确保用户快速、有效地完成信息输入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可以动态改变网页。</a:t>
            </a:r>
            <a:r>
              <a:rPr lang="en-US" altLang="zh-CN" dirty="0"/>
              <a:t>JavaScript</a:t>
            </a:r>
            <a:r>
              <a:rPr lang="zh-CN" altLang="zh-CN" dirty="0"/>
              <a:t>可以操作网页中的</a:t>
            </a:r>
            <a:r>
              <a:rPr lang="en-US" altLang="zh-CN" dirty="0"/>
              <a:t>HTML</a:t>
            </a:r>
            <a:r>
              <a:rPr lang="zh-CN" altLang="zh-CN" dirty="0"/>
              <a:t>元素和</a:t>
            </a:r>
            <a:r>
              <a:rPr lang="en-US" altLang="zh-CN" dirty="0"/>
              <a:t>CSS</a:t>
            </a:r>
            <a:r>
              <a:rPr lang="zh-CN" altLang="zh-CN" dirty="0"/>
              <a:t>样式，使得页面的内容和外观可以动态改变。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15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不能做什么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虽然可以帮助改进网页的可用性和易用性，但是也有几件事是</a:t>
            </a:r>
            <a:r>
              <a:rPr lang="en-US" altLang="zh-CN" dirty="0"/>
              <a:t>JavaScript</a:t>
            </a:r>
            <a:r>
              <a:rPr lang="zh-CN" altLang="zh-CN" dirty="0"/>
              <a:t>不能做到的：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不能在服务器上写文件、不能访问</a:t>
            </a:r>
            <a:r>
              <a:rPr lang="zh-CN" altLang="zh-CN" dirty="0" smtClean="0"/>
              <a:t>数据库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不能读写用户的文件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不能关闭不是自己打开的窗口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en-US" altLang="zh-CN" dirty="0" smtClean="0"/>
              <a:t>JavaScript</a:t>
            </a:r>
            <a:r>
              <a:rPr lang="zh-CN" altLang="zh-CN" dirty="0"/>
              <a:t>不能访问来自不同域名的网页信息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032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/>
              <a:t>的</a:t>
            </a:r>
            <a:r>
              <a:rPr lang="zh-CN" altLang="en-US" sz="3000" dirty="0" smtClean="0"/>
              <a:t>使用方法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）直接嵌入法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通过</a:t>
            </a:r>
            <a:r>
              <a:rPr lang="en-US" altLang="zh-CN" dirty="0"/>
              <a:t>&lt;script&gt;</a:t>
            </a:r>
            <a:r>
              <a:rPr lang="zh-CN" altLang="zh-CN" dirty="0"/>
              <a:t>标签将</a:t>
            </a:r>
            <a:r>
              <a:rPr lang="en-US" altLang="zh-CN" dirty="0"/>
              <a:t>JavaScript</a:t>
            </a:r>
            <a:r>
              <a:rPr lang="zh-CN" altLang="zh-CN" dirty="0"/>
              <a:t>代码直接嵌入到</a:t>
            </a:r>
            <a:r>
              <a:rPr lang="en-US" altLang="zh-CN" dirty="0"/>
              <a:t>HTML</a:t>
            </a:r>
            <a:r>
              <a:rPr lang="zh-CN" altLang="zh-CN" dirty="0"/>
              <a:t>网页中。</a:t>
            </a:r>
            <a:endParaRPr lang="en-US" altLang="zh-CN" sz="2200" dirty="0" smtClean="0"/>
          </a:p>
          <a:p>
            <a:pPr marL="0" indent="0">
              <a:lnSpc>
                <a:spcPct val="150000"/>
              </a:lnSpc>
              <a:buNone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120" y="2951018"/>
            <a:ext cx="7250745" cy="313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5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/>
              <a:t>的</a:t>
            </a:r>
            <a:r>
              <a:rPr lang="zh-CN" altLang="en-US" sz="3000" dirty="0" smtClean="0"/>
              <a:t>使用方法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）外部文件调用</a:t>
            </a:r>
            <a:r>
              <a:rPr lang="zh-CN" altLang="en-US" sz="2600" dirty="0" smtClean="0"/>
              <a:t>法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将</a:t>
            </a:r>
            <a:r>
              <a:rPr lang="en-US" altLang="zh-CN" dirty="0"/>
              <a:t>JavaScript</a:t>
            </a:r>
            <a:r>
              <a:rPr lang="zh-CN" altLang="zh-CN" dirty="0"/>
              <a:t>代码保存到外部</a:t>
            </a:r>
            <a:r>
              <a:rPr lang="en-US" altLang="zh-CN" dirty="0" err="1"/>
              <a:t>js</a:t>
            </a:r>
            <a:r>
              <a:rPr lang="zh-CN" altLang="zh-CN" dirty="0"/>
              <a:t>文件中，以供多张网页调用</a:t>
            </a:r>
            <a:r>
              <a:rPr lang="zh-CN" altLang="zh-CN" dirty="0" smtClean="0"/>
              <a:t>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95" y="3881437"/>
            <a:ext cx="3557710" cy="136943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701" y="3007301"/>
            <a:ext cx="3458243" cy="308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3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/>
              <a:t>的</a:t>
            </a:r>
            <a:r>
              <a:rPr lang="zh-CN" altLang="en-US" sz="3000" dirty="0" smtClean="0"/>
              <a:t>使用方法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）标签属性调用法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利用网页标签的属性来调用</a:t>
            </a:r>
            <a:r>
              <a:rPr lang="en-US" altLang="zh-CN" dirty="0"/>
              <a:t>JavaScript</a:t>
            </a:r>
            <a:r>
              <a:rPr lang="zh-CN" altLang="zh-CN" dirty="0"/>
              <a:t>代码</a:t>
            </a:r>
            <a:r>
              <a:rPr lang="zh-CN" altLang="zh-CN" dirty="0" smtClean="0"/>
              <a:t>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590" y="2925880"/>
            <a:ext cx="6069461" cy="316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0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/>
              <a:t>的</a:t>
            </a:r>
            <a:r>
              <a:rPr lang="zh-CN" altLang="en-US" sz="3000" dirty="0" smtClean="0"/>
              <a:t>使用</a:t>
            </a:r>
            <a:r>
              <a:rPr lang="zh-CN" altLang="en-US" sz="3000" dirty="0" smtClean="0"/>
              <a:t>方法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</a:t>
            </a:r>
            <a:r>
              <a:rPr lang="zh-CN" altLang="en-US" dirty="0" smtClean="0"/>
              <a:t>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292" y="2337107"/>
            <a:ext cx="9078257" cy="374936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94579" y="1951628"/>
            <a:ext cx="4346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 smtClean="0"/>
              <a:t>1 </a:t>
            </a:r>
            <a:r>
              <a:rPr lang="zh-CN" altLang="en-US" dirty="0" smtClean="0"/>
              <a:t>网页中使用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的三种方法对比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17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13903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在网页中使用</a:t>
            </a:r>
            <a:r>
              <a:rPr lang="en-US" altLang="zh-CN" dirty="0"/>
              <a:t>JavaScript</a:t>
            </a:r>
            <a:r>
              <a:rPr lang="zh-CN" altLang="zh-CN" dirty="0"/>
              <a:t>的三种方法各有优缺点，应根据</a:t>
            </a:r>
            <a:r>
              <a:rPr lang="en-US" altLang="zh-CN" dirty="0"/>
              <a:t>JavaScript</a:t>
            </a:r>
            <a:r>
              <a:rPr lang="zh-CN" altLang="zh-CN" dirty="0"/>
              <a:t>代码的使用范围、复杂程度、维护难度等因素来考虑使用哪种方法。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7502716" cy="36870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一张网页可以链接多个外部</a:t>
            </a:r>
            <a:r>
              <a:rPr lang="en-US" altLang="zh-CN" dirty="0" err="1" smtClean="0"/>
              <a:t>js</a:t>
            </a:r>
            <a:r>
              <a:rPr lang="zh-CN" altLang="en-US" dirty="0" smtClean="0"/>
              <a:t>文件吗？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一张</a:t>
            </a:r>
            <a:r>
              <a:rPr lang="zh-CN" altLang="en-US" dirty="0" smtClean="0"/>
              <a:t>网页可以多处嵌入</a:t>
            </a:r>
            <a:r>
              <a:rPr lang="en-US" altLang="zh-CN" dirty="0" smtClean="0"/>
              <a:t>&lt;script&gt;</a:t>
            </a:r>
            <a:r>
              <a:rPr lang="zh-CN" altLang="en-US" dirty="0" smtClean="0"/>
              <a:t>标签吗？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  考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825" y="1351493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402</Words>
  <Application>Microsoft Office PowerPoint</Application>
  <PresentationFormat>宽屏</PresentationFormat>
  <Paragraphs>41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了解JavaScript</vt:lpstr>
      <vt:lpstr>学习目标</vt:lpstr>
      <vt:lpstr>学习内容</vt:lpstr>
      <vt:lpstr>学习内容</vt:lpstr>
      <vt:lpstr>学习内容</vt:lpstr>
      <vt:lpstr>学习内容</vt:lpstr>
      <vt:lpstr>学习内容</vt:lpstr>
      <vt:lpstr>学习内容</vt:lpstr>
      <vt:lpstr>学习内容</vt:lpstr>
      <vt:lpstr>小  结</vt:lpstr>
      <vt:lpstr>思  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80</cp:revision>
  <dcterms:created xsi:type="dcterms:W3CDTF">2020-04-27T05:20:13Z</dcterms:created>
  <dcterms:modified xsi:type="dcterms:W3CDTF">2020-08-17T09:44:06Z</dcterms:modified>
</cp:coreProperties>
</file>