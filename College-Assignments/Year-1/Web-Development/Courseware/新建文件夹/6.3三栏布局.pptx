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78" r:id="rId8"/>
    <p:sldId id="288" r:id="rId9"/>
    <p:sldId id="289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75" r:id="rId20"/>
    <p:sldId id="290" r:id="rId21"/>
    <p:sldId id="291" r:id="rId22"/>
    <p:sldId id="267" r:id="rId23"/>
    <p:sldId id="26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451950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三栏布局</a:t>
            </a:r>
            <a:endParaRPr lang="zh-CN" altLang="en-US" sz="36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4000" dirty="0" smtClean="0"/>
              <a:t>掌握三栏固定宽度、可变宽度布局的实现</a:t>
            </a:r>
            <a:r>
              <a:rPr lang="zh-CN" altLang="en-US" sz="4000" dirty="0"/>
              <a:t>。</a:t>
            </a:r>
            <a:endParaRPr lang="en-US" altLang="zh-CN" sz="4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64277"/>
            <a:ext cx="4335262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将“两栏布局”案例修改为“三栏布局”。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实现三栏固定宽度布局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 descr="截图143"/>
          <p:cNvPicPr/>
          <p:nvPr/>
        </p:nvPicPr>
        <p:blipFill>
          <a:blip r:embed="rId2"/>
          <a:stretch>
            <a:fillRect/>
          </a:stretch>
        </p:blipFill>
        <p:spPr>
          <a:xfrm>
            <a:off x="5652654" y="1914573"/>
            <a:ext cx="5624945" cy="417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三栏固定宽度布局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 smtClean="0"/>
              <a:t>如图所示，</a:t>
            </a:r>
            <a:r>
              <a:rPr lang="zh-CN" altLang="zh-CN" dirty="0" smtClean="0"/>
              <a:t>网页</a:t>
            </a:r>
            <a:r>
              <a:rPr lang="zh-CN" altLang="zh-CN" dirty="0"/>
              <a:t>整体</a:t>
            </a:r>
            <a:r>
              <a:rPr lang="zh-CN" altLang="zh-CN" dirty="0" smtClean="0"/>
              <a:t>宽度</a:t>
            </a:r>
            <a:r>
              <a:rPr lang="en-US" altLang="zh-CN" dirty="0" smtClean="0"/>
              <a:t>900px</a:t>
            </a:r>
            <a:r>
              <a:rPr lang="zh-CN" altLang="zh-CN" dirty="0"/>
              <a:t>，其中左侧栏宽度保持</a:t>
            </a:r>
            <a:r>
              <a:rPr lang="en-US" altLang="zh-CN" dirty="0"/>
              <a:t>180px</a:t>
            </a:r>
            <a:r>
              <a:rPr lang="zh-CN" altLang="zh-CN" dirty="0" smtClean="0"/>
              <a:t>，</a:t>
            </a:r>
            <a:r>
              <a:rPr lang="zh-CN" altLang="zh-CN" dirty="0"/>
              <a:t>右侧栏宽度</a:t>
            </a:r>
            <a:r>
              <a:rPr lang="en-US" altLang="zh-CN" dirty="0" smtClean="0"/>
              <a:t>180px</a:t>
            </a:r>
            <a:r>
              <a:rPr lang="zh-CN" altLang="en-US" dirty="0" smtClean="0"/>
              <a:t>，</a:t>
            </a:r>
            <a:r>
              <a:rPr lang="zh-CN" altLang="zh-CN" dirty="0" smtClean="0"/>
              <a:t>中间栏</a:t>
            </a:r>
            <a:r>
              <a:rPr lang="zh-CN" altLang="en-US" dirty="0" smtClean="0"/>
              <a:t>占据剩余</a:t>
            </a:r>
            <a:r>
              <a:rPr lang="zh-CN" altLang="zh-CN" dirty="0" smtClean="0"/>
              <a:t>宽度。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190" y="2957483"/>
            <a:ext cx="5780560" cy="312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三栏固定宽度布局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2195483"/>
            <a:ext cx="5780560" cy="312899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522" y="1130444"/>
            <a:ext cx="3645477" cy="502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4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三栏固定宽度布局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2195483"/>
            <a:ext cx="5780560" cy="312899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662" y="1066805"/>
            <a:ext cx="3864119" cy="509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7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三栏可变宽度布局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网页整体宽度在</a:t>
            </a:r>
            <a:r>
              <a:rPr lang="en-US" altLang="zh-CN" dirty="0"/>
              <a:t>700~900px</a:t>
            </a:r>
            <a:r>
              <a:rPr lang="zh-CN" altLang="zh-CN" dirty="0"/>
              <a:t>之间，其中左侧栏宽度保持</a:t>
            </a:r>
            <a:r>
              <a:rPr lang="en-US" altLang="zh-CN" dirty="0"/>
              <a:t>180px</a:t>
            </a:r>
            <a:r>
              <a:rPr lang="zh-CN" altLang="zh-CN" dirty="0"/>
              <a:t>，右侧栏宽度保持</a:t>
            </a:r>
            <a:r>
              <a:rPr lang="en-US" altLang="zh-CN" dirty="0"/>
              <a:t>180px</a:t>
            </a:r>
            <a:r>
              <a:rPr lang="zh-CN" altLang="zh-CN" dirty="0"/>
              <a:t>，中间栏随着浏览器实际宽度自适应调整。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700" y="2882045"/>
            <a:ext cx="3311236" cy="3261744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716" y="2878674"/>
            <a:ext cx="5483852" cy="296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9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三栏可变宽度布局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882" y="1890347"/>
            <a:ext cx="4086624" cy="402554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745" y="1890347"/>
            <a:ext cx="4845092" cy="30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三栏可变宽度布局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882" y="1890347"/>
            <a:ext cx="4086624" cy="402554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380" y="1150360"/>
            <a:ext cx="3805238" cy="499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0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子元素选择器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子元素选择器只能选择父元素的第一级子元素。它与后代选择器不同的地方就在于，它只能选中父元素下的第一级子元素，而后代选择器能够选中父元素下的所有后代</a:t>
            </a:r>
            <a:r>
              <a:rPr lang="zh-CN" altLang="zh-CN" dirty="0" smtClean="0"/>
              <a:t>元素</a:t>
            </a:r>
            <a:r>
              <a:rPr lang="zh-CN" altLang="en-US" dirty="0"/>
              <a:t>。</a:t>
            </a:r>
            <a:r>
              <a:rPr lang="zh-CN" altLang="zh-CN" dirty="0" smtClean="0"/>
              <a:t>其</a:t>
            </a:r>
            <a:r>
              <a:rPr lang="zh-CN" altLang="zh-CN" dirty="0"/>
              <a:t>语法格式如下：</a:t>
            </a:r>
          </a:p>
          <a:p>
            <a:pPr marL="457200" lvl="1" indent="0" algn="ctr">
              <a:lnSpc>
                <a:spcPct val="150000"/>
              </a:lnSpc>
              <a:buNone/>
            </a:pPr>
            <a:r>
              <a:rPr lang="zh-CN" altLang="zh-CN" b="1" dirty="0"/>
              <a:t>父元素 </a:t>
            </a:r>
            <a:r>
              <a:rPr lang="en-US" altLang="zh-CN" b="1" dirty="0"/>
              <a:t>&gt; </a:t>
            </a:r>
            <a:r>
              <a:rPr lang="zh-CN" altLang="zh-CN" b="1" dirty="0"/>
              <a:t>子元素</a:t>
            </a:r>
            <a:r>
              <a:rPr lang="en-US" altLang="zh-CN" b="1" dirty="0"/>
              <a:t> { property1:value1; </a:t>
            </a:r>
            <a:r>
              <a:rPr lang="en-US" altLang="zh-CN" b="1" dirty="0" smtClean="0"/>
              <a:t>……}</a:t>
            </a:r>
            <a:endParaRPr lang="zh-CN" altLang="zh-CN" sz="2000" dirty="0"/>
          </a:p>
          <a:p>
            <a:pPr marL="457200" lvl="1" indent="0">
              <a:lnSpc>
                <a:spcPct val="150000"/>
              </a:lnSpc>
              <a:buNone/>
            </a:pP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146606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子元素选择器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例如</a:t>
            </a:r>
            <a:r>
              <a:rPr lang="zh-CN" altLang="zh-CN" dirty="0"/>
              <a:t>要选中</a:t>
            </a:r>
            <a:r>
              <a:rPr lang="en-US" altLang="zh-CN" dirty="0"/>
              <a:t>&lt;div&gt;</a:t>
            </a:r>
            <a:r>
              <a:rPr lang="zh-CN" altLang="zh-CN" dirty="0"/>
              <a:t>下的第一级</a:t>
            </a:r>
            <a:r>
              <a:rPr lang="en-US" altLang="zh-CN" dirty="0"/>
              <a:t>&lt;span&gt;</a:t>
            </a:r>
            <a:r>
              <a:rPr lang="zh-CN" altLang="zh-CN" dirty="0"/>
              <a:t>并将其设计为粗体，标签及样式如下：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712" y="2649682"/>
            <a:ext cx="5086350" cy="1743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712" y="4549889"/>
            <a:ext cx="5384193" cy="1536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499" y="3002244"/>
            <a:ext cx="2920354" cy="211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7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o</a:t>
            </a:r>
            <a:r>
              <a:rPr lang="en-US" altLang="zh-CN" sz="3000" dirty="0" smtClean="0"/>
              <a:t>verflow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overflow</a:t>
            </a:r>
            <a:r>
              <a:rPr lang="zh-CN" altLang="zh-CN" dirty="0"/>
              <a:t>用于定义溢出元素内容区的内容会如何处理。该属性常用的属性值及其含义如下</a:t>
            </a:r>
            <a:r>
              <a:rPr lang="zh-CN" altLang="zh-CN" dirty="0" smtClean="0"/>
              <a:t>表</a:t>
            </a:r>
            <a:r>
              <a:rPr lang="zh-CN" altLang="en-US" dirty="0" smtClean="0"/>
              <a:t>：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904" y="3133293"/>
            <a:ext cx="9497520" cy="145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0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o</a:t>
            </a:r>
            <a:r>
              <a:rPr lang="en-US" altLang="zh-CN" sz="3000" dirty="0" smtClean="0"/>
              <a:t>verflow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限定了</a:t>
            </a:r>
            <a:r>
              <a:rPr lang="en-US" altLang="zh-CN" dirty="0"/>
              <a:t>&lt;p&gt;</a:t>
            </a:r>
            <a:r>
              <a:rPr lang="zh-CN" altLang="zh-CN" dirty="0"/>
              <a:t>元素的宽和高，当文字内容溢出时分别设置</a:t>
            </a:r>
            <a:r>
              <a:rPr lang="en-US" altLang="zh-CN" dirty="0"/>
              <a:t>visible</a:t>
            </a:r>
            <a:r>
              <a:rPr lang="zh-CN" altLang="zh-CN" dirty="0"/>
              <a:t>、</a:t>
            </a:r>
            <a:r>
              <a:rPr lang="en-US" altLang="zh-CN" dirty="0"/>
              <a:t>hidden</a:t>
            </a:r>
            <a:r>
              <a:rPr lang="zh-CN" altLang="zh-CN" dirty="0"/>
              <a:t>、</a:t>
            </a:r>
            <a:r>
              <a:rPr lang="en-US" altLang="zh-CN" dirty="0"/>
              <a:t>scroll</a:t>
            </a:r>
            <a:r>
              <a:rPr lang="zh-CN" altLang="zh-CN" dirty="0"/>
              <a:t>可以看到不同的预览效果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10" b="10219"/>
          <a:stretch>
            <a:fillRect/>
          </a:stretch>
        </p:blipFill>
        <p:spPr>
          <a:xfrm>
            <a:off x="1391608" y="3200401"/>
            <a:ext cx="2988537" cy="1987186"/>
          </a:xfrm>
          <a:prstGeom prst="rect">
            <a:avLst/>
          </a:prstGeom>
          <a:ln>
            <a:noFill/>
          </a:ln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86" b="13869"/>
          <a:stretch>
            <a:fillRect/>
          </a:stretch>
        </p:blipFill>
        <p:spPr>
          <a:xfrm>
            <a:off x="4595380" y="3200401"/>
            <a:ext cx="3131322" cy="1987185"/>
          </a:xfrm>
          <a:prstGeom prst="rect">
            <a:avLst/>
          </a:prstGeom>
          <a:ln>
            <a:noFill/>
          </a:ln>
        </p:spPr>
      </p:pic>
      <p:pic>
        <p:nvPicPr>
          <p:cNvPr id="8" name="图片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86" b="15329"/>
          <a:stretch>
            <a:fillRect/>
          </a:stretch>
        </p:blipFill>
        <p:spPr>
          <a:xfrm>
            <a:off x="7950441" y="3200401"/>
            <a:ext cx="3185464" cy="1987185"/>
          </a:xfrm>
          <a:prstGeom prst="rect">
            <a:avLst/>
          </a:prstGeom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191905" y="5279866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r>
              <a:rPr lang="en-US" altLang="zh-CN" dirty="0" smtClean="0"/>
              <a:t>isible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534106" y="5267698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hidden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958060" y="527986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scroll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2926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w</a:t>
            </a:r>
            <a:r>
              <a:rPr lang="en-US" altLang="zh-CN" sz="3000" dirty="0" smtClean="0"/>
              <a:t>hite-space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white-space</a:t>
            </a:r>
            <a:r>
              <a:rPr lang="zh-CN" altLang="zh-CN" dirty="0"/>
              <a:t>用于定义如何处理元素内的空白。该属性常用的属性值及其含义如下</a:t>
            </a:r>
            <a:r>
              <a:rPr lang="zh-CN" altLang="zh-CN" dirty="0" smtClean="0"/>
              <a:t>表</a:t>
            </a:r>
            <a:r>
              <a:rPr lang="zh-CN" altLang="en-US" dirty="0"/>
              <a:t>：</a:t>
            </a:r>
            <a:endParaRPr lang="zh-CN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155" y="2968770"/>
            <a:ext cx="9546083" cy="217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4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994669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w</a:t>
            </a:r>
            <a:r>
              <a:rPr lang="en-US" altLang="zh-CN" sz="3000" dirty="0" smtClean="0"/>
              <a:t>hite-space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&lt;p&gt;</a:t>
            </a:r>
            <a:r>
              <a:rPr lang="zh-CN" altLang="zh-CN" dirty="0"/>
              <a:t>元素内有一段使用空格输入的空白，</a:t>
            </a:r>
            <a:r>
              <a:rPr lang="en-US" altLang="zh-CN" dirty="0"/>
              <a:t>white-space</a:t>
            </a:r>
            <a:r>
              <a:rPr lang="zh-CN" altLang="zh-CN" dirty="0"/>
              <a:t>的不同属性值可以看到不同的预览效果。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146" y="3172691"/>
            <a:ext cx="7653590" cy="117217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146" y="4496661"/>
            <a:ext cx="7706813" cy="158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5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9946699" cy="21197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w</a:t>
            </a:r>
            <a:r>
              <a:rPr lang="en-US" altLang="zh-CN" sz="3000" dirty="0" smtClean="0"/>
              <a:t>hite-space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&lt;p&gt;</a:t>
            </a:r>
            <a:r>
              <a:rPr lang="zh-CN" altLang="zh-CN" dirty="0"/>
              <a:t>元素内有一段使用空格输入的空白，</a:t>
            </a:r>
            <a:r>
              <a:rPr lang="en-US" altLang="zh-CN" dirty="0"/>
              <a:t>white-space</a:t>
            </a:r>
            <a:r>
              <a:rPr lang="zh-CN" altLang="zh-CN" dirty="0"/>
              <a:t>的不同属性值可以看到不同的预览效果。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309" y="3715181"/>
            <a:ext cx="2586945" cy="1688091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90" y="3179182"/>
            <a:ext cx="3065931" cy="1004887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504" y="4849091"/>
            <a:ext cx="3060646" cy="100315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572" y="2519794"/>
            <a:ext cx="2283039" cy="148010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572" y="4453370"/>
            <a:ext cx="2283039" cy="148010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964872" y="5403272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dirty="0" smtClean="0"/>
              <a:t>re-line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997918" y="4147248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pre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997918" y="5772785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nowrap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671182" y="3968142"/>
            <a:ext cx="158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  <a:r>
              <a:rPr lang="en-US" altLang="zh-CN" dirty="0" smtClean="0"/>
              <a:t>re-wrap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671182" y="5933476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normal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210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9946699" cy="21197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text-overflow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text-overflow</a:t>
            </a:r>
            <a:r>
              <a:rPr lang="zh-CN" altLang="zh-CN" dirty="0"/>
              <a:t>属性是</a:t>
            </a:r>
            <a:r>
              <a:rPr lang="en-US" altLang="zh-CN" dirty="0"/>
              <a:t>CSS3</a:t>
            </a:r>
            <a:r>
              <a:rPr lang="zh-CN" altLang="zh-CN" dirty="0"/>
              <a:t>新增加的样式，定义当文本溢出包含它的元素时，以什么方式处理。该属性常用的属性值及其含义如下</a:t>
            </a:r>
            <a:r>
              <a:rPr lang="zh-CN" altLang="zh-CN" dirty="0" smtClean="0"/>
              <a:t>表</a:t>
            </a:r>
            <a:r>
              <a:rPr lang="zh-CN" altLang="en-US" dirty="0" smtClean="0"/>
              <a:t>：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791" y="3167988"/>
            <a:ext cx="9564334" cy="144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3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9946699" cy="21197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text-overflow</a:t>
            </a:r>
            <a:r>
              <a:rPr lang="zh-CN" altLang="en-US" sz="3000" dirty="0" smtClean="0"/>
              <a:t>属性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对</a:t>
            </a:r>
            <a:r>
              <a:rPr lang="en-US" altLang="zh-CN" dirty="0"/>
              <a:t>&lt;p&gt;</a:t>
            </a:r>
            <a:r>
              <a:rPr lang="zh-CN" altLang="zh-CN" dirty="0"/>
              <a:t>元素定义了不能换行、内容溢出时隐藏的样式来配合实现文本溢出时的处理，</a:t>
            </a:r>
            <a:r>
              <a:rPr lang="en-US" altLang="zh-CN" dirty="0"/>
              <a:t>text-overflow</a:t>
            </a:r>
            <a:r>
              <a:rPr lang="zh-CN" altLang="zh-CN" dirty="0"/>
              <a:t>的不同属性值可以看到不同的预览效果。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008" y="3324657"/>
            <a:ext cx="3152724" cy="1108797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639" y="3324656"/>
            <a:ext cx="3152727" cy="1108798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28"/>
          <a:stretch/>
        </p:blipFill>
        <p:spPr>
          <a:xfrm>
            <a:off x="7845152" y="3324656"/>
            <a:ext cx="3127654" cy="11087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391286" y="4433453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clip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41918" y="4433453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ellipsis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915895" y="4433453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string</a:t>
            </a:r>
            <a:r>
              <a:rPr lang="zh-CN" altLang="en-US" dirty="0" smtClean="0"/>
              <a:t>效果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521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3421207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修改网页的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标签结构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600" dirty="0" smtClean="0"/>
              <a:t>在左边栏后面、中间栏前面插入右侧栏的标签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1" y="1156855"/>
            <a:ext cx="5624944" cy="493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5707207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修改网页的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）三栏固定宽度布局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调整最外层</a:t>
            </a:r>
            <a:r>
              <a:rPr lang="en-US" altLang="zh-CN" dirty="0"/>
              <a:t>div</a:t>
            </a:r>
            <a:r>
              <a:rPr lang="zh-CN" altLang="zh-CN" dirty="0"/>
              <a:t>的宽度为</a:t>
            </a:r>
            <a:r>
              <a:rPr lang="en-US" altLang="zh-CN" dirty="0"/>
              <a:t>1000px</a:t>
            </a:r>
            <a:r>
              <a:rPr lang="zh-CN" altLang="zh-CN" dirty="0"/>
              <a:t>；然后，设置</a:t>
            </a:r>
            <a:r>
              <a:rPr lang="en-US" altLang="zh-CN" dirty="0"/>
              <a:t>&lt;div id</a:t>
            </a:r>
            <a:r>
              <a:rPr lang="en-US" altLang="zh-CN" dirty="0" smtClean="0"/>
              <a:t>=“</a:t>
            </a:r>
            <a:r>
              <a:rPr lang="en-US" altLang="zh-CN" dirty="0" err="1" smtClean="0"/>
              <a:t>leftnav</a:t>
            </a:r>
            <a:r>
              <a:rPr lang="en-US" altLang="zh-CN" dirty="0" smtClean="0"/>
              <a:t>”&gt;</a:t>
            </a:r>
            <a:r>
              <a:rPr lang="zh-CN" altLang="zh-CN" dirty="0"/>
              <a:t>向左浮动</a:t>
            </a:r>
            <a:r>
              <a:rPr lang="zh-CN" altLang="zh-CN" dirty="0" smtClean="0"/>
              <a:t>、</a:t>
            </a:r>
            <a:r>
              <a:rPr lang="en-US" altLang="zh-CN" dirty="0" smtClean="0"/>
              <a:t>&lt;</a:t>
            </a:r>
            <a:r>
              <a:rPr lang="en-US" altLang="zh-CN" dirty="0"/>
              <a:t>div id</a:t>
            </a:r>
            <a:r>
              <a:rPr lang="en-US" altLang="zh-CN" dirty="0" smtClean="0"/>
              <a:t>=“right”&gt;</a:t>
            </a:r>
            <a:r>
              <a:rPr lang="zh-CN" altLang="zh-CN" dirty="0"/>
              <a:t>向右</a:t>
            </a:r>
            <a:r>
              <a:rPr lang="zh-CN" altLang="zh-CN" dirty="0" smtClean="0"/>
              <a:t>浮动</a:t>
            </a:r>
            <a:r>
              <a:rPr lang="zh-CN" altLang="en-US" dirty="0" smtClean="0"/>
              <a:t>，</a:t>
            </a:r>
            <a:r>
              <a:rPr lang="en-US" altLang="zh-CN" dirty="0"/>
              <a:t>&lt;</a:t>
            </a:r>
            <a:r>
              <a:rPr lang="en-US" altLang="zh-CN" dirty="0"/>
              <a:t>div id</a:t>
            </a:r>
            <a:r>
              <a:rPr lang="en-US" altLang="zh-CN" dirty="0"/>
              <a:t>=“main”&gt;</a:t>
            </a:r>
            <a:r>
              <a:rPr lang="zh-CN" altLang="en-US" dirty="0"/>
              <a:t>左右外边距预留出足够空间。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434" y="1069062"/>
            <a:ext cx="3329420" cy="501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1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695825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修改网页的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右侧</a:t>
            </a:r>
            <a:r>
              <a:rPr lang="zh-CN" altLang="en-US" sz="2600" dirty="0" smtClean="0"/>
              <a:t>栏</a:t>
            </a:r>
            <a:r>
              <a:rPr lang="zh-CN" altLang="en-US" sz="2600" dirty="0"/>
              <a:t>样式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通过</a:t>
            </a:r>
            <a:r>
              <a:rPr lang="en-US" altLang="zh-CN" dirty="0"/>
              <a:t>white-space</a:t>
            </a:r>
            <a:r>
              <a:rPr lang="zh-CN" altLang="zh-CN" dirty="0"/>
              <a:t>、</a:t>
            </a:r>
            <a:r>
              <a:rPr lang="en-US" altLang="zh-CN" dirty="0"/>
              <a:t>overflow</a:t>
            </a:r>
            <a:r>
              <a:rPr lang="zh-CN" altLang="zh-CN" dirty="0"/>
              <a:t>和</a:t>
            </a:r>
            <a:r>
              <a:rPr lang="en-US" altLang="zh-CN" dirty="0"/>
              <a:t>text-overflow</a:t>
            </a:r>
            <a:r>
              <a:rPr lang="zh-CN" altLang="zh-CN" dirty="0"/>
              <a:t>三个属性的组合来实现一行超链接文字溢出时显示省略号的</a:t>
            </a:r>
            <a:r>
              <a:rPr lang="zh-CN" altLang="zh-CN" dirty="0" smtClean="0"/>
              <a:t>效果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126980"/>
            <a:ext cx="4738255" cy="501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112953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div</a:t>
            </a:r>
            <a:r>
              <a:rPr lang="zh-CN" altLang="en-US" sz="3000" dirty="0"/>
              <a:t>划分网页区域，</a:t>
            </a:r>
            <a:r>
              <a:rPr lang="en-US" altLang="zh-CN" sz="3000" dirty="0"/>
              <a:t>float</a:t>
            </a:r>
            <a:r>
              <a:rPr lang="zh-CN" altLang="en-US" sz="3000" dirty="0" smtClean="0"/>
              <a:t>实现三栏</a:t>
            </a:r>
            <a:r>
              <a:rPr lang="zh-CN" altLang="en-US" sz="3000" dirty="0"/>
              <a:t>布局，</a:t>
            </a:r>
            <a:r>
              <a:rPr lang="zh-CN" altLang="en-US" sz="3000" dirty="0" smtClean="0"/>
              <a:t>注意标签顺序和浮动方向。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</a:t>
            </a:r>
            <a:r>
              <a:rPr lang="en-US" altLang="zh-CN" sz="3000" dirty="0" smtClean="0"/>
              <a:t>margin-left</a:t>
            </a:r>
            <a:r>
              <a:rPr lang="zh-CN" altLang="en-US" sz="3000" dirty="0" smtClean="0"/>
              <a:t>、</a:t>
            </a:r>
            <a:r>
              <a:rPr lang="en-US" altLang="zh-CN" sz="3000" dirty="0" smtClean="0"/>
              <a:t>margin-right</a:t>
            </a:r>
            <a:r>
              <a:rPr lang="zh-CN" altLang="en-US" sz="3000" dirty="0" smtClean="0"/>
              <a:t>实现中间栏宽度自适应。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7167477" cy="40155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本例中，可否将第三栏和中间栏的标签顺序调换？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将本例“三栏固定宽度布局”改为“两侧固定、中间可变宽度的布局”。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5112" y="1365141"/>
            <a:ext cx="1852613" cy="48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670</Words>
  <Application>Microsoft Office PowerPoint</Application>
  <PresentationFormat>宽屏</PresentationFormat>
  <Paragraphs>76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三栏布局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94</cp:revision>
  <dcterms:created xsi:type="dcterms:W3CDTF">2020-04-27T05:20:13Z</dcterms:created>
  <dcterms:modified xsi:type="dcterms:W3CDTF">2020-08-15T01:02:53Z</dcterms:modified>
</cp:coreProperties>
</file>