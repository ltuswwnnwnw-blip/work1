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5398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://www.dgpt.edu.c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04163" y="2076469"/>
            <a:ext cx="4711012" cy="991641"/>
          </a:xfrm>
        </p:spPr>
        <p:txBody>
          <a:bodyPr>
            <a:noAutofit/>
          </a:bodyPr>
          <a:lstStyle/>
          <a:p>
            <a:r>
              <a:rPr lang="zh-CN" altLang="en-US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网页文字的排版规则</a:t>
            </a:r>
            <a:endParaRPr lang="zh-CN" altLang="en-US" sz="36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7009534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 smtClean="0"/>
              <a:t>了解网页文字排版的评价依据</a:t>
            </a:r>
            <a:endParaRPr lang="en-US" altLang="zh-CN" sz="36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 smtClean="0"/>
              <a:t>了解提高网页文字易读性的方法</a:t>
            </a:r>
            <a:endParaRPr lang="zh-CN" altLang="en-US" sz="3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什么是好的网页文字排版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、文字</a:t>
            </a:r>
            <a:r>
              <a:rPr lang="zh-CN" altLang="en-US" dirty="0" smtClean="0"/>
              <a:t>有良好的易读性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 smtClean="0"/>
              <a:t>网页中</a:t>
            </a:r>
            <a:r>
              <a:rPr lang="zh-CN" altLang="en-US" dirty="0"/>
              <a:t>的</a:t>
            </a:r>
            <a:r>
              <a:rPr lang="zh-CN" altLang="zh-CN" dirty="0" smtClean="0"/>
              <a:t>文字必须</a:t>
            </a:r>
            <a:r>
              <a:rPr lang="zh-CN" altLang="zh-CN" dirty="0"/>
              <a:t>给人以清晰的视觉</a:t>
            </a:r>
            <a:r>
              <a:rPr lang="zh-CN" altLang="zh-CN" dirty="0" smtClean="0"/>
              <a:t>印象</a:t>
            </a:r>
            <a:r>
              <a:rPr lang="zh-CN" altLang="en-US" dirty="0" smtClean="0"/>
              <a:t>。</a:t>
            </a:r>
            <a:r>
              <a:rPr lang="zh-CN" altLang="zh-CN" dirty="0" smtClean="0"/>
              <a:t>提高</a:t>
            </a:r>
            <a:r>
              <a:rPr lang="zh-CN" altLang="zh-CN" dirty="0"/>
              <a:t>文字的易读性，可以从文字的字体、字号、对齐方式、行宽、行距、以及颜色等多方面因素综合</a:t>
            </a:r>
            <a:r>
              <a:rPr lang="zh-CN" altLang="zh-CN" dirty="0" smtClean="0"/>
              <a:t>考虑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、文字</a:t>
            </a:r>
            <a:r>
              <a:rPr lang="zh-CN" altLang="en-US" dirty="0"/>
              <a:t>的</a:t>
            </a:r>
            <a:r>
              <a:rPr lang="zh-CN" altLang="en-US" dirty="0" smtClean="0"/>
              <a:t>位置和比例设计合理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 smtClean="0"/>
              <a:t>网页中不同作用</a:t>
            </a:r>
            <a:r>
              <a:rPr lang="zh-CN" altLang="en-US" dirty="0" smtClean="0"/>
              <a:t>的文字，</a:t>
            </a:r>
            <a:r>
              <a:rPr lang="zh-CN" altLang="zh-CN" dirty="0" smtClean="0"/>
              <a:t>在位置和比例的设计上应该有所区分。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 smtClean="0"/>
              <a:t>标题</a:t>
            </a:r>
            <a:r>
              <a:rPr lang="zh-CN" altLang="zh-CN" dirty="0"/>
              <a:t>文字</a:t>
            </a:r>
            <a:r>
              <a:rPr lang="zh-CN" altLang="zh-CN" dirty="0" smtClean="0"/>
              <a:t>，通常</a:t>
            </a:r>
            <a:r>
              <a:rPr lang="zh-CN" altLang="zh-CN" dirty="0"/>
              <a:t>会单独放置，位置大多采用居中或左对齐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 smtClean="0"/>
              <a:t>正文</a:t>
            </a:r>
            <a:r>
              <a:rPr lang="zh-CN" altLang="en-US" dirty="0" smtClean="0"/>
              <a:t>，</a:t>
            </a:r>
            <a:r>
              <a:rPr lang="zh-CN" altLang="zh-CN" dirty="0" smtClean="0"/>
              <a:t>通常</a:t>
            </a:r>
            <a:r>
              <a:rPr lang="zh-CN" altLang="zh-CN" dirty="0"/>
              <a:t>所占比例比较大</a:t>
            </a:r>
            <a:r>
              <a:rPr lang="zh-CN" altLang="zh-CN" dirty="0" smtClean="0"/>
              <a:t>，具体</a:t>
            </a:r>
            <a:r>
              <a:rPr lang="zh-CN" altLang="zh-CN" dirty="0"/>
              <a:t>的比例划分需要根据网页的主题需要来决定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 smtClean="0"/>
              <a:t>说明</a:t>
            </a:r>
            <a:r>
              <a:rPr lang="zh-CN" altLang="zh-CN" dirty="0"/>
              <a:t>性</a:t>
            </a:r>
            <a:r>
              <a:rPr lang="zh-CN" altLang="zh-CN" dirty="0" smtClean="0"/>
              <a:t>文字</a:t>
            </a:r>
            <a:r>
              <a:rPr lang="zh-CN" altLang="en-US" dirty="0" smtClean="0"/>
              <a:t>，</a:t>
            </a:r>
            <a:r>
              <a:rPr lang="zh-CN" altLang="zh-CN" dirty="0" smtClean="0"/>
              <a:t>通常出现</a:t>
            </a:r>
            <a:r>
              <a:rPr lang="zh-CN" altLang="zh-CN" dirty="0"/>
              <a:t>在图片和表单元素的四周</a:t>
            </a:r>
            <a:r>
              <a:rPr lang="zh-CN" altLang="zh-CN" dirty="0" smtClean="0"/>
              <a:t>，在</a:t>
            </a:r>
            <a:r>
              <a:rPr lang="zh-CN" altLang="zh-CN" dirty="0"/>
              <a:t>网页中的</a:t>
            </a:r>
            <a:r>
              <a:rPr lang="zh-CN" altLang="zh-CN" dirty="0" smtClean="0"/>
              <a:t>比例比较</a:t>
            </a:r>
            <a:r>
              <a:rPr lang="zh-CN" altLang="zh-CN" dirty="0"/>
              <a:t>小。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学习内容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什么是好的网页文字排版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、文字</a:t>
            </a:r>
            <a:r>
              <a:rPr lang="zh-CN" altLang="en-US" dirty="0" smtClean="0"/>
              <a:t>的信息结构合理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网页中的文字不单要注重外在形式的设计，</a:t>
            </a:r>
            <a:r>
              <a:rPr lang="zh-CN" altLang="zh-CN" dirty="0" smtClean="0"/>
              <a:t>更</a:t>
            </a:r>
            <a:r>
              <a:rPr lang="zh-CN" altLang="en-US" dirty="0"/>
              <a:t>应</a:t>
            </a:r>
            <a:r>
              <a:rPr lang="zh-CN" altLang="en-US" dirty="0" smtClean="0"/>
              <a:t>注重合理的内容组织与层次划分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/>
              <a:t>合理的内容组织应该围绕着网页的主题和浏览者的需求来展开，在有限的网页空间内传达有效的文字</a:t>
            </a:r>
            <a:r>
              <a:rPr lang="zh-CN" altLang="zh-CN" dirty="0" smtClean="0"/>
              <a:t>信息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/>
              <a:t>合理的层次</a:t>
            </a:r>
            <a:r>
              <a:rPr lang="zh-CN" altLang="zh-CN" dirty="0" smtClean="0"/>
              <a:t>划分</a:t>
            </a:r>
            <a:endParaRPr lang="en-US" altLang="zh-CN" dirty="0"/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dirty="0"/>
              <a:t>把网页文字进行合理排序和分类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dirty="0"/>
              <a:t>借助各级标题清楚表现文字的层次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dirty="0"/>
              <a:t>合理的空间设计有利于提升文字的层次感。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学习内容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0146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6018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什么是好的网页文字排版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学习内容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43" r="12806"/>
          <a:stretch/>
        </p:blipFill>
        <p:spPr>
          <a:xfrm>
            <a:off x="1330035" y="1773382"/>
            <a:ext cx="3990109" cy="424053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60" r="12576"/>
          <a:stretch/>
        </p:blipFill>
        <p:spPr>
          <a:xfrm>
            <a:off x="7051964" y="1717962"/>
            <a:ext cx="3948546" cy="4347210"/>
          </a:xfrm>
          <a:prstGeom prst="rect">
            <a:avLst/>
          </a:prstGeom>
        </p:spPr>
      </p:pic>
      <p:cxnSp>
        <p:nvCxnSpPr>
          <p:cNvPr id="7" name="直接箭头连接符 6"/>
          <p:cNvCxnSpPr>
            <a:stCxn id="4" idx="3"/>
            <a:endCxn id="5" idx="1"/>
          </p:cNvCxnSpPr>
          <p:nvPr/>
        </p:nvCxnSpPr>
        <p:spPr>
          <a:xfrm flipV="1">
            <a:off x="5320144" y="3891567"/>
            <a:ext cx="1731820" cy="2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320138" y="3519052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改善文字排版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2349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8274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如何提高文字的</a:t>
            </a:r>
            <a:r>
              <a:rPr lang="zh-CN" altLang="en-US" sz="3000" dirty="0" smtClean="0"/>
              <a:t>易读性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4</a:t>
            </a:r>
            <a:r>
              <a:rPr lang="zh-CN" altLang="en-US" dirty="0" smtClean="0"/>
              <a:t>、字体</a:t>
            </a:r>
            <a:r>
              <a:rPr lang="zh-CN" altLang="en-US" dirty="0" smtClean="0"/>
              <a:t>与字号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 smtClean="0"/>
              <a:t>网页正文</a:t>
            </a:r>
            <a:endParaRPr lang="en-US" altLang="zh-CN" dirty="0" smtClean="0"/>
          </a:p>
          <a:p>
            <a:pPr marL="1371600" lvl="3" indent="0">
              <a:lnSpc>
                <a:spcPct val="150000"/>
              </a:lnSpc>
              <a:buNone/>
            </a:pPr>
            <a:r>
              <a:rPr lang="zh-CN" altLang="en-US" dirty="0" smtClean="0"/>
              <a:t>正文字号如果大于</a:t>
            </a:r>
            <a:r>
              <a:rPr lang="en-US" altLang="zh-CN" dirty="0" smtClean="0"/>
              <a:t>14px</a:t>
            </a:r>
            <a:r>
              <a:rPr lang="zh-CN" altLang="en-US" dirty="0" smtClean="0"/>
              <a:t>，使用非衬线体（如</a:t>
            </a:r>
            <a:r>
              <a:rPr lang="en-US" altLang="zh-CN" dirty="0" smtClean="0"/>
              <a:t>Arial</a:t>
            </a:r>
            <a:r>
              <a:rPr lang="zh-CN" altLang="en-US" dirty="0"/>
              <a:t>、</a:t>
            </a:r>
            <a:r>
              <a:rPr lang="zh-CN" altLang="zh-CN" dirty="0" smtClean="0"/>
              <a:t>微软</a:t>
            </a:r>
            <a:r>
              <a:rPr lang="zh-CN" altLang="zh-CN" dirty="0"/>
              <a:t>雅黑</a:t>
            </a:r>
            <a:r>
              <a:rPr lang="zh-CN" altLang="en-US" dirty="0" smtClean="0"/>
              <a:t>）笔画清晰有力，更为适合；如果小于</a:t>
            </a:r>
            <a:r>
              <a:rPr lang="en-US" altLang="zh-CN" dirty="0" smtClean="0"/>
              <a:t>14px</a:t>
            </a:r>
            <a:r>
              <a:rPr lang="zh-CN" altLang="en-US" dirty="0" smtClean="0"/>
              <a:t>，使用衬线体（如</a:t>
            </a:r>
            <a:r>
              <a:rPr lang="en-US" altLang="zh-CN" dirty="0"/>
              <a:t>Times New </a:t>
            </a:r>
            <a:r>
              <a:rPr lang="en-US" altLang="zh-CN" dirty="0" smtClean="0"/>
              <a:t>Roman</a:t>
            </a:r>
            <a:r>
              <a:rPr lang="zh-CN" altLang="en-US" dirty="0" smtClean="0"/>
              <a:t>、宋体）有更多的笔画细节，易于辨识。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网页</a:t>
            </a:r>
            <a:r>
              <a:rPr lang="zh-CN" altLang="en-US" dirty="0" smtClean="0"/>
              <a:t>标题</a:t>
            </a:r>
            <a:endParaRPr lang="en-US" altLang="zh-CN" dirty="0" smtClean="0"/>
          </a:p>
          <a:p>
            <a:pPr marL="1371600" lvl="3" indent="0">
              <a:lnSpc>
                <a:spcPct val="150000"/>
              </a:lnSpc>
              <a:buNone/>
            </a:pPr>
            <a:r>
              <a:rPr lang="zh-CN" altLang="en-US" dirty="0" smtClean="0"/>
              <a:t>标题字体大多使用</a:t>
            </a:r>
            <a:r>
              <a:rPr lang="zh-CN" altLang="zh-CN" dirty="0"/>
              <a:t>非衬线体，使得标题饱满醒目，更为有力量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学习内容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178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5083753" cy="48274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如何提高文字的</a:t>
            </a:r>
            <a:r>
              <a:rPr lang="zh-CN" altLang="en-US" sz="3000" dirty="0" smtClean="0"/>
              <a:t>易读性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5</a:t>
            </a:r>
            <a:r>
              <a:rPr lang="zh-CN" altLang="en-US" dirty="0" smtClean="0"/>
              <a:t>、对齐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/>
              <a:t>网页中的正文通常采用左对齐，考虑到人眼的浏览习惯是从左往右，左对齐时右侧产生的不对齐效果恰好是对视力的一个帮助，借助变化告诉眼睛可以换行了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/>
              <a:t>网页</a:t>
            </a:r>
            <a:r>
              <a:rPr lang="zh-CN" altLang="zh-CN" dirty="0" smtClean="0"/>
              <a:t>标题</a:t>
            </a:r>
            <a:r>
              <a:rPr lang="zh-CN" altLang="en-US" dirty="0" smtClean="0"/>
              <a:t>的</a:t>
            </a:r>
            <a:r>
              <a:rPr lang="zh-CN" altLang="zh-CN" dirty="0" smtClean="0"/>
              <a:t>对齐</a:t>
            </a:r>
            <a:r>
              <a:rPr lang="zh-CN" altLang="zh-CN" dirty="0"/>
              <a:t>方式可以多样化，以实现个性的设计效果。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学习内容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896" y="1171574"/>
            <a:ext cx="5190569" cy="482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7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1171575"/>
            <a:ext cx="10099099" cy="48274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如何提高文字的</a:t>
            </a:r>
            <a:r>
              <a:rPr lang="zh-CN" altLang="en-US" sz="3000" dirty="0" smtClean="0"/>
              <a:t>易读性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6</a:t>
            </a:r>
            <a:r>
              <a:rPr lang="zh-CN" altLang="en-US" dirty="0" smtClean="0"/>
              <a:t>、行</a:t>
            </a:r>
            <a:r>
              <a:rPr lang="zh-CN" altLang="en-US" dirty="0" smtClean="0"/>
              <a:t>宽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行宽指的是一行文本的宽度。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 smtClean="0"/>
              <a:t>网页</a:t>
            </a:r>
            <a:r>
              <a:rPr lang="zh-CN" altLang="zh-CN" dirty="0"/>
              <a:t>中文本的行宽如果过长，读者需要左右转动脖子，容易疲劳，并且也很容易发生串行</a:t>
            </a:r>
            <a:r>
              <a:rPr lang="zh-CN" altLang="zh-CN" dirty="0" smtClean="0"/>
              <a:t>。我们</a:t>
            </a:r>
            <a:r>
              <a:rPr lang="zh-CN" altLang="zh-CN" dirty="0"/>
              <a:t>在设计网页时，应注意阅读区的划分，让每块网页空间承载合理的字数，以获得良好的易读性。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学习内容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181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4931354" cy="48274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如何提高文字的</a:t>
            </a:r>
            <a:r>
              <a:rPr lang="zh-CN" altLang="en-US" sz="3000" dirty="0" smtClean="0"/>
              <a:t>易读性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7</a:t>
            </a:r>
            <a:r>
              <a:rPr lang="zh-CN" altLang="en-US" dirty="0" smtClean="0"/>
              <a:t>、行距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行距指的是行与行之间的距离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/>
              <a:t>网页中的行距取决于字号，一般来说，行距是字号的</a:t>
            </a:r>
            <a:r>
              <a:rPr lang="en-US" altLang="zh-CN" dirty="0"/>
              <a:t>1.2</a:t>
            </a:r>
            <a:r>
              <a:rPr lang="zh-CN" altLang="zh-CN" dirty="0"/>
              <a:t>到</a:t>
            </a:r>
            <a:r>
              <a:rPr lang="en-US" altLang="zh-CN" dirty="0"/>
              <a:t>1.5</a:t>
            </a:r>
            <a:r>
              <a:rPr lang="zh-CN" altLang="zh-CN" dirty="0"/>
              <a:t>倍之间的数值，字号越小行距应该越大，以此来提高文字的易读性。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学习内容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308" y="1171575"/>
            <a:ext cx="4578927" cy="493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3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071390" cy="48274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如何提高文字的</a:t>
            </a:r>
            <a:r>
              <a:rPr lang="zh-CN" altLang="en-US" sz="3000" dirty="0" smtClean="0"/>
              <a:t>易读性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8</a:t>
            </a:r>
            <a:r>
              <a:rPr lang="zh-CN" altLang="en-US" dirty="0" smtClean="0"/>
              <a:t>、颜色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/>
              <a:t>字体颜色</a:t>
            </a:r>
            <a:r>
              <a:rPr lang="zh-CN" altLang="zh-CN" dirty="0" smtClean="0"/>
              <a:t>。网页</a:t>
            </a:r>
            <a:r>
              <a:rPr lang="zh-CN" altLang="zh-CN" dirty="0"/>
              <a:t>的</a:t>
            </a:r>
            <a:r>
              <a:rPr lang="zh-CN" altLang="zh-CN" dirty="0" smtClean="0"/>
              <a:t>正文，</a:t>
            </a:r>
            <a:r>
              <a:rPr lang="zh-CN" altLang="zh-CN" dirty="0"/>
              <a:t>应使用柔和清晰的字体颜色，如深灰色，尽量少使用纯色字体，如</a:t>
            </a:r>
            <a:r>
              <a:rPr lang="zh-CN" altLang="zh-CN" dirty="0" smtClean="0"/>
              <a:t>纯黑、纯红或纯蓝，</a:t>
            </a:r>
            <a:r>
              <a:rPr lang="zh-CN" altLang="zh-CN" dirty="0"/>
              <a:t>这些颜色饱和度高的纯色对于眼睛的刺激比较大，不利于大片文字的</a:t>
            </a:r>
            <a:r>
              <a:rPr lang="zh-CN" altLang="zh-CN" dirty="0" smtClean="0"/>
              <a:t>阅读</a:t>
            </a:r>
            <a:r>
              <a:rPr lang="zh-CN" altLang="en-US" dirty="0"/>
              <a:t>；</a:t>
            </a:r>
            <a:r>
              <a:rPr lang="zh-CN" altLang="zh-CN" dirty="0" smtClean="0"/>
              <a:t>网页</a:t>
            </a:r>
            <a:r>
              <a:rPr lang="zh-CN" altLang="zh-CN" dirty="0"/>
              <a:t>的标题以及少量提示</a:t>
            </a:r>
            <a:r>
              <a:rPr lang="zh-CN" altLang="zh-CN" dirty="0" smtClean="0"/>
              <a:t>信息，</a:t>
            </a:r>
            <a:r>
              <a:rPr lang="zh-CN" altLang="zh-CN" dirty="0"/>
              <a:t>可以采用亮眼的颜色，以提高文字的重要性和关注度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/>
              <a:t>背景颜色。背景颜色与字体颜色的对比度要足够大，保证文字的易读性。低亮度的浅色背景（如浅灰色、淡绿色）在网页设计中使用较多，配合深色文字，可以提高阅读的舒适度。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学习内容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1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071390" cy="48274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如何提高文字的</a:t>
            </a:r>
            <a:r>
              <a:rPr lang="zh-CN" altLang="en-US" sz="3000" dirty="0" smtClean="0"/>
              <a:t>易读性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9</a:t>
            </a:r>
            <a:r>
              <a:rPr lang="zh-CN" altLang="en-US" dirty="0" smtClean="0"/>
              <a:t>、其他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/>
              <a:t>不要使用超过</a:t>
            </a:r>
            <a:r>
              <a:rPr lang="en-US" altLang="zh-CN" dirty="0"/>
              <a:t>3</a:t>
            </a:r>
            <a:r>
              <a:rPr lang="zh-CN" altLang="zh-CN" dirty="0"/>
              <a:t>种以上的</a:t>
            </a:r>
            <a:r>
              <a:rPr lang="zh-CN" altLang="zh-CN" dirty="0" smtClean="0"/>
              <a:t>字体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/>
              <a:t>不要用太大的</a:t>
            </a:r>
            <a:r>
              <a:rPr lang="zh-CN" altLang="zh-CN" dirty="0" smtClean="0"/>
              <a:t>字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/>
              <a:t>不要使用不停闪烁的</a:t>
            </a:r>
            <a:r>
              <a:rPr lang="zh-CN" altLang="zh-CN" dirty="0" smtClean="0"/>
              <a:t>文字</a:t>
            </a:r>
            <a:endParaRPr lang="en-US" altLang="zh-CN" dirty="0" smtClean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dirty="0"/>
              <a:t>标题与正文在字号、颜色上应有所区别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学习内容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162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5819776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网页文字的排版规则只是一个大的方向，并不是一成不变的</a:t>
            </a:r>
            <a:r>
              <a:rPr lang="zh-CN" altLang="zh-CN" dirty="0" smtClean="0"/>
              <a:t>条条框框</a:t>
            </a:r>
            <a:r>
              <a:rPr lang="zh-CN" altLang="en-US" dirty="0"/>
              <a:t>。</a:t>
            </a:r>
            <a:r>
              <a:rPr lang="zh-CN" altLang="zh-CN" dirty="0" smtClean="0"/>
              <a:t>实际中</a:t>
            </a:r>
            <a:r>
              <a:rPr lang="zh-CN" altLang="en-US" dirty="0"/>
              <a:t>，</a:t>
            </a:r>
            <a:r>
              <a:rPr lang="zh-CN" altLang="zh-CN" dirty="0" smtClean="0"/>
              <a:t>网页</a:t>
            </a:r>
            <a:r>
              <a:rPr lang="zh-CN" altLang="zh-CN" dirty="0"/>
              <a:t>设计师需要根据浏览设备、网站主题、目标用户的偏好等具体情况来把握网页文字的展现效果。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337" y="3009900"/>
            <a:ext cx="2658412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6096001" cy="491489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请在浏览器中打开网页</a:t>
            </a:r>
            <a:r>
              <a:rPr lang="en-US" altLang="zh-CN" dirty="0" smtClean="0">
                <a:hlinkClick r:id="rId2"/>
              </a:rPr>
              <a:t>http://www.dgpt.edu.cn</a:t>
            </a:r>
            <a:r>
              <a:rPr lang="zh-CN" altLang="en-US" dirty="0" smtClean="0"/>
              <a:t>，尝试分析网页中的文字排版特点。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课后作业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37" y="1365141"/>
            <a:ext cx="1852613" cy="483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808</Words>
  <Application>Microsoft Office PowerPoint</Application>
  <PresentationFormat>宽屏</PresentationFormat>
  <Paragraphs>63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网页文字的排版规则</vt:lpstr>
      <vt:lpstr>学习目标</vt:lpstr>
      <vt:lpstr>学习内容</vt:lpstr>
      <vt:lpstr>学习内容</vt:lpstr>
      <vt:lpstr>学习内容</vt:lpstr>
      <vt:lpstr>学习内容</vt:lpstr>
      <vt:lpstr>学习内容</vt:lpstr>
      <vt:lpstr>学习内容</vt:lpstr>
      <vt:lpstr>学习内容</vt:lpstr>
      <vt:lpstr>学习内容</vt:lpstr>
      <vt:lpstr>学习内容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34</cp:revision>
  <dcterms:created xsi:type="dcterms:W3CDTF">2020-04-27T05:20:13Z</dcterms:created>
  <dcterms:modified xsi:type="dcterms:W3CDTF">2020-07-22T08:50:11Z</dcterms:modified>
</cp:coreProperties>
</file>