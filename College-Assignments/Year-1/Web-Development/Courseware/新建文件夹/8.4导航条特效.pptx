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76" r:id="rId6"/>
    <p:sldId id="277" r:id="rId7"/>
    <p:sldId id="278" r:id="rId8"/>
    <p:sldId id="279" r:id="rId9"/>
    <p:sldId id="280" r:id="rId10"/>
    <p:sldId id="282" r:id="rId11"/>
    <p:sldId id="267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2020-9-18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454729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导航条特效</a:t>
            </a:r>
            <a:endParaRPr lang="zh-CN" altLang="en-US" sz="40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掌握导航条的下拉、收起控制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掌握标签、样式和</a:t>
            </a:r>
            <a:r>
              <a:rPr lang="en-US" altLang="zh-CN" sz="3200" dirty="0" smtClean="0"/>
              <a:t>JavaScript</a:t>
            </a:r>
            <a:r>
              <a:rPr lang="zh-CN" altLang="en-US" sz="3200" dirty="0" smtClean="0"/>
              <a:t>的相互配合</a:t>
            </a: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8954713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合理</a:t>
            </a:r>
            <a:r>
              <a:rPr lang="zh-CN" altLang="en-US" sz="3000" dirty="0" smtClean="0"/>
              <a:t>设计一级、二级菜单的标签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合理</a:t>
            </a:r>
            <a:r>
              <a:rPr lang="zh-CN" altLang="en-US" sz="3000" dirty="0" smtClean="0"/>
              <a:t>设计菜单样式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添加</a:t>
            </a:r>
            <a:r>
              <a:rPr lang="zh-CN" altLang="en-US" sz="3000" dirty="0"/>
              <a:t>鼠标事件</a:t>
            </a:r>
            <a:r>
              <a:rPr lang="zh-CN" altLang="en-US" sz="3000" dirty="0" smtClean="0"/>
              <a:t>控制二级菜单的下拉、收起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538" y="3693565"/>
            <a:ext cx="9481261" cy="221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9965916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结构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采用列表设计</a:t>
            </a:r>
            <a:r>
              <a:rPr lang="zh-CN" altLang="zh-CN" dirty="0"/>
              <a:t>导航条的整体结构，</a:t>
            </a:r>
            <a:r>
              <a:rPr lang="zh-CN" altLang="zh-CN" dirty="0" smtClean="0"/>
              <a:t>每个</a:t>
            </a:r>
            <a:r>
              <a:rPr lang="zh-CN" altLang="en-US" dirty="0"/>
              <a:t>列表</a:t>
            </a:r>
            <a:r>
              <a:rPr lang="zh-CN" altLang="en-US" dirty="0" smtClean="0"/>
              <a:t>项</a:t>
            </a:r>
            <a:r>
              <a:rPr lang="en-US" altLang="zh-CN" dirty="0" smtClean="0"/>
              <a:t>&lt;li&gt;</a:t>
            </a:r>
            <a:r>
              <a:rPr lang="zh-CN" altLang="zh-CN" dirty="0" smtClean="0"/>
              <a:t>对应</a:t>
            </a:r>
            <a:r>
              <a:rPr lang="zh-CN" altLang="zh-CN" dirty="0"/>
              <a:t>一个一级菜单项的范围，</a:t>
            </a:r>
            <a:r>
              <a:rPr lang="zh-CN" altLang="zh-CN" dirty="0" smtClean="0"/>
              <a:t>内部包含</a:t>
            </a:r>
            <a:r>
              <a:rPr lang="zh-CN" altLang="zh-CN" dirty="0"/>
              <a:t>用于显示一级菜单文字的</a:t>
            </a:r>
            <a:r>
              <a:rPr lang="en-US" altLang="zh-CN" dirty="0"/>
              <a:t>&lt;a&gt;</a:t>
            </a:r>
            <a:r>
              <a:rPr lang="zh-CN" altLang="zh-CN" dirty="0"/>
              <a:t>和二级菜单</a:t>
            </a:r>
            <a:r>
              <a:rPr lang="en-US" altLang="zh-CN" dirty="0"/>
              <a:t>&lt;div&gt;</a:t>
            </a:r>
            <a:r>
              <a:rPr lang="zh-CN" altLang="zh-CN" dirty="0"/>
              <a:t>，</a:t>
            </a:r>
            <a:r>
              <a:rPr lang="en-US" altLang="zh-CN" dirty="0"/>
              <a:t>&lt;div&gt;</a:t>
            </a:r>
            <a:r>
              <a:rPr lang="zh-CN" altLang="zh-CN" dirty="0"/>
              <a:t>内是二级菜单的超链接，如果没有二级菜单，可以为空。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9965916" cy="13005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结构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49" y="1880170"/>
            <a:ext cx="4512393" cy="421877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917" y="1880170"/>
            <a:ext cx="4703156" cy="421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7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376278" cy="50171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）公共样式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统一了导航条的宽度为</a:t>
            </a:r>
            <a:r>
              <a:rPr lang="en-US" altLang="zh-CN" dirty="0"/>
              <a:t>600px</a:t>
            </a:r>
            <a:r>
              <a:rPr lang="zh-CN" altLang="zh-CN" dirty="0"/>
              <a:t>、清除列表符号，并统一设置超链接为行内块状元素、去除下划线等。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140" y="1156408"/>
            <a:ext cx="3712291" cy="497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3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376278" cy="50171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）一级菜单的样式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一级菜单的范围对应</a:t>
            </a:r>
            <a:r>
              <a:rPr lang="en-US" altLang="zh-CN" dirty="0"/>
              <a:t>&lt;li&gt;</a:t>
            </a:r>
            <a:r>
              <a:rPr lang="zh-CN" altLang="zh-CN" dirty="0"/>
              <a:t>，所以鼠标经过</a:t>
            </a:r>
            <a:r>
              <a:rPr lang="en-US" altLang="zh-CN" dirty="0"/>
              <a:t>li</a:t>
            </a:r>
            <a:r>
              <a:rPr lang="zh-CN" altLang="zh-CN" dirty="0"/>
              <a:t>时要改变背景色和超链接文字的颜色。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295" y="1264256"/>
            <a:ext cx="4507782" cy="460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6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376278" cy="50171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二</a:t>
            </a:r>
            <a:r>
              <a:rPr lang="zh-CN" altLang="en-US" sz="2600" dirty="0" smtClean="0"/>
              <a:t>级菜单的样式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难点是如何调整位置，使其脱离一级菜单的制约，能够排列在下方，并且与一级菜单同宽。这里使用“父相子绝”的定位组合来</a:t>
            </a:r>
            <a:r>
              <a:rPr lang="zh-CN" altLang="zh-CN" dirty="0" smtClean="0"/>
              <a:t>实现</a:t>
            </a:r>
            <a:r>
              <a:rPr lang="zh-CN" altLang="en-US" dirty="0" smtClean="0"/>
              <a:t>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652" y="1304310"/>
            <a:ext cx="5806484" cy="476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6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995413" cy="50171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设计导航条的交互效果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sz="2200" dirty="0"/>
              <a:t>一级菜单通过</a:t>
            </a:r>
            <a:r>
              <a:rPr lang="en-US" altLang="zh-CN" sz="2200" dirty="0" err="1"/>
              <a:t>onmouseover</a:t>
            </a:r>
            <a:r>
              <a:rPr lang="zh-CN" altLang="zh-CN" sz="2200" dirty="0"/>
              <a:t>事件</a:t>
            </a:r>
            <a:r>
              <a:rPr lang="zh-CN" altLang="zh-CN" sz="2200" dirty="0" smtClean="0"/>
              <a:t>触发</a:t>
            </a:r>
            <a:r>
              <a:rPr lang="en-US" altLang="zh-CN" sz="2200" dirty="0" smtClean="0"/>
              <a:t>show(</a:t>
            </a:r>
            <a:r>
              <a:rPr lang="en-US" altLang="zh-CN" sz="2200" dirty="0" err="1" smtClean="0"/>
              <a:t>num</a:t>
            </a:r>
            <a:r>
              <a:rPr lang="en-US" altLang="zh-CN" sz="2200" dirty="0"/>
              <a:t>)</a:t>
            </a:r>
            <a:r>
              <a:rPr lang="zh-CN" altLang="zh-CN" sz="2200" dirty="0"/>
              <a:t>函数，该函数控制二级</a:t>
            </a:r>
            <a:r>
              <a:rPr lang="zh-CN" altLang="zh-CN" sz="2200" dirty="0" smtClean="0"/>
              <a:t>菜单显示；通过</a:t>
            </a:r>
            <a:r>
              <a:rPr lang="en-US" altLang="zh-CN" sz="2200" dirty="0" err="1"/>
              <a:t>onmouseout</a:t>
            </a:r>
            <a:r>
              <a:rPr lang="zh-CN" altLang="zh-CN" sz="2200" dirty="0"/>
              <a:t>事件</a:t>
            </a:r>
            <a:r>
              <a:rPr lang="zh-CN" altLang="zh-CN" sz="2200" dirty="0" smtClean="0"/>
              <a:t>触发</a:t>
            </a:r>
            <a:r>
              <a:rPr lang="en-US" altLang="zh-CN" sz="2200" dirty="0" smtClean="0"/>
              <a:t>hide(</a:t>
            </a:r>
            <a:r>
              <a:rPr lang="en-US" altLang="zh-CN" sz="2200" dirty="0" err="1" smtClean="0"/>
              <a:t>num</a:t>
            </a:r>
            <a:r>
              <a:rPr lang="en-US" altLang="zh-CN" sz="2200" dirty="0"/>
              <a:t>)</a:t>
            </a:r>
            <a:r>
              <a:rPr lang="zh-CN" altLang="zh-CN" sz="2200" dirty="0"/>
              <a:t>函数，该函数控制二级</a:t>
            </a:r>
            <a:r>
              <a:rPr lang="zh-CN" altLang="zh-CN" sz="2200" dirty="0" smtClean="0"/>
              <a:t>菜单隐藏。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340" y="2910528"/>
            <a:ext cx="7119478" cy="306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9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671245" cy="50171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设计导航条的交互效果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err="1" smtClean="0"/>
              <a:t>onmouseover</a:t>
            </a:r>
            <a:r>
              <a:rPr lang="zh-CN" altLang="zh-CN" dirty="0"/>
              <a:t>和</a:t>
            </a:r>
            <a:r>
              <a:rPr lang="en-US" altLang="zh-CN" dirty="0" err="1"/>
              <a:t>onmouseout</a:t>
            </a:r>
            <a:r>
              <a:rPr lang="zh-CN" altLang="zh-CN" dirty="0"/>
              <a:t>事件添加在有二级菜单的</a:t>
            </a:r>
            <a:r>
              <a:rPr lang="en-US" altLang="zh-CN" dirty="0"/>
              <a:t>&lt;li&gt;</a:t>
            </a:r>
            <a:r>
              <a:rPr lang="zh-CN" altLang="zh-CN" dirty="0"/>
              <a:t>标签上，没有二级菜单的</a:t>
            </a:r>
            <a:r>
              <a:rPr lang="en-US" altLang="zh-CN" dirty="0"/>
              <a:t>&lt;li&gt;</a:t>
            </a:r>
            <a:r>
              <a:rPr lang="zh-CN" altLang="zh-CN" dirty="0"/>
              <a:t>可以不添加。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054" y="1132092"/>
            <a:ext cx="5113236" cy="505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70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9719483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在标签设计</a:t>
            </a:r>
            <a:r>
              <a:rPr lang="zh-CN" altLang="en-US" sz="3000" dirty="0" smtClean="0"/>
              <a:t>上将二级菜单嵌套在一级菜单内部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</a:t>
            </a:r>
            <a:r>
              <a:rPr lang="en-US" altLang="zh-CN" sz="3000" dirty="0" smtClean="0"/>
              <a:t>position</a:t>
            </a:r>
            <a:r>
              <a:rPr lang="zh-CN" altLang="en-US" sz="3000" dirty="0" smtClean="0"/>
              <a:t>定位调整二级菜单的位置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鼠标</a:t>
            </a:r>
            <a:r>
              <a:rPr lang="zh-CN" altLang="en-US" sz="3000" dirty="0" smtClean="0"/>
              <a:t>经过、鼠标移开事件调用</a:t>
            </a:r>
            <a:r>
              <a:rPr lang="en-US" altLang="zh-CN" sz="3000" dirty="0" smtClean="0"/>
              <a:t>JavaScript</a:t>
            </a:r>
            <a:r>
              <a:rPr lang="zh-CN" altLang="en-US" sz="3000" dirty="0" smtClean="0"/>
              <a:t>函数实现菜单的显示和隐藏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096001" cy="14801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实现垂直导航条的弹出菜单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282" y="2182263"/>
            <a:ext cx="3252670" cy="253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388</Words>
  <Application>Microsoft Office PowerPoint</Application>
  <PresentationFormat>宽屏</PresentationFormat>
  <Paragraphs>37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导航条特效</vt:lpstr>
      <vt:lpstr>学习目标</vt:lpstr>
      <vt:lpstr>任务目标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81</cp:revision>
  <dcterms:created xsi:type="dcterms:W3CDTF">2020-04-27T05:20:13Z</dcterms:created>
  <dcterms:modified xsi:type="dcterms:W3CDTF">2020-09-18T13:49:03Z</dcterms:modified>
</cp:coreProperties>
</file>