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9" r:id="rId18"/>
    <p:sldId id="288" r:id="rId19"/>
    <p:sldId id="290" r:id="rId20"/>
    <p:sldId id="292" r:id="rId21"/>
    <p:sldId id="291" r:id="rId22"/>
    <p:sldId id="293" r:id="rId23"/>
    <p:sldId id="295" r:id="rId24"/>
    <p:sldId id="294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275" r:id="rId35"/>
    <p:sldId id="305" r:id="rId36"/>
    <p:sldId id="306" r:id="rId37"/>
    <p:sldId id="307" r:id="rId38"/>
    <p:sldId id="267" r:id="rId39"/>
    <p:sldId id="268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63043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文档对象模型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掌握</a:t>
            </a:r>
            <a:r>
              <a:rPr lang="en-US" altLang="zh-CN" sz="3400" dirty="0" smtClean="0"/>
              <a:t>JavaScript</a:t>
            </a:r>
            <a:r>
              <a:rPr lang="zh-CN" altLang="en-US" sz="3400" dirty="0" smtClean="0"/>
              <a:t>的函数与事件</a:t>
            </a:r>
            <a:endParaRPr lang="en-US" altLang="zh-CN" sz="3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dirty="0"/>
              <a:t>理解</a:t>
            </a:r>
            <a:r>
              <a:rPr lang="zh-CN" altLang="en-US" sz="3400" dirty="0" smtClean="0"/>
              <a:t>文档对象模型的概念</a:t>
            </a:r>
            <a:endParaRPr lang="en-US" altLang="zh-CN" sz="3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能够运用文档对象模型操作网页元素和样式</a:t>
            </a:r>
            <a:endParaRPr lang="en-US" altLang="zh-CN" sz="3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9995413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为</a:t>
            </a:r>
            <a:r>
              <a:rPr lang="zh-CN" altLang="en-US" sz="3000" dirty="0" smtClean="0"/>
              <a:t>按钮绑定事件，实现点击按钮更换元素的背景色。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 rotWithShape="1">
          <a:blip r:embed="rId2"/>
          <a:srcRect l="7374" t="7455" r="30736"/>
          <a:stretch/>
        </p:blipFill>
        <p:spPr bwMode="auto">
          <a:xfrm>
            <a:off x="1205742" y="1976284"/>
            <a:ext cx="4887055" cy="41101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图片 4"/>
          <p:cNvPicPr/>
          <p:nvPr/>
        </p:nvPicPr>
        <p:blipFill rotWithShape="1">
          <a:blip r:embed="rId3"/>
          <a:srcRect l="7663" t="6941" r="30447"/>
          <a:stretch/>
        </p:blipFill>
        <p:spPr bwMode="auto">
          <a:xfrm>
            <a:off x="6259158" y="1976284"/>
            <a:ext cx="4860137" cy="41101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函数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函数是一段为了完成特定任务设计的、可以重复使用的代码块，可以由事件驱动或者指定调用来执行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）无参函数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无参函数可通过函数名直接调用，无需传递任何数据，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smtClean="0"/>
              <a:t>function </a:t>
            </a:r>
            <a:r>
              <a:rPr lang="zh-CN" altLang="zh-CN" dirty="0"/>
              <a:t>函数名</a:t>
            </a:r>
            <a:r>
              <a:rPr lang="en-US" altLang="zh-CN" dirty="0"/>
              <a:t>(){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//</a:t>
            </a:r>
            <a:r>
              <a:rPr lang="zh-CN" altLang="zh-CN" dirty="0" smtClean="0"/>
              <a:t>被</a:t>
            </a:r>
            <a:r>
              <a:rPr lang="zh-CN" altLang="zh-CN" dirty="0"/>
              <a:t>执行的代码块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}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384533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函数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下面案例</a:t>
            </a:r>
            <a:r>
              <a:rPr lang="zh-CN" altLang="zh-CN" dirty="0" smtClean="0"/>
              <a:t>定义</a:t>
            </a:r>
            <a:r>
              <a:rPr lang="zh-CN" altLang="zh-CN" dirty="0"/>
              <a:t>了函数</a:t>
            </a:r>
            <a:r>
              <a:rPr lang="en-US" altLang="zh-CN" dirty="0"/>
              <a:t>hello()</a:t>
            </a:r>
            <a:r>
              <a:rPr lang="zh-CN" altLang="zh-CN" dirty="0"/>
              <a:t>，该函数属于无参函数，也没有返回值，只是向网页输出文字内容，通过函数名就可以完成调用。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91" y="1156869"/>
            <a:ext cx="5198807" cy="4728702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30"/>
          <a:stretch/>
        </p:blipFill>
        <p:spPr>
          <a:xfrm>
            <a:off x="8207405" y="5093722"/>
            <a:ext cx="3001369" cy="117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5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函数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en-US" dirty="0"/>
              <a:t>有</a:t>
            </a:r>
            <a:r>
              <a:rPr lang="zh-CN" altLang="en-US" dirty="0" smtClean="0"/>
              <a:t>参函数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调用有</a:t>
            </a:r>
            <a:r>
              <a:rPr lang="zh-CN" altLang="en-US" dirty="0"/>
              <a:t>参</a:t>
            </a:r>
            <a:r>
              <a:rPr lang="zh-CN" altLang="en-US" dirty="0" smtClean="0"/>
              <a:t>函数时，需要传递指定的参数。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function </a:t>
            </a:r>
            <a:r>
              <a:rPr lang="zh-CN" altLang="zh-CN" dirty="0"/>
              <a:t>函数名</a:t>
            </a:r>
            <a:r>
              <a:rPr lang="en-US" altLang="zh-CN" dirty="0"/>
              <a:t>(</a:t>
            </a:r>
            <a:r>
              <a:rPr lang="zh-CN" altLang="zh-CN" dirty="0"/>
              <a:t>参数</a:t>
            </a:r>
            <a:r>
              <a:rPr lang="en-US" altLang="zh-CN" dirty="0"/>
              <a:t>1, </a:t>
            </a:r>
            <a:r>
              <a:rPr lang="zh-CN" altLang="zh-CN" dirty="0"/>
              <a:t>参数</a:t>
            </a:r>
            <a:r>
              <a:rPr lang="en-US" altLang="zh-CN" dirty="0"/>
              <a:t>2, ……){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   </a:t>
            </a:r>
            <a:r>
              <a:rPr lang="en-US" altLang="zh-CN" dirty="0" smtClean="0"/>
              <a:t>   //</a:t>
            </a:r>
            <a:r>
              <a:rPr lang="zh-CN" altLang="zh-CN" dirty="0" smtClean="0"/>
              <a:t>被</a:t>
            </a:r>
            <a:r>
              <a:rPr lang="zh-CN" altLang="zh-CN" dirty="0"/>
              <a:t>执行的代码块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 smtClean="0"/>
              <a:t>}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其中，参数是当调用函数时传递给函数的真实的值，在函数中，参数是局部变量。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353258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函数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en-US" dirty="0"/>
              <a:t>有</a:t>
            </a:r>
            <a:r>
              <a:rPr lang="zh-CN" altLang="en-US" dirty="0" smtClean="0"/>
              <a:t>参函数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2313608"/>
            <a:ext cx="5387419" cy="3865146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721" y="2959270"/>
            <a:ext cx="4728862" cy="1627944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678" y="1143466"/>
            <a:ext cx="4729905" cy="1628303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03"/>
          <a:stretch/>
        </p:blipFill>
        <p:spPr>
          <a:xfrm>
            <a:off x="7070596" y="4812810"/>
            <a:ext cx="3607093" cy="125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9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事件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网页中的事件指的是发生在</a:t>
            </a:r>
            <a:r>
              <a:rPr lang="en-US" altLang="zh-CN" dirty="0"/>
              <a:t>HTML</a:t>
            </a:r>
            <a:r>
              <a:rPr lang="zh-CN" altLang="zh-CN" dirty="0"/>
              <a:t>元素上的事情，例如网页完成加载、网页中的按钮被点击、文本框中的内容被修改等。通常，当事件发生时，如果希望做某些事情，可以使用</a:t>
            </a:r>
            <a:r>
              <a:rPr lang="en-US" altLang="zh-CN" dirty="0"/>
              <a:t>JavaScript</a:t>
            </a:r>
            <a:r>
              <a:rPr lang="zh-CN" altLang="zh-CN" dirty="0"/>
              <a:t>来侦测事件，并当事件被侦测到时执行某段代码。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9406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事件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网页中，事件的使用通常有两种方法，例如下面实现点击按钮调用函数完成警告框的弹出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 smtClean="0"/>
              <a:t>1</a:t>
            </a:r>
            <a:r>
              <a:rPr lang="zh-CN" altLang="en-US" sz="2200" dirty="0" smtClean="0"/>
              <a:t>）方法一：</a:t>
            </a:r>
            <a:r>
              <a:rPr lang="zh-CN" altLang="zh-CN" dirty="0"/>
              <a:t>在按钮的标签元素上添加</a:t>
            </a:r>
            <a:r>
              <a:rPr lang="en-US" altLang="zh-CN" dirty="0" err="1"/>
              <a:t>onclick</a:t>
            </a:r>
            <a:r>
              <a:rPr lang="zh-CN" altLang="zh-CN" dirty="0"/>
              <a:t>属性，并赋值为</a:t>
            </a:r>
            <a:r>
              <a:rPr lang="en-US" altLang="zh-CN" dirty="0"/>
              <a:t>welcome()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537" y="3780142"/>
            <a:ext cx="3633215" cy="16472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145" y="3984648"/>
            <a:ext cx="6036236" cy="102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8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27304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事件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200" dirty="0" smtClean="0"/>
              <a:t>2</a:t>
            </a:r>
            <a:r>
              <a:rPr lang="zh-CN" altLang="en-US" sz="2200" dirty="0" smtClean="0"/>
              <a:t>）方法</a:t>
            </a:r>
            <a:r>
              <a:rPr lang="zh-CN" altLang="en-US" sz="2200" dirty="0"/>
              <a:t>二</a:t>
            </a:r>
            <a:r>
              <a:rPr lang="zh-CN" altLang="en-US" sz="2200" dirty="0" smtClean="0"/>
              <a:t>：</a:t>
            </a:r>
            <a:r>
              <a:rPr lang="zh-CN" altLang="zh-CN" dirty="0" smtClean="0"/>
              <a:t>通过</a:t>
            </a:r>
            <a:r>
              <a:rPr lang="en-US" altLang="zh-CN" dirty="0"/>
              <a:t>id</a:t>
            </a:r>
            <a:r>
              <a:rPr lang="zh-CN" altLang="zh-CN" dirty="0"/>
              <a:t>获取按钮元素，然后添加</a:t>
            </a:r>
            <a:r>
              <a:rPr lang="en-US" altLang="zh-CN" dirty="0" err="1"/>
              <a:t>onclick</a:t>
            </a:r>
            <a:r>
              <a:rPr lang="zh-CN" altLang="zh-CN" dirty="0"/>
              <a:t>事件调用</a:t>
            </a:r>
            <a:r>
              <a:rPr lang="en-US" altLang="zh-CN" dirty="0"/>
              <a:t>welcome</a:t>
            </a:r>
            <a:r>
              <a:rPr lang="zh-CN" altLang="zh-CN" dirty="0"/>
              <a:t>函数，并将此代码放置在</a:t>
            </a:r>
            <a:r>
              <a:rPr lang="en-US" altLang="zh-CN" dirty="0" err="1"/>
              <a:t>onload</a:t>
            </a:r>
            <a:r>
              <a:rPr lang="zh-CN" altLang="zh-CN" dirty="0"/>
              <a:t>事件内，确保网页加载完成后再运行代码。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415" y="1255609"/>
            <a:ext cx="5893140" cy="471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27304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事件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479093" y="1894959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表</a:t>
            </a:r>
            <a:r>
              <a:rPr lang="en-US" altLang="zh-CN" dirty="0" smtClean="0"/>
              <a:t>1 </a:t>
            </a:r>
            <a:r>
              <a:rPr lang="zh-CN" altLang="en-US" dirty="0" smtClean="0"/>
              <a:t>常用事件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13" y="2264291"/>
            <a:ext cx="5649735" cy="369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0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文档对象模型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文档对象模型（</a:t>
            </a:r>
            <a:r>
              <a:rPr lang="en-US" altLang="zh-CN" dirty="0"/>
              <a:t>Document Object Model</a:t>
            </a:r>
            <a:r>
              <a:rPr lang="zh-CN" altLang="zh-CN" dirty="0"/>
              <a:t>，简称</a:t>
            </a:r>
            <a:r>
              <a:rPr lang="en-US" altLang="zh-CN" dirty="0"/>
              <a:t>DOM</a:t>
            </a:r>
            <a:r>
              <a:rPr lang="zh-CN" altLang="zh-CN" dirty="0"/>
              <a:t>）是</a:t>
            </a:r>
            <a:r>
              <a:rPr lang="en-US" altLang="zh-CN" dirty="0"/>
              <a:t>W3C</a:t>
            </a:r>
            <a:r>
              <a:rPr lang="zh-CN" altLang="zh-CN" dirty="0"/>
              <a:t>制定的标准接口规范，用于描述</a:t>
            </a:r>
            <a:r>
              <a:rPr lang="en-US" altLang="zh-CN" dirty="0"/>
              <a:t>HTML</a:t>
            </a:r>
            <a:r>
              <a:rPr lang="zh-CN" altLang="zh-CN" dirty="0"/>
              <a:t>文档的结构和以及访问模型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1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HTML </a:t>
            </a:r>
            <a:r>
              <a:rPr lang="en-US" altLang="zh-CN" dirty="0"/>
              <a:t>DOM</a:t>
            </a:r>
            <a:r>
              <a:rPr lang="zh-CN" altLang="zh-CN" dirty="0"/>
              <a:t>将</a:t>
            </a:r>
            <a:r>
              <a:rPr lang="en-US" altLang="zh-CN" dirty="0"/>
              <a:t>HTML</a:t>
            </a:r>
            <a:r>
              <a:rPr lang="zh-CN" altLang="zh-CN" dirty="0"/>
              <a:t>文档描述为一个树形结构，称为节点树</a:t>
            </a:r>
            <a:r>
              <a:rPr lang="zh-CN" altLang="zh-CN" dirty="0" smtClean="0"/>
              <a:t>。节点</a:t>
            </a:r>
            <a:r>
              <a:rPr lang="zh-CN" altLang="zh-CN" dirty="0"/>
              <a:t>树精确地描述了</a:t>
            </a:r>
            <a:r>
              <a:rPr lang="en-US" altLang="zh-CN" dirty="0"/>
              <a:t>HTML</a:t>
            </a:r>
            <a:r>
              <a:rPr lang="zh-CN" altLang="zh-CN" dirty="0"/>
              <a:t>文档中标签之间的关联性，以层次结构组织所有节点，节点之间存在等级关系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1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HTML DOM</a:t>
            </a:r>
            <a:r>
              <a:rPr lang="zh-CN" altLang="zh-CN" dirty="0"/>
              <a:t>不仅定义了</a:t>
            </a:r>
            <a:r>
              <a:rPr lang="en-US" altLang="zh-CN" dirty="0"/>
              <a:t>HTML</a:t>
            </a:r>
            <a:r>
              <a:rPr lang="zh-CN" altLang="zh-CN" dirty="0"/>
              <a:t>文档的结构，还定义了访问和处理</a:t>
            </a:r>
            <a:r>
              <a:rPr lang="en-US" altLang="zh-CN" dirty="0"/>
              <a:t>HTML</a:t>
            </a:r>
            <a:r>
              <a:rPr lang="zh-CN" altLang="zh-CN" dirty="0"/>
              <a:t>文档的标准方法。根据</a:t>
            </a:r>
            <a:r>
              <a:rPr lang="en-US" altLang="zh-CN" dirty="0"/>
              <a:t>HTML DOM</a:t>
            </a:r>
            <a:r>
              <a:rPr lang="zh-CN" altLang="zh-CN" dirty="0"/>
              <a:t>，节点树中的所有节点均可以通过</a:t>
            </a:r>
            <a:r>
              <a:rPr lang="en-US" altLang="zh-CN" dirty="0"/>
              <a:t>JavaScript</a:t>
            </a:r>
            <a:r>
              <a:rPr lang="zh-CN" altLang="zh-CN" dirty="0"/>
              <a:t>进行访问，所有</a:t>
            </a:r>
            <a:r>
              <a:rPr lang="en-US" altLang="zh-CN" dirty="0"/>
              <a:t>HTML</a:t>
            </a:r>
            <a:r>
              <a:rPr lang="zh-CN" altLang="zh-CN" dirty="0"/>
              <a:t>元素均可以被创建、修改或删除。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39387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文档对象模型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1827626"/>
            <a:ext cx="3315427" cy="28181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836" y="1827626"/>
            <a:ext cx="6629101" cy="425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8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文档对象模型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在</a:t>
            </a:r>
            <a:r>
              <a:rPr lang="en-US" altLang="zh-CN" dirty="0"/>
              <a:t>HTML</a:t>
            </a:r>
            <a:r>
              <a:rPr lang="zh-CN" altLang="zh-CN" dirty="0"/>
              <a:t>文档节点树中：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1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每个</a:t>
            </a:r>
            <a:r>
              <a:rPr lang="en-US" altLang="zh-CN" sz="2200" dirty="0"/>
              <a:t>HTML</a:t>
            </a:r>
            <a:r>
              <a:rPr lang="zh-CN" altLang="zh-CN" sz="2200" dirty="0"/>
              <a:t>元素是元素节点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2</a:t>
            </a:r>
            <a:r>
              <a:rPr lang="zh-CN" altLang="en-US" sz="2200" dirty="0" smtClean="0"/>
              <a:t>）</a:t>
            </a:r>
            <a:r>
              <a:rPr lang="en-US" altLang="zh-CN" sz="2200" dirty="0" smtClean="0"/>
              <a:t>HTML</a:t>
            </a:r>
            <a:r>
              <a:rPr lang="zh-CN" altLang="zh-CN" sz="2200" dirty="0"/>
              <a:t>元素内的文本是文本节点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3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每个</a:t>
            </a:r>
            <a:r>
              <a:rPr lang="en-US" altLang="zh-CN" sz="2200" dirty="0"/>
              <a:t>HTML</a:t>
            </a:r>
            <a:r>
              <a:rPr lang="zh-CN" altLang="zh-CN" sz="2200" dirty="0"/>
              <a:t>元素的属性是属性节点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4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注释</a:t>
            </a:r>
            <a:r>
              <a:rPr lang="zh-CN" altLang="zh-CN" sz="2200" dirty="0"/>
              <a:t>是注释节点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100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文档对象模型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节点</a:t>
            </a:r>
            <a:r>
              <a:rPr lang="zh-CN" altLang="zh-CN" dirty="0"/>
              <a:t>构成了一个</a:t>
            </a:r>
            <a:r>
              <a:rPr lang="en-US" altLang="zh-CN" dirty="0"/>
              <a:t>HTML</a:t>
            </a:r>
            <a:r>
              <a:rPr lang="zh-CN" altLang="zh-CN" dirty="0"/>
              <a:t>节点树，节点树中的节点彼此具有层级关系，常用父节点、子节点、兄弟节点来描述节点之间的关系：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1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在</a:t>
            </a:r>
            <a:r>
              <a:rPr lang="zh-CN" altLang="zh-CN" sz="2200" dirty="0"/>
              <a:t>节点树中，顶端节点被称为根节点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2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每个</a:t>
            </a:r>
            <a:r>
              <a:rPr lang="zh-CN" altLang="zh-CN" sz="2200" dirty="0"/>
              <a:t>节点都有父节点（除了根节点）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3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一</a:t>
            </a:r>
            <a:r>
              <a:rPr lang="zh-CN" altLang="zh-CN" sz="2200" dirty="0"/>
              <a:t>个节点可拥有任意数量的子节点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4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兄弟</a:t>
            </a:r>
            <a:r>
              <a:rPr lang="zh-CN" altLang="zh-CN" sz="2200" dirty="0"/>
              <a:t>节点是拥有相同父节点的节点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200" dirty="0" smtClean="0"/>
              <a:t>5</a:t>
            </a:r>
            <a:r>
              <a:rPr lang="zh-CN" altLang="en-US" sz="2200" dirty="0" smtClean="0"/>
              <a:t>）</a:t>
            </a:r>
            <a:r>
              <a:rPr lang="zh-CN" altLang="zh-CN" sz="2200" dirty="0" smtClean="0"/>
              <a:t>兄弟</a:t>
            </a:r>
            <a:r>
              <a:rPr lang="zh-CN" altLang="zh-CN" sz="2200" dirty="0"/>
              <a:t>节点按照节点在文档中出现的先后顺序从左往右绘制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11066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id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利用</a:t>
            </a:r>
            <a:r>
              <a:rPr lang="en-US" altLang="zh-CN" dirty="0"/>
              <a:t>Document</a:t>
            </a:r>
            <a:r>
              <a:rPr lang="zh-CN" altLang="zh-CN" dirty="0"/>
              <a:t>对象</a:t>
            </a:r>
            <a:r>
              <a:rPr lang="zh-CN" altLang="zh-CN" dirty="0" smtClean="0"/>
              <a:t>的</a:t>
            </a:r>
            <a:r>
              <a:rPr lang="en-US" altLang="zh-CN" dirty="0" err="1" smtClean="0"/>
              <a:t>getElementById</a:t>
            </a:r>
            <a:r>
              <a:rPr lang="en-US" altLang="zh-CN" dirty="0" smtClean="0"/>
              <a:t>(id)</a:t>
            </a:r>
            <a:r>
              <a:rPr lang="zh-CN" altLang="zh-CN" dirty="0" smtClean="0"/>
              <a:t>方法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可以</a:t>
            </a:r>
            <a:r>
              <a:rPr lang="zh-CN" altLang="zh-CN" dirty="0"/>
              <a:t>返回指定</a:t>
            </a:r>
            <a:r>
              <a:rPr lang="en-US" altLang="zh-CN" dirty="0"/>
              <a:t>id</a:t>
            </a:r>
            <a:r>
              <a:rPr lang="zh-CN" altLang="zh-CN" dirty="0"/>
              <a:t>的元素，如果没有指定</a:t>
            </a:r>
            <a:r>
              <a:rPr lang="en-US" altLang="zh-CN" dirty="0"/>
              <a:t>id</a:t>
            </a:r>
            <a:r>
              <a:rPr lang="zh-CN" altLang="zh-CN" dirty="0"/>
              <a:t>的元素就返回</a:t>
            </a:r>
            <a:r>
              <a:rPr lang="en-US" altLang="zh-CN" dirty="0"/>
              <a:t>null</a:t>
            </a:r>
            <a:r>
              <a:rPr lang="zh-CN" altLang="zh-CN" dirty="0"/>
              <a:t>，如果存在多个指定</a:t>
            </a:r>
            <a:r>
              <a:rPr lang="en-US" altLang="zh-CN" dirty="0"/>
              <a:t>id</a:t>
            </a:r>
            <a:r>
              <a:rPr lang="zh-CN" altLang="zh-CN" dirty="0"/>
              <a:t>的元素则返回第一个。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90872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id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505" y="2616345"/>
            <a:ext cx="4331961" cy="2442352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008" y="2616345"/>
            <a:ext cx="4331961" cy="244235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86487" y="50586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初始状态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705158" y="505869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点击标题元素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388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id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69" y="3052916"/>
            <a:ext cx="7740170" cy="31258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884" y="1336534"/>
            <a:ext cx="4978208" cy="153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4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name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利用</a:t>
            </a:r>
            <a:r>
              <a:rPr lang="en-US" altLang="zh-CN" dirty="0"/>
              <a:t>Document</a:t>
            </a:r>
            <a:r>
              <a:rPr lang="zh-CN" altLang="zh-CN" dirty="0"/>
              <a:t>对象的</a:t>
            </a:r>
            <a:r>
              <a:rPr lang="zh-CN" altLang="zh-CN" dirty="0" smtClean="0"/>
              <a:t>方法</a:t>
            </a:r>
            <a:r>
              <a:rPr lang="en-US" altLang="zh-CN" dirty="0" err="1" smtClean="0"/>
              <a:t>getElementsByName</a:t>
            </a:r>
            <a:r>
              <a:rPr lang="en-US" altLang="zh-CN" dirty="0" smtClean="0"/>
              <a:t>(name</a:t>
            </a:r>
            <a:r>
              <a:rPr lang="en-US" altLang="zh-CN" dirty="0"/>
              <a:t>)</a:t>
            </a:r>
            <a:r>
              <a:rPr lang="zh-CN" altLang="zh-CN" dirty="0"/>
              <a:t>可以返回带有指定名称的对象的集合。由于</a:t>
            </a:r>
            <a:r>
              <a:rPr lang="en-US" altLang="zh-CN" dirty="0"/>
              <a:t>HTML</a:t>
            </a:r>
            <a:r>
              <a:rPr lang="zh-CN" altLang="zh-CN" dirty="0"/>
              <a:t>文档中的</a:t>
            </a:r>
            <a:r>
              <a:rPr lang="en-US" altLang="zh-CN" dirty="0"/>
              <a:t>name</a:t>
            </a:r>
            <a:r>
              <a:rPr lang="zh-CN" altLang="zh-CN" dirty="0"/>
              <a:t>属性可能不是唯一的，所以，所有</a:t>
            </a:r>
            <a:r>
              <a:rPr lang="en-US" altLang="zh-CN" dirty="0" err="1"/>
              <a:t>getElementsByName</a:t>
            </a:r>
            <a:r>
              <a:rPr lang="en-US" altLang="zh-CN" dirty="0"/>
              <a:t>()</a:t>
            </a:r>
            <a:r>
              <a:rPr lang="zh-CN" altLang="zh-CN" dirty="0"/>
              <a:t>方法返回的是元素的数组，而不是一个元素。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57212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name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8" name="图片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034" y="2501787"/>
            <a:ext cx="6501865" cy="358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9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name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2" y="3069353"/>
            <a:ext cx="8099437" cy="301712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648" y="955964"/>
            <a:ext cx="4932874" cy="295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9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）通过标签名获取元素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利用</a:t>
            </a:r>
            <a:r>
              <a:rPr lang="en-US" altLang="zh-CN" dirty="0"/>
              <a:t>Document</a:t>
            </a:r>
            <a:r>
              <a:rPr lang="zh-CN" altLang="zh-CN" dirty="0"/>
              <a:t>对象的</a:t>
            </a:r>
            <a:r>
              <a:rPr lang="zh-CN" altLang="zh-CN" dirty="0" smtClean="0"/>
              <a:t>方法</a:t>
            </a:r>
            <a:r>
              <a:rPr lang="en-US" altLang="zh-CN" dirty="0" err="1" smtClean="0"/>
              <a:t>getElementsByTagName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tagname</a:t>
            </a:r>
            <a:r>
              <a:rPr lang="en-US" altLang="zh-CN" dirty="0"/>
              <a:t>)</a:t>
            </a:r>
            <a:r>
              <a:rPr lang="zh-CN" altLang="zh-CN" dirty="0"/>
              <a:t>可以返回带有指定标签名的对象的集合。该方法返回元素的顺序是它们在文档中的顺序。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266283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）通过标签名获取元素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164" y="2516935"/>
            <a:ext cx="6348522" cy="356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5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）通过标签名获取元素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3914818"/>
            <a:ext cx="9642157" cy="217165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528" y="2165941"/>
            <a:ext cx="5724760" cy="162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1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class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利用</a:t>
            </a:r>
            <a:r>
              <a:rPr lang="en-US" altLang="zh-CN" dirty="0"/>
              <a:t>Document</a:t>
            </a:r>
            <a:r>
              <a:rPr lang="zh-CN" altLang="zh-CN" dirty="0"/>
              <a:t>对象的</a:t>
            </a:r>
            <a:r>
              <a:rPr lang="zh-CN" altLang="zh-CN" dirty="0" smtClean="0"/>
              <a:t>方法</a:t>
            </a:r>
            <a:r>
              <a:rPr lang="en-US" altLang="zh-CN" dirty="0" err="1" smtClean="0"/>
              <a:t>getElementsByClassName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classname</a:t>
            </a:r>
            <a:r>
              <a:rPr lang="en-US" altLang="zh-CN" dirty="0"/>
              <a:t>)</a:t>
            </a:r>
            <a:r>
              <a:rPr lang="zh-CN" altLang="zh-CN" dirty="0"/>
              <a:t>可以返回文档中所有指定类名的元素集合。该方法返回元素的顺序是它们在文档中的顺序。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35678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class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639" y="2487533"/>
            <a:ext cx="3515278" cy="3195498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480" y="2487533"/>
            <a:ext cx="3524717" cy="319549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09322" y="56830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点击按钮前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957424" y="56830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点击按钮后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876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12814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）通过</a:t>
            </a:r>
            <a:r>
              <a:rPr lang="en-US" altLang="zh-CN" sz="2600" dirty="0" smtClean="0"/>
              <a:t>class</a:t>
            </a:r>
            <a:r>
              <a:rPr lang="zh-CN" altLang="en-US" sz="2600" dirty="0" smtClean="0"/>
              <a:t>属性值获取元素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3349792"/>
            <a:ext cx="7370220" cy="273668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817" y="1582216"/>
            <a:ext cx="5390705" cy="228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2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568007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）通过节点</a:t>
            </a:r>
            <a:r>
              <a:rPr lang="zh-CN" altLang="en-US" sz="2600" dirty="0"/>
              <a:t>树</a:t>
            </a:r>
            <a:r>
              <a:rPr lang="zh-CN" altLang="en-US" sz="2600" dirty="0" smtClean="0"/>
              <a:t>获取元素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HTML DOM</a:t>
            </a:r>
            <a:r>
              <a:rPr lang="zh-CN" altLang="zh-CN" dirty="0"/>
              <a:t>节点树中每一个元素节点就是一个元素对象，元素节点之间的关联可以通过元素对象的属性来表示。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897" y="3068740"/>
            <a:ext cx="5750055" cy="256514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25998" y="2699408"/>
            <a:ext cx="267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表</a:t>
            </a:r>
            <a:r>
              <a:rPr lang="en-US" altLang="zh-CN" dirty="0" smtClean="0"/>
              <a:t>2 </a:t>
            </a:r>
            <a:r>
              <a:rPr lang="zh-CN" altLang="en-US" dirty="0" smtClean="0"/>
              <a:t>元素对象的常用属性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66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568007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）通过节点</a:t>
            </a:r>
            <a:r>
              <a:rPr lang="zh-CN" altLang="en-US" sz="2600" dirty="0"/>
              <a:t>树</a:t>
            </a:r>
            <a:r>
              <a:rPr lang="zh-CN" altLang="en-US" sz="2600" dirty="0" smtClean="0"/>
              <a:t>获取元素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62"/>
          <a:stretch/>
        </p:blipFill>
        <p:spPr>
          <a:xfrm>
            <a:off x="1095374" y="2541792"/>
            <a:ext cx="4450020" cy="2192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139" y="2541792"/>
            <a:ext cx="5154157" cy="21924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50970" y="47871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点击按钮前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831803" y="47871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点击按钮后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032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568007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文档中的元素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）通过节点</a:t>
            </a:r>
            <a:r>
              <a:rPr lang="zh-CN" altLang="en-US" sz="2600" dirty="0"/>
              <a:t>树</a:t>
            </a:r>
            <a:r>
              <a:rPr lang="zh-CN" altLang="en-US" sz="2600" dirty="0" smtClean="0"/>
              <a:t>获取元素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3462533"/>
            <a:ext cx="5762627" cy="26239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626" y="2338137"/>
            <a:ext cx="7089155" cy="283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5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33462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控制</a:t>
            </a:r>
            <a:r>
              <a:rPr lang="zh-CN" altLang="en-US" sz="3000" dirty="0" smtClean="0"/>
              <a:t>元素的样式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利用</a:t>
            </a:r>
            <a:r>
              <a:rPr lang="en-US" altLang="zh-CN" dirty="0"/>
              <a:t>style</a:t>
            </a:r>
            <a:r>
              <a:rPr lang="zh-CN" altLang="zh-CN" dirty="0"/>
              <a:t>对象可以设置元素的样式。其语法为</a:t>
            </a:r>
            <a:r>
              <a:rPr lang="zh-CN" altLang="zh-CN" dirty="0" smtClean="0"/>
              <a:t>：元素</a:t>
            </a:r>
            <a:r>
              <a:rPr lang="en-US" altLang="zh-CN" dirty="0"/>
              <a:t>.style.</a:t>
            </a:r>
            <a:r>
              <a:rPr lang="zh-CN" altLang="zh-CN" dirty="0"/>
              <a:t>属性</a:t>
            </a:r>
            <a:r>
              <a:rPr lang="en-US" altLang="zh-CN" dirty="0"/>
              <a:t>="</a:t>
            </a:r>
            <a:r>
              <a:rPr lang="zh-CN" altLang="zh-CN" dirty="0"/>
              <a:t>属性值</a:t>
            </a:r>
            <a:r>
              <a:rPr lang="en-US" altLang="zh-CN" dirty="0"/>
              <a:t>"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813" y="2444851"/>
            <a:ext cx="4850642" cy="36416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173" y="2444851"/>
            <a:ext cx="5001130" cy="346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6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33462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控制</a:t>
            </a:r>
            <a:r>
              <a:rPr lang="zh-CN" altLang="en-US" sz="3000" dirty="0" smtClean="0"/>
              <a:t>元素的样式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下面的例子中有一个列表，文字的初始颜色为黑色，点击下方按钮可以改变列表文字为红色，这里是利用了</a:t>
            </a:r>
            <a:r>
              <a:rPr lang="en-US" altLang="zh-CN" dirty="0" err="1"/>
              <a:t>style.color</a:t>
            </a:r>
            <a:r>
              <a:rPr lang="zh-CN" altLang="zh-CN" dirty="0"/>
              <a:t>属性设置文本的颜色。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665" y="3007729"/>
            <a:ext cx="5161779" cy="307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3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33462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控制</a:t>
            </a:r>
            <a:r>
              <a:rPr lang="zh-CN" altLang="en-US" sz="3000" dirty="0" smtClean="0"/>
              <a:t>元素的样式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3038269"/>
            <a:ext cx="6485297" cy="29356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50" y="1940640"/>
            <a:ext cx="7032366" cy="282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9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848312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600" dirty="0" smtClean="0"/>
              <a:t>设计网页的</a:t>
            </a:r>
            <a:r>
              <a:rPr lang="en-US" altLang="zh-CN" sz="2600" dirty="0" smtClean="0"/>
              <a:t>HTML</a:t>
            </a:r>
            <a:r>
              <a:rPr lang="zh-CN" altLang="en-US" sz="2600" dirty="0" smtClean="0"/>
              <a:t>标签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687" y="1084315"/>
            <a:ext cx="6294584" cy="500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定义两个函数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err="1" smtClean="0"/>
              <a:t>changeGreen</a:t>
            </a:r>
            <a:r>
              <a:rPr lang="zh-CN" altLang="en-US" dirty="0"/>
              <a:t>负责</a:t>
            </a:r>
            <a:r>
              <a:rPr lang="zh-CN" altLang="en-US" dirty="0" smtClean="0"/>
              <a:t>改变背景为绿色；</a:t>
            </a:r>
            <a:r>
              <a:rPr lang="en-US" altLang="zh-CN" dirty="0"/>
              <a:t> </a:t>
            </a:r>
            <a:r>
              <a:rPr lang="en-US" altLang="zh-CN" dirty="0" err="1" smtClean="0"/>
              <a:t>changeBlue</a:t>
            </a:r>
            <a:r>
              <a:rPr lang="zh-CN" altLang="en-US" dirty="0"/>
              <a:t>负责改变背景</a:t>
            </a:r>
            <a:r>
              <a:rPr lang="zh-CN" altLang="en-US" dirty="0" smtClean="0"/>
              <a:t>为蓝色。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451" y="1406472"/>
            <a:ext cx="5325824" cy="438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4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479515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获取三个目标节点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8" y="1914525"/>
            <a:ext cx="3706965" cy="14827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8" y="3521219"/>
            <a:ext cx="4929755" cy="155222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129" y="3521219"/>
            <a:ext cx="5305591" cy="19799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541" y="1914525"/>
            <a:ext cx="6608634" cy="144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7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479515" cy="9318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为</a:t>
            </a:r>
            <a:r>
              <a:rPr lang="zh-CN" altLang="en-US" sz="3000" dirty="0" smtClean="0"/>
              <a:t>按钮绑定单击事件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487" y="1887794"/>
            <a:ext cx="766405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9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9951167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网页的文档对象模型描述了网页节点的结构和关系，是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操作网页元素的依据。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四</a:t>
            </a:r>
            <a:r>
              <a:rPr lang="zh-CN" altLang="en-US" sz="3000" dirty="0" smtClean="0"/>
              <a:t>种获取网页元素的方法需要根据实际情况来选择。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使用</a:t>
            </a:r>
            <a:r>
              <a:rPr lang="en-US" altLang="zh-CN" dirty="0" smtClean="0"/>
              <a:t>JavaScript</a:t>
            </a:r>
            <a:r>
              <a:rPr lang="zh-CN" altLang="en-US" dirty="0" smtClean="0"/>
              <a:t>编程实现，鼠标经过</a:t>
            </a:r>
            <a:r>
              <a:rPr lang="zh-CN" altLang="en-US" dirty="0"/>
              <a:t>的</a:t>
            </a:r>
            <a:r>
              <a:rPr lang="zh-CN" altLang="en-US" dirty="0" smtClean="0"/>
              <a:t>行背景变亮黄色，鼠标移开恢复白色。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863" y="1365141"/>
            <a:ext cx="1852613" cy="4835634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7" y="2651760"/>
            <a:ext cx="5799174" cy="32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1263</Words>
  <Application>Microsoft Office PowerPoint</Application>
  <PresentationFormat>宽屏</PresentationFormat>
  <Paragraphs>145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文档对象模型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100</cp:revision>
  <dcterms:created xsi:type="dcterms:W3CDTF">2020-04-27T05:20:13Z</dcterms:created>
  <dcterms:modified xsi:type="dcterms:W3CDTF">2020-08-22T10:03:15Z</dcterms:modified>
</cp:coreProperties>
</file>