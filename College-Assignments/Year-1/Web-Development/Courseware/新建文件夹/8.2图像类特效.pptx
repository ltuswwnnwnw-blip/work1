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5" r:id="rId5"/>
    <p:sldId id="276" r:id="rId6"/>
    <p:sldId id="277" r:id="rId7"/>
    <p:sldId id="278" r:id="rId8"/>
    <p:sldId id="279" r:id="rId9"/>
    <p:sldId id="280" r:id="rId10"/>
    <p:sldId id="267" r:id="rId11"/>
    <p:sldId id="268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1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21"/>
            <a:ext cx="12192002" cy="685587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13688" y="2438419"/>
            <a:ext cx="4646140" cy="991641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925712" y="4217773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主讲老师：陆炜妮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264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847725" y="885825"/>
            <a:ext cx="10582275" cy="5429249"/>
          </a:xfrm>
          <a:prstGeom prst="roundRect">
            <a:avLst>
              <a:gd name="adj" fmla="val 3900"/>
            </a:avLst>
          </a:prstGeom>
          <a:solidFill>
            <a:srgbClr val="F2F2F2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5" y="257174"/>
            <a:ext cx="2409825" cy="63817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5374" y="1171575"/>
            <a:ext cx="10125075" cy="491489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720850" y="126278"/>
            <a:ext cx="2527300" cy="742950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764" y="6438900"/>
            <a:ext cx="252412" cy="252412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8953501" y="641615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东莞职业技术学院</a:t>
            </a:r>
            <a:endParaRPr lang="zh-CN" altLang="en-US" sz="1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41653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159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40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19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85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73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45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5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980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58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6925D-53E1-4B75-92B5-D8E7C2D23CF1}" type="datetimeFigureOut">
              <a:rPr lang="zh-CN" altLang="en-US" smtClean="0"/>
              <a:t>2020-9-16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395850" y="1527935"/>
            <a:ext cx="4711012" cy="14554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图像类特效</a:t>
            </a:r>
            <a:endParaRPr lang="zh-CN" altLang="en-US" sz="4000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93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6200775" cy="49148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掌握鼠标事件的用法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掌握图像的控制（如切换、透明度等）</a:t>
            </a:r>
            <a:endParaRPr lang="en-US" altLang="zh-CN" sz="3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学习目标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37" y="2214562"/>
            <a:ext cx="29622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9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64277"/>
            <a:ext cx="5556149" cy="51221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鼠标经过缩略图时，改变缩略图的透明度为</a:t>
            </a:r>
            <a:r>
              <a:rPr lang="en-US" altLang="zh-CN" sz="3000" dirty="0" smtClean="0"/>
              <a:t>1</a:t>
            </a:r>
            <a:r>
              <a:rPr lang="zh-CN" altLang="en-US" sz="3000" dirty="0" smtClean="0"/>
              <a:t>，其它缩略图的透明度为</a:t>
            </a:r>
            <a:r>
              <a:rPr lang="en-US" altLang="zh-CN" sz="3000" dirty="0" smtClean="0"/>
              <a:t>0.3</a:t>
            </a:r>
            <a:r>
              <a:rPr lang="zh-CN" altLang="en-US" sz="3000" dirty="0" smtClean="0"/>
              <a:t>，并切换大图；鼠标移开缩略图时，当前播放的缩略图保持透明度为</a:t>
            </a:r>
            <a:r>
              <a:rPr lang="en-US" altLang="zh-CN" sz="3000" dirty="0" smtClean="0"/>
              <a:t>1</a:t>
            </a:r>
            <a:r>
              <a:rPr lang="zh-CN" altLang="en-US" sz="3000" dirty="0" smtClean="0"/>
              <a:t>。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smtClean="0"/>
              <a:t>图片可以自动循环播放。</a:t>
            </a:r>
            <a:endParaRPr lang="zh-CN" altLang="en-US" sz="3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任务目标</a:t>
            </a:r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8137" y="1219835"/>
            <a:ext cx="4236085" cy="46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0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6367309" cy="112355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HTML</a:t>
            </a:r>
            <a:r>
              <a:rPr lang="zh-CN" altLang="en-US" sz="3000" dirty="0" smtClean="0"/>
              <a:t>标签结构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126" y="1753675"/>
            <a:ext cx="9816277" cy="4278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39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6367309" cy="112355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36" b="57119"/>
          <a:stretch/>
        </p:blipFill>
        <p:spPr>
          <a:xfrm>
            <a:off x="1400174" y="1887794"/>
            <a:ext cx="4087404" cy="315615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881" b="5156"/>
          <a:stretch/>
        </p:blipFill>
        <p:spPr>
          <a:xfrm>
            <a:off x="5792378" y="1887794"/>
            <a:ext cx="4087404" cy="427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506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3874831" cy="510562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</a:t>
            </a:r>
            <a:r>
              <a:rPr lang="en-US" altLang="zh-CN" sz="3000" dirty="0" smtClean="0"/>
              <a:t>JavaScript</a:t>
            </a:r>
            <a:r>
              <a:rPr lang="zh-CN" altLang="en-US" sz="3000" dirty="0" smtClean="0"/>
              <a:t>程序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）实现自动播放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 smtClean="0"/>
              <a:t>程序</a:t>
            </a:r>
            <a:r>
              <a:rPr lang="zh-CN" altLang="zh-CN" dirty="0"/>
              <a:t>的开始定义了全局变量</a:t>
            </a:r>
            <a:r>
              <a:rPr lang="zh-CN" altLang="zh-CN" dirty="0" smtClean="0"/>
              <a:t>，</a:t>
            </a:r>
            <a:r>
              <a:rPr lang="en-US" altLang="zh-CN" dirty="0" err="1"/>
              <a:t>gotoImg</a:t>
            </a:r>
            <a:r>
              <a:rPr lang="en-US" altLang="zh-CN" dirty="0"/>
              <a:t>(</a:t>
            </a:r>
            <a:r>
              <a:rPr lang="en-US" altLang="zh-CN" dirty="0" err="1"/>
              <a:t>num</a:t>
            </a:r>
            <a:r>
              <a:rPr lang="en-US" altLang="zh-CN" dirty="0"/>
              <a:t>)</a:t>
            </a:r>
            <a:r>
              <a:rPr lang="zh-CN" altLang="zh-CN" dirty="0"/>
              <a:t>函数负责根据索引号完成图片的正确跳转，并控制缩略图的透明度同步改变。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0206" y="1817838"/>
            <a:ext cx="6255355" cy="386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276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3748793" cy="512037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</a:t>
            </a:r>
            <a:r>
              <a:rPr lang="en-US" altLang="zh-CN" sz="3000" dirty="0" smtClean="0"/>
              <a:t>JavaScript</a:t>
            </a:r>
            <a:r>
              <a:rPr lang="zh-CN" altLang="en-US" sz="3000" dirty="0" smtClean="0"/>
              <a:t>程序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1</a:t>
            </a:r>
            <a:r>
              <a:rPr lang="zh-CN" altLang="en-US" sz="2600" dirty="0"/>
              <a:t>）实现自动播放</a:t>
            </a:r>
            <a:endParaRPr lang="en-US" altLang="zh-CN" sz="2600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 err="1" smtClean="0"/>
              <a:t>nextImg</a:t>
            </a:r>
            <a:r>
              <a:rPr lang="en-US" altLang="zh-CN" dirty="0"/>
              <a:t>()</a:t>
            </a:r>
            <a:r>
              <a:rPr lang="zh-CN" altLang="zh-CN" dirty="0"/>
              <a:t>函数负责判断下一张图片的索引</a:t>
            </a:r>
            <a:r>
              <a:rPr lang="zh-CN" altLang="zh-CN" dirty="0" smtClean="0"/>
              <a:t>号</a:t>
            </a:r>
            <a:r>
              <a:rPr lang="zh-CN" altLang="en-US" dirty="0" smtClean="0"/>
              <a:t>；</a:t>
            </a:r>
            <a:r>
              <a:rPr lang="zh-CN" altLang="zh-CN" dirty="0"/>
              <a:t>程序的入口是</a:t>
            </a:r>
            <a:r>
              <a:rPr lang="en-US" altLang="zh-CN" dirty="0" err="1"/>
              <a:t>onload</a:t>
            </a:r>
            <a:r>
              <a:rPr lang="zh-CN" altLang="zh-CN" dirty="0"/>
              <a:t>事件，当网页加载完成后获取缩略图对应的</a:t>
            </a:r>
            <a:r>
              <a:rPr lang="en-US" altLang="zh-CN" dirty="0"/>
              <a:t>4</a:t>
            </a:r>
            <a:r>
              <a:rPr lang="zh-CN" altLang="zh-CN" dirty="0"/>
              <a:t>个</a:t>
            </a:r>
            <a:r>
              <a:rPr lang="en-US" altLang="zh-CN" dirty="0"/>
              <a:t>a</a:t>
            </a:r>
            <a:r>
              <a:rPr lang="zh-CN" altLang="zh-CN" dirty="0"/>
              <a:t>元素和大图的</a:t>
            </a:r>
            <a:r>
              <a:rPr lang="en-US" altLang="zh-CN" dirty="0" err="1"/>
              <a:t>img</a:t>
            </a:r>
            <a:r>
              <a:rPr lang="zh-CN" altLang="zh-CN" dirty="0"/>
              <a:t>元素保存到全局变量</a:t>
            </a:r>
            <a:r>
              <a:rPr lang="zh-CN" altLang="zh-CN" dirty="0" smtClean="0"/>
              <a:t>，启动定时器。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167" y="1862086"/>
            <a:ext cx="6525918" cy="371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535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4"/>
            <a:ext cx="3748793" cy="544483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</a:t>
            </a:r>
            <a:r>
              <a:rPr lang="en-US" altLang="zh-CN" sz="3000" dirty="0" smtClean="0"/>
              <a:t>JavaScript</a:t>
            </a:r>
            <a:r>
              <a:rPr lang="zh-CN" altLang="en-US" sz="3000" dirty="0" smtClean="0"/>
              <a:t>程序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2</a:t>
            </a:r>
            <a:r>
              <a:rPr lang="zh-CN" altLang="en-US" sz="2600" dirty="0" smtClean="0"/>
              <a:t>）经过缩略图跳转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sz="2200" dirty="0" smtClean="0"/>
              <a:t>为</a:t>
            </a:r>
            <a:r>
              <a:rPr lang="zh-CN" altLang="zh-CN" sz="2200" dirty="0"/>
              <a:t>缩略图的</a:t>
            </a:r>
            <a:r>
              <a:rPr lang="en-US" altLang="zh-CN" sz="2200" dirty="0"/>
              <a:t>4</a:t>
            </a:r>
            <a:r>
              <a:rPr lang="zh-CN" altLang="zh-CN" sz="2200" dirty="0"/>
              <a:t>个</a:t>
            </a:r>
            <a:r>
              <a:rPr lang="en-US" altLang="zh-CN" sz="2200" dirty="0"/>
              <a:t>a</a:t>
            </a:r>
            <a:r>
              <a:rPr lang="zh-CN" altLang="zh-CN" sz="2200" dirty="0"/>
              <a:t>元素绑定</a:t>
            </a:r>
            <a:r>
              <a:rPr lang="en-US" altLang="zh-CN" sz="2200" dirty="0" err="1"/>
              <a:t>onmouseover</a:t>
            </a:r>
            <a:r>
              <a:rPr lang="zh-CN" altLang="zh-CN" sz="2200" dirty="0"/>
              <a:t>事件，当鼠标经过缩略图时</a:t>
            </a:r>
            <a:r>
              <a:rPr lang="zh-CN" altLang="zh-CN" sz="2200" dirty="0" smtClean="0"/>
              <a:t>，首先</a:t>
            </a:r>
            <a:r>
              <a:rPr lang="zh-CN" altLang="zh-CN" sz="2200" dirty="0"/>
              <a:t>清除了定时器</a:t>
            </a:r>
            <a:r>
              <a:rPr lang="en-US" altLang="zh-CN" sz="2200" dirty="0"/>
              <a:t>timer1</a:t>
            </a:r>
            <a:r>
              <a:rPr lang="zh-CN" altLang="zh-CN" sz="2200" dirty="0"/>
              <a:t>，然后调用</a:t>
            </a:r>
            <a:r>
              <a:rPr lang="en-US" altLang="zh-CN" sz="2200" dirty="0" err="1"/>
              <a:t>gotoImg</a:t>
            </a:r>
            <a:r>
              <a:rPr lang="en-US" altLang="zh-CN" sz="2200" dirty="0"/>
              <a:t>()</a:t>
            </a:r>
            <a:r>
              <a:rPr lang="zh-CN" altLang="zh-CN" sz="2200" dirty="0"/>
              <a:t>函数完成大图直接跳转显示，最后再重新启动定时器恢复自动播放。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167" y="1840782"/>
            <a:ext cx="6444740" cy="3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464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4"/>
            <a:ext cx="4450020" cy="54448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</a:t>
            </a:r>
            <a:r>
              <a:rPr lang="en-US" altLang="zh-CN" sz="3000" dirty="0" smtClean="0"/>
              <a:t>JavaScript</a:t>
            </a:r>
            <a:r>
              <a:rPr lang="zh-CN" altLang="en-US" sz="3000" dirty="0" smtClean="0"/>
              <a:t>程序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3</a:t>
            </a:r>
            <a:r>
              <a:rPr lang="zh-CN" altLang="en-US" sz="2600" dirty="0" smtClean="0"/>
              <a:t>）实现淡入动画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 err="1"/>
              <a:t>fadeIn</a:t>
            </a:r>
            <a:r>
              <a:rPr lang="en-US" altLang="zh-CN" dirty="0" smtClean="0"/>
              <a:t>()</a:t>
            </a:r>
            <a:r>
              <a:rPr lang="zh-CN" altLang="zh-CN" dirty="0" smtClean="0"/>
              <a:t>函数</a:t>
            </a:r>
            <a:r>
              <a:rPr lang="zh-CN" altLang="zh-CN" dirty="0"/>
              <a:t>通过</a:t>
            </a:r>
            <a:r>
              <a:rPr lang="en-US" altLang="zh-CN" dirty="0" err="1"/>
              <a:t>val</a:t>
            </a:r>
            <a:r>
              <a:rPr lang="zh-CN" altLang="zh-CN" dirty="0"/>
              <a:t>的值来控制大图的透明度的改变，并在图片完全显示后清除</a:t>
            </a:r>
            <a:r>
              <a:rPr lang="zh-CN" altLang="zh-CN" dirty="0" smtClean="0"/>
              <a:t>定时器</a:t>
            </a:r>
            <a:r>
              <a:rPr lang="zh-CN" altLang="en-US" dirty="0"/>
              <a:t>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6367" y="1293403"/>
            <a:ext cx="4458472" cy="467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133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1171575"/>
            <a:ext cx="9847929" cy="49148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注意两种图像播放方式的同步问题。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JavaScript</a:t>
            </a:r>
            <a:r>
              <a:rPr lang="zh-CN" altLang="en-US" sz="3000" dirty="0" smtClean="0"/>
              <a:t>结合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控制多个缩略图的透明度变化。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定时器启动之后需要清除，以免占用系统资源，并容易造成冲突。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小  结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306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4"/>
            <a:ext cx="8292127" cy="27072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dirty="0"/>
              <a:t>请自己动手试一试，完成水平滚动广告条的特效设计：网页上有一个广告区域，当中的广告图可以向左循环滚动，当鼠标经过广告区域时，滚动停止；当鼠标移开广告区域时，滚动继续。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7501" y="1409386"/>
            <a:ext cx="1852613" cy="4835634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850" y="4011596"/>
            <a:ext cx="7212904" cy="210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9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上阴影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372</Words>
  <Application>Microsoft Office PowerPoint</Application>
  <PresentationFormat>宽屏</PresentationFormat>
  <Paragraphs>33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等线</vt:lpstr>
      <vt:lpstr>等线 Light</vt:lpstr>
      <vt:lpstr>华文行楷</vt:lpstr>
      <vt:lpstr>微软雅黑</vt:lpstr>
      <vt:lpstr>Arial</vt:lpstr>
      <vt:lpstr>Wingdings</vt:lpstr>
      <vt:lpstr>Office 主题​​</vt:lpstr>
      <vt:lpstr>图像类特效</vt:lpstr>
      <vt:lpstr>学习目标</vt:lpstr>
      <vt:lpstr>任务目标</vt:lpstr>
      <vt:lpstr>任务实施</vt:lpstr>
      <vt:lpstr>任务实施</vt:lpstr>
      <vt:lpstr>任务实施</vt:lpstr>
      <vt:lpstr>任务实施</vt:lpstr>
      <vt:lpstr>任务实施</vt:lpstr>
      <vt:lpstr>任务实施</vt:lpstr>
      <vt:lpstr>小  结</vt:lpstr>
      <vt:lpstr>课后作业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网页制作三大技术</dc:title>
  <dc:creator>Lenovo</dc:creator>
  <cp:lastModifiedBy>陆炜妮</cp:lastModifiedBy>
  <cp:revision>83</cp:revision>
  <dcterms:created xsi:type="dcterms:W3CDTF">2020-04-27T05:20:13Z</dcterms:created>
  <dcterms:modified xsi:type="dcterms:W3CDTF">2020-09-16T01:27:17Z</dcterms:modified>
</cp:coreProperties>
</file>