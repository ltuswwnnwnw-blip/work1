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6" r:id="rId6"/>
    <p:sldId id="277" r:id="rId7"/>
    <p:sldId id="278" r:id="rId8"/>
    <p:sldId id="279" r:id="rId9"/>
    <p:sldId id="280" r:id="rId10"/>
    <p:sldId id="275" r:id="rId11"/>
    <p:sldId id="281" r:id="rId12"/>
    <p:sldId id="282" r:id="rId13"/>
    <p:sldId id="283" r:id="rId14"/>
    <p:sldId id="284" r:id="rId15"/>
    <p:sldId id="267" r:id="rId16"/>
    <p:sldId id="268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2627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2020-8-15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1446420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框架布局</a:t>
            </a:r>
            <a:endParaRPr lang="zh-CN" altLang="en-US" sz="40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4400" dirty="0" smtClean="0"/>
              <a:t>掌握框架结构的网页布局实现。</a:t>
            </a:r>
            <a:endParaRPr lang="en-US" altLang="zh-CN" sz="44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7"/>
            <a:ext cx="4565593" cy="512219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将“两栏布局”案例修改为框架结构布局。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/>
              <a:t>将页面分为上、中、下框架结构，并将中间再划分</a:t>
            </a:r>
            <a:r>
              <a:rPr lang="en-US" altLang="zh-CN" dirty="0"/>
              <a:t>2</a:t>
            </a:r>
            <a:r>
              <a:rPr lang="zh-CN" altLang="zh-CN" dirty="0"/>
              <a:t>列框架</a:t>
            </a:r>
            <a:r>
              <a:rPr lang="zh-CN" altLang="zh-CN" dirty="0" smtClean="0"/>
              <a:t>结构；上</a:t>
            </a:r>
            <a:r>
              <a:rPr lang="zh-CN" altLang="zh-CN" dirty="0"/>
              <a:t>、下、左的框架页固定不动，点击左侧框架页中的垂直导航菜单，可以变换右侧框架页。</a:t>
            </a:r>
            <a:endParaRPr lang="zh-CN" altLang="en-US" sz="3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任务目标</a:t>
            </a:r>
          </a:p>
        </p:txBody>
      </p:sp>
      <p:pic>
        <p:nvPicPr>
          <p:cNvPr id="4" name="图片 3"/>
          <p:cNvPicPr/>
          <p:nvPr/>
        </p:nvPicPr>
        <p:blipFill rotWithShape="1">
          <a:blip r:embed="rId2"/>
          <a:srcRect l="5425" t="7711" r="18988" b="6213"/>
          <a:stretch/>
        </p:blipFill>
        <p:spPr bwMode="auto">
          <a:xfrm>
            <a:off x="5763491" y="1312955"/>
            <a:ext cx="5426945" cy="46349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框架的使用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 smtClean="0"/>
              <a:t>框架</a:t>
            </a:r>
            <a:r>
              <a:rPr lang="zh-CN" altLang="zh-CN" dirty="0"/>
              <a:t>，实现在同一个浏览器窗口中显示多个页面</a:t>
            </a:r>
            <a:r>
              <a:rPr lang="zh-CN" altLang="zh-CN" dirty="0" smtClean="0"/>
              <a:t>，被</a:t>
            </a:r>
            <a:r>
              <a:rPr lang="zh-CN" altLang="zh-CN" dirty="0"/>
              <a:t>广泛应用在网站后台或者内部网页的布局中。使用框架主要包含两个部分，一个是框架集，一个是具体的框架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）框架集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框架集标签</a:t>
            </a:r>
            <a:r>
              <a:rPr lang="en-US" altLang="zh-CN" dirty="0"/>
              <a:t>&lt;frameset&gt;</a:t>
            </a:r>
            <a:r>
              <a:rPr lang="zh-CN" altLang="zh-CN" dirty="0"/>
              <a:t>定义如何将窗口分割为框架，也是访问框架文件的入口文件</a:t>
            </a:r>
            <a:r>
              <a:rPr lang="zh-CN" altLang="zh-CN" dirty="0" smtClean="0"/>
              <a:t>。</a:t>
            </a:r>
            <a:r>
              <a:rPr lang="zh-CN" altLang="zh-CN" dirty="0"/>
              <a:t>框架集使用</a:t>
            </a:r>
            <a:r>
              <a:rPr lang="en-US" altLang="zh-CN" dirty="0"/>
              <a:t>rows</a:t>
            </a:r>
            <a:r>
              <a:rPr lang="zh-CN" altLang="zh-CN" dirty="0"/>
              <a:t>属性定义将窗口划分为多行，</a:t>
            </a:r>
            <a:r>
              <a:rPr lang="en-US" altLang="zh-CN" dirty="0"/>
              <a:t>rows</a:t>
            </a:r>
            <a:r>
              <a:rPr lang="zh-CN" altLang="zh-CN" dirty="0"/>
              <a:t>可以取多个值，值的个数代表了内部包含的框架</a:t>
            </a:r>
            <a:r>
              <a:rPr lang="zh-CN" altLang="zh-CN" dirty="0" smtClean="0"/>
              <a:t>个数</a:t>
            </a:r>
            <a:r>
              <a:rPr lang="zh-CN" altLang="en-US" dirty="0" smtClean="0"/>
              <a:t>；</a:t>
            </a:r>
            <a:r>
              <a:rPr lang="zh-CN" altLang="zh-CN" dirty="0"/>
              <a:t>使用</a:t>
            </a:r>
            <a:r>
              <a:rPr lang="en-US" altLang="zh-CN" dirty="0"/>
              <a:t>cols</a:t>
            </a:r>
            <a:r>
              <a:rPr lang="zh-CN" altLang="zh-CN" dirty="0"/>
              <a:t>属性定义将窗口划分为多列，</a:t>
            </a:r>
            <a:r>
              <a:rPr lang="en-US" altLang="zh-CN" dirty="0"/>
              <a:t>cols</a:t>
            </a:r>
            <a:r>
              <a:rPr lang="zh-CN" altLang="zh-CN" dirty="0"/>
              <a:t>可以取多个值，值的个数代表了内部包含的框架个数。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413216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4294045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框架的使用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）框架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框架标签</a:t>
            </a:r>
            <a:r>
              <a:rPr lang="en-US" altLang="zh-CN" dirty="0"/>
              <a:t>&lt;frame&gt;</a:t>
            </a:r>
            <a:r>
              <a:rPr lang="zh-CN" altLang="zh-CN" dirty="0"/>
              <a:t>定义了放置在每个框架中的</a:t>
            </a:r>
            <a:r>
              <a:rPr lang="en-US" altLang="zh-CN" dirty="0"/>
              <a:t>HTML</a:t>
            </a:r>
            <a:r>
              <a:rPr lang="zh-CN" altLang="zh-CN" dirty="0"/>
              <a:t>文档</a:t>
            </a:r>
            <a:r>
              <a:rPr lang="zh-CN" altLang="zh-CN" dirty="0" smtClean="0"/>
              <a:t>。</a:t>
            </a:r>
            <a:r>
              <a:rPr lang="zh-CN" altLang="en-US" dirty="0"/>
              <a:t>这里</a:t>
            </a:r>
            <a:r>
              <a:rPr lang="zh-CN" altLang="zh-CN" dirty="0" smtClean="0"/>
              <a:t>设置</a:t>
            </a:r>
            <a:r>
              <a:rPr lang="zh-CN" altLang="zh-CN" dirty="0"/>
              <a:t>了一个两行的框架集：第一行框架占据浏览器窗口高度的</a:t>
            </a:r>
            <a:r>
              <a:rPr lang="en-US" altLang="zh-CN" dirty="0"/>
              <a:t>20</a:t>
            </a:r>
            <a:r>
              <a:rPr lang="en-US" altLang="zh-CN" dirty="0" smtClean="0"/>
              <a:t>%</a:t>
            </a:r>
            <a:r>
              <a:rPr lang="zh-CN" altLang="zh-CN" dirty="0" smtClean="0"/>
              <a:t>；</a:t>
            </a:r>
            <a:r>
              <a:rPr lang="zh-CN" altLang="zh-CN" dirty="0"/>
              <a:t>第二行框架占据浏览器窗口高度的</a:t>
            </a:r>
            <a:r>
              <a:rPr lang="en-US" altLang="zh-CN" dirty="0"/>
              <a:t>80</a:t>
            </a:r>
            <a:r>
              <a:rPr lang="en-US" altLang="zh-CN" dirty="0" smtClean="0"/>
              <a:t>%</a:t>
            </a:r>
            <a:r>
              <a:rPr lang="zh-CN" altLang="zh-CN" dirty="0" smtClean="0"/>
              <a:t>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583" y="1124384"/>
            <a:ext cx="3753717" cy="261181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 rotWithShape="1">
          <a:blip r:embed="rId3"/>
          <a:srcRect l="2170" t="6988" r="5244" b="10553"/>
          <a:stretch/>
        </p:blipFill>
        <p:spPr bwMode="auto">
          <a:xfrm>
            <a:off x="7089543" y="3354993"/>
            <a:ext cx="4089516" cy="27314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32896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框架的使用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）框架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 smtClean="0"/>
              <a:t>不规则</a:t>
            </a:r>
            <a:r>
              <a:rPr lang="zh-CN" altLang="zh-CN" dirty="0"/>
              <a:t>的框架</a:t>
            </a:r>
            <a:r>
              <a:rPr lang="zh-CN" altLang="zh-CN" dirty="0" smtClean="0"/>
              <a:t>结构</a:t>
            </a:r>
            <a:r>
              <a:rPr lang="zh-CN" altLang="en-US" dirty="0"/>
              <a:t>，</a:t>
            </a:r>
            <a:r>
              <a:rPr lang="zh-CN" altLang="zh-CN" dirty="0" smtClean="0"/>
              <a:t>使用</a:t>
            </a:r>
            <a:r>
              <a:rPr lang="zh-CN" altLang="zh-CN" dirty="0"/>
              <a:t>框架集的嵌套设计来实现。例如下面的例子中设计了两个框架集：外层框架集将窗口分为两</a:t>
            </a:r>
            <a:r>
              <a:rPr lang="zh-CN" altLang="zh-CN" dirty="0" smtClean="0"/>
              <a:t>行</a:t>
            </a:r>
            <a:r>
              <a:rPr lang="zh-CN" altLang="en-US" dirty="0" smtClean="0"/>
              <a:t>，</a:t>
            </a:r>
            <a:r>
              <a:rPr lang="zh-CN" altLang="zh-CN" dirty="0" smtClean="0"/>
              <a:t>内层</a:t>
            </a:r>
            <a:r>
              <a:rPr lang="zh-CN" altLang="zh-CN" dirty="0"/>
              <a:t>框架集将第二行空间分为两</a:t>
            </a:r>
            <a:r>
              <a:rPr lang="zh-CN" altLang="zh-CN" dirty="0" smtClean="0"/>
              <a:t>列。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77" r="23877" b="15062"/>
          <a:stretch/>
        </p:blipFill>
        <p:spPr>
          <a:xfrm>
            <a:off x="1552574" y="3620020"/>
            <a:ext cx="5029800" cy="2214562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 rotWithShape="1">
          <a:blip r:embed="rId3"/>
          <a:srcRect l="2170" t="7469" r="5425" b="10312"/>
          <a:stretch/>
        </p:blipFill>
        <p:spPr bwMode="auto">
          <a:xfrm>
            <a:off x="6788429" y="3368127"/>
            <a:ext cx="4073536" cy="27183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06624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框架的使用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）框架</a:t>
            </a:r>
            <a:endParaRPr lang="en-US" altLang="zh-CN" sz="2600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b="1" dirty="0"/>
              <a:t>框架</a:t>
            </a:r>
            <a:r>
              <a:rPr lang="zh-CN" altLang="en-US" sz="2200" b="1" dirty="0" smtClean="0"/>
              <a:t>边框</a:t>
            </a:r>
            <a:r>
              <a:rPr lang="zh-CN" altLang="en-US" sz="2200" dirty="0" smtClean="0"/>
              <a:t>：</a:t>
            </a:r>
            <a:r>
              <a:rPr lang="zh-CN" altLang="zh-CN" dirty="0"/>
              <a:t>通过</a:t>
            </a:r>
            <a:r>
              <a:rPr lang="en-US" altLang="zh-CN" dirty="0" err="1"/>
              <a:t>frameborder</a:t>
            </a:r>
            <a:r>
              <a:rPr lang="zh-CN" altLang="zh-CN" dirty="0"/>
              <a:t>属性调整边框的显示</a:t>
            </a:r>
            <a:r>
              <a:rPr lang="zh-CN" altLang="zh-CN" dirty="0" smtClean="0"/>
              <a:t>情况</a:t>
            </a:r>
            <a:r>
              <a:rPr lang="zh-CN" altLang="en-US" dirty="0"/>
              <a:t>，</a:t>
            </a:r>
            <a:r>
              <a:rPr lang="zh-CN" altLang="zh-CN" dirty="0" smtClean="0"/>
              <a:t>值</a:t>
            </a:r>
            <a:r>
              <a:rPr lang="zh-CN" altLang="zh-CN" dirty="0"/>
              <a:t>为</a:t>
            </a:r>
            <a:r>
              <a:rPr lang="en-US" altLang="zh-CN" dirty="0"/>
              <a:t>1</a:t>
            </a:r>
            <a:r>
              <a:rPr lang="zh-CN" altLang="zh-CN" dirty="0"/>
              <a:t>表示有边框；值为</a:t>
            </a:r>
            <a:r>
              <a:rPr lang="en-US" altLang="zh-CN" dirty="0"/>
              <a:t>0</a:t>
            </a:r>
            <a:r>
              <a:rPr lang="zh-CN" altLang="zh-CN" dirty="0"/>
              <a:t>表示无边框</a:t>
            </a:r>
            <a:r>
              <a:rPr lang="zh-CN" altLang="zh-CN" dirty="0" smtClean="0"/>
              <a:t>。</a:t>
            </a:r>
            <a:r>
              <a:rPr lang="zh-CN" altLang="zh-CN" dirty="0"/>
              <a:t>在</a:t>
            </a:r>
            <a:r>
              <a:rPr lang="en-US" altLang="zh-CN" dirty="0"/>
              <a:t>frameset</a:t>
            </a:r>
            <a:r>
              <a:rPr lang="zh-CN" altLang="zh-CN" dirty="0"/>
              <a:t>中设置将会对整个框架有效，在</a:t>
            </a:r>
            <a:r>
              <a:rPr lang="en-US" altLang="zh-CN" dirty="0"/>
              <a:t>frame</a:t>
            </a:r>
            <a:r>
              <a:rPr lang="zh-CN" altLang="zh-CN" dirty="0"/>
              <a:t>中设置则只对当前这个框架有效。</a:t>
            </a:r>
            <a:endParaRPr lang="en-US" altLang="zh-CN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b="1" dirty="0" smtClean="0"/>
              <a:t>边框颜色</a:t>
            </a:r>
            <a:r>
              <a:rPr lang="zh-CN" altLang="en-US" sz="2200" dirty="0" smtClean="0"/>
              <a:t>：</a:t>
            </a:r>
            <a:r>
              <a:rPr lang="zh-CN" altLang="zh-CN" dirty="0"/>
              <a:t>使用</a:t>
            </a:r>
            <a:r>
              <a:rPr lang="en-US" altLang="zh-CN" dirty="0" err="1"/>
              <a:t>bordercolor</a:t>
            </a:r>
            <a:r>
              <a:rPr lang="zh-CN" altLang="zh-CN" dirty="0"/>
              <a:t>属性可以设置边框的颜色：</a:t>
            </a:r>
            <a:r>
              <a:rPr lang="en-US" altLang="zh-CN" dirty="0"/>
              <a:t>&lt;frameset </a:t>
            </a:r>
            <a:r>
              <a:rPr lang="en-US" altLang="zh-CN" dirty="0" err="1"/>
              <a:t>bordercolor</a:t>
            </a:r>
            <a:r>
              <a:rPr lang="en-US" altLang="zh-CN" dirty="0"/>
              <a:t>="</a:t>
            </a:r>
            <a:r>
              <a:rPr lang="zh-CN" altLang="zh-CN" dirty="0"/>
              <a:t>颜色代码</a:t>
            </a:r>
            <a:r>
              <a:rPr lang="en-US" altLang="zh-CN" dirty="0"/>
              <a:t>"&gt;</a:t>
            </a:r>
            <a:r>
              <a:rPr lang="zh-CN" altLang="zh-CN" dirty="0" smtClean="0"/>
              <a:t>。</a:t>
            </a:r>
            <a:r>
              <a:rPr lang="zh-CN" altLang="zh-CN" dirty="0"/>
              <a:t>该属性只对整个框架集有效，对于单个框架无效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334610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框架的使用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）框架</a:t>
            </a:r>
            <a:endParaRPr lang="en-US" altLang="zh-CN" sz="2600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b="1" dirty="0" smtClean="0"/>
              <a:t>框架宽度是否可调</a:t>
            </a:r>
            <a:r>
              <a:rPr lang="zh-CN" altLang="en-US" sz="2200" dirty="0" smtClean="0"/>
              <a:t>：</a:t>
            </a:r>
            <a:r>
              <a:rPr lang="zh-CN" altLang="zh-CN" dirty="0"/>
              <a:t>默认情况下，框架的宽度可以通过拖动边框进行调整，利用</a:t>
            </a:r>
            <a:r>
              <a:rPr lang="en-US" altLang="zh-CN" dirty="0" err="1"/>
              <a:t>noresize</a:t>
            </a:r>
            <a:r>
              <a:rPr lang="en-US" altLang="zh-CN" dirty="0"/>
              <a:t> </a:t>
            </a:r>
            <a:r>
              <a:rPr lang="zh-CN" altLang="zh-CN" dirty="0"/>
              <a:t>属性可以限制用户无法调整框架的大小。使用方法：</a:t>
            </a:r>
            <a:r>
              <a:rPr lang="en-US" altLang="zh-CN" dirty="0"/>
              <a:t>&lt;frame </a:t>
            </a:r>
            <a:r>
              <a:rPr lang="en-US" altLang="zh-CN" dirty="0" err="1"/>
              <a:t>noresize</a:t>
            </a:r>
            <a:r>
              <a:rPr lang="en-US" altLang="zh-CN" dirty="0"/>
              <a:t>=”</a:t>
            </a:r>
            <a:r>
              <a:rPr lang="en-US" altLang="zh-CN" dirty="0" err="1"/>
              <a:t>noresize</a:t>
            </a:r>
            <a:r>
              <a:rPr lang="en-US" altLang="zh-CN" dirty="0" smtClean="0"/>
              <a:t>”&gt;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/>
              <a:t>不</a:t>
            </a:r>
            <a:r>
              <a:rPr lang="zh-CN" altLang="en-US" b="1" dirty="0" smtClean="0"/>
              <a:t>支持框架的处理</a:t>
            </a:r>
            <a:r>
              <a:rPr lang="zh-CN" altLang="en-US" dirty="0" smtClean="0"/>
              <a:t>：</a:t>
            </a:r>
            <a:r>
              <a:rPr lang="zh-CN" altLang="zh-CN" dirty="0"/>
              <a:t>当浏览器不支持框架时，可以使用</a:t>
            </a:r>
            <a:r>
              <a:rPr lang="en-US" altLang="zh-CN" dirty="0"/>
              <a:t>&lt;</a:t>
            </a:r>
            <a:r>
              <a:rPr lang="en-US" altLang="zh-CN" dirty="0" err="1"/>
              <a:t>noframes</a:t>
            </a:r>
            <a:r>
              <a:rPr lang="en-US" altLang="zh-CN" dirty="0"/>
              <a:t>&gt;</a:t>
            </a:r>
            <a:r>
              <a:rPr lang="zh-CN" altLang="zh-CN" dirty="0"/>
              <a:t>标签显示提示文本。</a:t>
            </a:r>
            <a:r>
              <a:rPr lang="en-US" altLang="zh-CN" dirty="0"/>
              <a:t>&lt;</a:t>
            </a:r>
            <a:r>
              <a:rPr lang="en-US" altLang="zh-CN" dirty="0" err="1"/>
              <a:t>noframes</a:t>
            </a:r>
            <a:r>
              <a:rPr lang="en-US" altLang="zh-CN" dirty="0"/>
              <a:t>&gt;</a:t>
            </a:r>
            <a:r>
              <a:rPr lang="zh-CN" altLang="zh-CN" dirty="0"/>
              <a:t>位于 </a:t>
            </a:r>
            <a:r>
              <a:rPr lang="en-US" altLang="zh-CN" dirty="0"/>
              <a:t>&lt;frameset&gt;</a:t>
            </a:r>
            <a:r>
              <a:rPr lang="zh-CN" altLang="zh-CN" dirty="0"/>
              <a:t>内部。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zh-CN" dirty="0"/>
          </a:p>
          <a:p>
            <a:pPr marL="914400" lvl="2" indent="0">
              <a:lnSpc>
                <a:spcPct val="150000"/>
              </a:lnSpc>
              <a:buNone/>
            </a:pP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880728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3836844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框架的使用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）框架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去除垂直边框，将水平边框的颜色改为</a:t>
            </a:r>
            <a:r>
              <a:rPr lang="en-US" altLang="zh-CN" dirty="0"/>
              <a:t>#0060a5</a:t>
            </a:r>
            <a:r>
              <a:rPr lang="zh-CN" altLang="zh-CN" dirty="0"/>
              <a:t>，设置框架宽度不可调整，并添加</a:t>
            </a:r>
            <a:r>
              <a:rPr lang="en-US" altLang="zh-CN" dirty="0"/>
              <a:t>&lt;</a:t>
            </a:r>
            <a:r>
              <a:rPr lang="en-US" altLang="zh-CN" dirty="0" err="1"/>
              <a:t>noframe</a:t>
            </a:r>
            <a:r>
              <a:rPr lang="en-US" altLang="zh-CN" dirty="0"/>
              <a:t>&gt;</a:t>
            </a:r>
            <a:r>
              <a:rPr lang="zh-CN" altLang="zh-CN" dirty="0"/>
              <a:t>标签处理浏览器不支持框架时给予用户提示。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278" y="1149927"/>
            <a:ext cx="5326738" cy="2535381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 rotWithShape="1">
          <a:blip r:embed="rId3"/>
          <a:srcRect l="1989" t="8916" r="9041" b="14894"/>
          <a:stretch/>
        </p:blipFill>
        <p:spPr bwMode="auto">
          <a:xfrm>
            <a:off x="6828559" y="3335742"/>
            <a:ext cx="4282787" cy="275073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3409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4325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设计框架集页面标签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207" y="1094942"/>
            <a:ext cx="5694094" cy="4890222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 rotWithShape="1">
          <a:blip r:embed="rId3"/>
          <a:srcRect l="5425" t="7711" r="18988" b="6213"/>
          <a:stretch/>
        </p:blipFill>
        <p:spPr bwMode="auto">
          <a:xfrm>
            <a:off x="1095375" y="2134188"/>
            <a:ext cx="4173396" cy="356435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4383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5097607" cy="16071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根据框架集结构拆分框架页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</a:t>
            </a:r>
            <a:r>
              <a:rPr lang="en-US" altLang="zh-CN" sz="2600" dirty="0" smtClean="0"/>
              <a:t>top.html</a:t>
            </a:r>
            <a:r>
              <a:rPr lang="zh-CN" altLang="en-US" sz="2600" dirty="0" smtClean="0"/>
              <a:t>网页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50" y="1759528"/>
            <a:ext cx="6224504" cy="429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2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5097607" cy="16071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根据框架集结构拆分框架页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</a:t>
            </a:r>
            <a:r>
              <a:rPr lang="en-US" altLang="zh-CN" sz="2600" dirty="0" smtClean="0"/>
              <a:t>left</a:t>
            </a:r>
            <a:r>
              <a:rPr lang="en-US" altLang="zh-CN" sz="2600" dirty="0" smtClean="0"/>
              <a:t>.html</a:t>
            </a:r>
            <a:r>
              <a:rPr lang="zh-CN" altLang="en-US" sz="2600" dirty="0" smtClean="0"/>
              <a:t>网页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850" y="2563091"/>
            <a:ext cx="7947932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55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5097607" cy="16071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根据框架集结构拆分框架页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3</a:t>
            </a:r>
            <a:r>
              <a:rPr lang="zh-CN" altLang="en-US" sz="2600" dirty="0" smtClean="0"/>
              <a:t>）</a:t>
            </a:r>
            <a:r>
              <a:rPr lang="en-US" altLang="zh-CN" sz="2600" dirty="0" smtClean="0"/>
              <a:t>book1.html</a:t>
            </a:r>
            <a:r>
              <a:rPr lang="zh-CN" altLang="en-US" sz="2600" dirty="0" smtClean="0"/>
              <a:t>网页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896" y="1922751"/>
            <a:ext cx="5982333" cy="414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34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5097607" cy="16071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根据框架集结构拆分框架页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4</a:t>
            </a:r>
            <a:r>
              <a:rPr lang="zh-CN" altLang="en-US" sz="2600" dirty="0" smtClean="0"/>
              <a:t>）</a:t>
            </a:r>
            <a:r>
              <a:rPr lang="en-US" altLang="zh-CN" sz="2600" dirty="0" smtClean="0"/>
              <a:t>footer.html</a:t>
            </a:r>
            <a:r>
              <a:rPr lang="zh-CN" altLang="en-US" sz="2600" dirty="0" smtClean="0"/>
              <a:t>网页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399" y="2655369"/>
            <a:ext cx="7820403" cy="234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19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9877426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框架提供了一种在一个浏览器窗口中显示多个页面的方法。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框架集页面是访问框架文件的入口，其内部定义了如何将窗口分割为框架。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根据需要灵活设计框架结构。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6096001" cy="148018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请</a:t>
            </a:r>
            <a:r>
              <a:rPr lang="zh-CN" altLang="en-US" dirty="0" smtClean="0"/>
              <a:t>完成如下效果图的框架页面。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437" y="1365141"/>
            <a:ext cx="1852613" cy="483563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662" y="2127363"/>
            <a:ext cx="4272829" cy="390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1226</TotalTime>
  <Words>655</Words>
  <Application>Microsoft Office PowerPoint</Application>
  <PresentationFormat>宽屏</PresentationFormat>
  <Paragraphs>53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框架布局</vt:lpstr>
      <vt:lpstr>学习目标</vt:lpstr>
      <vt:lpstr>任务目标</vt:lpstr>
      <vt:lpstr>相关知识</vt:lpstr>
      <vt:lpstr>相关知识</vt:lpstr>
      <vt:lpstr>相关知识</vt:lpstr>
      <vt:lpstr>相关知识</vt:lpstr>
      <vt:lpstr>相关知识</vt:lpstr>
      <vt:lpstr>相关知识</vt:lpstr>
      <vt:lpstr>任务实施</vt:lpstr>
      <vt:lpstr>任务实施</vt:lpstr>
      <vt:lpstr>任务实施</vt:lpstr>
      <vt:lpstr>任务实施</vt:lpstr>
      <vt:lpstr>任务实施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84</cp:revision>
  <dcterms:created xsi:type="dcterms:W3CDTF">2020-04-27T05:20:13Z</dcterms:created>
  <dcterms:modified xsi:type="dcterms:W3CDTF">2020-08-15T02:05:21Z</dcterms:modified>
</cp:coreProperties>
</file>