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6" r:id="rId6"/>
    <p:sldId id="277" r:id="rId7"/>
    <p:sldId id="282" r:id="rId8"/>
    <p:sldId id="283" r:id="rId9"/>
    <p:sldId id="278" r:id="rId10"/>
    <p:sldId id="279" r:id="rId11"/>
    <p:sldId id="280" r:id="rId12"/>
    <p:sldId id="281" r:id="rId13"/>
    <p:sldId id="275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67" r:id="rId22"/>
    <p:sldId id="268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2627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2020-8-14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35077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8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两栏布局</a:t>
            </a:r>
            <a:endParaRPr lang="zh-CN" altLang="en-US" sz="48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 smtClean="0"/>
              <a:t>掌握两栏固定宽度、可变宽度布局的实现。</a:t>
            </a:r>
            <a:endParaRPr lang="en-US" altLang="zh-CN" sz="32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200" dirty="0"/>
              <a:t>能综合</a:t>
            </a:r>
            <a:r>
              <a:rPr lang="zh-CN" altLang="en-US" sz="3200" dirty="0" smtClean="0"/>
              <a:t>运用前面所学，完成一张完整网页的设计。</a:t>
            </a:r>
            <a:endParaRPr lang="en-US" altLang="zh-CN" sz="3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4565593" cy="51221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实现两栏固定宽度布局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实现左侧栏固定、右侧栏可变宽度的布局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实现水平、垂直导航条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实现图左文右、图上文下混排结构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实现搜索框</a:t>
            </a: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任务目标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936" y="1301404"/>
            <a:ext cx="5274310" cy="464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64553" cy="5130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两栏固定宽度布局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如图</a:t>
            </a:r>
            <a:r>
              <a:rPr lang="zh-CN" altLang="zh-CN" dirty="0" smtClean="0"/>
              <a:t>所示，</a:t>
            </a:r>
            <a:r>
              <a:rPr lang="zh-CN" altLang="zh-CN" dirty="0"/>
              <a:t>网页宽度为</a:t>
            </a:r>
            <a:r>
              <a:rPr lang="en-US" altLang="zh-CN" dirty="0"/>
              <a:t>700px</a:t>
            </a:r>
            <a:r>
              <a:rPr lang="zh-CN" altLang="zh-CN" dirty="0"/>
              <a:t>，整体居中显示，中间划分为宽度固定的左右两栏，左侧栏宽</a:t>
            </a:r>
            <a:r>
              <a:rPr lang="en-US" altLang="zh-CN" dirty="0"/>
              <a:t>180px</a:t>
            </a:r>
            <a:r>
              <a:rPr lang="zh-CN" altLang="zh-CN" dirty="0"/>
              <a:t>，右侧</a:t>
            </a:r>
            <a:r>
              <a:rPr lang="zh-CN" altLang="zh-CN" dirty="0" smtClean="0"/>
              <a:t>栏</a:t>
            </a:r>
            <a:r>
              <a:rPr lang="zh-CN" altLang="en-US" dirty="0" smtClean="0"/>
              <a:t>占据剩余宽度</a:t>
            </a:r>
            <a:r>
              <a:rPr lang="zh-CN" altLang="zh-CN" dirty="0" smtClean="0"/>
              <a:t>，</a:t>
            </a:r>
            <a:r>
              <a:rPr lang="zh-CN" altLang="zh-CN" dirty="0"/>
              <a:t>不论浏览器的宽度如何变化，网页布局不变。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927" y="1754678"/>
            <a:ext cx="6251604" cy="366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62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6455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两栏固定宽度布局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176" y="1056842"/>
            <a:ext cx="3813897" cy="5154806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158788"/>
            <a:ext cx="5798301" cy="339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13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3864553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两栏固定宽度布局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6" name="图片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4" y="2158788"/>
            <a:ext cx="5798301" cy="33968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906" y="1187161"/>
            <a:ext cx="3987814" cy="489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89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25149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两栏</a:t>
            </a:r>
            <a:r>
              <a:rPr lang="zh-CN" altLang="en-US" sz="3000" dirty="0"/>
              <a:t>可变</a:t>
            </a:r>
            <a:r>
              <a:rPr lang="zh-CN" altLang="en-US" sz="3000" dirty="0" smtClean="0"/>
              <a:t>宽度布局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dirty="0" smtClean="0"/>
              <a:t>如图</a:t>
            </a:r>
            <a:r>
              <a:rPr lang="zh-CN" altLang="zh-CN" dirty="0" smtClean="0"/>
              <a:t>所示，</a:t>
            </a:r>
            <a:r>
              <a:rPr lang="zh-CN" altLang="zh-CN" dirty="0"/>
              <a:t>网页宽度</a:t>
            </a:r>
            <a:r>
              <a:rPr lang="zh-CN" altLang="zh-CN" dirty="0" smtClean="0"/>
              <a:t>为</a:t>
            </a:r>
            <a:r>
              <a:rPr lang="en-US" altLang="zh-CN" dirty="0" smtClean="0"/>
              <a:t>500~800px</a:t>
            </a:r>
            <a:r>
              <a:rPr lang="zh-CN" altLang="zh-CN" dirty="0"/>
              <a:t>，整体居中显示</a:t>
            </a:r>
            <a:r>
              <a:rPr lang="zh-CN" altLang="zh-CN" dirty="0" smtClean="0"/>
              <a:t>，左侧</a:t>
            </a:r>
            <a:r>
              <a:rPr lang="zh-CN" altLang="zh-CN" dirty="0"/>
              <a:t>栏</a:t>
            </a:r>
            <a:r>
              <a:rPr lang="zh-CN" altLang="zh-CN" dirty="0" smtClean="0"/>
              <a:t>宽</a:t>
            </a:r>
            <a:r>
              <a:rPr lang="zh-CN" altLang="en-US" dirty="0" smtClean="0"/>
              <a:t>固定</a:t>
            </a:r>
            <a:r>
              <a:rPr lang="en-US" altLang="zh-CN" dirty="0" smtClean="0"/>
              <a:t>180px</a:t>
            </a:r>
            <a:r>
              <a:rPr lang="zh-CN" altLang="zh-CN" dirty="0"/>
              <a:t>，右侧</a:t>
            </a:r>
            <a:r>
              <a:rPr lang="zh-CN" altLang="zh-CN" dirty="0" smtClean="0"/>
              <a:t>栏</a:t>
            </a:r>
            <a:r>
              <a:rPr lang="zh-CN" altLang="en-US" dirty="0" smtClean="0"/>
              <a:t>宽度自适应</a:t>
            </a:r>
            <a:r>
              <a:rPr lang="zh-CN" altLang="zh-CN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018" y="2437477"/>
            <a:ext cx="2701637" cy="372153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878" y="2997953"/>
            <a:ext cx="4697813" cy="316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57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251499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两栏</a:t>
            </a:r>
            <a:r>
              <a:rPr lang="zh-CN" altLang="en-US" sz="3000" dirty="0"/>
              <a:t>可变</a:t>
            </a:r>
            <a:r>
              <a:rPr lang="zh-CN" altLang="en-US" sz="3000" dirty="0" smtClean="0"/>
              <a:t>宽度布局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273" y="1869441"/>
            <a:ext cx="3048000" cy="41986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122" y="1131370"/>
            <a:ext cx="3338513" cy="496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146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10002117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块状</a:t>
            </a:r>
            <a:r>
              <a:rPr lang="zh-CN" altLang="en-US" sz="3000" dirty="0" smtClean="0"/>
              <a:t>元素中的内容实现水平、垂直居中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）单行内容的居中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如果块状元素中的内容是单行文字或单张图片的情况，那么可以水平居中可采用</a:t>
            </a:r>
            <a:r>
              <a:rPr lang="en-US" altLang="zh-CN" dirty="0" err="1"/>
              <a:t>text-align:center</a:t>
            </a:r>
            <a:r>
              <a:rPr lang="zh-CN" altLang="zh-CN" dirty="0"/>
              <a:t>实现，垂直居中可采用块状元素的</a:t>
            </a:r>
            <a:r>
              <a:rPr lang="en-US" altLang="zh-CN" dirty="0"/>
              <a:t>height</a:t>
            </a:r>
            <a:r>
              <a:rPr lang="zh-CN" altLang="zh-CN" dirty="0"/>
              <a:t>与</a:t>
            </a:r>
            <a:r>
              <a:rPr lang="en-US" altLang="zh-CN" dirty="0"/>
              <a:t>line-height</a:t>
            </a:r>
            <a:r>
              <a:rPr lang="zh-CN" altLang="zh-CN" dirty="0"/>
              <a:t>设为相同值来实现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1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如果块状元素中的内容是图片，那么就需要在图片上多加一个</a:t>
            </a:r>
            <a:r>
              <a:rPr lang="en-US" altLang="zh-CN" dirty="0" err="1"/>
              <a:t>vertical-align:middle</a:t>
            </a:r>
            <a:r>
              <a:rPr lang="zh-CN" altLang="zh-CN" dirty="0"/>
              <a:t>的样式才能够实现图片的垂直居中。</a:t>
            </a:r>
            <a:endParaRPr lang="en-US" altLang="zh-CN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627468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69731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块状</a:t>
            </a:r>
            <a:r>
              <a:rPr lang="zh-CN" altLang="en-US" sz="3000" dirty="0" smtClean="0"/>
              <a:t>元素中的内容实现水平、垂直居中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）单行内容的居中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062" y="2921578"/>
            <a:ext cx="2505775" cy="26756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083" y="3539837"/>
            <a:ext cx="3174528" cy="9628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618" y="2136197"/>
            <a:ext cx="3366907" cy="403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2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69731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块状</a:t>
            </a:r>
            <a:r>
              <a:rPr lang="zh-CN" altLang="en-US" sz="3000" dirty="0" smtClean="0"/>
              <a:t>元素中的内容实现水平、垂直居中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）多行内容的居中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如果块状元素中的内容是多行文字，那么可以使用定位来实现水平和垂直方向的居中</a:t>
            </a:r>
            <a:r>
              <a:rPr lang="zh-CN" altLang="zh-CN" dirty="0" smtClean="0"/>
              <a:t>。</a:t>
            </a:r>
            <a:r>
              <a:rPr lang="zh-CN" altLang="en-US" dirty="0" smtClean="0"/>
              <a:t>注意，定位的参考点是多行文字元素的左上角，因而需要利用</a:t>
            </a:r>
            <a:r>
              <a:rPr lang="en-US" altLang="zh-CN" dirty="0" smtClean="0"/>
              <a:t>margin</a:t>
            </a:r>
            <a:r>
              <a:rPr lang="zh-CN" altLang="en-US" dirty="0" smtClean="0"/>
              <a:t>负值将其在垂直方向上偏移自身高度的一半、水平方向上偏移宽度的一半，从而达到居中效果。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</p:spTree>
    <p:extLst>
      <p:ext uri="{BB962C8B-B14F-4D97-AF65-F5344CB8AC3E}">
        <p14:creationId xmlns:p14="http://schemas.microsoft.com/office/powerpoint/2010/main" val="114256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3" y="955965"/>
            <a:ext cx="9697318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块状</a:t>
            </a:r>
            <a:r>
              <a:rPr lang="zh-CN" altLang="en-US" sz="3000" dirty="0" smtClean="0"/>
              <a:t>元素中的内容实现水平、垂直居中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）多行内容的居中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相关知识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534" y="3652404"/>
            <a:ext cx="2028825" cy="2000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73" y="2807913"/>
            <a:ext cx="4938281" cy="71330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461" y="1846985"/>
            <a:ext cx="5066052" cy="404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33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6399934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标签结构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016" y="1762557"/>
            <a:ext cx="5102802" cy="438755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469" y="1062903"/>
            <a:ext cx="4684567" cy="508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）两栏固定宽度布局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在</a:t>
            </a:r>
            <a:r>
              <a:rPr lang="zh-CN" altLang="zh-CN" dirty="0"/>
              <a:t>外层</a:t>
            </a:r>
            <a:r>
              <a:rPr lang="en-US" altLang="zh-CN" dirty="0"/>
              <a:t>div</a:t>
            </a:r>
            <a:r>
              <a:rPr lang="zh-CN" altLang="zh-CN" dirty="0"/>
              <a:t>上统一设置网页内容的宽度为</a:t>
            </a:r>
            <a:r>
              <a:rPr lang="en-US" altLang="zh-CN" dirty="0"/>
              <a:t>800</a:t>
            </a:r>
            <a:r>
              <a:rPr lang="zh-CN" altLang="zh-CN" dirty="0"/>
              <a:t>像素，居中显示；限定左边栏宽度为</a:t>
            </a:r>
            <a:r>
              <a:rPr lang="en-US" altLang="zh-CN" dirty="0"/>
              <a:t>180px</a:t>
            </a:r>
            <a:r>
              <a:rPr lang="zh-CN" altLang="zh-CN" dirty="0"/>
              <a:t>，向左浮动，右边</a:t>
            </a:r>
            <a:r>
              <a:rPr lang="zh-CN" altLang="zh-CN" dirty="0" smtClean="0"/>
              <a:t>栏</a:t>
            </a:r>
            <a:r>
              <a:rPr lang="zh-CN" altLang="en-US" dirty="0" smtClean="0"/>
              <a:t>左侧外边距</a:t>
            </a:r>
            <a:r>
              <a:rPr lang="en-US" altLang="zh-CN" dirty="0" smtClean="0"/>
              <a:t>200px</a:t>
            </a:r>
            <a:r>
              <a:rPr lang="zh-CN" altLang="en-US" dirty="0"/>
              <a:t>，</a:t>
            </a:r>
            <a:r>
              <a:rPr lang="zh-CN" altLang="zh-CN" dirty="0" smtClean="0"/>
              <a:t>页脚</a:t>
            </a:r>
            <a:r>
              <a:rPr lang="zh-CN" altLang="zh-CN" dirty="0"/>
              <a:t>处清除浮动。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928" y="1091045"/>
            <a:ext cx="3916507" cy="504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82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）头部样式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将父元素</a:t>
            </a:r>
            <a:r>
              <a:rPr lang="en-US" altLang="zh-CN" dirty="0"/>
              <a:t>div</a:t>
            </a:r>
            <a:r>
              <a:rPr lang="zh-CN" altLang="zh-CN" dirty="0" smtClean="0"/>
              <a:t>设为</a:t>
            </a:r>
            <a:r>
              <a:rPr lang="zh-CN" altLang="zh-CN" dirty="0"/>
              <a:t>相对定位，表单</a:t>
            </a:r>
            <a:r>
              <a:rPr lang="en-US" altLang="zh-CN" dirty="0" smtClean="0"/>
              <a:t>form</a:t>
            </a:r>
            <a:r>
              <a:rPr lang="zh-CN" altLang="zh-CN" dirty="0" smtClean="0"/>
              <a:t>为</a:t>
            </a:r>
            <a:r>
              <a:rPr lang="zh-CN" altLang="zh-CN" dirty="0"/>
              <a:t>绝对定位，将表单定位到相对于父元素的右侧底部位置</a:t>
            </a:r>
            <a:r>
              <a:rPr lang="zh-CN" altLang="zh-CN" dirty="0" smtClean="0"/>
              <a:t>；文本框</a:t>
            </a:r>
            <a:r>
              <a:rPr lang="zh-CN" altLang="zh-CN" dirty="0"/>
              <a:t>内左侧的图标，使用背景图定位的方法来</a:t>
            </a:r>
            <a:r>
              <a:rPr lang="zh-CN" altLang="zh-CN" dirty="0" smtClean="0"/>
              <a:t>实现</a:t>
            </a:r>
            <a:r>
              <a:rPr lang="zh-CN" altLang="en-US" dirty="0" smtClean="0"/>
              <a:t>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9943" y="1259464"/>
            <a:ext cx="5371762" cy="465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5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主导航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使用</a:t>
            </a:r>
            <a:r>
              <a:rPr lang="en-US" altLang="zh-CN" dirty="0" err="1" smtClean="0"/>
              <a:t>display:inline-block</a:t>
            </a:r>
            <a:r>
              <a:rPr lang="zh-CN" altLang="zh-CN" dirty="0"/>
              <a:t>将</a:t>
            </a:r>
            <a:r>
              <a:rPr lang="en-US" altLang="zh-CN" dirty="0"/>
              <a:t>&lt;a&gt;</a:t>
            </a:r>
            <a:r>
              <a:rPr lang="zh-CN" altLang="zh-CN" dirty="0"/>
              <a:t>转变成行内块状元素，这样就可以将</a:t>
            </a:r>
            <a:r>
              <a:rPr lang="en-US" altLang="zh-CN" dirty="0"/>
              <a:t>&lt;a&gt;</a:t>
            </a:r>
            <a:r>
              <a:rPr lang="zh-CN" altLang="zh-CN" dirty="0"/>
              <a:t>作为块状元素来拓展响应区，又可以保持行内元素水平排列的特点，相比较</a:t>
            </a:r>
            <a:r>
              <a:rPr lang="en-US" altLang="zh-CN" dirty="0"/>
              <a:t>float</a:t>
            </a:r>
            <a:r>
              <a:rPr lang="zh-CN" altLang="zh-CN" dirty="0"/>
              <a:t>更为简单。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87" y="1285009"/>
            <a:ext cx="3763240" cy="468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8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4</a:t>
            </a:r>
            <a:r>
              <a:rPr lang="zh-CN" altLang="en-US" sz="2600" dirty="0" smtClean="0"/>
              <a:t>）左边栏样式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 smtClean="0"/>
              <a:t>使用</a:t>
            </a:r>
            <a:r>
              <a:rPr lang="en-US" altLang="zh-CN" dirty="0" err="1" smtClean="0"/>
              <a:t>display:block</a:t>
            </a:r>
            <a:r>
              <a:rPr lang="zh-CN" altLang="zh-CN" dirty="0"/>
              <a:t>将</a:t>
            </a:r>
            <a:r>
              <a:rPr lang="en-US" altLang="zh-CN" dirty="0"/>
              <a:t>&lt;a&gt;</a:t>
            </a:r>
            <a:r>
              <a:rPr lang="zh-CN" altLang="zh-CN" dirty="0"/>
              <a:t>转变为块状元素</a:t>
            </a:r>
            <a:r>
              <a:rPr lang="zh-CN" altLang="zh-CN" dirty="0" smtClean="0"/>
              <a:t>，将</a:t>
            </a:r>
            <a:r>
              <a:rPr lang="en-US" altLang="zh-CN" dirty="0"/>
              <a:t>&lt;a&gt;</a:t>
            </a:r>
            <a:r>
              <a:rPr lang="zh-CN" altLang="zh-CN" dirty="0"/>
              <a:t>作为块状元素来拓展响应区，并且实现了垂直</a:t>
            </a:r>
            <a:r>
              <a:rPr lang="zh-CN" altLang="zh-CN" dirty="0" smtClean="0"/>
              <a:t>排列。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49" y="1129578"/>
            <a:ext cx="3538105" cy="500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9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右</a:t>
            </a:r>
            <a:r>
              <a:rPr lang="zh-CN" altLang="en-US" sz="2600" dirty="0" smtClean="0"/>
              <a:t>边栏“推荐图书”样式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图片水平垂直居中的实现是将父元素</a:t>
            </a:r>
            <a:r>
              <a:rPr lang="en-US" altLang="zh-CN" dirty="0"/>
              <a:t>&lt;div&gt;</a:t>
            </a:r>
            <a:r>
              <a:rPr lang="zh-CN" altLang="zh-CN" dirty="0"/>
              <a:t>的</a:t>
            </a:r>
            <a:r>
              <a:rPr lang="en-US" altLang="zh-CN" dirty="0"/>
              <a:t>height</a:t>
            </a:r>
            <a:r>
              <a:rPr lang="zh-CN" altLang="zh-CN" dirty="0"/>
              <a:t>和</a:t>
            </a:r>
            <a:r>
              <a:rPr lang="en-US" altLang="zh-CN" dirty="0"/>
              <a:t>line-height</a:t>
            </a:r>
            <a:r>
              <a:rPr lang="zh-CN" altLang="zh-CN" dirty="0"/>
              <a:t>设为相同值，</a:t>
            </a:r>
            <a:r>
              <a:rPr lang="en-US" altLang="zh-CN" dirty="0"/>
              <a:t>&lt;</a:t>
            </a:r>
            <a:r>
              <a:rPr lang="en-US" altLang="zh-CN" dirty="0" err="1"/>
              <a:t>img</a:t>
            </a:r>
            <a:r>
              <a:rPr lang="en-US" altLang="zh-CN" dirty="0"/>
              <a:t>&gt;</a:t>
            </a:r>
            <a:r>
              <a:rPr lang="zh-CN" altLang="zh-CN" dirty="0"/>
              <a:t>的</a:t>
            </a:r>
            <a:r>
              <a:rPr lang="en-US" altLang="zh-CN" dirty="0" err="1"/>
              <a:t>vertival</a:t>
            </a:r>
            <a:r>
              <a:rPr lang="en-US" altLang="zh-CN" dirty="0"/>
              <a:t>-align</a:t>
            </a:r>
            <a:r>
              <a:rPr lang="zh-CN" altLang="zh-CN" dirty="0"/>
              <a:t>设为</a:t>
            </a:r>
            <a:r>
              <a:rPr lang="en-US" altLang="zh-CN" dirty="0" smtClean="0"/>
              <a:t>middle</a:t>
            </a:r>
            <a:r>
              <a:rPr lang="zh-CN" altLang="zh-CN" dirty="0" smtClean="0"/>
              <a:t>；</a:t>
            </a:r>
            <a:r>
              <a:rPr lang="zh-CN" altLang="zh-CN" dirty="0"/>
              <a:t>图左文右的布局采用</a:t>
            </a:r>
            <a:r>
              <a:rPr lang="en-US" altLang="zh-CN" dirty="0"/>
              <a:t>float</a:t>
            </a:r>
            <a:r>
              <a:rPr lang="zh-CN" altLang="zh-CN" dirty="0"/>
              <a:t>实现，需要注意的是父元素塌陷的解决。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246" y="1136072"/>
            <a:ext cx="4774190" cy="5042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86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6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右</a:t>
            </a:r>
            <a:r>
              <a:rPr lang="zh-CN" altLang="en-US" sz="2600" dirty="0" smtClean="0"/>
              <a:t>边栏“精品读物”样式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将</a:t>
            </a:r>
            <a:r>
              <a:rPr lang="en-US" altLang="zh-CN" dirty="0"/>
              <a:t>&lt;a&gt;</a:t>
            </a:r>
            <a:r>
              <a:rPr lang="zh-CN" altLang="zh-CN" dirty="0"/>
              <a:t>转换成块状元素，并使用</a:t>
            </a:r>
            <a:r>
              <a:rPr lang="en-US" altLang="zh-CN" dirty="0"/>
              <a:t>float</a:t>
            </a:r>
            <a:r>
              <a:rPr lang="zh-CN" altLang="zh-CN" dirty="0"/>
              <a:t>让多个</a:t>
            </a:r>
            <a:r>
              <a:rPr lang="en-US" altLang="zh-CN" dirty="0"/>
              <a:t>&lt;a&gt;</a:t>
            </a:r>
            <a:r>
              <a:rPr lang="zh-CN" altLang="zh-CN" dirty="0"/>
              <a:t>能够根据父元素的宽度自行排列。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7526" y="1289337"/>
            <a:ext cx="4594947" cy="4753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3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501861" cy="513051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7</a:t>
            </a:r>
            <a:r>
              <a:rPr lang="zh-CN" altLang="en-US" sz="2600" dirty="0" smtClean="0"/>
              <a:t>）</a:t>
            </a:r>
            <a:r>
              <a:rPr lang="zh-CN" altLang="en-US" sz="2600" dirty="0"/>
              <a:t>页脚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zh-CN" dirty="0"/>
              <a:t>页脚采用较正文略小的字号</a:t>
            </a:r>
            <a:r>
              <a:rPr lang="en-US" altLang="zh-CN" dirty="0"/>
              <a:t>12px</a:t>
            </a:r>
            <a:r>
              <a:rPr lang="zh-CN" altLang="zh-CN" dirty="0"/>
              <a:t>、居中、设置合理的上下间隔，选择与主导航相同的背景色，形成上下呼应的布局。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2343" y="1425720"/>
            <a:ext cx="4782608" cy="442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2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10085243" cy="491489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600" dirty="0" smtClean="0"/>
              <a:t>本节任务主要使用：</a:t>
            </a:r>
            <a:endParaRPr lang="en-US" altLang="zh-CN" sz="36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div</a:t>
            </a:r>
            <a:r>
              <a:rPr lang="zh-CN" altLang="en-US" sz="3000" dirty="0" smtClean="0"/>
              <a:t>划分网页区域，</a:t>
            </a:r>
            <a:r>
              <a:rPr lang="en-US" altLang="zh-CN" sz="3000" dirty="0" smtClean="0"/>
              <a:t>float</a:t>
            </a:r>
            <a:r>
              <a:rPr lang="zh-CN" altLang="en-US" sz="3000" dirty="0" smtClean="0"/>
              <a:t>实现两栏布局，注意清除浮动。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使用</a:t>
            </a:r>
            <a:r>
              <a:rPr lang="en-US" altLang="zh-CN" sz="3000" dirty="0"/>
              <a:t>min-width</a:t>
            </a:r>
            <a:r>
              <a:rPr lang="zh-CN" altLang="en-US" sz="3000" dirty="0"/>
              <a:t>、</a:t>
            </a:r>
            <a:r>
              <a:rPr lang="en-US" altLang="zh-CN" sz="3000" dirty="0"/>
              <a:t>max-width</a:t>
            </a:r>
            <a:r>
              <a:rPr lang="zh-CN" altLang="en-US" sz="3000" dirty="0"/>
              <a:t>控制可变宽度的范围。</a:t>
            </a:r>
            <a:endParaRPr lang="en-US" altLang="zh-CN" sz="30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/>
              <a:t>m</a:t>
            </a:r>
            <a:r>
              <a:rPr lang="en-US" altLang="zh-CN" sz="3000" dirty="0" smtClean="0"/>
              <a:t>argin-left</a:t>
            </a:r>
            <a:r>
              <a:rPr lang="zh-CN" altLang="en-US" sz="3000" dirty="0"/>
              <a:t>实现右侧栏宽度自适应。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3000" dirty="0" smtClean="0"/>
              <a:t>position</a:t>
            </a:r>
            <a:r>
              <a:rPr lang="zh-CN" altLang="en-US" sz="3000" dirty="0" smtClean="0"/>
              <a:t>定位搜索</a:t>
            </a:r>
            <a:r>
              <a:rPr lang="zh-CN" altLang="en-US" sz="3000" dirty="0"/>
              <a:t>框、图片在方框内水平、垂直居中</a:t>
            </a:r>
            <a:r>
              <a:rPr lang="zh-CN" altLang="en-US" sz="3000" dirty="0" smtClean="0"/>
              <a:t>。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82438" y="2161309"/>
            <a:ext cx="9144000" cy="762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8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4113935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实现右侧效果图中的两栏固定宽度布局。要求网页整体水平居中，内容块之间的间隔为</a:t>
            </a:r>
            <a:r>
              <a:rPr lang="en-US" altLang="zh-CN" sz="3000" dirty="0" smtClean="0"/>
              <a:t>20</a:t>
            </a:r>
            <a:r>
              <a:rPr lang="zh-CN" altLang="en-US" sz="3000" dirty="0" smtClean="0"/>
              <a:t>像素。</a:t>
            </a:r>
            <a:endParaRPr lang="en-US" altLang="zh-CN" sz="30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4327" y="1372171"/>
            <a:ext cx="5246328" cy="4513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835</Words>
  <Application>Microsoft Office PowerPoint</Application>
  <PresentationFormat>宽屏</PresentationFormat>
  <Paragraphs>76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两栏布局</vt:lpstr>
      <vt:lpstr>学习目标</vt:lpstr>
      <vt:lpstr>任务目标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相关知识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103</cp:revision>
  <dcterms:created xsi:type="dcterms:W3CDTF">2020-04-27T05:20:13Z</dcterms:created>
  <dcterms:modified xsi:type="dcterms:W3CDTF">2020-08-14T01:46:06Z</dcterms:modified>
</cp:coreProperties>
</file>