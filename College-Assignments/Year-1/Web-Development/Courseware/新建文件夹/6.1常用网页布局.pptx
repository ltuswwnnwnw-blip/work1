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9" r:id="rId5"/>
    <p:sldId id="270" r:id="rId6"/>
    <p:sldId id="271" r:id="rId7"/>
    <p:sldId id="272" r:id="rId8"/>
    <p:sldId id="273" r:id="rId9"/>
    <p:sldId id="274" r:id="rId10"/>
    <p:sldId id="267" r:id="rId11"/>
    <p:sldId id="268" r:id="rId1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2F2F2"/>
    <a:srgbClr val="ED7D3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80" autoAdjust="0"/>
    <p:restoredTop sz="94660"/>
  </p:normalViewPr>
  <p:slideViewPr>
    <p:cSldViewPr snapToGrid="0">
      <p:cViewPr varScale="1">
        <p:scale>
          <a:sx n="69" d="100"/>
          <a:sy n="69" d="100"/>
        </p:scale>
        <p:origin x="72" y="10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2121"/>
            <a:ext cx="12192002" cy="6855879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2413688" y="2438419"/>
            <a:ext cx="4646140" cy="991641"/>
          </a:xfrm>
        </p:spPr>
        <p:txBody>
          <a:bodyPr anchor="b">
            <a:noAutofit/>
          </a:bodyPr>
          <a:lstStyle>
            <a:lvl1pPr algn="ctr">
              <a:defRPr sz="66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8" name="文本框 7"/>
          <p:cNvSpPr txBox="1"/>
          <p:nvPr userDrawn="1"/>
        </p:nvSpPr>
        <p:spPr>
          <a:xfrm>
            <a:off x="4925712" y="4217773"/>
            <a:ext cx="23391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pc="3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主讲老师：陆炜妮</a:t>
            </a:r>
            <a:endParaRPr lang="zh-CN" altLang="en-US" spc="3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29026412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圆角矩形 6"/>
          <p:cNvSpPr/>
          <p:nvPr userDrawn="1"/>
        </p:nvSpPr>
        <p:spPr>
          <a:xfrm>
            <a:off x="847725" y="885825"/>
            <a:ext cx="10582275" cy="5429249"/>
          </a:xfrm>
          <a:prstGeom prst="roundRect">
            <a:avLst>
              <a:gd name="adj" fmla="val 3900"/>
            </a:avLst>
          </a:prstGeom>
          <a:solidFill>
            <a:srgbClr val="F2F2F2"/>
          </a:solidFill>
          <a:ln>
            <a:solidFill>
              <a:schemeClr val="bg1">
                <a:lumMod val="8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2075" y="257174"/>
            <a:ext cx="2409825" cy="638175"/>
          </a:xfrm>
          <a:prstGeom prst="rect">
            <a:avLst/>
          </a:prstGeom>
        </p:spPr>
      </p:pic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095374" y="1171575"/>
            <a:ext cx="10125075" cy="4914899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10" name="标题 1"/>
          <p:cNvSpPr>
            <a:spLocks noGrp="1"/>
          </p:cNvSpPr>
          <p:nvPr>
            <p:ph type="title"/>
          </p:nvPr>
        </p:nvSpPr>
        <p:spPr>
          <a:xfrm>
            <a:off x="1720850" y="126278"/>
            <a:ext cx="2527300" cy="742950"/>
          </a:xfrm>
        </p:spPr>
        <p:txBody>
          <a:bodyPr anchor="b">
            <a:noAutofit/>
          </a:bodyPr>
          <a:lstStyle>
            <a:lvl1pPr>
              <a:defRPr sz="28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7764" y="6438900"/>
            <a:ext cx="252412" cy="252412"/>
          </a:xfrm>
          <a:prstGeom prst="rect">
            <a:avLst/>
          </a:prstGeom>
        </p:spPr>
      </p:pic>
      <p:sp>
        <p:nvSpPr>
          <p:cNvPr id="12" name="文本框 11"/>
          <p:cNvSpPr txBox="1"/>
          <p:nvPr userDrawn="1"/>
        </p:nvSpPr>
        <p:spPr>
          <a:xfrm>
            <a:off x="8953501" y="6416158"/>
            <a:ext cx="162095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 smtClean="0">
                <a:latin typeface="华文行楷" panose="02010800040101010101" pitchFamily="2" charset="-122"/>
                <a:ea typeface="华文行楷" panose="02010800040101010101" pitchFamily="2" charset="-122"/>
              </a:rPr>
              <a:t>东莞职业技术学院</a:t>
            </a:r>
            <a:endParaRPr lang="zh-CN" altLang="en-US" sz="1400" dirty="0"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63416534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6925D-53E1-4B75-92B5-D8E7C2D23CF1}" type="datetimeFigureOut">
              <a:rPr lang="zh-CN" altLang="en-US" smtClean="0"/>
              <a:t>2020-8-11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C88128-9016-4E7C-AB04-7D98CB94010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3315921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6925D-53E1-4B75-92B5-D8E7C2D23CF1}" type="datetimeFigureOut">
              <a:rPr lang="zh-CN" altLang="en-US" smtClean="0"/>
              <a:t>2020-8-11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C88128-9016-4E7C-AB04-7D98CB94010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614039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6925D-53E1-4B75-92B5-D8E7C2D23CF1}" type="datetimeFigureOut">
              <a:rPr lang="zh-CN" altLang="en-US" smtClean="0"/>
              <a:t>2020-8-11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C88128-9016-4E7C-AB04-7D98CB94010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011928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6925D-53E1-4B75-92B5-D8E7C2D23CF1}" type="datetimeFigureOut">
              <a:rPr lang="zh-CN" altLang="en-US" smtClean="0"/>
              <a:t>2020-8-11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C88128-9016-4E7C-AB04-7D98CB94010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938598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6925D-53E1-4B75-92B5-D8E7C2D23CF1}" type="datetimeFigureOut">
              <a:rPr lang="zh-CN" altLang="en-US" smtClean="0"/>
              <a:t>2020-8-11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C88128-9016-4E7C-AB04-7D98CB94010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577310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6925D-53E1-4B75-92B5-D8E7C2D23CF1}" type="datetimeFigureOut">
              <a:rPr lang="zh-CN" altLang="en-US" smtClean="0"/>
              <a:t>2020-8-11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C88128-9016-4E7C-AB04-7D98CB94010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434538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6925D-53E1-4B75-92B5-D8E7C2D23CF1}" type="datetimeFigureOut">
              <a:rPr lang="zh-CN" altLang="en-US" smtClean="0"/>
              <a:t>2020-8-11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C88128-9016-4E7C-AB04-7D98CB94010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555523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6925D-53E1-4B75-92B5-D8E7C2D23CF1}" type="datetimeFigureOut">
              <a:rPr lang="zh-CN" altLang="en-US" smtClean="0"/>
              <a:t>2020-8-11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C88128-9016-4E7C-AB04-7D98CB94010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229808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6925D-53E1-4B75-92B5-D8E7C2D23CF1}" type="datetimeFigureOut">
              <a:rPr lang="zh-CN" altLang="en-US" smtClean="0"/>
              <a:t>2020-8-11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C88128-9016-4E7C-AB04-7D98CB94010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795823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26925D-53E1-4B75-92B5-D8E7C2D23CF1}" type="datetimeFigureOut">
              <a:rPr lang="zh-CN" altLang="en-US" smtClean="0"/>
              <a:t>2020-8-11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8C88128-9016-4E7C-AB04-7D98CB94010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2202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iming>
    <p:tnLst>
      <p:par>
        <p:cTn id="1" dur="indefinite" restart="never" nodeType="tmRoot"/>
      </p:par>
    </p:tnLst>
  </p:timing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2395850" y="1438099"/>
            <a:ext cx="4711012" cy="1455439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zh-CN" altLang="en-US" sz="4000" spc="3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常用网页布局</a:t>
            </a:r>
            <a:endParaRPr lang="zh-CN" altLang="en-US" sz="4000" spc="3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189364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1095375" y="1171575"/>
            <a:ext cx="6200775" cy="4914899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3200" dirty="0" smtClean="0"/>
              <a:t>了解固定宽度布局的特点</a:t>
            </a:r>
            <a:endParaRPr lang="en-US" altLang="zh-CN" sz="3200" dirty="0" smtClean="0"/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3200" dirty="0" smtClean="0"/>
              <a:t>了解可变宽度布局的特点</a:t>
            </a:r>
            <a:endParaRPr lang="en-US" altLang="zh-CN" sz="3200" dirty="0" smtClean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学习目标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20037" y="2214562"/>
            <a:ext cx="2962275" cy="3800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02992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1095374" y="964277"/>
            <a:ext cx="10168371" cy="5122198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3000" dirty="0" smtClean="0"/>
              <a:t>固定宽度布局</a:t>
            </a:r>
            <a:endParaRPr lang="en-US" altLang="zh-CN" sz="3000" dirty="0" smtClean="0"/>
          </a:p>
          <a:p>
            <a:pPr marL="457200" lvl="1" indent="0">
              <a:lnSpc>
                <a:spcPct val="150000"/>
              </a:lnSpc>
              <a:buNone/>
            </a:pPr>
            <a:r>
              <a:rPr lang="zh-CN" altLang="zh-CN" dirty="0"/>
              <a:t>固定宽度布局是把网页中的每一块区域都限制好固定的尺寸，网页的结构不会因为浏览器宽度、高度的改变而发生变化</a:t>
            </a:r>
            <a:r>
              <a:rPr lang="zh-CN" altLang="zh-CN" dirty="0" smtClean="0"/>
              <a:t>。</a:t>
            </a:r>
            <a:r>
              <a:rPr lang="zh-CN" altLang="zh-CN" dirty="0"/>
              <a:t>以下是两种常见的固定宽度布局：</a:t>
            </a:r>
            <a:endParaRPr lang="en-US" altLang="zh-CN" dirty="0" smtClean="0"/>
          </a:p>
          <a:p>
            <a:pPr marL="457200" lvl="1" indent="0">
              <a:lnSpc>
                <a:spcPct val="150000"/>
              </a:lnSpc>
              <a:buNone/>
            </a:pPr>
            <a:r>
              <a:rPr lang="en-US" altLang="zh-CN" sz="2600" dirty="0" smtClean="0"/>
              <a:t>1</a:t>
            </a:r>
            <a:r>
              <a:rPr lang="zh-CN" altLang="en-US" sz="2600" dirty="0" smtClean="0"/>
              <a:t>）两栏固定宽度布局</a:t>
            </a:r>
            <a:endParaRPr lang="en-US" altLang="zh-CN" sz="2600" dirty="0" smtClean="0"/>
          </a:p>
          <a:p>
            <a:pPr marL="457200" lvl="1" indent="0">
              <a:lnSpc>
                <a:spcPct val="150000"/>
              </a:lnSpc>
              <a:buNone/>
            </a:pPr>
            <a:r>
              <a:rPr lang="en-US" altLang="zh-CN" sz="2600" dirty="0" smtClean="0"/>
              <a:t>2</a:t>
            </a:r>
            <a:r>
              <a:rPr lang="zh-CN" altLang="en-US" sz="2600" dirty="0" smtClean="0"/>
              <a:t>）三栏固定宽度布局</a:t>
            </a:r>
            <a:endParaRPr lang="en-US" altLang="zh-CN" sz="2600" dirty="0" smtClean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学习内容</a:t>
            </a:r>
          </a:p>
        </p:txBody>
      </p:sp>
    </p:spTree>
    <p:extLst>
      <p:ext uri="{BB962C8B-B14F-4D97-AF65-F5344CB8AC3E}">
        <p14:creationId xmlns:p14="http://schemas.microsoft.com/office/powerpoint/2010/main" val="41915003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1095374" y="964277"/>
            <a:ext cx="3897891" cy="5122198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3000" dirty="0" smtClean="0"/>
              <a:t>固定宽度布局</a:t>
            </a:r>
            <a:endParaRPr lang="en-US" altLang="zh-CN" sz="3000" dirty="0" smtClean="0"/>
          </a:p>
          <a:p>
            <a:pPr marL="457200" lvl="1" indent="0">
              <a:lnSpc>
                <a:spcPct val="150000"/>
              </a:lnSpc>
              <a:buNone/>
            </a:pPr>
            <a:r>
              <a:rPr lang="en-US" altLang="zh-CN" sz="2600" dirty="0" smtClean="0"/>
              <a:t>1</a:t>
            </a:r>
            <a:r>
              <a:rPr lang="zh-CN" altLang="en-US" sz="2600" dirty="0" smtClean="0"/>
              <a:t>）两栏固定宽度布局</a:t>
            </a:r>
            <a:endParaRPr lang="en-US" altLang="zh-CN" sz="2600" dirty="0" smtClean="0"/>
          </a:p>
          <a:p>
            <a:pPr marL="914400" lvl="2" indent="0">
              <a:lnSpc>
                <a:spcPct val="150000"/>
              </a:lnSpc>
              <a:buNone/>
            </a:pPr>
            <a:r>
              <a:rPr lang="zh-CN" altLang="zh-CN" dirty="0"/>
              <a:t>两栏固定宽度布局指网页的头部、主体和页脚三个部分的宽度固定，并且中间主体被划分为左右两栏，两栏的宽度也是固定的</a:t>
            </a:r>
            <a:endParaRPr lang="zh-CN" altLang="en-US" sz="2200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学习内容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31811" y="1883353"/>
            <a:ext cx="6121409" cy="35337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27716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1095374" y="964277"/>
            <a:ext cx="3897891" cy="5122198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3000" dirty="0" smtClean="0"/>
              <a:t>固定宽度布局</a:t>
            </a:r>
            <a:endParaRPr lang="en-US" altLang="zh-CN" sz="3000" dirty="0" smtClean="0"/>
          </a:p>
          <a:p>
            <a:pPr marL="457200" lvl="1" indent="0">
              <a:lnSpc>
                <a:spcPct val="150000"/>
              </a:lnSpc>
              <a:buNone/>
            </a:pPr>
            <a:r>
              <a:rPr lang="en-US" altLang="zh-CN" sz="2600" dirty="0" smtClean="0"/>
              <a:t>1</a:t>
            </a:r>
            <a:r>
              <a:rPr lang="zh-CN" altLang="en-US" sz="2600" dirty="0" smtClean="0"/>
              <a:t>）</a:t>
            </a:r>
            <a:r>
              <a:rPr lang="zh-CN" altLang="en-US" sz="2600" dirty="0"/>
              <a:t>三</a:t>
            </a:r>
            <a:r>
              <a:rPr lang="zh-CN" altLang="en-US" sz="2600" dirty="0" smtClean="0"/>
              <a:t>栏固定宽度布局</a:t>
            </a:r>
            <a:endParaRPr lang="en-US" altLang="zh-CN" sz="2600" dirty="0" smtClean="0"/>
          </a:p>
          <a:p>
            <a:pPr marL="914400" lvl="2" indent="0">
              <a:lnSpc>
                <a:spcPct val="150000"/>
              </a:lnSpc>
              <a:buNone/>
            </a:pPr>
            <a:r>
              <a:rPr lang="zh-CN" altLang="zh-CN" dirty="0"/>
              <a:t>三栏固定宽度布局指网页的头部、主体和页脚三个部分的宽度固定，并且中间主体被划分为左中右三栏，三栏的宽度是分别固定</a:t>
            </a:r>
            <a:r>
              <a:rPr lang="zh-CN" altLang="zh-CN" dirty="0" smtClean="0"/>
              <a:t>的</a:t>
            </a:r>
            <a:r>
              <a:rPr lang="zh-CN" altLang="en-US" dirty="0" smtClean="0"/>
              <a:t>。</a:t>
            </a:r>
            <a:endParaRPr lang="en-US" altLang="zh-CN" sz="2200" dirty="0" smtClean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学习内容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04101" y="1952622"/>
            <a:ext cx="6145409" cy="35476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56219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1095374" y="964277"/>
            <a:ext cx="10099099" cy="5122198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3000" dirty="0"/>
              <a:t>可变</a:t>
            </a:r>
            <a:r>
              <a:rPr lang="zh-CN" altLang="en-US" sz="3000" dirty="0" smtClean="0"/>
              <a:t>宽度布局</a:t>
            </a:r>
            <a:endParaRPr lang="en-US" altLang="zh-CN" sz="3000" dirty="0" smtClean="0"/>
          </a:p>
          <a:p>
            <a:pPr marL="457200" lvl="1" indent="0">
              <a:lnSpc>
                <a:spcPct val="150000"/>
              </a:lnSpc>
              <a:buNone/>
            </a:pPr>
            <a:r>
              <a:rPr lang="zh-CN" altLang="zh-CN" dirty="0"/>
              <a:t>可变宽度布局是能够根据浏览器的宽度改变而自动改变的布局，具有良好的适应性。以下是两种常见的可变宽度布局：</a:t>
            </a:r>
            <a:endParaRPr lang="en-US" altLang="zh-CN" sz="2600" dirty="0" smtClean="0"/>
          </a:p>
          <a:p>
            <a:pPr marL="457200" lvl="1" indent="0">
              <a:lnSpc>
                <a:spcPct val="150000"/>
              </a:lnSpc>
              <a:buNone/>
            </a:pPr>
            <a:r>
              <a:rPr lang="en-US" altLang="zh-CN" sz="2600" dirty="0" smtClean="0"/>
              <a:t>1</a:t>
            </a:r>
            <a:r>
              <a:rPr lang="zh-CN" altLang="en-US" sz="2600" dirty="0" smtClean="0"/>
              <a:t>）</a:t>
            </a:r>
            <a:r>
              <a:rPr lang="zh-CN" altLang="en-US" sz="2600" dirty="0"/>
              <a:t>单侧</a:t>
            </a:r>
            <a:r>
              <a:rPr lang="zh-CN" altLang="en-US" sz="2600" dirty="0" smtClean="0"/>
              <a:t>固定的可变宽度布局</a:t>
            </a:r>
            <a:endParaRPr lang="en-US" altLang="zh-CN" sz="2600" dirty="0" smtClean="0"/>
          </a:p>
          <a:p>
            <a:pPr marL="457200" lvl="1" indent="0">
              <a:lnSpc>
                <a:spcPct val="150000"/>
              </a:lnSpc>
              <a:buNone/>
            </a:pPr>
            <a:r>
              <a:rPr lang="en-US" altLang="zh-CN" sz="2600" dirty="0" smtClean="0"/>
              <a:t>2</a:t>
            </a:r>
            <a:r>
              <a:rPr lang="zh-CN" altLang="en-US" sz="2600" dirty="0" smtClean="0"/>
              <a:t>）双侧固定的可变宽度布局</a:t>
            </a:r>
            <a:endParaRPr lang="en-US" altLang="zh-CN" sz="2600" dirty="0" smtClean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学习内容</a:t>
            </a:r>
          </a:p>
        </p:txBody>
      </p:sp>
    </p:spTree>
    <p:extLst>
      <p:ext uri="{BB962C8B-B14F-4D97-AF65-F5344CB8AC3E}">
        <p14:creationId xmlns:p14="http://schemas.microsoft.com/office/powerpoint/2010/main" val="39448695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929114" y="964277"/>
            <a:ext cx="4792808" cy="5122198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3000" dirty="0"/>
              <a:t>可变</a:t>
            </a:r>
            <a:r>
              <a:rPr lang="zh-CN" altLang="en-US" sz="3000" dirty="0" smtClean="0"/>
              <a:t>宽度布局</a:t>
            </a:r>
            <a:endParaRPr lang="en-US" altLang="zh-CN" sz="3000" dirty="0" smtClean="0"/>
          </a:p>
          <a:p>
            <a:pPr marL="457200" lvl="1" indent="0">
              <a:lnSpc>
                <a:spcPct val="150000"/>
              </a:lnSpc>
              <a:buNone/>
            </a:pPr>
            <a:r>
              <a:rPr lang="en-US" altLang="zh-CN" sz="2600" dirty="0" smtClean="0"/>
              <a:t>1</a:t>
            </a:r>
            <a:r>
              <a:rPr lang="zh-CN" altLang="en-US" sz="2600" dirty="0" smtClean="0"/>
              <a:t>）</a:t>
            </a:r>
            <a:r>
              <a:rPr lang="zh-CN" altLang="en-US" sz="2600" dirty="0"/>
              <a:t>单侧</a:t>
            </a:r>
            <a:r>
              <a:rPr lang="zh-CN" altLang="en-US" sz="2600" dirty="0" smtClean="0"/>
              <a:t>固定的可变宽度布局</a:t>
            </a:r>
            <a:endParaRPr lang="en-US" altLang="zh-CN" sz="2600" dirty="0" smtClean="0"/>
          </a:p>
          <a:p>
            <a:pPr marL="914400" lvl="2" indent="0">
              <a:lnSpc>
                <a:spcPct val="150000"/>
              </a:lnSpc>
              <a:buNone/>
            </a:pPr>
            <a:r>
              <a:rPr lang="zh-CN" altLang="zh-CN" dirty="0"/>
              <a:t>单侧固定的可变宽度布局指头部、主体和页脚三个部分的宽度可变，并且中间主体被划分为左右两栏，其中宽度较小的栏（例如左侧栏）宽度固定，宽度较大的栏（例如右侧栏）宽度可变。</a:t>
            </a:r>
            <a:endParaRPr lang="en-US" altLang="zh-CN" sz="2200" dirty="0" smtClean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学习内容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10672" y="2118883"/>
            <a:ext cx="5521411" cy="31874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13354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887553" y="964277"/>
            <a:ext cx="4778953" cy="5122198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3000" dirty="0"/>
              <a:t>可变</a:t>
            </a:r>
            <a:r>
              <a:rPr lang="zh-CN" altLang="en-US" sz="3000" dirty="0" smtClean="0"/>
              <a:t>宽度布局</a:t>
            </a:r>
            <a:endParaRPr lang="en-US" altLang="zh-CN" sz="3000" dirty="0" smtClean="0"/>
          </a:p>
          <a:p>
            <a:pPr marL="457200" lvl="1" indent="0">
              <a:lnSpc>
                <a:spcPct val="150000"/>
              </a:lnSpc>
              <a:buNone/>
            </a:pPr>
            <a:r>
              <a:rPr lang="en-US" altLang="zh-CN" sz="2600" dirty="0" smtClean="0"/>
              <a:t>1</a:t>
            </a:r>
            <a:r>
              <a:rPr lang="zh-CN" altLang="en-US" sz="2600" dirty="0" smtClean="0"/>
              <a:t>）双侧固定的可变宽度布局</a:t>
            </a:r>
            <a:endParaRPr lang="en-US" altLang="zh-CN" sz="2600" dirty="0" smtClean="0"/>
          </a:p>
          <a:p>
            <a:pPr marL="914400" lvl="2" indent="0">
              <a:lnSpc>
                <a:spcPct val="150000"/>
              </a:lnSpc>
              <a:buNone/>
            </a:pPr>
            <a:r>
              <a:rPr lang="zh-CN" altLang="zh-CN" dirty="0"/>
              <a:t>双侧固定的可变宽度布局指头部、主体和页脚三个部分的宽度可变，并且中间主体被划分为左中右三栏，其中宽度较小的左、右侧栏宽度固定，宽度较大的中间栏宽度可变。</a:t>
            </a:r>
            <a:endParaRPr lang="en-US" altLang="zh-CN" sz="2200" dirty="0" smtClean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学习内容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66506" y="2049001"/>
            <a:ext cx="5666466" cy="32711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34831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1039958" y="964277"/>
            <a:ext cx="10209938" cy="5122198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zh-CN" dirty="0"/>
              <a:t>固定宽度</a:t>
            </a:r>
            <a:r>
              <a:rPr lang="zh-CN" altLang="zh-CN" dirty="0" smtClean="0"/>
              <a:t>布局</a:t>
            </a:r>
            <a:r>
              <a:rPr lang="zh-CN" altLang="en-US" dirty="0" smtClean="0"/>
              <a:t>，</a:t>
            </a:r>
            <a:r>
              <a:rPr lang="zh-CN" altLang="zh-CN" dirty="0" smtClean="0"/>
              <a:t>无论</a:t>
            </a:r>
            <a:r>
              <a:rPr lang="zh-CN" altLang="zh-CN" dirty="0"/>
              <a:t>浏览者的屏幕分辨率多大</a:t>
            </a:r>
            <a:r>
              <a:rPr lang="zh-CN" altLang="zh-CN" dirty="0" smtClean="0"/>
              <a:t>，都</a:t>
            </a:r>
            <a:r>
              <a:rPr lang="zh-CN" altLang="zh-CN" dirty="0"/>
              <a:t>能看到和其他浏览者同样的页面</a:t>
            </a:r>
            <a:r>
              <a:rPr lang="zh-CN" altLang="zh-CN" dirty="0" smtClean="0"/>
              <a:t>宽度</a:t>
            </a:r>
            <a:r>
              <a:rPr lang="zh-CN" altLang="en-US" dirty="0"/>
              <a:t>。</a:t>
            </a:r>
            <a:r>
              <a:rPr lang="zh-CN" altLang="zh-CN" dirty="0" smtClean="0"/>
              <a:t>适用于</a:t>
            </a:r>
            <a:r>
              <a:rPr lang="zh-CN" altLang="zh-CN" dirty="0"/>
              <a:t>内容相对稳定，变化较少的</a:t>
            </a:r>
            <a:r>
              <a:rPr lang="zh-CN" altLang="zh-CN" dirty="0" smtClean="0"/>
              <a:t>网页，</a:t>
            </a:r>
            <a:r>
              <a:rPr lang="zh-CN" altLang="zh-CN" dirty="0"/>
              <a:t>便于设计师把握页面的整体</a:t>
            </a:r>
            <a:r>
              <a:rPr lang="zh-CN" altLang="zh-CN" dirty="0" smtClean="0"/>
              <a:t>设计</a:t>
            </a:r>
            <a:r>
              <a:rPr lang="zh-CN" altLang="en-US" dirty="0" smtClean="0"/>
              <a:t>。</a:t>
            </a:r>
            <a:endParaRPr lang="en-US" altLang="zh-CN" dirty="0" smtClean="0"/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zh-CN" dirty="0"/>
              <a:t>可变宽度</a:t>
            </a:r>
            <a:r>
              <a:rPr lang="zh-CN" altLang="zh-CN" dirty="0" smtClean="0"/>
              <a:t>布局</a:t>
            </a:r>
            <a:r>
              <a:rPr lang="zh-CN" altLang="en-US" dirty="0" smtClean="0"/>
              <a:t>，</a:t>
            </a:r>
            <a:r>
              <a:rPr lang="zh-CN" altLang="zh-CN" dirty="0" smtClean="0"/>
              <a:t>为</a:t>
            </a:r>
            <a:r>
              <a:rPr lang="zh-CN" altLang="zh-CN" dirty="0"/>
              <a:t>用户提供了更灵活便利的浏览方式，对网页内容具有良好的适应</a:t>
            </a:r>
            <a:r>
              <a:rPr lang="zh-CN" altLang="zh-CN" dirty="0" smtClean="0"/>
              <a:t>能力</a:t>
            </a:r>
            <a:r>
              <a:rPr lang="zh-CN" altLang="en-US" dirty="0"/>
              <a:t>。</a:t>
            </a:r>
            <a:r>
              <a:rPr lang="zh-CN" altLang="zh-CN" dirty="0" smtClean="0"/>
              <a:t>适合</a:t>
            </a:r>
            <a:r>
              <a:rPr lang="zh-CN" altLang="zh-CN" dirty="0"/>
              <a:t>内容多变，且内容的量差异较大的网页使用。</a:t>
            </a:r>
            <a:endParaRPr lang="en-US" altLang="zh-CN" sz="2600" dirty="0" smtClean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学习内容</a:t>
            </a:r>
          </a:p>
        </p:txBody>
      </p:sp>
    </p:spTree>
    <p:extLst>
      <p:ext uri="{BB962C8B-B14F-4D97-AF65-F5344CB8AC3E}">
        <p14:creationId xmlns:p14="http://schemas.microsoft.com/office/powerpoint/2010/main" val="2028378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1095375" y="1171575"/>
            <a:ext cx="10043680" cy="4914899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3000" dirty="0" smtClean="0"/>
              <a:t>固定宽度布局和可变宽度布局各自适用的场合不同，需要根据网页设计需求来选择。</a:t>
            </a:r>
            <a:endParaRPr lang="en-US" altLang="zh-CN" sz="3000" dirty="0" smtClean="0"/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3000" dirty="0"/>
              <a:t>可变</a:t>
            </a:r>
            <a:r>
              <a:rPr lang="zh-CN" altLang="en-US" sz="3000" dirty="0" smtClean="0"/>
              <a:t>宽度布局由于其良好的适应能力，应用范围</a:t>
            </a:r>
            <a:r>
              <a:rPr lang="zh-CN" altLang="en-US" sz="3000" dirty="0" smtClean="0"/>
              <a:t>越来越广。</a:t>
            </a:r>
            <a:endParaRPr lang="en-US" altLang="zh-CN" sz="3000" dirty="0" smtClean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小  结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9230644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1095374" y="1171575"/>
            <a:ext cx="6096001" cy="1480185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3200" dirty="0" smtClean="0"/>
              <a:t>可变宽度布局中，宽度可变的部分是否可以不</a:t>
            </a:r>
            <a:r>
              <a:rPr lang="zh-CN" altLang="en-US" sz="3200" dirty="0" smtClean="0"/>
              <a:t>受限制</a:t>
            </a:r>
            <a:r>
              <a:rPr lang="zh-CN" altLang="en-US" sz="3200" dirty="0" smtClean="0"/>
              <a:t>？</a:t>
            </a:r>
            <a:endParaRPr lang="zh-CN" altLang="en-US" sz="3200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思  考</a:t>
            </a:r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91437" y="1365141"/>
            <a:ext cx="1852613" cy="48356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21965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上阴影">
      <a:fillStyleLst>
        <a:solidFill>
          <a:schemeClr val="phClr"/>
        </a:solidFill>
        <a:gradFill rotWithShape="1">
          <a:gsLst>
            <a:gs pos="0">
              <a:schemeClr val="phClr">
                <a:tint val="10000"/>
                <a:satMod val="300000"/>
              </a:schemeClr>
            </a:gs>
            <a:gs pos="34000">
              <a:schemeClr val="phClr">
                <a:tint val="13500"/>
                <a:satMod val="250000"/>
              </a:schemeClr>
            </a:gs>
            <a:gs pos="100000">
              <a:schemeClr val="phClr">
                <a:tint val="60000"/>
                <a:satMod val="200000"/>
              </a:schemeClr>
            </a:gs>
          </a:gsLst>
          <a:path path="circle">
            <a:fillToRect l="50000" t="155000" r="50000" b="-55000"/>
          </a:path>
        </a:gradFill>
        <a:gradFill rotWithShape="1">
          <a:gsLst>
            <a:gs pos="0">
              <a:schemeClr val="phClr">
                <a:tint val="60000"/>
                <a:satMod val="160000"/>
              </a:schemeClr>
            </a:gs>
            <a:gs pos="46000">
              <a:schemeClr val="phClr">
                <a:tint val="86000"/>
                <a:satMod val="160000"/>
              </a:schemeClr>
            </a:gs>
            <a:gs pos="100000">
              <a:schemeClr val="phClr">
                <a:shade val="40000"/>
                <a:satMod val="160000"/>
              </a:schemeClr>
            </a:gs>
          </a:gsLst>
          <a:path path="circle">
            <a:fillToRect l="50000" t="155000" r="50000" b="-55000"/>
          </a:path>
        </a:gradFill>
      </a:fillStyleLst>
      <a:lnStyleLst>
        <a:ln w="9525" cap="flat" cmpd="sng" algn="ctr">
          <a:solidFill>
            <a:schemeClr val="phClr">
              <a:satMod val="12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147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38100" dir="14700000" algn="t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53975" dist="41275" dir="14700000" algn="t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3600000"/>
            </a:lightRig>
          </a:scene3d>
          <a:sp3d prstMaterial="plastic">
            <a:bevelT w="127000" h="38200" prst="relaxedInse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1088</TotalTime>
  <Words>501</Words>
  <Application>Microsoft Office PowerPoint</Application>
  <PresentationFormat>宽屏</PresentationFormat>
  <Paragraphs>38</Paragraphs>
  <Slides>11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18" baseType="lpstr">
      <vt:lpstr>等线</vt:lpstr>
      <vt:lpstr>等线 Light</vt:lpstr>
      <vt:lpstr>华文行楷</vt:lpstr>
      <vt:lpstr>微软雅黑</vt:lpstr>
      <vt:lpstr>Arial</vt:lpstr>
      <vt:lpstr>Wingdings</vt:lpstr>
      <vt:lpstr>Office 主题​​</vt:lpstr>
      <vt:lpstr>常用网页布局</vt:lpstr>
      <vt:lpstr>学习目标</vt:lpstr>
      <vt:lpstr>学习内容</vt:lpstr>
      <vt:lpstr>学习内容</vt:lpstr>
      <vt:lpstr>学习内容</vt:lpstr>
      <vt:lpstr>学习内容</vt:lpstr>
      <vt:lpstr>学习内容</vt:lpstr>
      <vt:lpstr>学习内容</vt:lpstr>
      <vt:lpstr>学习内容</vt:lpstr>
      <vt:lpstr>小  结</vt:lpstr>
      <vt:lpstr>思  考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网页制作三大技术</dc:title>
  <dc:creator>Lenovo</dc:creator>
  <cp:lastModifiedBy>陆炜妮</cp:lastModifiedBy>
  <cp:revision>81</cp:revision>
  <dcterms:created xsi:type="dcterms:W3CDTF">2020-04-27T05:20:13Z</dcterms:created>
  <dcterms:modified xsi:type="dcterms:W3CDTF">2020-08-11T06:19:12Z</dcterms:modified>
</cp:coreProperties>
</file>