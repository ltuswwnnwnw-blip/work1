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76"/>
  </p:handoutMasterIdLst>
  <p:sldIdLst>
    <p:sldId id="563" r:id="rId3"/>
    <p:sldId id="261" r:id="rId4"/>
    <p:sldId id="259" r:id="rId5"/>
    <p:sldId id="583" r:id="rId6"/>
    <p:sldId id="551" r:id="rId7"/>
    <p:sldId id="555" r:id="rId8"/>
    <p:sldId id="584" r:id="rId9"/>
    <p:sldId id="556" r:id="rId10"/>
    <p:sldId id="585" r:id="rId11"/>
    <p:sldId id="557" r:id="rId12"/>
    <p:sldId id="586" r:id="rId13"/>
    <p:sldId id="587" r:id="rId14"/>
    <p:sldId id="588" r:id="rId15"/>
    <p:sldId id="589" r:id="rId16"/>
    <p:sldId id="590" r:id="rId17"/>
    <p:sldId id="560" r:id="rId18"/>
    <p:sldId id="561" r:id="rId19"/>
    <p:sldId id="562" r:id="rId20"/>
    <p:sldId id="565" r:id="rId21"/>
    <p:sldId id="613" r:id="rId22"/>
    <p:sldId id="567" r:id="rId24"/>
    <p:sldId id="614" r:id="rId25"/>
    <p:sldId id="615" r:id="rId26"/>
    <p:sldId id="619" r:id="rId27"/>
    <p:sldId id="620" r:id="rId28"/>
    <p:sldId id="621" r:id="rId29"/>
    <p:sldId id="622" r:id="rId30"/>
    <p:sldId id="618" r:id="rId31"/>
    <p:sldId id="616" r:id="rId32"/>
    <p:sldId id="629" r:id="rId33"/>
    <p:sldId id="634" r:id="rId34"/>
    <p:sldId id="630" r:id="rId35"/>
    <p:sldId id="631" r:id="rId36"/>
    <p:sldId id="632" r:id="rId37"/>
    <p:sldId id="633" r:id="rId38"/>
    <p:sldId id="644" r:id="rId39"/>
    <p:sldId id="645" r:id="rId40"/>
    <p:sldId id="646" r:id="rId41"/>
    <p:sldId id="643" r:id="rId42"/>
    <p:sldId id="652" r:id="rId43"/>
    <p:sldId id="653" r:id="rId44"/>
    <p:sldId id="660" r:id="rId45"/>
    <p:sldId id="659" r:id="rId46"/>
    <p:sldId id="654" r:id="rId47"/>
    <p:sldId id="655" r:id="rId48"/>
    <p:sldId id="705" r:id="rId49"/>
    <p:sldId id="656" r:id="rId50"/>
    <p:sldId id="671" r:id="rId51"/>
    <p:sldId id="672" r:id="rId52"/>
    <p:sldId id="673" r:id="rId53"/>
    <p:sldId id="678" r:id="rId54"/>
    <p:sldId id="674" r:id="rId55"/>
    <p:sldId id="679" r:id="rId56"/>
    <p:sldId id="675" r:id="rId57"/>
    <p:sldId id="681" r:id="rId58"/>
    <p:sldId id="682" r:id="rId59"/>
    <p:sldId id="683" r:id="rId60"/>
    <p:sldId id="684" r:id="rId61"/>
    <p:sldId id="685" r:id="rId62"/>
    <p:sldId id="686" r:id="rId63"/>
    <p:sldId id="680" r:id="rId64"/>
    <p:sldId id="687" r:id="rId65"/>
    <p:sldId id="688" r:id="rId66"/>
    <p:sldId id="696" r:id="rId67"/>
    <p:sldId id="697" r:id="rId68"/>
    <p:sldId id="698" r:id="rId69"/>
    <p:sldId id="699" r:id="rId70"/>
    <p:sldId id="541" r:id="rId71"/>
    <p:sldId id="542" r:id="rId72"/>
    <p:sldId id="700" r:id="rId73"/>
    <p:sldId id="701" r:id="rId74"/>
    <p:sldId id="468" r:id="rId7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1CD6"/>
    <a:srgbClr val="070707"/>
    <a:srgbClr val="02115E"/>
    <a:srgbClr val="FE09D6"/>
    <a:srgbClr val="FF9900"/>
    <a:srgbClr val="92D0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310"/>
        <p:guide pos="2800"/>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77.wmf"/><Relationship Id="rId8" Type="http://schemas.openxmlformats.org/officeDocument/2006/relationships/image" Target="../media/image76.wmf"/><Relationship Id="rId7" Type="http://schemas.openxmlformats.org/officeDocument/2006/relationships/image" Target="../media/image75.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5" Type="http://schemas.openxmlformats.org/officeDocument/2006/relationships/image" Target="../media/image83.wmf"/><Relationship Id="rId14" Type="http://schemas.openxmlformats.org/officeDocument/2006/relationships/image" Target="../media/image82.wmf"/><Relationship Id="rId13" Type="http://schemas.openxmlformats.org/officeDocument/2006/relationships/image" Target="../media/image81.wmf"/><Relationship Id="rId12" Type="http://schemas.openxmlformats.org/officeDocument/2006/relationships/image" Target="../media/image80.wmf"/><Relationship Id="rId11" Type="http://schemas.openxmlformats.org/officeDocument/2006/relationships/image" Target="../media/image79.wmf"/><Relationship Id="rId10" Type="http://schemas.openxmlformats.org/officeDocument/2006/relationships/image" Target="../media/image78.wmf"/><Relationship Id="rId1" Type="http://schemas.openxmlformats.org/officeDocument/2006/relationships/image" Target="../media/image69.wmf"/></Relationships>
</file>

<file path=ppt/drawings/_rels/vmlDrawing15.vml.rels><?xml version="1.0" encoding="UTF-8" standalone="yes"?>
<Relationships xmlns="http://schemas.openxmlformats.org/package/2006/relationships"><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5.wmf"/><Relationship Id="rId1" Type="http://schemas.openxmlformats.org/officeDocument/2006/relationships/image" Target="../media/image84.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0" Type="http://schemas.openxmlformats.org/officeDocument/2006/relationships/image" Target="../media/image98.wmf"/><Relationship Id="rId1" Type="http://schemas.openxmlformats.org/officeDocument/2006/relationships/image" Target="../media/image89.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89.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14.wmf"/><Relationship Id="rId8" Type="http://schemas.openxmlformats.org/officeDocument/2006/relationships/image" Target="../media/image85.wmf"/><Relationship Id="rId7" Type="http://schemas.openxmlformats.org/officeDocument/2006/relationships/image" Target="../media/image113.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84.wmf"/><Relationship Id="rId2" Type="http://schemas.openxmlformats.org/officeDocument/2006/relationships/image" Target="../media/image109.wmf"/><Relationship Id="rId12" Type="http://schemas.openxmlformats.org/officeDocument/2006/relationships/image" Target="../media/image117.wmf"/><Relationship Id="rId11" Type="http://schemas.openxmlformats.org/officeDocument/2006/relationships/image" Target="../media/image116.wmf"/><Relationship Id="rId10" Type="http://schemas.openxmlformats.org/officeDocument/2006/relationships/image" Target="../media/image115.wmf"/><Relationship Id="rId1" Type="http://schemas.openxmlformats.org/officeDocument/2006/relationships/image" Target="../media/image108.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18.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1.wmf"/><Relationship Id="rId7" Type="http://schemas.openxmlformats.org/officeDocument/2006/relationships/image" Target="../media/image130.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89.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40.wmf"/><Relationship Id="rId8" Type="http://schemas.openxmlformats.org/officeDocument/2006/relationships/image" Target="../media/image139.wmf"/><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0" Type="http://schemas.openxmlformats.org/officeDocument/2006/relationships/image" Target="../media/image141.wmf"/><Relationship Id="rId1" Type="http://schemas.openxmlformats.org/officeDocument/2006/relationships/image" Target="../media/image132.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42.wmf"/><Relationship Id="rId1" Type="http://schemas.openxmlformats.org/officeDocument/2006/relationships/image" Target="../media/image137.wmf"/></Relationships>
</file>

<file path=ppt/drawings/_rels/vmlDrawing26.vml.rels><?xml version="1.0" encoding="UTF-8" standalone="yes"?>
<Relationships xmlns="http://schemas.openxmlformats.org/package/2006/relationships"><Relationship Id="rId5" Type="http://schemas.openxmlformats.org/officeDocument/2006/relationships/image" Target="../media/image148.wmf"/><Relationship Id="rId4" Type="http://schemas.openxmlformats.org/officeDocument/2006/relationships/image" Target="../media/image147.wmf"/><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57.wmf"/><Relationship Id="rId8" Type="http://schemas.openxmlformats.org/officeDocument/2006/relationships/image" Target="../media/image156.wmf"/><Relationship Id="rId7" Type="http://schemas.openxmlformats.org/officeDocument/2006/relationships/image" Target="../media/image155.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1" Type="http://schemas.openxmlformats.org/officeDocument/2006/relationships/image" Target="../media/image159.wmf"/><Relationship Id="rId10" Type="http://schemas.openxmlformats.org/officeDocument/2006/relationships/image" Target="../media/image158.wmf"/><Relationship Id="rId1" Type="http://schemas.openxmlformats.org/officeDocument/2006/relationships/image" Target="../media/image149.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4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68.wmf"/><Relationship Id="rId1" Type="http://schemas.openxmlformats.org/officeDocument/2006/relationships/image" Target="../media/image167.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77.wmf"/><Relationship Id="rId8" Type="http://schemas.openxmlformats.org/officeDocument/2006/relationships/image" Target="../media/image176.wmf"/><Relationship Id="rId7" Type="http://schemas.openxmlformats.org/officeDocument/2006/relationships/image" Target="../media/image175.wmf"/><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172.wmf"/><Relationship Id="rId3" Type="http://schemas.openxmlformats.org/officeDocument/2006/relationships/image" Target="../media/image171.wmf"/><Relationship Id="rId2" Type="http://schemas.openxmlformats.org/officeDocument/2006/relationships/image" Target="../media/image149.wmf"/><Relationship Id="rId1" Type="http://schemas.openxmlformats.org/officeDocument/2006/relationships/image" Target="../media/image170.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82.wmf"/><Relationship Id="rId4" Type="http://schemas.openxmlformats.org/officeDocument/2006/relationships/image" Target="../media/image181.wmf"/><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90.wmf"/><Relationship Id="rId7" Type="http://schemas.openxmlformats.org/officeDocument/2006/relationships/image" Target="../media/image189.wmf"/><Relationship Id="rId6" Type="http://schemas.openxmlformats.org/officeDocument/2006/relationships/image" Target="../media/image188.wmf"/><Relationship Id="rId5" Type="http://schemas.openxmlformats.org/officeDocument/2006/relationships/image" Target="../media/image187.wmf"/><Relationship Id="rId4" Type="http://schemas.openxmlformats.org/officeDocument/2006/relationships/image" Target="../media/image186.wmf"/><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image" Target="../media/image194.wmf"/><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04.wmf"/><Relationship Id="rId7" Type="http://schemas.openxmlformats.org/officeDocument/2006/relationships/image" Target="../media/image203.wmf"/><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12.wmf"/><Relationship Id="rId7" Type="http://schemas.openxmlformats.org/officeDocument/2006/relationships/image" Target="../media/image211.wmf"/><Relationship Id="rId6" Type="http://schemas.openxmlformats.org/officeDocument/2006/relationships/image" Target="../media/image210.wmf"/><Relationship Id="rId5" Type="http://schemas.openxmlformats.org/officeDocument/2006/relationships/image" Target="../media/image209.wmf"/><Relationship Id="rId4" Type="http://schemas.openxmlformats.org/officeDocument/2006/relationships/image" Target="../media/image208.wmf"/><Relationship Id="rId3" Type="http://schemas.openxmlformats.org/officeDocument/2006/relationships/image" Target="../media/image207.wmf"/><Relationship Id="rId2" Type="http://schemas.openxmlformats.org/officeDocument/2006/relationships/image" Target="../media/image206.wmf"/><Relationship Id="rId1" Type="http://schemas.openxmlformats.org/officeDocument/2006/relationships/image" Target="../media/image205.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21.wmf"/><Relationship Id="rId8" Type="http://schemas.openxmlformats.org/officeDocument/2006/relationships/image" Target="../media/image220.wmf"/><Relationship Id="rId7" Type="http://schemas.openxmlformats.org/officeDocument/2006/relationships/image" Target="../media/image219.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2" Type="http://schemas.openxmlformats.org/officeDocument/2006/relationships/image" Target="../media/image224.wmf"/><Relationship Id="rId11" Type="http://schemas.openxmlformats.org/officeDocument/2006/relationships/image" Target="../media/image223.wmf"/><Relationship Id="rId10" Type="http://schemas.openxmlformats.org/officeDocument/2006/relationships/image" Target="../media/image222.wmf"/><Relationship Id="rId1" Type="http://schemas.openxmlformats.org/officeDocument/2006/relationships/image" Target="../media/image213.w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233.wmf"/><Relationship Id="rId8" Type="http://schemas.openxmlformats.org/officeDocument/2006/relationships/image" Target="../media/image232.wmf"/><Relationship Id="rId7" Type="http://schemas.openxmlformats.org/officeDocument/2006/relationships/image" Target="../media/image231.wmf"/><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 Id="rId3" Type="http://schemas.openxmlformats.org/officeDocument/2006/relationships/image" Target="../media/image227.wmf"/><Relationship Id="rId2" Type="http://schemas.openxmlformats.org/officeDocument/2006/relationships/image" Target="../media/image226.wmf"/><Relationship Id="rId11" Type="http://schemas.openxmlformats.org/officeDocument/2006/relationships/image" Target="../media/image235.wmf"/><Relationship Id="rId10" Type="http://schemas.openxmlformats.org/officeDocument/2006/relationships/image" Target="../media/image234.wmf"/><Relationship Id="rId1" Type="http://schemas.openxmlformats.org/officeDocument/2006/relationships/image" Target="../media/image225.wmf"/></Relationships>
</file>

<file path=ppt/drawings/_rels/vmlDrawing38.vml.rels><?xml version="1.0" encoding="UTF-8" standalone="yes"?>
<Relationships xmlns="http://schemas.openxmlformats.org/package/2006/relationships"><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250.wmf"/><Relationship Id="rId8" Type="http://schemas.openxmlformats.org/officeDocument/2006/relationships/image" Target="../media/image249.wmf"/><Relationship Id="rId7" Type="http://schemas.openxmlformats.org/officeDocument/2006/relationships/image" Target="../media/image248.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43.wmf"/><Relationship Id="rId10" Type="http://schemas.openxmlformats.org/officeDocument/2006/relationships/image" Target="../media/image251.wmf"/><Relationship Id="rId1" Type="http://schemas.openxmlformats.org/officeDocument/2006/relationships/image" Target="../media/image242.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255.wmf"/><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s>
</file>

<file path=ppt/drawings/_rels/vmlDrawing41.vml.rels><?xml version="1.0" encoding="UTF-8" standalone="yes"?>
<Relationships xmlns="http://schemas.openxmlformats.org/package/2006/relationships"><Relationship Id="rId7" Type="http://schemas.openxmlformats.org/officeDocument/2006/relationships/image" Target="../media/image263.wmf"/><Relationship Id="rId6" Type="http://schemas.openxmlformats.org/officeDocument/2006/relationships/image" Target="../media/image262.wmf"/><Relationship Id="rId5" Type="http://schemas.openxmlformats.org/officeDocument/2006/relationships/image" Target="../media/image261.wmf"/><Relationship Id="rId4" Type="http://schemas.openxmlformats.org/officeDocument/2006/relationships/image" Target="../media/image260.wmf"/><Relationship Id="rId3" Type="http://schemas.openxmlformats.org/officeDocument/2006/relationships/image" Target="../media/image259.wmf"/><Relationship Id="rId2" Type="http://schemas.openxmlformats.org/officeDocument/2006/relationships/image" Target="../media/image258.wmf"/><Relationship Id="rId1" Type="http://schemas.openxmlformats.org/officeDocument/2006/relationships/image" Target="../media/image257.wmf"/></Relationships>
</file>

<file path=ppt/drawings/_rels/vmlDrawing42.vml.rels><?xml version="1.0" encoding="UTF-8" standalone="yes"?>
<Relationships xmlns="http://schemas.openxmlformats.org/package/2006/relationships"><Relationship Id="rId9" Type="http://schemas.openxmlformats.org/officeDocument/2006/relationships/image" Target="../media/image274.wmf"/><Relationship Id="rId8" Type="http://schemas.openxmlformats.org/officeDocument/2006/relationships/image" Target="../media/image273.wmf"/><Relationship Id="rId7" Type="http://schemas.openxmlformats.org/officeDocument/2006/relationships/image" Target="../media/image272.wmf"/><Relationship Id="rId6" Type="http://schemas.openxmlformats.org/officeDocument/2006/relationships/image" Target="../media/image271.wmf"/><Relationship Id="rId5" Type="http://schemas.openxmlformats.org/officeDocument/2006/relationships/image" Target="../media/image270.wmf"/><Relationship Id="rId4" Type="http://schemas.openxmlformats.org/officeDocument/2006/relationships/image" Target="../media/image269.wmf"/><Relationship Id="rId3" Type="http://schemas.openxmlformats.org/officeDocument/2006/relationships/image" Target="../media/image268.wmf"/><Relationship Id="rId2" Type="http://schemas.openxmlformats.org/officeDocument/2006/relationships/image" Target="../media/image267.wmf"/><Relationship Id="rId14" Type="http://schemas.openxmlformats.org/officeDocument/2006/relationships/image" Target="../media/image279.wmf"/><Relationship Id="rId13" Type="http://schemas.openxmlformats.org/officeDocument/2006/relationships/image" Target="../media/image278.wmf"/><Relationship Id="rId12" Type="http://schemas.openxmlformats.org/officeDocument/2006/relationships/image" Target="../media/image277.wmf"/><Relationship Id="rId11" Type="http://schemas.openxmlformats.org/officeDocument/2006/relationships/image" Target="../media/image276.wmf"/><Relationship Id="rId10" Type="http://schemas.openxmlformats.org/officeDocument/2006/relationships/image" Target="../media/image275.wmf"/><Relationship Id="rId1" Type="http://schemas.openxmlformats.org/officeDocument/2006/relationships/image" Target="../media/image266.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80.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82.wmf"/><Relationship Id="rId2" Type="http://schemas.openxmlformats.org/officeDocument/2006/relationships/image" Target="../media/image281.wmf"/><Relationship Id="rId1" Type="http://schemas.openxmlformats.org/officeDocument/2006/relationships/image" Target="../media/image280.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90.wmf"/><Relationship Id="rId7" Type="http://schemas.openxmlformats.org/officeDocument/2006/relationships/image" Target="../media/image289.wmf"/><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wmf"/><Relationship Id="rId3" Type="http://schemas.openxmlformats.org/officeDocument/2006/relationships/image" Target="../media/image285.wmf"/><Relationship Id="rId2" Type="http://schemas.openxmlformats.org/officeDocument/2006/relationships/image" Target="../media/image284.wmf"/><Relationship Id="rId1" Type="http://schemas.openxmlformats.org/officeDocument/2006/relationships/image" Target="../media/image283.wmf"/></Relationships>
</file>

<file path=ppt/drawings/_rels/vmlDrawing46.vml.rels><?xml version="1.0" encoding="UTF-8" standalone="yes"?>
<Relationships xmlns="http://schemas.openxmlformats.org/package/2006/relationships"><Relationship Id="rId4" Type="http://schemas.openxmlformats.org/officeDocument/2006/relationships/image" Target="../media/image295.wmf"/><Relationship Id="rId3" Type="http://schemas.openxmlformats.org/officeDocument/2006/relationships/image" Target="../media/image294.wmf"/><Relationship Id="rId2" Type="http://schemas.openxmlformats.org/officeDocument/2006/relationships/image" Target="../media/image293.wmf"/><Relationship Id="rId1" Type="http://schemas.openxmlformats.org/officeDocument/2006/relationships/image" Target="../media/image292.wmf"/></Relationships>
</file>

<file path=ppt/drawings/_rels/vmlDrawing47.vml.rels><?xml version="1.0" encoding="UTF-8" standalone="yes"?>
<Relationships xmlns="http://schemas.openxmlformats.org/package/2006/relationships"><Relationship Id="rId5" Type="http://schemas.openxmlformats.org/officeDocument/2006/relationships/image" Target="../media/image300.wmf"/><Relationship Id="rId4" Type="http://schemas.openxmlformats.org/officeDocument/2006/relationships/image" Target="../media/image299.wmf"/><Relationship Id="rId3" Type="http://schemas.openxmlformats.org/officeDocument/2006/relationships/image" Target="../media/image298.wmf"/><Relationship Id="rId2" Type="http://schemas.openxmlformats.org/officeDocument/2006/relationships/image" Target="../media/image297.wmf"/><Relationship Id="rId1" Type="http://schemas.openxmlformats.org/officeDocument/2006/relationships/image" Target="../media/image296.wmf"/></Relationships>
</file>

<file path=ppt/drawings/_rels/vmlDrawing48.vml.rels><?xml version="1.0" encoding="UTF-8" standalone="yes"?>
<Relationships xmlns="http://schemas.openxmlformats.org/package/2006/relationships"><Relationship Id="rId6" Type="http://schemas.openxmlformats.org/officeDocument/2006/relationships/image" Target="../media/image306.wmf"/><Relationship Id="rId5" Type="http://schemas.openxmlformats.org/officeDocument/2006/relationships/image" Target="../media/image305.wmf"/><Relationship Id="rId4" Type="http://schemas.openxmlformats.org/officeDocument/2006/relationships/image" Target="../media/image304.wmf"/><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s>
</file>

<file path=ppt/drawings/_rels/vmlDrawing49.vml.rels><?xml version="1.0" encoding="UTF-8" standalone="yes"?>
<Relationships xmlns="http://schemas.openxmlformats.org/package/2006/relationships"><Relationship Id="rId4" Type="http://schemas.openxmlformats.org/officeDocument/2006/relationships/image" Target="../media/image312.wmf"/><Relationship Id="rId3" Type="http://schemas.openxmlformats.org/officeDocument/2006/relationships/image" Target="../media/image311.wmf"/><Relationship Id="rId2" Type="http://schemas.openxmlformats.org/officeDocument/2006/relationships/image" Target="../media/image310.wmf"/><Relationship Id="rId1" Type="http://schemas.openxmlformats.org/officeDocument/2006/relationships/image" Target="../media/image309.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8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wmf"/><Relationship Id="rId3" Type="http://schemas.openxmlformats.org/officeDocument/2006/relationships/oleObject" Target="../embeddings/oleObject2.bin"/><Relationship Id="rId2" Type="http://schemas.openxmlformats.org/officeDocument/2006/relationships/image" Target="../media/image18.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wmf"/><Relationship Id="rId3" Type="http://schemas.openxmlformats.org/officeDocument/2006/relationships/oleObject" Target="../embeddings/oleObject5.bin"/><Relationship Id="rId2" Type="http://schemas.openxmlformats.org/officeDocument/2006/relationships/image" Target="../media/image26.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wmf"/><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wmf"/><Relationship Id="rId1"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6.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w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wmf"/><Relationship Id="rId1"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13.bin"/><Relationship Id="rId4" Type="http://schemas.openxmlformats.org/officeDocument/2006/relationships/image" Target="../media/image46.wmf"/><Relationship Id="rId3" Type="http://schemas.openxmlformats.org/officeDocument/2006/relationships/oleObject" Target="../embeddings/oleObject12.bin"/><Relationship Id="rId2" Type="http://schemas.openxmlformats.org/officeDocument/2006/relationships/image" Target="../media/image45.wmf"/><Relationship Id="rId1"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54.wmf"/><Relationship Id="rId7" Type="http://schemas.openxmlformats.org/officeDocument/2006/relationships/oleObject" Target="../embeddings/oleObject18.bin"/><Relationship Id="rId6" Type="http://schemas.openxmlformats.org/officeDocument/2006/relationships/image" Target="../media/image53.wmf"/><Relationship Id="rId5" Type="http://schemas.openxmlformats.org/officeDocument/2006/relationships/oleObject" Target="../embeddings/oleObject17.bin"/><Relationship Id="rId4" Type="http://schemas.openxmlformats.org/officeDocument/2006/relationships/image" Target="../media/image52.wmf"/><Relationship Id="rId3" Type="http://schemas.openxmlformats.org/officeDocument/2006/relationships/oleObject" Target="../embeddings/oleObject16.bin"/><Relationship Id="rId2" Type="http://schemas.openxmlformats.org/officeDocument/2006/relationships/image" Target="../media/image51.wmf"/><Relationship Id="rId14" Type="http://schemas.openxmlformats.org/officeDocument/2006/relationships/notesSlide" Target="../notesSlides/notesSlide1.xml"/><Relationship Id="rId13" Type="http://schemas.openxmlformats.org/officeDocument/2006/relationships/vmlDrawing" Target="../drawings/vmlDrawing11.vml"/><Relationship Id="rId12" Type="http://schemas.openxmlformats.org/officeDocument/2006/relationships/slideLayout" Target="../slideLayouts/slideLayout2.xml"/><Relationship Id="rId11" Type="http://schemas.openxmlformats.org/officeDocument/2006/relationships/image" Target="../media/image56.png"/><Relationship Id="rId10" Type="http://schemas.openxmlformats.org/officeDocument/2006/relationships/image" Target="../media/image55.wmf"/><Relationship Id="rId1"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22.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image" Target="../media/image58.wmf"/><Relationship Id="rId1" Type="http://schemas.openxmlformats.org/officeDocument/2006/relationships/oleObject" Target="../embeddings/oleObject20.bin"/></Relationships>
</file>

<file path=ppt/slides/_rels/slide23.x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oleObject" Target="../embeddings/oleObject24.bin"/><Relationship Id="rId7" Type="http://schemas.openxmlformats.org/officeDocument/2006/relationships/image" Target="../media/image62.wmf"/><Relationship Id="rId6" Type="http://schemas.openxmlformats.org/officeDocument/2006/relationships/oleObject" Target="../embeddings/oleObject23.bin"/><Relationship Id="rId5" Type="http://schemas.openxmlformats.org/officeDocument/2006/relationships/image" Target="../media/image61.wmf"/><Relationship Id="rId4" Type="http://schemas.openxmlformats.org/officeDocument/2006/relationships/oleObject" Target="../embeddings/oleObject22.bin"/><Relationship Id="rId3" Type="http://schemas.openxmlformats.org/officeDocument/2006/relationships/image" Target="../media/image52.wmf"/><Relationship Id="rId2" Type="http://schemas.openxmlformats.org/officeDocument/2006/relationships/oleObject" Target="../embeddings/oleObject21.bin"/><Relationship Id="rId13" Type="http://schemas.openxmlformats.org/officeDocument/2006/relationships/vmlDrawing" Target="../drawings/vmlDrawing13.vml"/><Relationship Id="rId12" Type="http://schemas.openxmlformats.org/officeDocument/2006/relationships/slideLayout" Target="../slideLayouts/slideLayout2.xml"/><Relationship Id="rId11" Type="http://schemas.openxmlformats.org/officeDocument/2006/relationships/image" Target="../media/image64.wmf"/><Relationship Id="rId10" Type="http://schemas.openxmlformats.org/officeDocument/2006/relationships/oleObject" Target="../embeddings/oleObject25.bin"/><Relationship Id="rId1" Type="http://schemas.openxmlformats.org/officeDocument/2006/relationships/image" Target="../media/image60.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72.wmf"/><Relationship Id="rId7" Type="http://schemas.openxmlformats.org/officeDocument/2006/relationships/oleObject" Target="../embeddings/oleObject29.bin"/><Relationship Id="rId6" Type="http://schemas.openxmlformats.org/officeDocument/2006/relationships/image" Target="../media/image71.wmf"/><Relationship Id="rId5" Type="http://schemas.openxmlformats.org/officeDocument/2006/relationships/oleObject" Target="../embeddings/oleObject28.bin"/><Relationship Id="rId4" Type="http://schemas.openxmlformats.org/officeDocument/2006/relationships/image" Target="../media/image70.wmf"/><Relationship Id="rId32" Type="http://schemas.openxmlformats.org/officeDocument/2006/relationships/vmlDrawing" Target="../drawings/vmlDrawing14.vml"/><Relationship Id="rId31" Type="http://schemas.openxmlformats.org/officeDocument/2006/relationships/slideLayout" Target="../slideLayouts/slideLayout2.xml"/><Relationship Id="rId30" Type="http://schemas.openxmlformats.org/officeDocument/2006/relationships/image" Target="../media/image83.wmf"/><Relationship Id="rId3" Type="http://schemas.openxmlformats.org/officeDocument/2006/relationships/oleObject" Target="../embeddings/oleObject27.bin"/><Relationship Id="rId29" Type="http://schemas.openxmlformats.org/officeDocument/2006/relationships/oleObject" Target="../embeddings/oleObject40.bin"/><Relationship Id="rId28" Type="http://schemas.openxmlformats.org/officeDocument/2006/relationships/image" Target="../media/image82.wmf"/><Relationship Id="rId27" Type="http://schemas.openxmlformats.org/officeDocument/2006/relationships/oleObject" Target="../embeddings/oleObject39.bin"/><Relationship Id="rId26" Type="http://schemas.openxmlformats.org/officeDocument/2006/relationships/image" Target="../media/image81.wmf"/><Relationship Id="rId25" Type="http://schemas.openxmlformats.org/officeDocument/2006/relationships/oleObject" Target="../embeddings/oleObject38.bin"/><Relationship Id="rId24" Type="http://schemas.openxmlformats.org/officeDocument/2006/relationships/image" Target="../media/image80.wmf"/><Relationship Id="rId23" Type="http://schemas.openxmlformats.org/officeDocument/2006/relationships/oleObject" Target="../embeddings/oleObject37.bin"/><Relationship Id="rId22" Type="http://schemas.openxmlformats.org/officeDocument/2006/relationships/image" Target="../media/image79.wmf"/><Relationship Id="rId21" Type="http://schemas.openxmlformats.org/officeDocument/2006/relationships/oleObject" Target="../embeddings/oleObject36.bin"/><Relationship Id="rId20" Type="http://schemas.openxmlformats.org/officeDocument/2006/relationships/image" Target="../media/image78.wmf"/><Relationship Id="rId2" Type="http://schemas.openxmlformats.org/officeDocument/2006/relationships/image" Target="../media/image69.wmf"/><Relationship Id="rId19" Type="http://schemas.openxmlformats.org/officeDocument/2006/relationships/oleObject" Target="../embeddings/oleObject35.bin"/><Relationship Id="rId18" Type="http://schemas.openxmlformats.org/officeDocument/2006/relationships/image" Target="../media/image77.wmf"/><Relationship Id="rId17" Type="http://schemas.openxmlformats.org/officeDocument/2006/relationships/oleObject" Target="../embeddings/oleObject34.bin"/><Relationship Id="rId16" Type="http://schemas.openxmlformats.org/officeDocument/2006/relationships/image" Target="../media/image76.wmf"/><Relationship Id="rId15" Type="http://schemas.openxmlformats.org/officeDocument/2006/relationships/oleObject" Target="../embeddings/oleObject33.bin"/><Relationship Id="rId14" Type="http://schemas.openxmlformats.org/officeDocument/2006/relationships/image" Target="../media/image75.wmf"/><Relationship Id="rId13" Type="http://schemas.openxmlformats.org/officeDocument/2006/relationships/oleObject" Target="../embeddings/oleObject32.bin"/><Relationship Id="rId12" Type="http://schemas.openxmlformats.org/officeDocument/2006/relationships/image" Target="../media/image74.wmf"/><Relationship Id="rId11" Type="http://schemas.openxmlformats.org/officeDocument/2006/relationships/oleObject" Target="../embeddings/oleObject31.bin"/><Relationship Id="rId10" Type="http://schemas.openxmlformats.org/officeDocument/2006/relationships/image" Target="../media/image73.wmf"/><Relationship Id="rId1"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oleObject" Target="../embeddings/oleObject44.bin"/><Relationship Id="rId7" Type="http://schemas.openxmlformats.org/officeDocument/2006/relationships/image" Target="../media/image87.wmf"/><Relationship Id="rId6" Type="http://schemas.openxmlformats.org/officeDocument/2006/relationships/oleObject" Target="../embeddings/oleObject43.bin"/><Relationship Id="rId5" Type="http://schemas.openxmlformats.org/officeDocument/2006/relationships/image" Target="../media/image86.png"/><Relationship Id="rId4" Type="http://schemas.openxmlformats.org/officeDocument/2006/relationships/image" Target="../media/image85.wmf"/><Relationship Id="rId3" Type="http://schemas.openxmlformats.org/officeDocument/2006/relationships/oleObject" Target="../embeddings/oleObject42.bin"/><Relationship Id="rId2" Type="http://schemas.openxmlformats.org/officeDocument/2006/relationships/image" Target="../media/image84.wmf"/><Relationship Id="rId13" Type="http://schemas.openxmlformats.org/officeDocument/2006/relationships/vmlDrawing" Target="../drawings/vmlDrawing15.vml"/><Relationship Id="rId12" Type="http://schemas.openxmlformats.org/officeDocument/2006/relationships/slideLayout" Target="../slideLayouts/slideLayout2.xml"/><Relationship Id="rId11" Type="http://schemas.openxmlformats.org/officeDocument/2006/relationships/oleObject" Target="../embeddings/oleObject46.bin"/><Relationship Id="rId10" Type="http://schemas.openxmlformats.org/officeDocument/2006/relationships/oleObject" Target="../embeddings/oleObject45.bin"/><Relationship Id="rId1" Type="http://schemas.openxmlformats.org/officeDocument/2006/relationships/oleObject" Target="../embeddings/oleObject41.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92.wmf"/><Relationship Id="rId7" Type="http://schemas.openxmlformats.org/officeDocument/2006/relationships/oleObject" Target="../embeddings/oleObject50.bin"/><Relationship Id="rId6" Type="http://schemas.openxmlformats.org/officeDocument/2006/relationships/image" Target="../media/image91.wmf"/><Relationship Id="rId5" Type="http://schemas.openxmlformats.org/officeDocument/2006/relationships/oleObject" Target="../embeddings/oleObject49.bin"/><Relationship Id="rId4" Type="http://schemas.openxmlformats.org/officeDocument/2006/relationships/image" Target="../media/image90.wmf"/><Relationship Id="rId3" Type="http://schemas.openxmlformats.org/officeDocument/2006/relationships/oleObject" Target="../embeddings/oleObject48.bin"/><Relationship Id="rId22" Type="http://schemas.openxmlformats.org/officeDocument/2006/relationships/vmlDrawing" Target="../drawings/vmlDrawing16.vml"/><Relationship Id="rId21" Type="http://schemas.openxmlformats.org/officeDocument/2006/relationships/slideLayout" Target="../slideLayouts/slideLayout2.xml"/><Relationship Id="rId20" Type="http://schemas.openxmlformats.org/officeDocument/2006/relationships/image" Target="../media/image98.wmf"/><Relationship Id="rId2" Type="http://schemas.openxmlformats.org/officeDocument/2006/relationships/image" Target="../media/image89.wmf"/><Relationship Id="rId19" Type="http://schemas.openxmlformats.org/officeDocument/2006/relationships/oleObject" Target="../embeddings/oleObject56.bin"/><Relationship Id="rId18" Type="http://schemas.openxmlformats.org/officeDocument/2006/relationships/image" Target="../media/image97.wmf"/><Relationship Id="rId17" Type="http://schemas.openxmlformats.org/officeDocument/2006/relationships/oleObject" Target="../embeddings/oleObject55.bin"/><Relationship Id="rId16" Type="http://schemas.openxmlformats.org/officeDocument/2006/relationships/image" Target="../media/image96.wmf"/><Relationship Id="rId15" Type="http://schemas.openxmlformats.org/officeDocument/2006/relationships/oleObject" Target="../embeddings/oleObject54.bin"/><Relationship Id="rId14" Type="http://schemas.openxmlformats.org/officeDocument/2006/relationships/image" Target="../media/image95.wmf"/><Relationship Id="rId13" Type="http://schemas.openxmlformats.org/officeDocument/2006/relationships/oleObject" Target="../embeddings/oleObject53.bin"/><Relationship Id="rId12" Type="http://schemas.openxmlformats.org/officeDocument/2006/relationships/image" Target="../media/image94.wmf"/><Relationship Id="rId11" Type="http://schemas.openxmlformats.org/officeDocument/2006/relationships/oleObject" Target="../embeddings/oleObject52.bin"/><Relationship Id="rId10" Type="http://schemas.openxmlformats.org/officeDocument/2006/relationships/image" Target="../media/image93.wmf"/><Relationship Id="rId1" Type="http://schemas.openxmlformats.org/officeDocument/2006/relationships/oleObject" Target="../embeddings/oleObject47.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102.wmf"/><Relationship Id="rId7" Type="http://schemas.openxmlformats.org/officeDocument/2006/relationships/oleObject" Target="../embeddings/oleObject60.bin"/><Relationship Id="rId6" Type="http://schemas.openxmlformats.org/officeDocument/2006/relationships/image" Target="../media/image101.wmf"/><Relationship Id="rId5" Type="http://schemas.openxmlformats.org/officeDocument/2006/relationships/oleObject" Target="../embeddings/oleObject59.bin"/><Relationship Id="rId4" Type="http://schemas.openxmlformats.org/officeDocument/2006/relationships/image" Target="../media/image100.wmf"/><Relationship Id="rId3" Type="http://schemas.openxmlformats.org/officeDocument/2006/relationships/oleObject" Target="../embeddings/oleObject58.bin"/><Relationship Id="rId2" Type="http://schemas.openxmlformats.org/officeDocument/2006/relationships/image" Target="../media/image99.wmf"/><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image" Target="../media/image103.wmf"/><Relationship Id="rId1" Type="http://schemas.openxmlformats.org/officeDocument/2006/relationships/oleObject" Target="../embeddings/oleObject5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106.wmf"/><Relationship Id="rId7" Type="http://schemas.openxmlformats.org/officeDocument/2006/relationships/oleObject" Target="../embeddings/oleObject65.bin"/><Relationship Id="rId6" Type="http://schemas.openxmlformats.org/officeDocument/2006/relationships/image" Target="../media/image105.wmf"/><Relationship Id="rId5" Type="http://schemas.openxmlformats.org/officeDocument/2006/relationships/oleObject" Target="../embeddings/oleObject64.bin"/><Relationship Id="rId4" Type="http://schemas.openxmlformats.org/officeDocument/2006/relationships/image" Target="../media/image104.wmf"/><Relationship Id="rId3" Type="http://schemas.openxmlformats.org/officeDocument/2006/relationships/oleObject" Target="../embeddings/oleObject63.bin"/><Relationship Id="rId2" Type="http://schemas.openxmlformats.org/officeDocument/2006/relationships/image" Target="../media/image89.wmf"/><Relationship Id="rId15" Type="http://schemas.openxmlformats.org/officeDocument/2006/relationships/vmlDrawing" Target="../drawings/vmlDrawing18.vml"/><Relationship Id="rId14" Type="http://schemas.openxmlformats.org/officeDocument/2006/relationships/slideLayout" Target="../slideLayouts/slideLayout2.xml"/><Relationship Id="rId13" Type="http://schemas.openxmlformats.org/officeDocument/2006/relationships/oleObject" Target="../embeddings/oleObject69.bin"/><Relationship Id="rId12" Type="http://schemas.openxmlformats.org/officeDocument/2006/relationships/oleObject" Target="../embeddings/oleObject68.bin"/><Relationship Id="rId11" Type="http://schemas.openxmlformats.org/officeDocument/2006/relationships/oleObject" Target="../embeddings/oleObject67.bin"/><Relationship Id="rId10" Type="http://schemas.openxmlformats.org/officeDocument/2006/relationships/image" Target="../media/image107.wmf"/><Relationship Id="rId1" Type="http://schemas.openxmlformats.org/officeDocument/2006/relationships/oleObject" Target="../embeddings/oleObject62.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110.wmf"/><Relationship Id="rId7" Type="http://schemas.openxmlformats.org/officeDocument/2006/relationships/oleObject" Target="../embeddings/oleObject73.bin"/><Relationship Id="rId6" Type="http://schemas.openxmlformats.org/officeDocument/2006/relationships/image" Target="../media/image84.wmf"/><Relationship Id="rId5" Type="http://schemas.openxmlformats.org/officeDocument/2006/relationships/oleObject" Target="../embeddings/oleObject72.bin"/><Relationship Id="rId4" Type="http://schemas.openxmlformats.org/officeDocument/2006/relationships/image" Target="../media/image109.wmf"/><Relationship Id="rId3" Type="http://schemas.openxmlformats.org/officeDocument/2006/relationships/oleObject" Target="../embeddings/oleObject71.bin"/><Relationship Id="rId28" Type="http://schemas.openxmlformats.org/officeDocument/2006/relationships/vmlDrawing" Target="../drawings/vmlDrawing19.vml"/><Relationship Id="rId27" Type="http://schemas.openxmlformats.org/officeDocument/2006/relationships/slideLayout" Target="../slideLayouts/slideLayout2.xml"/><Relationship Id="rId26" Type="http://schemas.openxmlformats.org/officeDocument/2006/relationships/image" Target="../media/image117.wmf"/><Relationship Id="rId25" Type="http://schemas.openxmlformats.org/officeDocument/2006/relationships/oleObject" Target="../embeddings/oleObject83.bin"/><Relationship Id="rId24" Type="http://schemas.openxmlformats.org/officeDocument/2006/relationships/image" Target="../media/image116.wmf"/><Relationship Id="rId23" Type="http://schemas.openxmlformats.org/officeDocument/2006/relationships/oleObject" Target="../embeddings/oleObject82.bin"/><Relationship Id="rId22" Type="http://schemas.openxmlformats.org/officeDocument/2006/relationships/oleObject" Target="../embeddings/oleObject81.bin"/><Relationship Id="rId21" Type="http://schemas.openxmlformats.org/officeDocument/2006/relationships/image" Target="../media/image115.wmf"/><Relationship Id="rId20" Type="http://schemas.openxmlformats.org/officeDocument/2006/relationships/oleObject" Target="../embeddings/oleObject80.bin"/><Relationship Id="rId2" Type="http://schemas.openxmlformats.org/officeDocument/2006/relationships/image" Target="../media/image108.wmf"/><Relationship Id="rId19" Type="http://schemas.openxmlformats.org/officeDocument/2006/relationships/image" Target="../media/image114.wmf"/><Relationship Id="rId18" Type="http://schemas.openxmlformats.org/officeDocument/2006/relationships/oleObject" Target="../embeddings/oleObject79.bin"/><Relationship Id="rId17" Type="http://schemas.openxmlformats.org/officeDocument/2006/relationships/image" Target="../media/image85.wmf"/><Relationship Id="rId16" Type="http://schemas.openxmlformats.org/officeDocument/2006/relationships/oleObject" Target="../embeddings/oleObject78.bin"/><Relationship Id="rId15" Type="http://schemas.openxmlformats.org/officeDocument/2006/relationships/oleObject" Target="../embeddings/oleObject77.bin"/><Relationship Id="rId14" Type="http://schemas.openxmlformats.org/officeDocument/2006/relationships/image" Target="../media/image113.wmf"/><Relationship Id="rId13" Type="http://schemas.openxmlformats.org/officeDocument/2006/relationships/oleObject" Target="../embeddings/oleObject76.bin"/><Relationship Id="rId12" Type="http://schemas.openxmlformats.org/officeDocument/2006/relationships/image" Target="../media/image112.wmf"/><Relationship Id="rId11" Type="http://schemas.openxmlformats.org/officeDocument/2006/relationships/oleObject" Target="../embeddings/oleObject75.bin"/><Relationship Id="rId10" Type="http://schemas.openxmlformats.org/officeDocument/2006/relationships/image" Target="../media/image111.wmf"/><Relationship Id="rId1" Type="http://schemas.openxmlformats.org/officeDocument/2006/relationships/oleObject" Target="../embeddings/oleObject70.bin"/></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119.wmf"/><Relationship Id="rId4" Type="http://schemas.openxmlformats.org/officeDocument/2006/relationships/oleObject" Target="../embeddings/oleObject86.bin"/><Relationship Id="rId3" Type="http://schemas.openxmlformats.org/officeDocument/2006/relationships/oleObject" Target="../embeddings/oleObject85.bin"/><Relationship Id="rId2" Type="http://schemas.openxmlformats.org/officeDocument/2006/relationships/image" Target="../media/image118.wmf"/><Relationship Id="rId1" Type="http://schemas.openxmlformats.org/officeDocument/2006/relationships/oleObject" Target="../embeddings/oleObject84.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123.wmf"/><Relationship Id="rId7" Type="http://schemas.openxmlformats.org/officeDocument/2006/relationships/oleObject" Target="../embeddings/oleObject90.bin"/><Relationship Id="rId6" Type="http://schemas.openxmlformats.org/officeDocument/2006/relationships/image" Target="../media/image122.wmf"/><Relationship Id="rId5" Type="http://schemas.openxmlformats.org/officeDocument/2006/relationships/oleObject" Target="../embeddings/oleObject89.bin"/><Relationship Id="rId4" Type="http://schemas.openxmlformats.org/officeDocument/2006/relationships/image" Target="../media/image121.wmf"/><Relationship Id="rId3" Type="http://schemas.openxmlformats.org/officeDocument/2006/relationships/oleObject" Target="../embeddings/oleObject88.bin"/><Relationship Id="rId2" Type="http://schemas.openxmlformats.org/officeDocument/2006/relationships/image" Target="../media/image120.wmf"/><Relationship Id="rId12" Type="http://schemas.openxmlformats.org/officeDocument/2006/relationships/vmlDrawing" Target="../drawings/vmlDrawing21.vml"/><Relationship Id="rId11" Type="http://schemas.openxmlformats.org/officeDocument/2006/relationships/slideLayout" Target="../slideLayouts/slideLayout2.xml"/><Relationship Id="rId10" Type="http://schemas.openxmlformats.org/officeDocument/2006/relationships/image" Target="../media/image124.wmf"/><Relationship Id="rId1" Type="http://schemas.openxmlformats.org/officeDocument/2006/relationships/oleObject" Target="../embeddings/oleObject87.bin"/></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22.vml"/><Relationship Id="rId6" Type="http://schemas.openxmlformats.org/officeDocument/2006/relationships/slideLayout" Target="../slideLayouts/slideLayout2.xml"/><Relationship Id="rId5" Type="http://schemas.openxmlformats.org/officeDocument/2006/relationships/image" Target="../media/image125.wmf"/><Relationship Id="rId4" Type="http://schemas.openxmlformats.org/officeDocument/2006/relationships/oleObject" Target="../embeddings/oleObject94.bin"/><Relationship Id="rId3" Type="http://schemas.openxmlformats.org/officeDocument/2006/relationships/oleObject" Target="../embeddings/oleObject93.bin"/><Relationship Id="rId2" Type="http://schemas.openxmlformats.org/officeDocument/2006/relationships/image" Target="../media/image118.wmf"/><Relationship Id="rId1" Type="http://schemas.openxmlformats.org/officeDocument/2006/relationships/oleObject" Target="../embeddings/oleObject92.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89.wmf"/><Relationship Id="rId7" Type="http://schemas.openxmlformats.org/officeDocument/2006/relationships/oleObject" Target="../embeddings/oleObject98.bin"/><Relationship Id="rId6" Type="http://schemas.openxmlformats.org/officeDocument/2006/relationships/image" Target="../media/image127.wmf"/><Relationship Id="rId5" Type="http://schemas.openxmlformats.org/officeDocument/2006/relationships/oleObject" Target="../embeddings/oleObject97.bin"/><Relationship Id="rId4" Type="http://schemas.openxmlformats.org/officeDocument/2006/relationships/image" Target="../media/image126.wmf"/><Relationship Id="rId3" Type="http://schemas.openxmlformats.org/officeDocument/2006/relationships/oleObject" Target="../embeddings/oleObject96.bin"/><Relationship Id="rId21" Type="http://schemas.openxmlformats.org/officeDocument/2006/relationships/vmlDrawing" Target="../drawings/vmlDrawing23.vml"/><Relationship Id="rId20" Type="http://schemas.openxmlformats.org/officeDocument/2006/relationships/slideLayout" Target="../slideLayouts/slideLayout2.xml"/><Relationship Id="rId2" Type="http://schemas.openxmlformats.org/officeDocument/2006/relationships/image" Target="../media/image125.wmf"/><Relationship Id="rId19" Type="http://schemas.openxmlformats.org/officeDocument/2006/relationships/oleObject" Target="../embeddings/oleObject105.bin"/><Relationship Id="rId18" Type="http://schemas.openxmlformats.org/officeDocument/2006/relationships/oleObject" Target="../embeddings/oleObject104.bin"/><Relationship Id="rId17" Type="http://schemas.openxmlformats.org/officeDocument/2006/relationships/oleObject" Target="../embeddings/oleObject103.bin"/><Relationship Id="rId16" Type="http://schemas.openxmlformats.org/officeDocument/2006/relationships/image" Target="../media/image131.wmf"/><Relationship Id="rId15" Type="http://schemas.openxmlformats.org/officeDocument/2006/relationships/oleObject" Target="../embeddings/oleObject102.bin"/><Relationship Id="rId14" Type="http://schemas.openxmlformats.org/officeDocument/2006/relationships/image" Target="../media/image130.wmf"/><Relationship Id="rId13" Type="http://schemas.openxmlformats.org/officeDocument/2006/relationships/oleObject" Target="../embeddings/oleObject101.bin"/><Relationship Id="rId12" Type="http://schemas.openxmlformats.org/officeDocument/2006/relationships/image" Target="../media/image129.wmf"/><Relationship Id="rId11" Type="http://schemas.openxmlformats.org/officeDocument/2006/relationships/oleObject" Target="../embeddings/oleObject100.bin"/><Relationship Id="rId10" Type="http://schemas.openxmlformats.org/officeDocument/2006/relationships/image" Target="../media/image128.wmf"/><Relationship Id="rId1" Type="http://schemas.openxmlformats.org/officeDocument/2006/relationships/oleObject" Target="../embeddings/oleObject95.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10.bin"/><Relationship Id="rId8" Type="http://schemas.openxmlformats.org/officeDocument/2006/relationships/image" Target="../media/image135.wmf"/><Relationship Id="rId7" Type="http://schemas.openxmlformats.org/officeDocument/2006/relationships/oleObject" Target="../embeddings/oleObject109.bin"/><Relationship Id="rId6" Type="http://schemas.openxmlformats.org/officeDocument/2006/relationships/image" Target="../media/image134.wmf"/><Relationship Id="rId5" Type="http://schemas.openxmlformats.org/officeDocument/2006/relationships/oleObject" Target="../embeddings/oleObject108.bin"/><Relationship Id="rId4" Type="http://schemas.openxmlformats.org/officeDocument/2006/relationships/image" Target="../media/image133.wmf"/><Relationship Id="rId3" Type="http://schemas.openxmlformats.org/officeDocument/2006/relationships/oleObject" Target="../embeddings/oleObject107.bin"/><Relationship Id="rId23" Type="http://schemas.openxmlformats.org/officeDocument/2006/relationships/vmlDrawing" Target="../drawings/vmlDrawing24.vml"/><Relationship Id="rId22" Type="http://schemas.openxmlformats.org/officeDocument/2006/relationships/slideLayout" Target="../slideLayouts/slideLayout2.xml"/><Relationship Id="rId21" Type="http://schemas.openxmlformats.org/officeDocument/2006/relationships/oleObject" Target="../embeddings/oleObject116.bin"/><Relationship Id="rId20" Type="http://schemas.openxmlformats.org/officeDocument/2006/relationships/image" Target="../media/image141.wmf"/><Relationship Id="rId2" Type="http://schemas.openxmlformats.org/officeDocument/2006/relationships/image" Target="../media/image132.wmf"/><Relationship Id="rId19" Type="http://schemas.openxmlformats.org/officeDocument/2006/relationships/oleObject" Target="../embeddings/oleObject115.bin"/><Relationship Id="rId18" Type="http://schemas.openxmlformats.org/officeDocument/2006/relationships/image" Target="../media/image140.wmf"/><Relationship Id="rId17" Type="http://schemas.openxmlformats.org/officeDocument/2006/relationships/oleObject" Target="../embeddings/oleObject114.bin"/><Relationship Id="rId16" Type="http://schemas.openxmlformats.org/officeDocument/2006/relationships/image" Target="../media/image139.wmf"/><Relationship Id="rId15" Type="http://schemas.openxmlformats.org/officeDocument/2006/relationships/oleObject" Target="../embeddings/oleObject113.bin"/><Relationship Id="rId14" Type="http://schemas.openxmlformats.org/officeDocument/2006/relationships/image" Target="../media/image138.wmf"/><Relationship Id="rId13" Type="http://schemas.openxmlformats.org/officeDocument/2006/relationships/oleObject" Target="../embeddings/oleObject112.bin"/><Relationship Id="rId12" Type="http://schemas.openxmlformats.org/officeDocument/2006/relationships/image" Target="../media/image137.wmf"/><Relationship Id="rId11" Type="http://schemas.openxmlformats.org/officeDocument/2006/relationships/oleObject" Target="../embeddings/oleObject111.bin"/><Relationship Id="rId10" Type="http://schemas.openxmlformats.org/officeDocument/2006/relationships/image" Target="../media/image136.wmf"/><Relationship Id="rId1" Type="http://schemas.openxmlformats.org/officeDocument/2006/relationships/oleObject" Target="../embeddings/oleObject106.bin"/></Relationships>
</file>

<file path=ppt/slides/_rels/slide39.xml.rels><?xml version="1.0" encoding="UTF-8" standalone="yes"?>
<Relationships xmlns="http://schemas.openxmlformats.org/package/2006/relationships"><Relationship Id="rId7" Type="http://schemas.openxmlformats.org/officeDocument/2006/relationships/vmlDrawing" Target="../drawings/vmlDrawing25.vml"/><Relationship Id="rId6" Type="http://schemas.openxmlformats.org/officeDocument/2006/relationships/slideLayout" Target="../slideLayouts/slideLayout2.xml"/><Relationship Id="rId5" Type="http://schemas.openxmlformats.org/officeDocument/2006/relationships/image" Target="../media/image143.png"/><Relationship Id="rId4" Type="http://schemas.openxmlformats.org/officeDocument/2006/relationships/image" Target="../media/image142.wmf"/><Relationship Id="rId3" Type="http://schemas.openxmlformats.org/officeDocument/2006/relationships/oleObject" Target="../embeddings/oleObject118.bin"/><Relationship Id="rId2" Type="http://schemas.openxmlformats.org/officeDocument/2006/relationships/image" Target="../media/image137.wmf"/><Relationship Id="rId1" Type="http://schemas.openxmlformats.org/officeDocument/2006/relationships/oleObject" Target="../embeddings/oleObject117.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47.wmf"/><Relationship Id="rId7" Type="http://schemas.openxmlformats.org/officeDocument/2006/relationships/oleObject" Target="../embeddings/oleObject122.bin"/><Relationship Id="rId6" Type="http://schemas.openxmlformats.org/officeDocument/2006/relationships/image" Target="../media/image146.wmf"/><Relationship Id="rId5" Type="http://schemas.openxmlformats.org/officeDocument/2006/relationships/oleObject" Target="../embeddings/oleObject121.bin"/><Relationship Id="rId4" Type="http://schemas.openxmlformats.org/officeDocument/2006/relationships/image" Target="../media/image145.wmf"/><Relationship Id="rId3" Type="http://schemas.openxmlformats.org/officeDocument/2006/relationships/oleObject" Target="../embeddings/oleObject120.bin"/><Relationship Id="rId2" Type="http://schemas.openxmlformats.org/officeDocument/2006/relationships/image" Target="../media/image144.wmf"/><Relationship Id="rId12" Type="http://schemas.openxmlformats.org/officeDocument/2006/relationships/vmlDrawing" Target="../drawings/vmlDrawing26.vml"/><Relationship Id="rId11" Type="http://schemas.openxmlformats.org/officeDocument/2006/relationships/slideLayout" Target="../slideLayouts/slideLayout2.xml"/><Relationship Id="rId10" Type="http://schemas.openxmlformats.org/officeDocument/2006/relationships/image" Target="../media/image148.wmf"/><Relationship Id="rId1" Type="http://schemas.openxmlformats.org/officeDocument/2006/relationships/oleObject" Target="../embeddings/oleObject119.bin"/></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152.wmf"/><Relationship Id="rId7" Type="http://schemas.openxmlformats.org/officeDocument/2006/relationships/oleObject" Target="../embeddings/oleObject127.bin"/><Relationship Id="rId6" Type="http://schemas.openxmlformats.org/officeDocument/2006/relationships/image" Target="../media/image151.wmf"/><Relationship Id="rId5" Type="http://schemas.openxmlformats.org/officeDocument/2006/relationships/oleObject" Target="../embeddings/oleObject126.bin"/><Relationship Id="rId4" Type="http://schemas.openxmlformats.org/officeDocument/2006/relationships/image" Target="../media/image150.wmf"/><Relationship Id="rId3" Type="http://schemas.openxmlformats.org/officeDocument/2006/relationships/oleObject" Target="../embeddings/oleObject125.bin"/><Relationship Id="rId26" Type="http://schemas.openxmlformats.org/officeDocument/2006/relationships/vmlDrawing" Target="../drawings/vmlDrawing27.vml"/><Relationship Id="rId25" Type="http://schemas.openxmlformats.org/officeDocument/2006/relationships/slideLayout" Target="../slideLayouts/slideLayout2.xml"/><Relationship Id="rId24" Type="http://schemas.openxmlformats.org/officeDocument/2006/relationships/image" Target="../media/image159.wmf"/><Relationship Id="rId23" Type="http://schemas.openxmlformats.org/officeDocument/2006/relationships/oleObject" Target="../embeddings/oleObject136.bin"/><Relationship Id="rId22" Type="http://schemas.openxmlformats.org/officeDocument/2006/relationships/image" Target="../media/image158.wmf"/><Relationship Id="rId21" Type="http://schemas.openxmlformats.org/officeDocument/2006/relationships/oleObject" Target="../embeddings/oleObject135.bin"/><Relationship Id="rId20" Type="http://schemas.openxmlformats.org/officeDocument/2006/relationships/image" Target="../media/image157.wmf"/><Relationship Id="rId2" Type="http://schemas.openxmlformats.org/officeDocument/2006/relationships/image" Target="../media/image149.wmf"/><Relationship Id="rId19" Type="http://schemas.openxmlformats.org/officeDocument/2006/relationships/oleObject" Target="../embeddings/oleObject134.bin"/><Relationship Id="rId18" Type="http://schemas.openxmlformats.org/officeDocument/2006/relationships/image" Target="../media/image156.wmf"/><Relationship Id="rId17" Type="http://schemas.openxmlformats.org/officeDocument/2006/relationships/oleObject" Target="../embeddings/oleObject133.bin"/><Relationship Id="rId16" Type="http://schemas.openxmlformats.org/officeDocument/2006/relationships/image" Target="../media/image155.wmf"/><Relationship Id="rId15" Type="http://schemas.openxmlformats.org/officeDocument/2006/relationships/oleObject" Target="../embeddings/oleObject132.bin"/><Relationship Id="rId14" Type="http://schemas.openxmlformats.org/officeDocument/2006/relationships/image" Target="../media/image154.wmf"/><Relationship Id="rId13" Type="http://schemas.openxmlformats.org/officeDocument/2006/relationships/oleObject" Target="../embeddings/oleObject131.bin"/><Relationship Id="rId12" Type="http://schemas.openxmlformats.org/officeDocument/2006/relationships/oleObject" Target="../embeddings/oleObject130.bin"/><Relationship Id="rId11" Type="http://schemas.openxmlformats.org/officeDocument/2006/relationships/oleObject" Target="../embeddings/oleObject129.bin"/><Relationship Id="rId10" Type="http://schemas.openxmlformats.org/officeDocument/2006/relationships/image" Target="../media/image153.wmf"/><Relationship Id="rId1" Type="http://schemas.openxmlformats.org/officeDocument/2006/relationships/oleObject" Target="../embeddings/oleObject124.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image" Target="../media/image162.wmf"/><Relationship Id="rId7" Type="http://schemas.openxmlformats.org/officeDocument/2006/relationships/oleObject" Target="../embeddings/oleObject140.bin"/><Relationship Id="rId6" Type="http://schemas.openxmlformats.org/officeDocument/2006/relationships/image" Target="../media/image161.wmf"/><Relationship Id="rId5" Type="http://schemas.openxmlformats.org/officeDocument/2006/relationships/oleObject" Target="../embeddings/oleObject139.bin"/><Relationship Id="rId4" Type="http://schemas.openxmlformats.org/officeDocument/2006/relationships/image" Target="../media/image160.wmf"/><Relationship Id="rId3" Type="http://schemas.openxmlformats.org/officeDocument/2006/relationships/oleObject" Target="../embeddings/oleObject138.bin"/><Relationship Id="rId2" Type="http://schemas.openxmlformats.org/officeDocument/2006/relationships/image" Target="../media/image141.wmf"/><Relationship Id="rId16" Type="http://schemas.openxmlformats.org/officeDocument/2006/relationships/vmlDrawing" Target="../drawings/vmlDrawing28.vml"/><Relationship Id="rId15" Type="http://schemas.openxmlformats.org/officeDocument/2006/relationships/slideLayout" Target="../slideLayouts/slideLayout2.xml"/><Relationship Id="rId14" Type="http://schemas.openxmlformats.org/officeDocument/2006/relationships/oleObject" Target="../embeddings/oleObject144.bin"/><Relationship Id="rId13" Type="http://schemas.openxmlformats.org/officeDocument/2006/relationships/oleObject" Target="../embeddings/oleObject143.bin"/><Relationship Id="rId12" Type="http://schemas.openxmlformats.org/officeDocument/2006/relationships/image" Target="../media/image164.wmf"/><Relationship Id="rId11" Type="http://schemas.openxmlformats.org/officeDocument/2006/relationships/oleObject" Target="../embeddings/oleObject142.bin"/><Relationship Id="rId10" Type="http://schemas.openxmlformats.org/officeDocument/2006/relationships/image" Target="../media/image163.wmf"/><Relationship Id="rId1" Type="http://schemas.openxmlformats.org/officeDocument/2006/relationships/oleObject" Target="../embeddings/oleObject137.bin"/></Relationships>
</file>

<file path=ppt/slides/_rels/slide43.xml.rels><?xml version="1.0" encoding="UTF-8" standalone="yes"?>
<Relationships xmlns="http://schemas.openxmlformats.org/package/2006/relationships"><Relationship Id="rId9" Type="http://schemas.openxmlformats.org/officeDocument/2006/relationships/vmlDrawing" Target="../drawings/vmlDrawing29.vml"/><Relationship Id="rId8" Type="http://schemas.openxmlformats.org/officeDocument/2006/relationships/slideLayout" Target="../slideLayouts/slideLayout2.xml"/><Relationship Id="rId7" Type="http://schemas.openxmlformats.org/officeDocument/2006/relationships/image" Target="../media/image168.wmf"/><Relationship Id="rId6" Type="http://schemas.openxmlformats.org/officeDocument/2006/relationships/oleObject" Target="../embeddings/oleObject146.bin"/><Relationship Id="rId5" Type="http://schemas.openxmlformats.org/officeDocument/2006/relationships/image" Target="../media/image167.wmf"/><Relationship Id="rId4" Type="http://schemas.openxmlformats.org/officeDocument/2006/relationships/oleObject" Target="../embeddings/oleObject145.bin"/><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9.png"/></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51.bin"/><Relationship Id="rId8" Type="http://schemas.openxmlformats.org/officeDocument/2006/relationships/image" Target="../media/image172.wmf"/><Relationship Id="rId7" Type="http://schemas.openxmlformats.org/officeDocument/2006/relationships/oleObject" Target="../embeddings/oleObject150.bin"/><Relationship Id="rId6" Type="http://schemas.openxmlformats.org/officeDocument/2006/relationships/image" Target="../media/image171.wmf"/><Relationship Id="rId5" Type="http://schemas.openxmlformats.org/officeDocument/2006/relationships/oleObject" Target="../embeddings/oleObject149.bin"/><Relationship Id="rId4" Type="http://schemas.openxmlformats.org/officeDocument/2006/relationships/image" Target="../media/image149.wmf"/><Relationship Id="rId3" Type="http://schemas.openxmlformats.org/officeDocument/2006/relationships/oleObject" Target="../embeddings/oleObject148.bin"/><Relationship Id="rId20" Type="http://schemas.openxmlformats.org/officeDocument/2006/relationships/vmlDrawing" Target="../drawings/vmlDrawing30.vml"/><Relationship Id="rId2" Type="http://schemas.openxmlformats.org/officeDocument/2006/relationships/image" Target="../media/image170.wmf"/><Relationship Id="rId19" Type="http://schemas.openxmlformats.org/officeDocument/2006/relationships/slideLayout" Target="../slideLayouts/slideLayout2.xml"/><Relationship Id="rId18" Type="http://schemas.openxmlformats.org/officeDocument/2006/relationships/image" Target="../media/image177.wmf"/><Relationship Id="rId17" Type="http://schemas.openxmlformats.org/officeDocument/2006/relationships/oleObject" Target="../embeddings/oleObject155.bin"/><Relationship Id="rId16" Type="http://schemas.openxmlformats.org/officeDocument/2006/relationships/image" Target="../media/image176.wmf"/><Relationship Id="rId15" Type="http://schemas.openxmlformats.org/officeDocument/2006/relationships/oleObject" Target="../embeddings/oleObject154.bin"/><Relationship Id="rId14" Type="http://schemas.openxmlformats.org/officeDocument/2006/relationships/image" Target="../media/image175.wmf"/><Relationship Id="rId13" Type="http://schemas.openxmlformats.org/officeDocument/2006/relationships/oleObject" Target="../embeddings/oleObject153.bin"/><Relationship Id="rId12" Type="http://schemas.openxmlformats.org/officeDocument/2006/relationships/image" Target="../media/image174.wmf"/><Relationship Id="rId11" Type="http://schemas.openxmlformats.org/officeDocument/2006/relationships/oleObject" Target="../embeddings/oleObject152.bin"/><Relationship Id="rId10" Type="http://schemas.openxmlformats.org/officeDocument/2006/relationships/image" Target="../media/image173.wmf"/><Relationship Id="rId1" Type="http://schemas.openxmlformats.org/officeDocument/2006/relationships/oleObject" Target="../embeddings/oleObject147.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60.bin"/><Relationship Id="rId8" Type="http://schemas.openxmlformats.org/officeDocument/2006/relationships/image" Target="../media/image181.wmf"/><Relationship Id="rId7" Type="http://schemas.openxmlformats.org/officeDocument/2006/relationships/oleObject" Target="../embeddings/oleObject159.bin"/><Relationship Id="rId6" Type="http://schemas.openxmlformats.org/officeDocument/2006/relationships/image" Target="../media/image180.wmf"/><Relationship Id="rId5" Type="http://schemas.openxmlformats.org/officeDocument/2006/relationships/oleObject" Target="../embeddings/oleObject158.bin"/><Relationship Id="rId4" Type="http://schemas.openxmlformats.org/officeDocument/2006/relationships/image" Target="../media/image179.wmf"/><Relationship Id="rId3" Type="http://schemas.openxmlformats.org/officeDocument/2006/relationships/oleObject" Target="../embeddings/oleObject157.bin"/><Relationship Id="rId2" Type="http://schemas.openxmlformats.org/officeDocument/2006/relationships/image" Target="../media/image178.wmf"/><Relationship Id="rId13" Type="http://schemas.openxmlformats.org/officeDocument/2006/relationships/vmlDrawing" Target="../drawings/vmlDrawing31.vml"/><Relationship Id="rId12" Type="http://schemas.openxmlformats.org/officeDocument/2006/relationships/slideLayout" Target="../slideLayouts/slideLayout2.xml"/><Relationship Id="rId11" Type="http://schemas.openxmlformats.org/officeDocument/2006/relationships/oleObject" Target="../embeddings/oleObject161.bin"/><Relationship Id="rId10" Type="http://schemas.openxmlformats.org/officeDocument/2006/relationships/image" Target="../media/image182.wmf"/><Relationship Id="rId1" Type="http://schemas.openxmlformats.org/officeDocument/2006/relationships/oleObject" Target="../embeddings/oleObject156.bin"/></Relationships>
</file>

<file path=ppt/slides/_rels/slide47.xml.rels><?xml version="1.0" encoding="UTF-8" standalone="yes"?>
<Relationships xmlns="http://schemas.openxmlformats.org/package/2006/relationships"><Relationship Id="rId9" Type="http://schemas.openxmlformats.org/officeDocument/2006/relationships/image" Target="../media/image186.wmf"/><Relationship Id="rId8" Type="http://schemas.openxmlformats.org/officeDocument/2006/relationships/oleObject" Target="../embeddings/oleObject166.bin"/><Relationship Id="rId7" Type="http://schemas.openxmlformats.org/officeDocument/2006/relationships/image" Target="../media/image185.wmf"/><Relationship Id="rId6" Type="http://schemas.openxmlformats.org/officeDocument/2006/relationships/oleObject" Target="../embeddings/oleObject165.bin"/><Relationship Id="rId5" Type="http://schemas.openxmlformats.org/officeDocument/2006/relationships/image" Target="../media/image184.wmf"/><Relationship Id="rId4" Type="http://schemas.openxmlformats.org/officeDocument/2006/relationships/oleObject" Target="../embeddings/oleObject164.bin"/><Relationship Id="rId3" Type="http://schemas.openxmlformats.org/officeDocument/2006/relationships/oleObject" Target="../embeddings/oleObject163.bin"/><Relationship Id="rId2" Type="http://schemas.openxmlformats.org/officeDocument/2006/relationships/image" Target="../media/image183.wmf"/><Relationship Id="rId19" Type="http://schemas.openxmlformats.org/officeDocument/2006/relationships/vmlDrawing" Target="../drawings/vmlDrawing32.vml"/><Relationship Id="rId18" Type="http://schemas.openxmlformats.org/officeDocument/2006/relationships/slideLayout" Target="../slideLayouts/slideLayout2.xml"/><Relationship Id="rId17" Type="http://schemas.openxmlformats.org/officeDocument/2006/relationships/image" Target="../media/image190.wmf"/><Relationship Id="rId16" Type="http://schemas.openxmlformats.org/officeDocument/2006/relationships/oleObject" Target="../embeddings/oleObject170.bin"/><Relationship Id="rId15" Type="http://schemas.openxmlformats.org/officeDocument/2006/relationships/image" Target="../media/image189.wmf"/><Relationship Id="rId14" Type="http://schemas.openxmlformats.org/officeDocument/2006/relationships/oleObject" Target="../embeddings/oleObject169.bin"/><Relationship Id="rId13" Type="http://schemas.openxmlformats.org/officeDocument/2006/relationships/image" Target="../media/image188.wmf"/><Relationship Id="rId12" Type="http://schemas.openxmlformats.org/officeDocument/2006/relationships/oleObject" Target="../embeddings/oleObject168.bin"/><Relationship Id="rId11" Type="http://schemas.openxmlformats.org/officeDocument/2006/relationships/image" Target="../media/image187.wmf"/><Relationship Id="rId10" Type="http://schemas.openxmlformats.org/officeDocument/2006/relationships/oleObject" Target="../embeddings/oleObject167.bin"/><Relationship Id="rId1" Type="http://schemas.openxmlformats.org/officeDocument/2006/relationships/oleObject" Target="../embeddings/oleObject162.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75.bin"/><Relationship Id="rId8" Type="http://schemas.openxmlformats.org/officeDocument/2006/relationships/image" Target="../media/image194.wmf"/><Relationship Id="rId7" Type="http://schemas.openxmlformats.org/officeDocument/2006/relationships/oleObject" Target="../embeddings/oleObject174.bin"/><Relationship Id="rId6" Type="http://schemas.openxmlformats.org/officeDocument/2006/relationships/image" Target="../media/image193.wmf"/><Relationship Id="rId5" Type="http://schemas.openxmlformats.org/officeDocument/2006/relationships/oleObject" Target="../embeddings/oleObject173.bin"/><Relationship Id="rId4" Type="http://schemas.openxmlformats.org/officeDocument/2006/relationships/image" Target="../media/image192.wmf"/><Relationship Id="rId3" Type="http://schemas.openxmlformats.org/officeDocument/2006/relationships/oleObject" Target="../embeddings/oleObject172.bin"/><Relationship Id="rId2" Type="http://schemas.openxmlformats.org/officeDocument/2006/relationships/image" Target="../media/image191.wmf"/><Relationship Id="rId14" Type="http://schemas.openxmlformats.org/officeDocument/2006/relationships/vmlDrawing" Target="../drawings/vmlDrawing33.vml"/><Relationship Id="rId13" Type="http://schemas.openxmlformats.org/officeDocument/2006/relationships/slideLayout" Target="../slideLayouts/slideLayout2.xml"/><Relationship Id="rId12" Type="http://schemas.openxmlformats.org/officeDocument/2006/relationships/image" Target="../media/image196.wmf"/><Relationship Id="rId11" Type="http://schemas.openxmlformats.org/officeDocument/2006/relationships/oleObject" Target="../embeddings/oleObject176.bin"/><Relationship Id="rId10" Type="http://schemas.openxmlformats.org/officeDocument/2006/relationships/image" Target="../media/image195.wmf"/><Relationship Id="rId1" Type="http://schemas.openxmlformats.org/officeDocument/2006/relationships/oleObject" Target="../embeddings/oleObject171.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81.bin"/><Relationship Id="rId8" Type="http://schemas.openxmlformats.org/officeDocument/2006/relationships/image" Target="../media/image200.wmf"/><Relationship Id="rId7" Type="http://schemas.openxmlformats.org/officeDocument/2006/relationships/oleObject" Target="../embeddings/oleObject180.bin"/><Relationship Id="rId6" Type="http://schemas.openxmlformats.org/officeDocument/2006/relationships/image" Target="../media/image199.wmf"/><Relationship Id="rId5" Type="http://schemas.openxmlformats.org/officeDocument/2006/relationships/oleObject" Target="../embeddings/oleObject179.bin"/><Relationship Id="rId4" Type="http://schemas.openxmlformats.org/officeDocument/2006/relationships/image" Target="../media/image198.wmf"/><Relationship Id="rId3" Type="http://schemas.openxmlformats.org/officeDocument/2006/relationships/oleObject" Target="../embeddings/oleObject178.bin"/><Relationship Id="rId2" Type="http://schemas.openxmlformats.org/officeDocument/2006/relationships/image" Target="../media/image197.wmf"/><Relationship Id="rId18" Type="http://schemas.openxmlformats.org/officeDocument/2006/relationships/vmlDrawing" Target="../drawings/vmlDrawing34.vml"/><Relationship Id="rId17" Type="http://schemas.openxmlformats.org/officeDocument/2006/relationships/slideLayout" Target="../slideLayouts/slideLayout2.xml"/><Relationship Id="rId16" Type="http://schemas.openxmlformats.org/officeDocument/2006/relationships/image" Target="../media/image204.wmf"/><Relationship Id="rId15" Type="http://schemas.openxmlformats.org/officeDocument/2006/relationships/oleObject" Target="../embeddings/oleObject184.bin"/><Relationship Id="rId14" Type="http://schemas.openxmlformats.org/officeDocument/2006/relationships/image" Target="../media/image203.wmf"/><Relationship Id="rId13" Type="http://schemas.openxmlformats.org/officeDocument/2006/relationships/oleObject" Target="../embeddings/oleObject183.bin"/><Relationship Id="rId12" Type="http://schemas.openxmlformats.org/officeDocument/2006/relationships/image" Target="../media/image202.wmf"/><Relationship Id="rId11" Type="http://schemas.openxmlformats.org/officeDocument/2006/relationships/oleObject" Target="../embeddings/oleObject182.bin"/><Relationship Id="rId10" Type="http://schemas.openxmlformats.org/officeDocument/2006/relationships/image" Target="../media/image201.wmf"/><Relationship Id="rId1" Type="http://schemas.openxmlformats.org/officeDocument/2006/relationships/oleObject" Target="../embeddings/oleObject177.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89.bin"/><Relationship Id="rId8" Type="http://schemas.openxmlformats.org/officeDocument/2006/relationships/image" Target="../media/image208.wmf"/><Relationship Id="rId7" Type="http://schemas.openxmlformats.org/officeDocument/2006/relationships/oleObject" Target="../embeddings/oleObject188.bin"/><Relationship Id="rId6" Type="http://schemas.openxmlformats.org/officeDocument/2006/relationships/image" Target="../media/image207.wmf"/><Relationship Id="rId5" Type="http://schemas.openxmlformats.org/officeDocument/2006/relationships/oleObject" Target="../embeddings/oleObject187.bin"/><Relationship Id="rId4" Type="http://schemas.openxmlformats.org/officeDocument/2006/relationships/image" Target="../media/image206.wmf"/><Relationship Id="rId3" Type="http://schemas.openxmlformats.org/officeDocument/2006/relationships/oleObject" Target="../embeddings/oleObject186.bin"/><Relationship Id="rId2" Type="http://schemas.openxmlformats.org/officeDocument/2006/relationships/image" Target="../media/image205.wmf"/><Relationship Id="rId18" Type="http://schemas.openxmlformats.org/officeDocument/2006/relationships/vmlDrawing" Target="../drawings/vmlDrawing35.vml"/><Relationship Id="rId17" Type="http://schemas.openxmlformats.org/officeDocument/2006/relationships/slideLayout" Target="../slideLayouts/slideLayout2.xml"/><Relationship Id="rId16" Type="http://schemas.openxmlformats.org/officeDocument/2006/relationships/image" Target="../media/image212.wmf"/><Relationship Id="rId15" Type="http://schemas.openxmlformats.org/officeDocument/2006/relationships/oleObject" Target="../embeddings/oleObject192.bin"/><Relationship Id="rId14" Type="http://schemas.openxmlformats.org/officeDocument/2006/relationships/image" Target="../media/image211.wmf"/><Relationship Id="rId13" Type="http://schemas.openxmlformats.org/officeDocument/2006/relationships/oleObject" Target="../embeddings/oleObject191.bin"/><Relationship Id="rId12" Type="http://schemas.openxmlformats.org/officeDocument/2006/relationships/image" Target="../media/image210.wmf"/><Relationship Id="rId11" Type="http://schemas.openxmlformats.org/officeDocument/2006/relationships/oleObject" Target="../embeddings/oleObject190.bin"/><Relationship Id="rId10" Type="http://schemas.openxmlformats.org/officeDocument/2006/relationships/image" Target="../media/image209.wmf"/><Relationship Id="rId1" Type="http://schemas.openxmlformats.org/officeDocument/2006/relationships/oleObject" Target="../embeddings/oleObject185.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216.wmf"/><Relationship Id="rId7" Type="http://schemas.openxmlformats.org/officeDocument/2006/relationships/oleObject" Target="../embeddings/oleObject196.bin"/><Relationship Id="rId6" Type="http://schemas.openxmlformats.org/officeDocument/2006/relationships/image" Target="../media/image215.wmf"/><Relationship Id="rId5" Type="http://schemas.openxmlformats.org/officeDocument/2006/relationships/oleObject" Target="../embeddings/oleObject195.bin"/><Relationship Id="rId4" Type="http://schemas.openxmlformats.org/officeDocument/2006/relationships/image" Target="../media/image214.wmf"/><Relationship Id="rId3" Type="http://schemas.openxmlformats.org/officeDocument/2006/relationships/oleObject" Target="../embeddings/oleObject194.bin"/><Relationship Id="rId26" Type="http://schemas.openxmlformats.org/officeDocument/2006/relationships/vmlDrawing" Target="../drawings/vmlDrawing36.vml"/><Relationship Id="rId25" Type="http://schemas.openxmlformats.org/officeDocument/2006/relationships/slideLayout" Target="../slideLayouts/slideLayout2.xml"/><Relationship Id="rId24" Type="http://schemas.openxmlformats.org/officeDocument/2006/relationships/image" Target="../media/image224.wmf"/><Relationship Id="rId23" Type="http://schemas.openxmlformats.org/officeDocument/2006/relationships/oleObject" Target="../embeddings/oleObject204.bin"/><Relationship Id="rId22" Type="http://schemas.openxmlformats.org/officeDocument/2006/relationships/image" Target="../media/image223.wmf"/><Relationship Id="rId21" Type="http://schemas.openxmlformats.org/officeDocument/2006/relationships/oleObject" Target="../embeddings/oleObject203.bin"/><Relationship Id="rId20" Type="http://schemas.openxmlformats.org/officeDocument/2006/relationships/image" Target="../media/image222.wmf"/><Relationship Id="rId2" Type="http://schemas.openxmlformats.org/officeDocument/2006/relationships/image" Target="../media/image213.wmf"/><Relationship Id="rId19" Type="http://schemas.openxmlformats.org/officeDocument/2006/relationships/oleObject" Target="../embeddings/oleObject202.bin"/><Relationship Id="rId18" Type="http://schemas.openxmlformats.org/officeDocument/2006/relationships/image" Target="../media/image221.wmf"/><Relationship Id="rId17" Type="http://schemas.openxmlformats.org/officeDocument/2006/relationships/oleObject" Target="../embeddings/oleObject201.bin"/><Relationship Id="rId16" Type="http://schemas.openxmlformats.org/officeDocument/2006/relationships/image" Target="../media/image220.wmf"/><Relationship Id="rId15" Type="http://schemas.openxmlformats.org/officeDocument/2006/relationships/oleObject" Target="../embeddings/oleObject200.bin"/><Relationship Id="rId14" Type="http://schemas.openxmlformats.org/officeDocument/2006/relationships/image" Target="../media/image219.wmf"/><Relationship Id="rId13" Type="http://schemas.openxmlformats.org/officeDocument/2006/relationships/oleObject" Target="../embeddings/oleObject199.bin"/><Relationship Id="rId12" Type="http://schemas.openxmlformats.org/officeDocument/2006/relationships/image" Target="../media/image218.wmf"/><Relationship Id="rId11" Type="http://schemas.openxmlformats.org/officeDocument/2006/relationships/oleObject" Target="../embeddings/oleObject198.bin"/><Relationship Id="rId10" Type="http://schemas.openxmlformats.org/officeDocument/2006/relationships/image" Target="../media/image217.wmf"/><Relationship Id="rId1" Type="http://schemas.openxmlformats.org/officeDocument/2006/relationships/oleObject" Target="../embeddings/oleObject193.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209.bin"/><Relationship Id="rId8" Type="http://schemas.openxmlformats.org/officeDocument/2006/relationships/image" Target="../media/image228.wmf"/><Relationship Id="rId7" Type="http://schemas.openxmlformats.org/officeDocument/2006/relationships/oleObject" Target="../embeddings/oleObject208.bin"/><Relationship Id="rId6" Type="http://schemas.openxmlformats.org/officeDocument/2006/relationships/image" Target="../media/image227.wmf"/><Relationship Id="rId5" Type="http://schemas.openxmlformats.org/officeDocument/2006/relationships/oleObject" Target="../embeddings/oleObject207.bin"/><Relationship Id="rId4" Type="http://schemas.openxmlformats.org/officeDocument/2006/relationships/image" Target="../media/image226.wmf"/><Relationship Id="rId3" Type="http://schemas.openxmlformats.org/officeDocument/2006/relationships/oleObject" Target="../embeddings/oleObject206.bin"/><Relationship Id="rId24" Type="http://schemas.openxmlformats.org/officeDocument/2006/relationships/vmlDrawing" Target="../drawings/vmlDrawing37.vml"/><Relationship Id="rId23" Type="http://schemas.openxmlformats.org/officeDocument/2006/relationships/slideLayout" Target="../slideLayouts/slideLayout2.xml"/><Relationship Id="rId22" Type="http://schemas.openxmlformats.org/officeDocument/2006/relationships/image" Target="../media/image235.wmf"/><Relationship Id="rId21" Type="http://schemas.openxmlformats.org/officeDocument/2006/relationships/oleObject" Target="../embeddings/oleObject215.bin"/><Relationship Id="rId20" Type="http://schemas.openxmlformats.org/officeDocument/2006/relationships/image" Target="../media/image234.wmf"/><Relationship Id="rId2" Type="http://schemas.openxmlformats.org/officeDocument/2006/relationships/image" Target="../media/image225.wmf"/><Relationship Id="rId19" Type="http://schemas.openxmlformats.org/officeDocument/2006/relationships/oleObject" Target="../embeddings/oleObject214.bin"/><Relationship Id="rId18" Type="http://schemas.openxmlformats.org/officeDocument/2006/relationships/image" Target="../media/image233.wmf"/><Relationship Id="rId17" Type="http://schemas.openxmlformats.org/officeDocument/2006/relationships/oleObject" Target="../embeddings/oleObject213.bin"/><Relationship Id="rId16" Type="http://schemas.openxmlformats.org/officeDocument/2006/relationships/image" Target="../media/image232.wmf"/><Relationship Id="rId15" Type="http://schemas.openxmlformats.org/officeDocument/2006/relationships/oleObject" Target="../embeddings/oleObject212.bin"/><Relationship Id="rId14" Type="http://schemas.openxmlformats.org/officeDocument/2006/relationships/image" Target="../media/image231.wmf"/><Relationship Id="rId13" Type="http://schemas.openxmlformats.org/officeDocument/2006/relationships/oleObject" Target="../embeddings/oleObject211.bin"/><Relationship Id="rId12" Type="http://schemas.openxmlformats.org/officeDocument/2006/relationships/image" Target="../media/image230.wmf"/><Relationship Id="rId11" Type="http://schemas.openxmlformats.org/officeDocument/2006/relationships/oleObject" Target="../embeddings/oleObject210.bin"/><Relationship Id="rId10" Type="http://schemas.openxmlformats.org/officeDocument/2006/relationships/image" Target="../media/image229.wmf"/><Relationship Id="rId1" Type="http://schemas.openxmlformats.org/officeDocument/2006/relationships/oleObject" Target="../embeddings/oleObject205.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220.bin"/><Relationship Id="rId8" Type="http://schemas.openxmlformats.org/officeDocument/2006/relationships/image" Target="../media/image239.wmf"/><Relationship Id="rId7" Type="http://schemas.openxmlformats.org/officeDocument/2006/relationships/oleObject" Target="../embeddings/oleObject219.bin"/><Relationship Id="rId6" Type="http://schemas.openxmlformats.org/officeDocument/2006/relationships/image" Target="../media/image238.wmf"/><Relationship Id="rId5" Type="http://schemas.openxmlformats.org/officeDocument/2006/relationships/oleObject" Target="../embeddings/oleObject218.bin"/><Relationship Id="rId4" Type="http://schemas.openxmlformats.org/officeDocument/2006/relationships/image" Target="../media/image237.wmf"/><Relationship Id="rId3" Type="http://schemas.openxmlformats.org/officeDocument/2006/relationships/oleObject" Target="../embeddings/oleObject217.bin"/><Relationship Id="rId2" Type="http://schemas.openxmlformats.org/officeDocument/2006/relationships/image" Target="../media/image236.wmf"/><Relationship Id="rId14" Type="http://schemas.openxmlformats.org/officeDocument/2006/relationships/vmlDrawing" Target="../drawings/vmlDrawing38.vml"/><Relationship Id="rId13" Type="http://schemas.openxmlformats.org/officeDocument/2006/relationships/slideLayout" Target="../slideLayouts/slideLayout2.xml"/><Relationship Id="rId12" Type="http://schemas.openxmlformats.org/officeDocument/2006/relationships/image" Target="../media/image241.wmf"/><Relationship Id="rId11" Type="http://schemas.openxmlformats.org/officeDocument/2006/relationships/oleObject" Target="../embeddings/oleObject221.bin"/><Relationship Id="rId10" Type="http://schemas.openxmlformats.org/officeDocument/2006/relationships/image" Target="../media/image240.wmf"/><Relationship Id="rId1" Type="http://schemas.openxmlformats.org/officeDocument/2006/relationships/oleObject" Target="../embeddings/oleObject216.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226.bin"/><Relationship Id="rId8" Type="http://schemas.openxmlformats.org/officeDocument/2006/relationships/image" Target="../media/image245.wmf"/><Relationship Id="rId7" Type="http://schemas.openxmlformats.org/officeDocument/2006/relationships/oleObject" Target="../embeddings/oleObject225.bin"/><Relationship Id="rId6" Type="http://schemas.openxmlformats.org/officeDocument/2006/relationships/image" Target="../media/image244.wmf"/><Relationship Id="rId5" Type="http://schemas.openxmlformats.org/officeDocument/2006/relationships/oleObject" Target="../embeddings/oleObject224.bin"/><Relationship Id="rId4" Type="http://schemas.openxmlformats.org/officeDocument/2006/relationships/image" Target="../media/image243.wmf"/><Relationship Id="rId3" Type="http://schemas.openxmlformats.org/officeDocument/2006/relationships/oleObject" Target="../embeddings/oleObject223.bin"/><Relationship Id="rId22" Type="http://schemas.openxmlformats.org/officeDocument/2006/relationships/vmlDrawing" Target="../drawings/vmlDrawing39.vml"/><Relationship Id="rId21" Type="http://schemas.openxmlformats.org/officeDocument/2006/relationships/slideLayout" Target="../slideLayouts/slideLayout2.xml"/><Relationship Id="rId20" Type="http://schemas.openxmlformats.org/officeDocument/2006/relationships/image" Target="../media/image251.wmf"/><Relationship Id="rId2" Type="http://schemas.openxmlformats.org/officeDocument/2006/relationships/image" Target="../media/image242.wmf"/><Relationship Id="rId19" Type="http://schemas.openxmlformats.org/officeDocument/2006/relationships/oleObject" Target="../embeddings/oleObject231.bin"/><Relationship Id="rId18" Type="http://schemas.openxmlformats.org/officeDocument/2006/relationships/image" Target="../media/image250.wmf"/><Relationship Id="rId17" Type="http://schemas.openxmlformats.org/officeDocument/2006/relationships/oleObject" Target="../embeddings/oleObject230.bin"/><Relationship Id="rId16" Type="http://schemas.openxmlformats.org/officeDocument/2006/relationships/image" Target="../media/image249.wmf"/><Relationship Id="rId15" Type="http://schemas.openxmlformats.org/officeDocument/2006/relationships/oleObject" Target="../embeddings/oleObject229.bin"/><Relationship Id="rId14" Type="http://schemas.openxmlformats.org/officeDocument/2006/relationships/image" Target="../media/image248.wmf"/><Relationship Id="rId13" Type="http://schemas.openxmlformats.org/officeDocument/2006/relationships/oleObject" Target="../embeddings/oleObject228.bin"/><Relationship Id="rId12" Type="http://schemas.openxmlformats.org/officeDocument/2006/relationships/image" Target="../media/image247.wmf"/><Relationship Id="rId11" Type="http://schemas.openxmlformats.org/officeDocument/2006/relationships/oleObject" Target="../embeddings/oleObject227.bin"/><Relationship Id="rId10" Type="http://schemas.openxmlformats.org/officeDocument/2006/relationships/image" Target="../media/image246.wmf"/><Relationship Id="rId1" Type="http://schemas.openxmlformats.org/officeDocument/2006/relationships/oleObject" Target="../embeddings/oleObject222.bin"/></Relationships>
</file>

<file path=ppt/slides/_rels/slide55.xml.rels><?xml version="1.0" encoding="UTF-8" standalone="yes"?>
<Relationships xmlns="http://schemas.openxmlformats.org/package/2006/relationships"><Relationship Id="rId9" Type="http://schemas.openxmlformats.org/officeDocument/2006/relationships/image" Target="../media/image256.png"/><Relationship Id="rId8" Type="http://schemas.openxmlformats.org/officeDocument/2006/relationships/image" Target="../media/image255.wmf"/><Relationship Id="rId7" Type="http://schemas.openxmlformats.org/officeDocument/2006/relationships/oleObject" Target="../embeddings/oleObject235.bin"/><Relationship Id="rId6" Type="http://schemas.openxmlformats.org/officeDocument/2006/relationships/image" Target="../media/image254.wmf"/><Relationship Id="rId5" Type="http://schemas.openxmlformats.org/officeDocument/2006/relationships/oleObject" Target="../embeddings/oleObject234.bin"/><Relationship Id="rId4" Type="http://schemas.openxmlformats.org/officeDocument/2006/relationships/image" Target="../media/image253.wmf"/><Relationship Id="rId3" Type="http://schemas.openxmlformats.org/officeDocument/2006/relationships/oleObject" Target="../embeddings/oleObject233.bin"/><Relationship Id="rId2" Type="http://schemas.openxmlformats.org/officeDocument/2006/relationships/image" Target="../media/image252.wmf"/><Relationship Id="rId11" Type="http://schemas.openxmlformats.org/officeDocument/2006/relationships/vmlDrawing" Target="../drawings/vmlDrawing40.vml"/><Relationship Id="rId10" Type="http://schemas.openxmlformats.org/officeDocument/2006/relationships/slideLayout" Target="../slideLayouts/slideLayout2.xml"/><Relationship Id="rId1" Type="http://schemas.openxmlformats.org/officeDocument/2006/relationships/oleObject" Target="../embeddings/oleObject232.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9" Type="http://schemas.openxmlformats.org/officeDocument/2006/relationships/image" Target="../media/image260.wmf"/><Relationship Id="rId8" Type="http://schemas.openxmlformats.org/officeDocument/2006/relationships/oleObject" Target="../embeddings/oleObject240.bin"/><Relationship Id="rId7" Type="http://schemas.openxmlformats.org/officeDocument/2006/relationships/image" Target="../media/image259.wmf"/><Relationship Id="rId6" Type="http://schemas.openxmlformats.org/officeDocument/2006/relationships/oleObject" Target="../embeddings/oleObject239.bin"/><Relationship Id="rId5" Type="http://schemas.openxmlformats.org/officeDocument/2006/relationships/image" Target="../media/image258.wmf"/><Relationship Id="rId4" Type="http://schemas.openxmlformats.org/officeDocument/2006/relationships/oleObject" Target="../embeddings/oleObject238.bin"/><Relationship Id="rId3" Type="http://schemas.openxmlformats.org/officeDocument/2006/relationships/oleObject" Target="../embeddings/oleObject237.bin"/><Relationship Id="rId2" Type="http://schemas.openxmlformats.org/officeDocument/2006/relationships/image" Target="../media/image257.wmf"/><Relationship Id="rId18" Type="http://schemas.openxmlformats.org/officeDocument/2006/relationships/vmlDrawing" Target="../drawings/vmlDrawing41.vml"/><Relationship Id="rId17" Type="http://schemas.openxmlformats.org/officeDocument/2006/relationships/slideLayout" Target="../slideLayouts/slideLayout2.xml"/><Relationship Id="rId16" Type="http://schemas.openxmlformats.org/officeDocument/2006/relationships/image" Target="../media/image264.png"/><Relationship Id="rId15" Type="http://schemas.openxmlformats.org/officeDocument/2006/relationships/image" Target="../media/image263.wmf"/><Relationship Id="rId14" Type="http://schemas.openxmlformats.org/officeDocument/2006/relationships/oleObject" Target="../embeddings/oleObject243.bin"/><Relationship Id="rId13" Type="http://schemas.openxmlformats.org/officeDocument/2006/relationships/image" Target="../media/image262.wmf"/><Relationship Id="rId12" Type="http://schemas.openxmlformats.org/officeDocument/2006/relationships/oleObject" Target="../embeddings/oleObject242.bin"/><Relationship Id="rId11" Type="http://schemas.openxmlformats.org/officeDocument/2006/relationships/image" Target="../media/image261.wmf"/><Relationship Id="rId10" Type="http://schemas.openxmlformats.org/officeDocument/2006/relationships/oleObject" Target="../embeddings/oleObject241.bin"/><Relationship Id="rId1" Type="http://schemas.openxmlformats.org/officeDocument/2006/relationships/oleObject" Target="../embeddings/oleObject236.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9" Type="http://schemas.openxmlformats.org/officeDocument/2006/relationships/image" Target="../media/image269.wmf"/><Relationship Id="rId8" Type="http://schemas.openxmlformats.org/officeDocument/2006/relationships/oleObject" Target="../embeddings/oleObject247.bin"/><Relationship Id="rId7" Type="http://schemas.openxmlformats.org/officeDocument/2006/relationships/image" Target="../media/image268.wmf"/><Relationship Id="rId6" Type="http://schemas.openxmlformats.org/officeDocument/2006/relationships/oleObject" Target="../embeddings/oleObject246.bin"/><Relationship Id="rId5" Type="http://schemas.openxmlformats.org/officeDocument/2006/relationships/image" Target="../media/image267.wmf"/><Relationship Id="rId4" Type="http://schemas.openxmlformats.org/officeDocument/2006/relationships/oleObject" Target="../embeddings/oleObject245.bin"/><Relationship Id="rId31" Type="http://schemas.openxmlformats.org/officeDocument/2006/relationships/vmlDrawing" Target="../drawings/vmlDrawing42.vml"/><Relationship Id="rId30" Type="http://schemas.openxmlformats.org/officeDocument/2006/relationships/slideLayout" Target="../slideLayouts/slideLayout2.xml"/><Relationship Id="rId3" Type="http://schemas.openxmlformats.org/officeDocument/2006/relationships/image" Target="../media/image266.wmf"/><Relationship Id="rId29" Type="http://schemas.openxmlformats.org/officeDocument/2006/relationships/image" Target="../media/image279.wmf"/><Relationship Id="rId28" Type="http://schemas.openxmlformats.org/officeDocument/2006/relationships/oleObject" Target="../embeddings/oleObject257.bin"/><Relationship Id="rId27" Type="http://schemas.openxmlformats.org/officeDocument/2006/relationships/image" Target="../media/image278.wmf"/><Relationship Id="rId26" Type="http://schemas.openxmlformats.org/officeDocument/2006/relationships/oleObject" Target="../embeddings/oleObject256.bin"/><Relationship Id="rId25" Type="http://schemas.openxmlformats.org/officeDocument/2006/relationships/image" Target="../media/image277.wmf"/><Relationship Id="rId24" Type="http://schemas.openxmlformats.org/officeDocument/2006/relationships/oleObject" Target="../embeddings/oleObject255.bin"/><Relationship Id="rId23" Type="http://schemas.openxmlformats.org/officeDocument/2006/relationships/image" Target="../media/image276.wmf"/><Relationship Id="rId22" Type="http://schemas.openxmlformats.org/officeDocument/2006/relationships/oleObject" Target="../embeddings/oleObject254.bin"/><Relationship Id="rId21" Type="http://schemas.openxmlformats.org/officeDocument/2006/relationships/image" Target="../media/image275.wmf"/><Relationship Id="rId20" Type="http://schemas.openxmlformats.org/officeDocument/2006/relationships/oleObject" Target="../embeddings/oleObject253.bin"/><Relationship Id="rId2" Type="http://schemas.openxmlformats.org/officeDocument/2006/relationships/oleObject" Target="../embeddings/oleObject244.bin"/><Relationship Id="rId19" Type="http://schemas.openxmlformats.org/officeDocument/2006/relationships/image" Target="../media/image274.wmf"/><Relationship Id="rId18" Type="http://schemas.openxmlformats.org/officeDocument/2006/relationships/oleObject" Target="../embeddings/oleObject252.bin"/><Relationship Id="rId17" Type="http://schemas.openxmlformats.org/officeDocument/2006/relationships/image" Target="../media/image273.wmf"/><Relationship Id="rId16" Type="http://schemas.openxmlformats.org/officeDocument/2006/relationships/oleObject" Target="../embeddings/oleObject251.bin"/><Relationship Id="rId15" Type="http://schemas.openxmlformats.org/officeDocument/2006/relationships/image" Target="../media/image272.wmf"/><Relationship Id="rId14" Type="http://schemas.openxmlformats.org/officeDocument/2006/relationships/oleObject" Target="../embeddings/oleObject250.bin"/><Relationship Id="rId13" Type="http://schemas.openxmlformats.org/officeDocument/2006/relationships/image" Target="../media/image271.wmf"/><Relationship Id="rId12" Type="http://schemas.openxmlformats.org/officeDocument/2006/relationships/oleObject" Target="../embeddings/oleObject249.bin"/><Relationship Id="rId11" Type="http://schemas.openxmlformats.org/officeDocument/2006/relationships/image" Target="../media/image270.wmf"/><Relationship Id="rId10" Type="http://schemas.openxmlformats.org/officeDocument/2006/relationships/oleObject" Target="../embeddings/oleObject248.bin"/><Relationship Id="rId1" Type="http://schemas.openxmlformats.org/officeDocument/2006/relationships/image" Target="../media/image265.png"/></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2.xml"/><Relationship Id="rId2" Type="http://schemas.openxmlformats.org/officeDocument/2006/relationships/image" Target="../media/image280.wmf"/><Relationship Id="rId1" Type="http://schemas.openxmlformats.org/officeDocument/2006/relationships/oleObject" Target="../embeddings/oleObject258.bin"/></Relationships>
</file>

<file path=ppt/slides/_rels/slide61.xml.rels><?xml version="1.0" encoding="UTF-8" standalone="yes"?>
<Relationships xmlns="http://schemas.openxmlformats.org/package/2006/relationships"><Relationship Id="rId8" Type="http://schemas.openxmlformats.org/officeDocument/2006/relationships/vmlDrawing" Target="../drawings/vmlDrawing44.vml"/><Relationship Id="rId7" Type="http://schemas.openxmlformats.org/officeDocument/2006/relationships/slideLayout" Target="../slideLayouts/slideLayout2.xml"/><Relationship Id="rId6" Type="http://schemas.openxmlformats.org/officeDocument/2006/relationships/image" Target="../media/image282.wmf"/><Relationship Id="rId5" Type="http://schemas.openxmlformats.org/officeDocument/2006/relationships/oleObject" Target="../embeddings/oleObject261.bin"/><Relationship Id="rId4" Type="http://schemas.openxmlformats.org/officeDocument/2006/relationships/image" Target="../media/image281.wmf"/><Relationship Id="rId3" Type="http://schemas.openxmlformats.org/officeDocument/2006/relationships/oleObject" Target="../embeddings/oleObject260.bin"/><Relationship Id="rId2" Type="http://schemas.openxmlformats.org/officeDocument/2006/relationships/image" Target="../media/image280.wmf"/><Relationship Id="rId1" Type="http://schemas.openxmlformats.org/officeDocument/2006/relationships/oleObject" Target="../embeddings/oleObject259.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266.bin"/><Relationship Id="rId8" Type="http://schemas.openxmlformats.org/officeDocument/2006/relationships/image" Target="../media/image286.wmf"/><Relationship Id="rId7" Type="http://schemas.openxmlformats.org/officeDocument/2006/relationships/oleObject" Target="../embeddings/oleObject265.bin"/><Relationship Id="rId6" Type="http://schemas.openxmlformats.org/officeDocument/2006/relationships/image" Target="../media/image285.wmf"/><Relationship Id="rId5" Type="http://schemas.openxmlformats.org/officeDocument/2006/relationships/oleObject" Target="../embeddings/oleObject264.bin"/><Relationship Id="rId4" Type="http://schemas.openxmlformats.org/officeDocument/2006/relationships/image" Target="../media/image284.wmf"/><Relationship Id="rId3" Type="http://schemas.openxmlformats.org/officeDocument/2006/relationships/oleObject" Target="../embeddings/oleObject263.bin"/><Relationship Id="rId2" Type="http://schemas.openxmlformats.org/officeDocument/2006/relationships/image" Target="../media/image283.wmf"/><Relationship Id="rId19" Type="http://schemas.openxmlformats.org/officeDocument/2006/relationships/vmlDrawing" Target="../drawings/vmlDrawing45.vml"/><Relationship Id="rId18" Type="http://schemas.openxmlformats.org/officeDocument/2006/relationships/slideLayout" Target="../slideLayouts/slideLayout2.xml"/><Relationship Id="rId17" Type="http://schemas.openxmlformats.org/officeDocument/2006/relationships/image" Target="../media/image291.png"/><Relationship Id="rId16" Type="http://schemas.openxmlformats.org/officeDocument/2006/relationships/image" Target="../media/image290.wmf"/><Relationship Id="rId15" Type="http://schemas.openxmlformats.org/officeDocument/2006/relationships/oleObject" Target="../embeddings/oleObject269.bin"/><Relationship Id="rId14" Type="http://schemas.openxmlformats.org/officeDocument/2006/relationships/image" Target="../media/image289.wmf"/><Relationship Id="rId13" Type="http://schemas.openxmlformats.org/officeDocument/2006/relationships/oleObject" Target="../embeddings/oleObject268.bin"/><Relationship Id="rId12" Type="http://schemas.openxmlformats.org/officeDocument/2006/relationships/image" Target="../media/image288.wmf"/><Relationship Id="rId11" Type="http://schemas.openxmlformats.org/officeDocument/2006/relationships/oleObject" Target="../embeddings/oleObject267.bin"/><Relationship Id="rId10" Type="http://schemas.openxmlformats.org/officeDocument/2006/relationships/image" Target="../media/image287.wmf"/><Relationship Id="rId1" Type="http://schemas.openxmlformats.org/officeDocument/2006/relationships/oleObject" Target="../embeddings/oleObject262.bin"/></Relationships>
</file>

<file path=ppt/slides/_rels/slide63.xml.rels><?xml version="1.0" encoding="UTF-8" standalone="yes"?>
<Relationships xmlns="http://schemas.openxmlformats.org/package/2006/relationships"><Relationship Id="rId9" Type="http://schemas.openxmlformats.org/officeDocument/2006/relationships/image" Target="../media/image291.png"/><Relationship Id="rId8" Type="http://schemas.openxmlformats.org/officeDocument/2006/relationships/image" Target="../media/image295.wmf"/><Relationship Id="rId7" Type="http://schemas.openxmlformats.org/officeDocument/2006/relationships/oleObject" Target="../embeddings/oleObject273.bin"/><Relationship Id="rId6" Type="http://schemas.openxmlformats.org/officeDocument/2006/relationships/image" Target="../media/image294.wmf"/><Relationship Id="rId5" Type="http://schemas.openxmlformats.org/officeDocument/2006/relationships/oleObject" Target="../embeddings/oleObject272.bin"/><Relationship Id="rId4" Type="http://schemas.openxmlformats.org/officeDocument/2006/relationships/image" Target="../media/image293.wmf"/><Relationship Id="rId3" Type="http://schemas.openxmlformats.org/officeDocument/2006/relationships/oleObject" Target="../embeddings/oleObject271.bin"/><Relationship Id="rId2" Type="http://schemas.openxmlformats.org/officeDocument/2006/relationships/image" Target="../media/image292.wmf"/><Relationship Id="rId11" Type="http://schemas.openxmlformats.org/officeDocument/2006/relationships/vmlDrawing" Target="../drawings/vmlDrawing46.vml"/><Relationship Id="rId10" Type="http://schemas.openxmlformats.org/officeDocument/2006/relationships/slideLayout" Target="../slideLayouts/slideLayout2.xml"/><Relationship Id="rId1" Type="http://schemas.openxmlformats.org/officeDocument/2006/relationships/oleObject" Target="../embeddings/oleObject270.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278.bin"/><Relationship Id="rId8" Type="http://schemas.openxmlformats.org/officeDocument/2006/relationships/image" Target="../media/image299.wmf"/><Relationship Id="rId7" Type="http://schemas.openxmlformats.org/officeDocument/2006/relationships/oleObject" Target="../embeddings/oleObject277.bin"/><Relationship Id="rId6" Type="http://schemas.openxmlformats.org/officeDocument/2006/relationships/image" Target="../media/image298.wmf"/><Relationship Id="rId5" Type="http://schemas.openxmlformats.org/officeDocument/2006/relationships/oleObject" Target="../embeddings/oleObject276.bin"/><Relationship Id="rId4" Type="http://schemas.openxmlformats.org/officeDocument/2006/relationships/image" Target="../media/image297.wmf"/><Relationship Id="rId3" Type="http://schemas.openxmlformats.org/officeDocument/2006/relationships/oleObject" Target="../embeddings/oleObject275.bin"/><Relationship Id="rId2" Type="http://schemas.openxmlformats.org/officeDocument/2006/relationships/image" Target="../media/image296.wmf"/><Relationship Id="rId12" Type="http://schemas.openxmlformats.org/officeDocument/2006/relationships/vmlDrawing" Target="../drawings/vmlDrawing47.vml"/><Relationship Id="rId11" Type="http://schemas.openxmlformats.org/officeDocument/2006/relationships/slideLayout" Target="../slideLayouts/slideLayout2.xml"/><Relationship Id="rId10" Type="http://schemas.openxmlformats.org/officeDocument/2006/relationships/image" Target="../media/image300.wmf"/><Relationship Id="rId1" Type="http://schemas.openxmlformats.org/officeDocument/2006/relationships/oleObject" Target="../embeddings/oleObject274.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283.bin"/><Relationship Id="rId8" Type="http://schemas.openxmlformats.org/officeDocument/2006/relationships/image" Target="../media/image304.wmf"/><Relationship Id="rId7" Type="http://schemas.openxmlformats.org/officeDocument/2006/relationships/oleObject" Target="../embeddings/oleObject282.bin"/><Relationship Id="rId6" Type="http://schemas.openxmlformats.org/officeDocument/2006/relationships/image" Target="../media/image303.wmf"/><Relationship Id="rId5" Type="http://schemas.openxmlformats.org/officeDocument/2006/relationships/oleObject" Target="../embeddings/oleObject281.bin"/><Relationship Id="rId4" Type="http://schemas.openxmlformats.org/officeDocument/2006/relationships/image" Target="../media/image302.wmf"/><Relationship Id="rId3" Type="http://schemas.openxmlformats.org/officeDocument/2006/relationships/oleObject" Target="../embeddings/oleObject280.bin"/><Relationship Id="rId2" Type="http://schemas.openxmlformats.org/officeDocument/2006/relationships/image" Target="../media/image301.wmf"/><Relationship Id="rId14" Type="http://schemas.openxmlformats.org/officeDocument/2006/relationships/vmlDrawing" Target="../drawings/vmlDrawing48.vml"/><Relationship Id="rId13" Type="http://schemas.openxmlformats.org/officeDocument/2006/relationships/slideLayout" Target="../slideLayouts/slideLayout2.xml"/><Relationship Id="rId12" Type="http://schemas.openxmlformats.org/officeDocument/2006/relationships/image" Target="../media/image306.wmf"/><Relationship Id="rId11" Type="http://schemas.openxmlformats.org/officeDocument/2006/relationships/oleObject" Target="../embeddings/oleObject284.bin"/><Relationship Id="rId10" Type="http://schemas.openxmlformats.org/officeDocument/2006/relationships/image" Target="../media/image305.wmf"/><Relationship Id="rId1" Type="http://schemas.openxmlformats.org/officeDocument/2006/relationships/oleObject" Target="../embeddings/oleObject279.bin"/></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8.png"/><Relationship Id="rId1" Type="http://schemas.openxmlformats.org/officeDocument/2006/relationships/image" Target="../media/image307.png"/></Relationships>
</file>

<file path=ppt/slides/_rels/slide67.xml.rels><?xml version="1.0" encoding="UTF-8" standalone="yes"?>
<Relationships xmlns="http://schemas.openxmlformats.org/package/2006/relationships"><Relationship Id="rId9" Type="http://schemas.openxmlformats.org/officeDocument/2006/relationships/image" Target="../media/image291.png"/><Relationship Id="rId8" Type="http://schemas.openxmlformats.org/officeDocument/2006/relationships/image" Target="../media/image312.wmf"/><Relationship Id="rId7" Type="http://schemas.openxmlformats.org/officeDocument/2006/relationships/oleObject" Target="../embeddings/oleObject288.bin"/><Relationship Id="rId6" Type="http://schemas.openxmlformats.org/officeDocument/2006/relationships/image" Target="../media/image311.wmf"/><Relationship Id="rId5" Type="http://schemas.openxmlformats.org/officeDocument/2006/relationships/oleObject" Target="../embeddings/oleObject287.bin"/><Relationship Id="rId4" Type="http://schemas.openxmlformats.org/officeDocument/2006/relationships/image" Target="../media/image310.wmf"/><Relationship Id="rId3" Type="http://schemas.openxmlformats.org/officeDocument/2006/relationships/oleObject" Target="../embeddings/oleObject286.bin"/><Relationship Id="rId2" Type="http://schemas.openxmlformats.org/officeDocument/2006/relationships/image" Target="../media/image309.wmf"/><Relationship Id="rId11" Type="http://schemas.openxmlformats.org/officeDocument/2006/relationships/vmlDrawing" Target="../drawings/vmlDrawing49.vml"/><Relationship Id="rId10" Type="http://schemas.openxmlformats.org/officeDocument/2006/relationships/slideLayout" Target="../slideLayouts/slideLayout2.xml"/><Relationship Id="rId1" Type="http://schemas.openxmlformats.org/officeDocument/2006/relationships/oleObject" Target="../embeddings/oleObject285.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2.xml"/><Relationship Id="rId2" Type="http://schemas.openxmlformats.org/officeDocument/2006/relationships/image" Target="../media/image280.wmf"/><Relationship Id="rId1" Type="http://schemas.openxmlformats.org/officeDocument/2006/relationships/oleObject" Target="../embeddings/oleObject289.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2</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逻辑代数基础</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5156" name="灯片编号占位符 4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2</a:t>
            </a:r>
            <a:endParaRPr lang="en-US" altLang="zh-CN" sz="1200" dirty="0">
              <a:solidFill>
                <a:schemeClr val="bg1"/>
              </a:solidFill>
              <a:ea typeface="宋体" panose="02010600030101010101" pitchFamily="2" charset="-122"/>
            </a:endParaRPr>
          </a:p>
        </p:txBody>
      </p:sp>
      <p:sp>
        <p:nvSpPr>
          <p:cNvPr id="5122" name="Line 3"/>
          <p:cNvSpPr/>
          <p:nvPr/>
        </p:nvSpPr>
        <p:spPr>
          <a:xfrm>
            <a:off x="2209800" y="4114800"/>
            <a:ext cx="463550" cy="612775"/>
          </a:xfrm>
          <a:prstGeom prst="line">
            <a:avLst/>
          </a:prstGeom>
          <a:ln w="12700" cap="rnd" cmpd="sng">
            <a:solidFill>
              <a:srgbClr val="003366"/>
            </a:solidFill>
            <a:prstDash val="sysDot"/>
            <a:headEnd type="none" w="med" len="med"/>
            <a:tailEnd type="none" w="med" len="med"/>
          </a:ln>
        </p:spPr>
      </p:sp>
      <p:sp>
        <p:nvSpPr>
          <p:cNvPr id="5124" name="Line 2"/>
          <p:cNvSpPr/>
          <p:nvPr/>
        </p:nvSpPr>
        <p:spPr>
          <a:xfrm flipV="1">
            <a:off x="2286000" y="2286000"/>
            <a:ext cx="387350" cy="609600"/>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206625" y="4724400"/>
            <a:ext cx="463550" cy="612775"/>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2670175" y="5337175"/>
            <a:ext cx="609600" cy="0"/>
          </a:xfrm>
          <a:prstGeom prst="line">
            <a:avLst/>
          </a:prstGeom>
          <a:ln w="12700" cap="rnd" cmpd="sng">
            <a:solidFill>
              <a:srgbClr val="003366"/>
            </a:solidFill>
            <a:prstDash val="sysDot"/>
            <a:headEnd type="none" w="med" len="med"/>
            <a:tailEnd type="none" w="med" len="med"/>
          </a:ln>
        </p:spPr>
      </p:sp>
      <p:sp>
        <p:nvSpPr>
          <p:cNvPr id="5128" name="Line 6"/>
          <p:cNvSpPr/>
          <p:nvPr/>
        </p:nvSpPr>
        <p:spPr>
          <a:xfrm flipV="1">
            <a:off x="2593975" y="2914650"/>
            <a:ext cx="6858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2670175" y="3536950"/>
            <a:ext cx="609600" cy="0"/>
          </a:xfrm>
          <a:prstGeom prst="line">
            <a:avLst/>
          </a:prstGeom>
          <a:ln w="12700" cap="rnd" cmpd="sng">
            <a:solidFill>
              <a:srgbClr val="003366"/>
            </a:solidFill>
            <a:prstDash val="sysDot"/>
            <a:headEnd type="none" w="med" len="med"/>
            <a:tailEnd type="none" w="med" len="med"/>
          </a:ln>
        </p:spPr>
      </p:sp>
      <p:sp>
        <p:nvSpPr>
          <p:cNvPr id="5130" name="Line 8"/>
          <p:cNvSpPr/>
          <p:nvPr/>
        </p:nvSpPr>
        <p:spPr>
          <a:xfrm flipV="1">
            <a:off x="2593975" y="4100513"/>
            <a:ext cx="685800" cy="0"/>
          </a:xfrm>
          <a:prstGeom prst="line">
            <a:avLst/>
          </a:prstGeom>
          <a:ln w="12700" cap="rnd" cmpd="sng">
            <a:solidFill>
              <a:srgbClr val="003366"/>
            </a:solidFill>
            <a:prstDash val="sysDot"/>
            <a:headEnd type="none" w="med" len="med"/>
            <a:tailEnd type="none" w="med" len="med"/>
          </a:ln>
        </p:spPr>
      </p:sp>
      <p:grpSp>
        <p:nvGrpSpPr>
          <p:cNvPr id="3" name="Group 10"/>
          <p:cNvGrpSpPr/>
          <p:nvPr/>
        </p:nvGrpSpPr>
        <p:grpSpPr>
          <a:xfrm>
            <a:off x="225425" y="2205038"/>
            <a:ext cx="2673350" cy="2671762"/>
            <a:chOff x="140" y="1419"/>
            <a:chExt cx="1684" cy="1683"/>
          </a:xfrm>
        </p:grpSpPr>
        <p:sp>
          <p:nvSpPr>
            <p:cNvPr id="4"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8"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9"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0"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11"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12"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5" name="AutoShape 22"/>
          <p:cNvSpPr/>
          <p:nvPr/>
        </p:nvSpPr>
        <p:spPr>
          <a:xfrm>
            <a:off x="3276600" y="2667000"/>
            <a:ext cx="472694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7" name="AutoShape 24"/>
          <p:cNvSpPr/>
          <p:nvPr/>
        </p:nvSpPr>
        <p:spPr>
          <a:xfrm>
            <a:off x="3276600" y="3276600"/>
            <a:ext cx="358457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0" name="Oval 27"/>
          <p:cNvSpPr/>
          <p:nvPr/>
        </p:nvSpPr>
        <p:spPr>
          <a:xfrm>
            <a:off x="3197225" y="280670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7196" name="Oval 28"/>
          <p:cNvSpPr>
            <a:spLocks noChangeArrowheads="1"/>
          </p:cNvSpPr>
          <p:nvPr/>
        </p:nvSpPr>
        <p:spPr bwMode="gray">
          <a:xfrm>
            <a:off x="3206750" y="34290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42" name="AutoShape 29"/>
          <p:cNvSpPr/>
          <p:nvPr/>
        </p:nvSpPr>
        <p:spPr>
          <a:xfrm>
            <a:off x="3273425" y="3886200"/>
            <a:ext cx="478409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4" name="Oval 31"/>
          <p:cNvSpPr/>
          <p:nvPr/>
        </p:nvSpPr>
        <p:spPr>
          <a:xfrm>
            <a:off x="3184525" y="402431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5" name="AutoShape 32"/>
          <p:cNvSpPr/>
          <p:nvPr/>
        </p:nvSpPr>
        <p:spPr>
          <a:xfrm>
            <a:off x="3273425" y="5149850"/>
            <a:ext cx="414020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7" name="Oval 34"/>
          <p:cNvSpPr/>
          <p:nvPr/>
        </p:nvSpPr>
        <p:spPr>
          <a:xfrm>
            <a:off x="3197225" y="528320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16" name="Line 6"/>
          <p:cNvSpPr/>
          <p:nvPr/>
        </p:nvSpPr>
        <p:spPr>
          <a:xfrm flipV="1">
            <a:off x="2667000" y="2303463"/>
            <a:ext cx="533400" cy="0"/>
          </a:xfrm>
          <a:prstGeom prst="line">
            <a:avLst/>
          </a:prstGeom>
          <a:ln w="12700" cap="rnd" cmpd="sng">
            <a:solidFill>
              <a:srgbClr val="003366"/>
            </a:solidFill>
            <a:prstDash val="sysDot"/>
            <a:headEnd type="none" w="med" len="med"/>
            <a:tailEnd type="none" w="med" len="med"/>
          </a:ln>
        </p:spPr>
      </p:sp>
      <p:sp>
        <p:nvSpPr>
          <p:cNvPr id="17" name="AutoShape 22"/>
          <p:cNvSpPr/>
          <p:nvPr/>
        </p:nvSpPr>
        <p:spPr>
          <a:xfrm>
            <a:off x="3267075" y="2057400"/>
            <a:ext cx="298958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19" name="Oval 27"/>
          <p:cNvSpPr/>
          <p:nvPr/>
        </p:nvSpPr>
        <p:spPr>
          <a:xfrm>
            <a:off x="3190875" y="2190750"/>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2" name="AutoShape 29"/>
          <p:cNvSpPr/>
          <p:nvPr/>
        </p:nvSpPr>
        <p:spPr>
          <a:xfrm>
            <a:off x="3267075" y="4495800"/>
            <a:ext cx="577215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4" name="Oval 31"/>
          <p:cNvSpPr/>
          <p:nvPr/>
        </p:nvSpPr>
        <p:spPr>
          <a:xfrm>
            <a:off x="3178175" y="463391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55" name="Line 6"/>
          <p:cNvSpPr/>
          <p:nvPr/>
        </p:nvSpPr>
        <p:spPr>
          <a:xfrm flipV="1">
            <a:off x="2667000" y="4751388"/>
            <a:ext cx="533400" cy="0"/>
          </a:xfrm>
          <a:prstGeom prst="line">
            <a:avLst/>
          </a:prstGeom>
          <a:ln w="12700" cap="rnd" cmpd="sng">
            <a:solidFill>
              <a:srgbClr val="003366"/>
            </a:solidFill>
            <a:prstDash val="sysDot"/>
            <a:headEnd type="none" w="med" len="med"/>
            <a:tailEnd type="none" w="med" len="med"/>
          </a:ln>
        </p:spPr>
      </p:sp>
      <p:sp>
        <p:nvSpPr>
          <p:cNvPr id="14" name="Rectangle 21"/>
          <p:cNvSpPr/>
          <p:nvPr/>
        </p:nvSpPr>
        <p:spPr>
          <a:xfrm>
            <a:off x="3345180" y="2057400"/>
            <a:ext cx="294005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2.1 </a:t>
            </a:r>
            <a:r>
              <a:rPr lang="zh-CN" altLang="en-US" sz="2400" b="1" dirty="0">
                <a:solidFill>
                  <a:srgbClr val="000000"/>
                </a:solidFill>
                <a:latin typeface="黑体" panose="02010609060101010101" pitchFamily="49" charset="-122"/>
                <a:ea typeface="黑体" panose="02010609060101010101" pitchFamily="49" charset="-122"/>
              </a:rPr>
              <a:t>逻辑运算及表示</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6" name="Rectangle 23"/>
          <p:cNvSpPr/>
          <p:nvPr/>
        </p:nvSpPr>
        <p:spPr>
          <a:xfrm>
            <a:off x="3345180" y="3282950"/>
            <a:ext cx="355219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2.3 </a:t>
            </a:r>
            <a:r>
              <a:rPr lang="zh-CN" altLang="en-US" sz="2400" b="1" dirty="0">
                <a:solidFill>
                  <a:srgbClr val="000000"/>
                </a:solidFill>
                <a:latin typeface="黑体" panose="02010609060101010101" pitchFamily="49" charset="-122"/>
                <a:ea typeface="黑体" panose="02010609060101010101" pitchFamily="49" charset="-122"/>
              </a:rPr>
              <a:t>逻辑代数公式及规则</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8" name="Rectangle 25"/>
          <p:cNvSpPr/>
          <p:nvPr/>
        </p:nvSpPr>
        <p:spPr>
          <a:xfrm>
            <a:off x="3342005" y="3893820"/>
            <a:ext cx="477647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2.4 </a:t>
            </a:r>
            <a:r>
              <a:rPr lang="zh-CN" altLang="en-US" sz="2400" b="1" dirty="0">
                <a:solidFill>
                  <a:srgbClr val="000000"/>
                </a:solidFill>
                <a:latin typeface="黑体" panose="02010609060101010101" pitchFamily="49" charset="-122"/>
                <a:ea typeface="黑体" panose="02010609060101010101" pitchFamily="49" charset="-122"/>
              </a:rPr>
              <a:t>逻辑函数最小项和最大项形式</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43" name="Rectangle 30"/>
          <p:cNvSpPr/>
          <p:nvPr/>
        </p:nvSpPr>
        <p:spPr>
          <a:xfrm>
            <a:off x="3345180" y="4523740"/>
            <a:ext cx="56946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2.5 </a:t>
            </a:r>
            <a:r>
              <a:rPr lang="zh-CN" altLang="en-US" sz="2400" b="1" dirty="0">
                <a:solidFill>
                  <a:srgbClr val="000000"/>
                </a:solidFill>
                <a:latin typeface="黑体" panose="02010609060101010101" pitchFamily="49" charset="-122"/>
                <a:ea typeface="黑体" panose="02010609060101010101" pitchFamily="49" charset="-122"/>
              </a:rPr>
              <a:t>逻辑函数的最简形式及公式化简方法</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8" name="Rectangle 23"/>
          <p:cNvSpPr/>
          <p:nvPr/>
        </p:nvSpPr>
        <p:spPr>
          <a:xfrm>
            <a:off x="3338830" y="2694940"/>
            <a:ext cx="477647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2.2 </a:t>
            </a:r>
            <a:r>
              <a:rPr lang="zh-CN" altLang="en-US" sz="2400" b="1" dirty="0">
                <a:solidFill>
                  <a:srgbClr val="000000"/>
                </a:solidFill>
                <a:latin typeface="黑体" panose="02010609060101010101" pitchFamily="49" charset="-122"/>
                <a:ea typeface="黑体" panose="02010609060101010101" pitchFamily="49" charset="-122"/>
              </a:rPr>
              <a:t>逻辑函数的表示方法及其转换</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53" name="Rectangle 30"/>
          <p:cNvSpPr/>
          <p:nvPr/>
        </p:nvSpPr>
        <p:spPr>
          <a:xfrm>
            <a:off x="3338830" y="5175250"/>
            <a:ext cx="416433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2.6 </a:t>
            </a:r>
            <a:r>
              <a:rPr lang="zh-CN" altLang="en-US" sz="2400" b="1" dirty="0">
                <a:solidFill>
                  <a:srgbClr val="000000"/>
                </a:solidFill>
                <a:latin typeface="黑体" panose="02010609060101010101" pitchFamily="49" charset="-122"/>
                <a:ea typeface="黑体" panose="02010609060101010101" pitchFamily="49" charset="-122"/>
              </a:rPr>
              <a:t>逻辑函数的卡诺图化简法</a:t>
            </a:r>
            <a:endParaRPr lang="zh-CN" altLang="en-US" sz="24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2192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2.1.1 </a:t>
            </a:r>
            <a:r>
              <a:rPr lang="zh-CN" altLang="en-US" sz="2800" i="0" dirty="0">
                <a:solidFill>
                  <a:srgbClr val="0070C0"/>
                </a:solidFill>
                <a:latin typeface="黑体" panose="02010609060101010101" pitchFamily="49" charset="-122"/>
                <a:ea typeface="黑体" panose="02010609060101010101" pitchFamily="49" charset="-122"/>
              </a:rPr>
              <a:t>基本的逻辑运算及表示</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5800" y="2133600"/>
            <a:ext cx="8003540" cy="18834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图2-1所示电路是由电源E、开关A、开关B和灯泡Y组成。在这个电路中，两个开关与灯之间存在这样一种逻辑关系：“只有当一件事的几个条件全部具备时，这件事才会发生”。这种因果关系称为与逻辑关系。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7526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与运算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4" name="组合 3"/>
          <p:cNvGrpSpPr/>
          <p:nvPr/>
        </p:nvGrpSpPr>
        <p:grpSpPr>
          <a:xfrm>
            <a:off x="3048000" y="4114800"/>
            <a:ext cx="3081020" cy="2348865"/>
            <a:chOff x="4800" y="6240"/>
            <a:chExt cx="4852" cy="3699"/>
          </a:xfrm>
        </p:grpSpPr>
        <p:pic>
          <p:nvPicPr>
            <p:cNvPr id="9200" name="图片 2637"/>
            <p:cNvPicPr>
              <a:picLocks noChangeAspect="1"/>
            </p:cNvPicPr>
            <p:nvPr>
              <p:custDataLst>
                <p:tags r:id="rId1"/>
              </p:custDataLst>
            </p:nvPr>
          </p:nvPicPr>
          <p:blipFill>
            <a:blip r:embed="rId2"/>
            <a:stretch>
              <a:fillRect/>
            </a:stretch>
          </p:blipFill>
          <p:spPr>
            <a:xfrm>
              <a:off x="4800" y="6240"/>
              <a:ext cx="4853" cy="3181"/>
            </a:xfrm>
            <a:prstGeom prst="rect">
              <a:avLst/>
            </a:prstGeom>
            <a:noFill/>
            <a:ln>
              <a:noFill/>
            </a:ln>
          </p:spPr>
        </p:pic>
        <p:sp>
          <p:nvSpPr>
            <p:cNvPr id="3" name="文本框 2"/>
            <p:cNvSpPr txBox="1"/>
            <p:nvPr/>
          </p:nvSpPr>
          <p:spPr>
            <a:xfrm>
              <a:off x="5794" y="9409"/>
              <a:ext cx="3182"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2-1 </a:t>
              </a:r>
              <a:r>
                <a:rPr lang="zh-CN" sz="1600">
                  <a:latin typeface="Times New Roman" panose="02020603050405020304" charset="0"/>
                  <a:ea typeface="宋体" panose="02010600030101010101" pitchFamily="2" charset="-122"/>
                </a:rPr>
                <a:t>串联开关电路</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6147">
                                            <p:txEl>
                                              <p:pRg st="0" end="0"/>
                                            </p:txEl>
                                          </p:spTgt>
                                        </p:tgtEl>
                                        <p:attrNameLst>
                                          <p:attrName>style.visibility</p:attrName>
                                        </p:attrNameLst>
                                      </p:cBhvr>
                                      <p:to>
                                        <p:strVal val="visible"/>
                                      </p:to>
                                    </p:set>
                                    <p:animEffect transition="in" filter="circle(in)">
                                      <p:cBhvr>
                                        <p:cTn id="7" dur="1000"/>
                                        <p:tgtEl>
                                          <p:spTgt spid="6147">
                                            <p:txEl>
                                              <p:pRg st="0" end="0"/>
                                            </p:txEl>
                                          </p:spTgt>
                                        </p:tgtEl>
                                      </p:cBhvr>
                                    </p:animEffect>
                                  </p:childTnLst>
                                </p:cTn>
                              </p:par>
                              <p:par>
                                <p:cTn id="8" presetID="6" presetClass="entr" presetSubtype="16" fill="hold" nodeType="withEffect">
                                  <p:stCondLst>
                                    <p:cond delay="0"/>
                                  </p:stCondLst>
                                  <p:childTnLst>
                                    <p:set>
                                      <p:cBhvr>
                                        <p:cTn id="9" dur="500" fill="hold">
                                          <p:stCondLst>
                                            <p:cond delay="0"/>
                                          </p:stCondLst>
                                        </p:cTn>
                                        <p:tgtEl>
                                          <p:spTgt spid="4"/>
                                        </p:tgtEl>
                                        <p:attrNameLst>
                                          <p:attrName>style.visibility</p:attrName>
                                        </p:attrNameLst>
                                      </p:cBhvr>
                                      <p:to>
                                        <p:strVal val="visible"/>
                                      </p:to>
                                    </p:set>
                                    <p:animEffect transition="in" filter="circle(i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19200"/>
            <a:ext cx="8003540" cy="263779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与逻辑关系可以用真值表来描述。真值表就是将输入逻辑变量所有可能的取值与对应的函数值列成</a:t>
            </a:r>
            <a:r>
              <a:rPr lang="zh-CN" altLang="en-US" sz="2400" b="1" kern="1200" dirty="0">
                <a:solidFill>
                  <a:srgbClr val="000066"/>
                </a:solidFill>
                <a:latin typeface="Arial" panose="020B0604020202020204" pitchFamily="34" charset="0"/>
                <a:ea typeface="楷体_GB2312" pitchFamily="49" charset="-122"/>
                <a:sym typeface="+mn-ea"/>
              </a:rPr>
              <a:t>的</a:t>
            </a:r>
            <a:r>
              <a:rPr lang="zh-CN" altLang="en-US" sz="2400" b="1" kern="1200" dirty="0">
                <a:solidFill>
                  <a:srgbClr val="000066"/>
                </a:solidFill>
                <a:latin typeface="Arial" panose="020B0604020202020204" pitchFamily="34" charset="0"/>
                <a:ea typeface="楷体_GB2312" pitchFamily="49" charset="-122"/>
              </a:rPr>
              <a:t>表格。在图2-1中，两个开关分别用输入变量A和B来表示，灯泡用输出变量Y来表示，开关闭合和灯亮时都用逻辑1表示，开关断开和灯灭时都用逻辑0表示，则与逻辑关系真值表如表2-1 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6" name="图片 5" descr="$@6B$[(5I[SOE]X7WKF5%G2"/>
          <p:cNvPicPr>
            <a:picLocks noChangeAspect="1"/>
          </p:cNvPicPr>
          <p:nvPr/>
        </p:nvPicPr>
        <p:blipFill>
          <a:blip r:embed="rId1"/>
          <a:stretch>
            <a:fillRect/>
          </a:stretch>
        </p:blipFill>
        <p:spPr>
          <a:xfrm>
            <a:off x="838200" y="4038600"/>
            <a:ext cx="7755890" cy="1905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ppt_w</p:attrName>
                                        </p:attrNameLst>
                                      </p:cBhvr>
                                      <p:tavLst>
                                        <p:tav tm="0" fmla="#ppt_w*sin(2.5*pi*$)">
                                          <p:val>
                                            <p:fltVal val="0"/>
                                          </p:val>
                                        </p:tav>
                                        <p:tav tm="100000">
                                          <p:val>
                                            <p:fltVal val="1"/>
                                          </p:val>
                                        </p:tav>
                                      </p:tavLst>
                                    </p:anim>
                                    <p:anim calcmode="lin" valueType="num">
                                      <p:cBhvr>
                                        <p:cTn id="9"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19200"/>
            <a:ext cx="8003540" cy="5492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与逻辑关系也可用逻辑表达式表示为</a:t>
            </a:r>
            <a:endParaRPr lang="en-US" altLang="zh-CN"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6" name="对象 5">
            <a:hlinkClick r:id="" action="ppaction://ole?verb="/>
          </p:cNvPr>
          <p:cNvGraphicFramePr>
            <a:graphicFrameLocks noChangeAspect="1"/>
          </p:cNvGraphicFramePr>
          <p:nvPr/>
        </p:nvGraphicFramePr>
        <p:xfrm>
          <a:off x="3733800" y="1752600"/>
          <a:ext cx="1183005" cy="341630"/>
        </p:xfrm>
        <a:graphic>
          <a:graphicData uri="http://schemas.openxmlformats.org/presentationml/2006/ole">
            <mc:AlternateContent xmlns:mc="http://schemas.openxmlformats.org/markup-compatibility/2006">
              <mc:Choice xmlns:v="urn:schemas-microsoft-com:vml" Requires="v">
                <p:oleObj spid="_x0000_s1025" name="" r:id="rId1" imgW="571500" imgH="165100" progId="Equation.KSEE3">
                  <p:embed/>
                </p:oleObj>
              </mc:Choice>
              <mc:Fallback>
                <p:oleObj name="" r:id="rId1" imgW="571500" imgH="165100" progId="Equation.KSEE3">
                  <p:embed/>
                  <p:pic>
                    <p:nvPicPr>
                      <p:cNvPr id="0" name="图片 1024"/>
                      <p:cNvPicPr/>
                      <p:nvPr/>
                    </p:nvPicPr>
                    <p:blipFill>
                      <a:blip r:embed="rId2"/>
                      <a:stretch>
                        <a:fillRect/>
                      </a:stretch>
                    </p:blipFill>
                    <p:spPr>
                      <a:xfrm>
                        <a:off x="3733800" y="1752600"/>
                        <a:ext cx="1183005" cy="341630"/>
                      </a:xfrm>
                      <a:prstGeom prst="rect">
                        <a:avLst/>
                      </a:prstGeom>
                    </p:spPr>
                  </p:pic>
                </p:oleObj>
              </mc:Fallback>
            </mc:AlternateContent>
          </a:graphicData>
        </a:graphic>
      </p:graphicFrame>
      <p:sp>
        <p:nvSpPr>
          <p:cNvPr id="7" name="Rectangle 3"/>
          <p:cNvSpPr>
            <a:spLocks noGrp="1"/>
          </p:cNvSpPr>
          <p:nvPr/>
        </p:nvSpPr>
        <p:spPr>
          <a:xfrm>
            <a:off x="674370" y="2108200"/>
            <a:ext cx="8003540" cy="9512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式中，“</a:t>
            </a:r>
            <a:r>
              <a:rPr 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”表示与运算，也称为逻辑乘。“</a:t>
            </a:r>
            <a:r>
              <a:rPr lang="en-US"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”可以省略，故与逻辑关系也可表示为</a:t>
            </a:r>
            <a:endParaRPr sz="2400" b="1" kern="1200" dirty="0">
              <a:solidFill>
                <a:srgbClr val="000066"/>
              </a:solidFill>
              <a:latin typeface="Arial" panose="020B0604020202020204" pitchFamily="34" charset="0"/>
              <a:ea typeface="楷体_GB2312" pitchFamily="49" charset="-122"/>
            </a:endParaRPr>
          </a:p>
        </p:txBody>
      </p:sp>
      <p:graphicFrame>
        <p:nvGraphicFramePr>
          <p:cNvPr id="8" name="对象 7">
            <a:hlinkClick r:id="" action="ppaction://ole?verb="/>
          </p:cNvPr>
          <p:cNvGraphicFramePr>
            <a:graphicFrameLocks noChangeAspect="1"/>
          </p:cNvGraphicFramePr>
          <p:nvPr/>
        </p:nvGraphicFramePr>
        <p:xfrm>
          <a:off x="3821113" y="3022600"/>
          <a:ext cx="1026160" cy="341630"/>
        </p:xfrm>
        <a:graphic>
          <a:graphicData uri="http://schemas.openxmlformats.org/presentationml/2006/ole">
            <mc:AlternateContent xmlns:mc="http://schemas.openxmlformats.org/markup-compatibility/2006">
              <mc:Choice xmlns:v="urn:schemas-microsoft-com:vml" Requires="v">
                <p:oleObj spid="_x0000_s2" name="" r:id="rId3" imgW="495300" imgH="165100" progId="Equation.KSEE3">
                  <p:embed/>
                </p:oleObj>
              </mc:Choice>
              <mc:Fallback>
                <p:oleObj name="" r:id="rId3" imgW="495300" imgH="165100" progId="Equation.KSEE3">
                  <p:embed/>
                  <p:pic>
                    <p:nvPicPr>
                      <p:cNvPr id="0" name="图片 1024"/>
                      <p:cNvPicPr/>
                      <p:nvPr/>
                    </p:nvPicPr>
                    <p:blipFill>
                      <a:blip r:embed="rId4"/>
                      <a:stretch>
                        <a:fillRect/>
                      </a:stretch>
                    </p:blipFill>
                    <p:spPr>
                      <a:xfrm>
                        <a:off x="3821113" y="3022600"/>
                        <a:ext cx="1026160" cy="341630"/>
                      </a:xfrm>
                      <a:prstGeom prst="rect">
                        <a:avLst/>
                      </a:prstGeom>
                    </p:spPr>
                  </p:pic>
                </p:oleObj>
              </mc:Fallback>
            </mc:AlternateContent>
          </a:graphicData>
        </a:graphic>
      </p:graphicFrame>
      <p:sp>
        <p:nvSpPr>
          <p:cNvPr id="9" name="Rectangle 3"/>
          <p:cNvSpPr>
            <a:spLocks noGrp="1"/>
          </p:cNvSpPr>
          <p:nvPr/>
        </p:nvSpPr>
        <p:spPr>
          <a:xfrm>
            <a:off x="660400" y="3403600"/>
            <a:ext cx="8003540" cy="9867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实现与运算的逻辑电路称为与门。与门逻辑符号共有国标符号、矩形符号和特异形符号三种，如图</a:t>
            </a:r>
            <a:r>
              <a:rPr lang="en-US" altLang="zh-CN" sz="2400" b="1" kern="1200" dirty="0">
                <a:solidFill>
                  <a:srgbClr val="000066"/>
                </a:solidFill>
                <a:latin typeface="Arial" panose="020B0604020202020204" pitchFamily="34" charset="0"/>
                <a:ea typeface="楷体_GB2312" pitchFamily="49" charset="-122"/>
              </a:rPr>
              <a:t>2-2</a:t>
            </a:r>
            <a:r>
              <a:rPr lang="zh-CN" altLang="en-US" sz="2400" b="1" kern="1200" dirty="0">
                <a:solidFill>
                  <a:srgbClr val="000066"/>
                </a:solidFill>
                <a:latin typeface="Arial" panose="020B0604020202020204" pitchFamily="34" charset="0"/>
                <a:ea typeface="楷体_GB2312" pitchFamily="49" charset="-122"/>
              </a:rPr>
              <a:t>所示。</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10" name="组合 9"/>
          <p:cNvGrpSpPr/>
          <p:nvPr/>
        </p:nvGrpSpPr>
        <p:grpSpPr>
          <a:xfrm>
            <a:off x="1295400" y="4648200"/>
            <a:ext cx="6802120" cy="1708150"/>
            <a:chOff x="2040" y="7200"/>
            <a:chExt cx="10712" cy="2690"/>
          </a:xfrm>
        </p:grpSpPr>
        <p:pic>
          <p:nvPicPr>
            <p:cNvPr id="9201" name="图片 2638"/>
            <p:cNvPicPr>
              <a:picLocks noChangeAspect="1"/>
            </p:cNvPicPr>
            <p:nvPr/>
          </p:nvPicPr>
          <p:blipFill>
            <a:blip r:embed="rId5"/>
            <a:stretch>
              <a:fillRect/>
            </a:stretch>
          </p:blipFill>
          <p:spPr>
            <a:xfrm>
              <a:off x="2040" y="7200"/>
              <a:ext cx="10712" cy="1983"/>
            </a:xfrm>
            <a:prstGeom prst="rect">
              <a:avLst/>
            </a:prstGeom>
            <a:noFill/>
            <a:ln>
              <a:noFill/>
            </a:ln>
          </p:spPr>
        </p:pic>
        <p:sp>
          <p:nvSpPr>
            <p:cNvPr id="100" name="文本框 99"/>
            <p:cNvSpPr txBox="1"/>
            <p:nvPr/>
          </p:nvSpPr>
          <p:spPr>
            <a:xfrm>
              <a:off x="6120" y="9360"/>
              <a:ext cx="3250"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2-2 </a:t>
              </a:r>
              <a:r>
                <a:rPr lang="zh-CN" sz="1600">
                  <a:latin typeface="Times New Roman" panose="02020603050405020304" charset="0"/>
                  <a:ea typeface="宋体" panose="02010600030101010101" pitchFamily="2" charset="-122"/>
                </a:rPr>
                <a:t>与逻辑符号</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strVal val="#ppt_w*0.70"/>
                                          </p:val>
                                        </p:tav>
                                        <p:tav tm="100000">
                                          <p:val>
                                            <p:strVal val="#ppt_w"/>
                                          </p:val>
                                        </p:tav>
                                      </p:tavLst>
                                    </p:anim>
                                    <p:anim calcmode="lin" valueType="num">
                                      <p:cBhvr>
                                        <p:cTn id="31" dur="1000" fill="hold"/>
                                        <p:tgtEl>
                                          <p:spTgt spid="8"/>
                                        </p:tgtEl>
                                        <p:attrNameLst>
                                          <p:attrName>ppt_h</p:attrName>
                                        </p:attrNameLst>
                                      </p:cBhvr>
                                      <p:tavLst>
                                        <p:tav tm="0">
                                          <p:val>
                                            <p:strVal val="#ppt_h"/>
                                          </p:val>
                                        </p:tav>
                                        <p:tav tm="100000">
                                          <p:val>
                                            <p:strVal val="#ppt_h"/>
                                          </p:val>
                                        </p:tav>
                                      </p:tavLst>
                                    </p:anim>
                                    <p:animEffect transition="in" filter="fade">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500" fill="hold">
                                          <p:stCondLst>
                                            <p:cond delay="0"/>
                                          </p:stCondLst>
                                        </p:cTn>
                                        <p:tgtEl>
                                          <p:spTgt spid="10"/>
                                        </p:tgtEl>
                                        <p:attrNameLst>
                                          <p:attrName>style.visibility</p:attrName>
                                        </p:attrNameLst>
                                      </p:cBhvr>
                                      <p:to>
                                        <p:strVal val="visible"/>
                                      </p:to>
                                    </p:set>
                                    <p:animEffect transition="in" filter="wheel(1)">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905000"/>
            <a:ext cx="8003540" cy="18834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图2-3所示的并联开关电路中，开关A、B与灯Y之间存在这样一种逻辑关系：“当一件事的几个条件中只要有一个条件具备时，这件事就会发生”。这种因果关系称为或逻辑关系。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954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或运算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6" name="组合 5"/>
          <p:cNvGrpSpPr/>
          <p:nvPr/>
        </p:nvGrpSpPr>
        <p:grpSpPr>
          <a:xfrm>
            <a:off x="3048000" y="3733800"/>
            <a:ext cx="3058160" cy="2577465"/>
            <a:chOff x="4800" y="5880"/>
            <a:chExt cx="4816" cy="4059"/>
          </a:xfrm>
        </p:grpSpPr>
        <p:sp>
          <p:nvSpPr>
            <p:cNvPr id="3" name="文本框 2"/>
            <p:cNvSpPr txBox="1"/>
            <p:nvPr/>
          </p:nvSpPr>
          <p:spPr>
            <a:xfrm>
              <a:off x="5794" y="9409"/>
              <a:ext cx="3182"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图2-3 并联开关电路</a:t>
              </a:r>
              <a:endParaRPr sz="1600">
                <a:latin typeface="Times New Roman" panose="02020603050405020304" charset="0"/>
                <a:ea typeface="宋体" panose="02010600030101010101" pitchFamily="2" charset="-122"/>
              </a:endParaRPr>
            </a:p>
          </p:txBody>
        </p:sp>
        <p:pic>
          <p:nvPicPr>
            <p:cNvPr id="9202" name="图片 2639"/>
            <p:cNvPicPr>
              <a:picLocks noChangeAspect="1"/>
            </p:cNvPicPr>
            <p:nvPr/>
          </p:nvPicPr>
          <p:blipFill>
            <a:blip r:embed="rId1"/>
            <a:stretch>
              <a:fillRect/>
            </a:stretch>
          </p:blipFill>
          <p:spPr>
            <a:xfrm>
              <a:off x="4800" y="5880"/>
              <a:ext cx="4816" cy="3354"/>
            </a:xfrm>
            <a:prstGeom prst="rect">
              <a:avLst/>
            </a:prstGeom>
            <a:noFill/>
            <a:ln>
              <a:noFill/>
            </a:ln>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19200"/>
            <a:ext cx="8003540" cy="5492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或逻辑关系用真值表描述如表2-2所示，用逻辑表达式表示为</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6" name="对象 5">
            <a:hlinkClick r:id="" action="ppaction://ole?verb="/>
          </p:cNvPr>
          <p:cNvGraphicFramePr>
            <a:graphicFrameLocks noChangeAspect="1"/>
          </p:cNvGraphicFramePr>
          <p:nvPr/>
        </p:nvGraphicFramePr>
        <p:xfrm>
          <a:off x="1828483" y="1752600"/>
          <a:ext cx="1313180" cy="341630"/>
        </p:xfrm>
        <a:graphic>
          <a:graphicData uri="http://schemas.openxmlformats.org/presentationml/2006/ole">
            <mc:AlternateContent xmlns:mc="http://schemas.openxmlformats.org/markup-compatibility/2006">
              <mc:Choice xmlns:v="urn:schemas-microsoft-com:vml" Requires="v">
                <p:oleObj spid="_x0000_s1025" name="" r:id="rId1" imgW="634365" imgH="165100" progId="Equation.KSEE3">
                  <p:embed/>
                </p:oleObj>
              </mc:Choice>
              <mc:Fallback>
                <p:oleObj name="" r:id="rId1" imgW="634365" imgH="165100" progId="Equation.KSEE3">
                  <p:embed/>
                  <p:pic>
                    <p:nvPicPr>
                      <p:cNvPr id="0" name="图片 1024"/>
                      <p:cNvPicPr/>
                      <p:nvPr/>
                    </p:nvPicPr>
                    <p:blipFill>
                      <a:blip r:embed="rId2"/>
                      <a:stretch>
                        <a:fillRect/>
                      </a:stretch>
                    </p:blipFill>
                    <p:spPr>
                      <a:xfrm>
                        <a:off x="1828483" y="1752600"/>
                        <a:ext cx="1313180" cy="341630"/>
                      </a:xfrm>
                      <a:prstGeom prst="rect">
                        <a:avLst/>
                      </a:prstGeom>
                    </p:spPr>
                  </p:pic>
                </p:oleObj>
              </mc:Fallback>
            </mc:AlternateContent>
          </a:graphicData>
        </a:graphic>
      </p:graphicFrame>
      <p:sp>
        <p:nvSpPr>
          <p:cNvPr id="7" name="Rectangle 3"/>
          <p:cNvSpPr>
            <a:spLocks noGrp="1"/>
          </p:cNvSpPr>
          <p:nvPr/>
        </p:nvSpPr>
        <p:spPr>
          <a:xfrm>
            <a:off x="1207770" y="2108200"/>
            <a:ext cx="5568950" cy="5746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式中，“+”表示或运算，也称为逻辑加。</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660400" y="4089400"/>
            <a:ext cx="8003540" cy="9867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实现或运算的逻辑电路称为或门，或门的三种逻辑符号如图2-4所示。</a:t>
            </a:r>
            <a:endParaRPr lang="zh-CN" altLang="en-US" sz="2400" b="1" dirty="0">
              <a:solidFill>
                <a:srgbClr val="000066"/>
              </a:solidFill>
              <a:latin typeface="Arial" panose="020B0604020202020204" pitchFamily="34" charset="0"/>
              <a:ea typeface="楷体_GB2312" pitchFamily="49" charset="-122"/>
            </a:endParaRPr>
          </a:p>
        </p:txBody>
      </p:sp>
      <p:grpSp>
        <p:nvGrpSpPr>
          <p:cNvPr id="4" name="组合 3"/>
          <p:cNvGrpSpPr/>
          <p:nvPr/>
        </p:nvGrpSpPr>
        <p:grpSpPr>
          <a:xfrm>
            <a:off x="1676400" y="5029200"/>
            <a:ext cx="5808980" cy="1555750"/>
            <a:chOff x="2640" y="7560"/>
            <a:chExt cx="9148" cy="2450"/>
          </a:xfrm>
        </p:grpSpPr>
        <p:sp>
          <p:nvSpPr>
            <p:cNvPr id="100" name="文本框 99"/>
            <p:cNvSpPr txBox="1"/>
            <p:nvPr/>
          </p:nvSpPr>
          <p:spPr>
            <a:xfrm>
              <a:off x="6120" y="9480"/>
              <a:ext cx="325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图2-4 或门逻辑符号</a:t>
              </a:r>
              <a:endParaRPr sz="1600">
                <a:latin typeface="Times New Roman" panose="02020603050405020304" charset="0"/>
                <a:ea typeface="宋体" panose="02010600030101010101" pitchFamily="2" charset="-122"/>
              </a:endParaRPr>
            </a:p>
          </p:txBody>
        </p:sp>
        <p:pic>
          <p:nvPicPr>
            <p:cNvPr id="9203" name="图片 2640"/>
            <p:cNvPicPr>
              <a:picLocks noChangeAspect="1"/>
            </p:cNvPicPr>
            <p:nvPr/>
          </p:nvPicPr>
          <p:blipFill>
            <a:blip r:embed="rId3"/>
            <a:stretch>
              <a:fillRect/>
            </a:stretch>
          </p:blipFill>
          <p:spPr>
            <a:xfrm>
              <a:off x="2640" y="7560"/>
              <a:ext cx="9148" cy="1900"/>
            </a:xfrm>
            <a:prstGeom prst="rect">
              <a:avLst/>
            </a:prstGeom>
            <a:noFill/>
            <a:ln>
              <a:noFill/>
            </a:ln>
          </p:spPr>
        </p:pic>
      </p:grpSp>
      <p:pic>
        <p:nvPicPr>
          <p:cNvPr id="3" name="图片 2" descr="R91$@W$GR{~@%]]88HJ8JKW"/>
          <p:cNvPicPr>
            <a:picLocks noChangeAspect="1"/>
          </p:cNvPicPr>
          <p:nvPr/>
        </p:nvPicPr>
        <p:blipFill>
          <a:blip r:embed="rId4"/>
          <a:stretch>
            <a:fillRect/>
          </a:stretch>
        </p:blipFill>
        <p:spPr>
          <a:xfrm>
            <a:off x="795020" y="2579370"/>
            <a:ext cx="7553325" cy="1573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5" presetClass="entr" presetSubtype="0" fill="hold" grpId="0" nodeType="clickEffect">
                                  <p:stCondLst>
                                    <p:cond delay="0"/>
                                  </p:stCondLst>
                                  <p:childTnLst>
                                    <p:set>
                                      <p:cBhvr>
                                        <p:cTn id="29" dur="1000"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ppt_w</p:attrName>
                                        </p:attrNameLst>
                                      </p:cBhvr>
                                      <p:tavLst>
                                        <p:tav tm="0" fmla="#ppt_w*sin(2.5*pi*$)">
                                          <p:val>
                                            <p:fltVal val="0"/>
                                          </p:val>
                                        </p:tav>
                                        <p:tav tm="100000">
                                          <p:val>
                                            <p:fltVal val="1"/>
                                          </p:val>
                                        </p:tav>
                                      </p:tavLst>
                                    </p:anim>
                                    <p:anim calcmode="lin" valueType="num">
                                      <p:cBhvr>
                                        <p:cTn id="32" dur="1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2057400"/>
            <a:ext cx="8003540" cy="153860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图2-5所示的灯与开关并联电路中，开关A与灯Y之间存在这样一种逻辑关系：“当条件不具备时，事件才会发生”。这种因果关系称为非逻辑关系。</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3716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非</a:t>
            </a:r>
            <a:r>
              <a:rPr lang="en-US" sz="2400" b="1" kern="1200" dirty="0">
                <a:solidFill>
                  <a:srgbClr val="FE09D6"/>
                </a:solidFill>
                <a:latin typeface="Times New Roman" panose="02020603050405020304" charset="0"/>
                <a:ea typeface="楷体_GB2312" pitchFamily="49" charset="-122"/>
                <a:cs typeface="Times New Roman" panose="02020603050405020304" charset="0"/>
              </a:rPr>
              <a:t>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6" name="组合 5"/>
          <p:cNvGrpSpPr/>
          <p:nvPr/>
        </p:nvGrpSpPr>
        <p:grpSpPr>
          <a:xfrm>
            <a:off x="3048000" y="3505200"/>
            <a:ext cx="3157220" cy="2577465"/>
            <a:chOff x="4800" y="5520"/>
            <a:chExt cx="4972" cy="4059"/>
          </a:xfrm>
        </p:grpSpPr>
        <p:sp>
          <p:nvSpPr>
            <p:cNvPr id="3" name="文本框 2"/>
            <p:cNvSpPr txBox="1"/>
            <p:nvPr/>
          </p:nvSpPr>
          <p:spPr>
            <a:xfrm>
              <a:off x="5434" y="9049"/>
              <a:ext cx="3902"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图2-5 灯与开关并联电路</a:t>
              </a:r>
              <a:endParaRPr sz="1600">
                <a:latin typeface="Times New Roman" panose="02020603050405020304" charset="0"/>
                <a:ea typeface="宋体" panose="02010600030101010101" pitchFamily="2" charset="-122"/>
              </a:endParaRPr>
            </a:p>
          </p:txBody>
        </p:sp>
        <p:pic>
          <p:nvPicPr>
            <p:cNvPr id="9204" name="图片 2641"/>
            <p:cNvPicPr>
              <a:picLocks noChangeAspect="1"/>
            </p:cNvPicPr>
            <p:nvPr/>
          </p:nvPicPr>
          <p:blipFill>
            <a:blip r:embed="rId1"/>
            <a:stretch>
              <a:fillRect/>
            </a:stretch>
          </p:blipFill>
          <p:spPr>
            <a:xfrm>
              <a:off x="4800" y="5520"/>
              <a:ext cx="4972" cy="3304"/>
            </a:xfrm>
            <a:prstGeom prst="rect">
              <a:avLst/>
            </a:prstGeom>
            <a:noFill/>
            <a:ln>
              <a:noFill/>
            </a:ln>
          </p:spPr>
        </p:pic>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19200"/>
            <a:ext cx="8003540" cy="5492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非逻辑关系用真值表描述如表2-3所示，用逻辑表达式表示为</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6" name="对象 5">
            <a:hlinkClick r:id="" action="ppaction://ole?verb="/>
          </p:cNvPr>
          <p:cNvGraphicFramePr>
            <a:graphicFrameLocks noChangeAspect="1"/>
          </p:cNvGraphicFramePr>
          <p:nvPr/>
        </p:nvGraphicFramePr>
        <p:xfrm>
          <a:off x="2991803" y="1712913"/>
          <a:ext cx="815340" cy="421005"/>
        </p:xfrm>
        <a:graphic>
          <a:graphicData uri="http://schemas.openxmlformats.org/presentationml/2006/ole">
            <mc:AlternateContent xmlns:mc="http://schemas.openxmlformats.org/markup-compatibility/2006">
              <mc:Choice xmlns:v="urn:schemas-microsoft-com:vml" Requires="v">
                <p:oleObj spid="_x0000_s1025" name="" r:id="rId1" imgW="393700" imgH="203200" progId="Equation.KSEE3">
                  <p:embed/>
                </p:oleObj>
              </mc:Choice>
              <mc:Fallback>
                <p:oleObj name="" r:id="rId1" imgW="393700" imgH="203200" progId="Equation.KSEE3">
                  <p:embed/>
                  <p:pic>
                    <p:nvPicPr>
                      <p:cNvPr id="0" name="图片 1024"/>
                      <p:cNvPicPr/>
                      <p:nvPr/>
                    </p:nvPicPr>
                    <p:blipFill>
                      <a:blip r:embed="rId2"/>
                      <a:stretch>
                        <a:fillRect/>
                      </a:stretch>
                    </p:blipFill>
                    <p:spPr>
                      <a:xfrm>
                        <a:off x="2991803" y="1712913"/>
                        <a:ext cx="815340" cy="421005"/>
                      </a:xfrm>
                      <a:prstGeom prst="rect">
                        <a:avLst/>
                      </a:prstGeom>
                    </p:spPr>
                  </p:pic>
                </p:oleObj>
              </mc:Fallback>
            </mc:AlternateContent>
          </a:graphicData>
        </a:graphic>
      </p:graphicFrame>
      <p:sp>
        <p:nvSpPr>
          <p:cNvPr id="9" name="Rectangle 3"/>
          <p:cNvSpPr>
            <a:spLocks noGrp="1"/>
          </p:cNvSpPr>
          <p:nvPr/>
        </p:nvSpPr>
        <p:spPr>
          <a:xfrm>
            <a:off x="660400" y="3937000"/>
            <a:ext cx="8003540" cy="9867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实现非运算的逻辑电路称为非门，非门又称为反相器，非门的三种逻辑符号如图2-6所示。</a:t>
            </a:r>
            <a:endParaRPr lang="zh-CN" altLang="en-US" sz="2400" b="1" dirty="0">
              <a:solidFill>
                <a:srgbClr val="000066"/>
              </a:solidFill>
              <a:latin typeface="Arial" panose="020B0604020202020204" pitchFamily="34" charset="0"/>
              <a:ea typeface="楷体_GB2312" pitchFamily="49" charset="-122"/>
            </a:endParaRPr>
          </a:p>
        </p:txBody>
      </p:sp>
      <p:grpSp>
        <p:nvGrpSpPr>
          <p:cNvPr id="10" name="组合 9"/>
          <p:cNvGrpSpPr/>
          <p:nvPr/>
        </p:nvGrpSpPr>
        <p:grpSpPr>
          <a:xfrm>
            <a:off x="750570" y="2184400"/>
            <a:ext cx="8335010" cy="574040"/>
            <a:chOff x="1182" y="3320"/>
            <a:chExt cx="13126" cy="904"/>
          </a:xfrm>
        </p:grpSpPr>
        <p:sp>
          <p:nvSpPr>
            <p:cNvPr id="7" name="Rectangle 3"/>
            <p:cNvSpPr>
              <a:spLocks noGrp="1"/>
            </p:cNvSpPr>
            <p:nvPr/>
          </p:nvSpPr>
          <p:spPr>
            <a:xfrm>
              <a:off x="1182" y="3320"/>
              <a:ext cx="13127" cy="9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式中，“-”表示非运算</a:t>
              </a:r>
              <a:r>
                <a:rPr lang="zh-CN" sz="2400" b="1" kern="1200" dirty="0">
                  <a:solidFill>
                    <a:srgbClr val="000066"/>
                  </a:solidFill>
                  <a:latin typeface="Arial" panose="020B0604020202020204" pitchFamily="34" charset="0"/>
                  <a:ea typeface="楷体_GB2312" pitchFamily="49" charset="-122"/>
                </a:rPr>
                <a:t>；</a:t>
              </a:r>
              <a:r>
                <a:rPr sz="2400" kern="1200" dirty="0">
                  <a:solidFill>
                    <a:srgbClr val="000066"/>
                  </a:solidFill>
                  <a:latin typeface="Arial" panose="020B0604020202020204" pitchFamily="34" charset="0"/>
                  <a:ea typeface="楷体_GB2312" pitchFamily="49" charset="-122"/>
                </a:rPr>
                <a:t>A</a:t>
              </a:r>
              <a:r>
                <a:rPr sz="2400" b="1" kern="1200" dirty="0">
                  <a:solidFill>
                    <a:srgbClr val="000066"/>
                  </a:solidFill>
                  <a:latin typeface="Arial" panose="020B0604020202020204" pitchFamily="34" charset="0"/>
                  <a:ea typeface="楷体_GB2312" pitchFamily="49" charset="-122"/>
                </a:rPr>
                <a:t>称为原变量</a:t>
              </a:r>
              <a:r>
                <a:rPr lang="zh-CN"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为反变量，读作</a:t>
              </a:r>
              <a:r>
                <a:rPr sz="2400" kern="1200" dirty="0">
                  <a:solidFill>
                    <a:srgbClr val="000066"/>
                  </a:solidFill>
                  <a:latin typeface="Arial" panose="020B0604020202020204" pitchFamily="34" charset="0"/>
                  <a:ea typeface="楷体_GB2312" pitchFamily="49" charset="-122"/>
                </a:rPr>
                <a:t>A</a:t>
              </a:r>
              <a:r>
                <a:rPr sz="2400" b="1" kern="1200" dirty="0">
                  <a:solidFill>
                    <a:srgbClr val="000066"/>
                  </a:solidFill>
                  <a:latin typeface="Arial" panose="020B0604020202020204" pitchFamily="34" charset="0"/>
                  <a:ea typeface="楷体_GB2312" pitchFamily="49" charset="-122"/>
                </a:rPr>
                <a:t>非。</a:t>
              </a:r>
              <a:endParaRPr sz="2400" b="1" kern="1200" dirty="0">
                <a:solidFill>
                  <a:srgbClr val="000066"/>
                </a:solidFill>
                <a:latin typeface="Arial" panose="020B0604020202020204" pitchFamily="34" charset="0"/>
                <a:ea typeface="楷体_GB2312" pitchFamily="49" charset="-122"/>
              </a:endParaRPr>
            </a:p>
          </p:txBody>
        </p:sp>
        <p:graphicFrame>
          <p:nvGraphicFramePr>
            <p:cNvPr id="2" name="对象 1">
              <a:hlinkClick r:id="" action="ppaction://ole?verb="/>
            </p:cNvPr>
            <p:cNvGraphicFramePr>
              <a:graphicFrameLocks noChangeAspect="1"/>
            </p:cNvGraphicFramePr>
            <p:nvPr/>
          </p:nvGraphicFramePr>
          <p:xfrm>
            <a:off x="9240" y="3404"/>
            <a:ext cx="440" cy="588"/>
          </p:xfrm>
          <a:graphic>
            <a:graphicData uri="http://schemas.openxmlformats.org/presentationml/2006/ole">
              <mc:AlternateContent xmlns:mc="http://schemas.openxmlformats.org/markup-compatibility/2006">
                <mc:Choice xmlns:v="urn:schemas-microsoft-com:vml" Requires="v">
                  <p:oleObj spid="_x0000_s2049" name="" r:id="rId3" imgW="152400" imgH="203200" progId="Equation.KSEE3">
                    <p:embed/>
                  </p:oleObj>
                </mc:Choice>
                <mc:Fallback>
                  <p:oleObj name="" r:id="rId3" imgW="152400" imgH="203200" progId="Equation.KSEE3">
                    <p:embed/>
                    <p:pic>
                      <p:nvPicPr>
                        <p:cNvPr id="0" name="图片 2048"/>
                        <p:cNvPicPr/>
                        <p:nvPr/>
                      </p:nvPicPr>
                      <p:blipFill>
                        <a:blip r:embed="rId4"/>
                        <a:stretch>
                          <a:fillRect/>
                        </a:stretch>
                      </p:blipFill>
                      <p:spPr>
                        <a:xfrm>
                          <a:off x="9240" y="3404"/>
                          <a:ext cx="440" cy="588"/>
                        </a:xfrm>
                        <a:prstGeom prst="rect">
                          <a:avLst/>
                        </a:prstGeom>
                      </p:spPr>
                    </p:pic>
                  </p:oleObj>
                </mc:Fallback>
              </mc:AlternateContent>
            </a:graphicData>
          </a:graphic>
        </p:graphicFrame>
      </p:grpSp>
      <p:pic>
        <p:nvPicPr>
          <p:cNvPr id="5" name="图片 4" descr="D5Q{VL42QLFEN@VKZJ`CKJX"/>
          <p:cNvPicPr>
            <a:picLocks noChangeAspect="1"/>
          </p:cNvPicPr>
          <p:nvPr/>
        </p:nvPicPr>
        <p:blipFill>
          <a:blip r:embed="rId5"/>
          <a:stretch>
            <a:fillRect/>
          </a:stretch>
        </p:blipFill>
        <p:spPr>
          <a:xfrm>
            <a:off x="781050" y="2804795"/>
            <a:ext cx="7581900" cy="1095375"/>
          </a:xfrm>
          <a:prstGeom prst="rect">
            <a:avLst/>
          </a:prstGeom>
        </p:spPr>
      </p:pic>
      <p:grpSp>
        <p:nvGrpSpPr>
          <p:cNvPr id="8" name="组合 7"/>
          <p:cNvGrpSpPr/>
          <p:nvPr/>
        </p:nvGrpSpPr>
        <p:grpSpPr>
          <a:xfrm>
            <a:off x="1600200" y="5105400"/>
            <a:ext cx="5598160" cy="1479550"/>
            <a:chOff x="2520" y="8040"/>
            <a:chExt cx="8816" cy="2330"/>
          </a:xfrm>
        </p:grpSpPr>
        <p:sp>
          <p:nvSpPr>
            <p:cNvPr id="100" name="文本框 99"/>
            <p:cNvSpPr txBox="1"/>
            <p:nvPr/>
          </p:nvSpPr>
          <p:spPr>
            <a:xfrm>
              <a:off x="5760" y="9840"/>
              <a:ext cx="325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图2-6 非门逻辑符号</a:t>
              </a:r>
              <a:endParaRPr sz="1600">
                <a:latin typeface="Times New Roman" panose="02020603050405020304" charset="0"/>
                <a:ea typeface="宋体" panose="02010600030101010101" pitchFamily="2" charset="-122"/>
              </a:endParaRPr>
            </a:p>
          </p:txBody>
        </p:sp>
        <p:pic>
          <p:nvPicPr>
            <p:cNvPr id="9205" name="图片 2642"/>
            <p:cNvPicPr>
              <a:picLocks noChangeAspect="1"/>
            </p:cNvPicPr>
            <p:nvPr/>
          </p:nvPicPr>
          <p:blipFill>
            <a:blip r:embed="rId6"/>
            <a:stretch>
              <a:fillRect/>
            </a:stretch>
          </p:blipFill>
          <p:spPr>
            <a:xfrm>
              <a:off x="2520" y="8040"/>
              <a:ext cx="8816" cy="179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par>
                          <p:cTn id="21" fill="hold">
                            <p:stCondLst>
                              <p:cond delay="500"/>
                            </p:stCondLst>
                            <p:childTnLst>
                              <p:par>
                                <p:cTn id="22" presetID="1"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2192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2.1.2 </a:t>
            </a:r>
            <a:r>
              <a:rPr lang="zh-CN" altLang="en-US" sz="2800" i="0" dirty="0">
                <a:solidFill>
                  <a:srgbClr val="0070C0"/>
                </a:solidFill>
                <a:latin typeface="黑体" panose="02010609060101010101" pitchFamily="49" charset="-122"/>
                <a:ea typeface="黑体" panose="02010609060101010101" pitchFamily="49" charset="-122"/>
              </a:rPr>
              <a:t>常用的逻辑运算及表示</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5800" y="2057400"/>
            <a:ext cx="8003540" cy="14141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与非运算是一种复合逻辑运算，它是与运算和非运算的组合，先执行与运算，再执行非运算。两变量与非运算的真值表如表2-4所示，逻辑表达式为</a:t>
            </a:r>
            <a:endParaRPr lang="en-US" altLang="zh-CN"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6764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与非运算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aphicFrame>
        <p:nvGraphicFramePr>
          <p:cNvPr id="6" name="对象 5">
            <a:hlinkClick r:id="" action="ppaction://ole?verb="/>
          </p:cNvPr>
          <p:cNvGraphicFramePr>
            <a:graphicFrameLocks noChangeAspect="1"/>
          </p:cNvGraphicFramePr>
          <p:nvPr/>
        </p:nvGraphicFramePr>
        <p:xfrm>
          <a:off x="5943283" y="2971483"/>
          <a:ext cx="1026160" cy="421005"/>
        </p:xfrm>
        <a:graphic>
          <a:graphicData uri="http://schemas.openxmlformats.org/presentationml/2006/ole">
            <mc:AlternateContent xmlns:mc="http://schemas.openxmlformats.org/markup-compatibility/2006">
              <mc:Choice xmlns:v="urn:schemas-microsoft-com:vml" Requires="v">
                <p:oleObj spid="_x0000_s1025" name="" r:id="rId1" imgW="495300" imgH="203200" progId="Equation.KSEE3">
                  <p:embed/>
                </p:oleObj>
              </mc:Choice>
              <mc:Fallback>
                <p:oleObj name="" r:id="rId1" imgW="495300" imgH="203200" progId="Equation.KSEE3">
                  <p:embed/>
                  <p:pic>
                    <p:nvPicPr>
                      <p:cNvPr id="0" name="图片 1024"/>
                      <p:cNvPicPr/>
                      <p:nvPr/>
                    </p:nvPicPr>
                    <p:blipFill>
                      <a:blip r:embed="rId2"/>
                      <a:stretch>
                        <a:fillRect/>
                      </a:stretch>
                    </p:blipFill>
                    <p:spPr>
                      <a:xfrm>
                        <a:off x="5943283" y="2971483"/>
                        <a:ext cx="1026160" cy="421005"/>
                      </a:xfrm>
                      <a:prstGeom prst="rect">
                        <a:avLst/>
                      </a:prstGeom>
                    </p:spPr>
                  </p:pic>
                </p:oleObj>
              </mc:Fallback>
            </mc:AlternateContent>
          </a:graphicData>
        </a:graphic>
      </p:graphicFrame>
      <p:pic>
        <p:nvPicPr>
          <p:cNvPr id="5" name="图片 4" descr="}[`Z`}KC@27D97YB]9%T03Y"/>
          <p:cNvPicPr>
            <a:picLocks noChangeAspect="1"/>
          </p:cNvPicPr>
          <p:nvPr/>
        </p:nvPicPr>
        <p:blipFill>
          <a:blip r:embed="rId3"/>
          <a:stretch>
            <a:fillRect/>
          </a:stretch>
        </p:blipFill>
        <p:spPr>
          <a:xfrm>
            <a:off x="838200" y="3505200"/>
            <a:ext cx="7610475" cy="1495425"/>
          </a:xfrm>
          <a:prstGeom prst="rect">
            <a:avLst/>
          </a:prstGeom>
        </p:spPr>
      </p:pic>
      <p:grpSp>
        <p:nvGrpSpPr>
          <p:cNvPr id="7" name="组合 6"/>
          <p:cNvGrpSpPr/>
          <p:nvPr/>
        </p:nvGrpSpPr>
        <p:grpSpPr>
          <a:xfrm>
            <a:off x="2133600" y="5105400"/>
            <a:ext cx="4820920" cy="1479550"/>
            <a:chOff x="3360" y="7920"/>
            <a:chExt cx="7592" cy="2330"/>
          </a:xfrm>
        </p:grpSpPr>
        <p:pic>
          <p:nvPicPr>
            <p:cNvPr id="9207" name="图片 2644"/>
            <p:cNvPicPr>
              <a:picLocks noChangeAspect="1"/>
            </p:cNvPicPr>
            <p:nvPr/>
          </p:nvPicPr>
          <p:blipFill>
            <a:blip r:embed="rId4"/>
            <a:stretch>
              <a:fillRect/>
            </a:stretch>
          </p:blipFill>
          <p:spPr>
            <a:xfrm>
              <a:off x="3360" y="7920"/>
              <a:ext cx="7592" cy="1772"/>
            </a:xfrm>
            <a:prstGeom prst="rect">
              <a:avLst/>
            </a:prstGeom>
            <a:noFill/>
            <a:ln>
              <a:noFill/>
            </a:ln>
          </p:spPr>
        </p:pic>
        <p:sp>
          <p:nvSpPr>
            <p:cNvPr id="100" name="文本框 99"/>
            <p:cNvSpPr txBox="1"/>
            <p:nvPr/>
          </p:nvSpPr>
          <p:spPr>
            <a:xfrm>
              <a:off x="5760" y="9720"/>
              <a:ext cx="3565"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2-7 </a:t>
              </a:r>
              <a:r>
                <a:rPr lang="zh-CN" sz="1600">
                  <a:latin typeface="Times New Roman" panose="02020603050405020304" charset="0"/>
                  <a:ea typeface="宋体" panose="02010600030101010101" pitchFamily="2" charset="-122"/>
                </a:rPr>
                <a:t>与非门逻辑符号</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0" presetClass="entr" presetSubtype="0" decel="10000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strVal val="#ppt_w+.3"/>
                                          </p:val>
                                        </p:tav>
                                        <p:tav tm="100000">
                                          <p:val>
                                            <p:strVal val="#ppt_w"/>
                                          </p:val>
                                        </p:tav>
                                      </p:tavLst>
                                    </p:anim>
                                    <p:anim calcmode="lin" valueType="num">
                                      <p:cBhvr>
                                        <p:cTn id="26" dur="1000" fill="hold"/>
                                        <p:tgtEl>
                                          <p:spTgt spid="7"/>
                                        </p:tgtEl>
                                        <p:attrNameLst>
                                          <p:attrName>ppt_h</p:attrName>
                                        </p:attrNameLst>
                                      </p:cBhvr>
                                      <p:tavLst>
                                        <p:tav tm="0">
                                          <p:val>
                                            <p:strVal val="#ppt_h"/>
                                          </p:val>
                                        </p:tav>
                                        <p:tav tm="100000">
                                          <p:val>
                                            <p:strVal val="#ppt_h"/>
                                          </p:val>
                                        </p:tav>
                                      </p:tavLst>
                                    </p:anim>
                                    <p:animEffect transition="in" filter="fade">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676400"/>
            <a:ext cx="8003540" cy="14141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或非运算是或运算和非运算的组合，这种运算中要求先执行或运算，再执行非运算。两变量或非运算的真值表如表2-5所示，逻辑表达式</a:t>
            </a:r>
            <a:r>
              <a:rPr lang="zh-CN" altLang="en-US" sz="2400" b="1" kern="1200" dirty="0">
                <a:solidFill>
                  <a:srgbClr val="000066"/>
                </a:solidFill>
                <a:latin typeface="Arial" panose="020B0604020202020204" pitchFamily="34" charset="0"/>
                <a:ea typeface="楷体_GB2312" pitchFamily="49" charset="-122"/>
              </a:rPr>
              <a:t>为</a:t>
            </a:r>
            <a:endParaRPr lang="en-US" altLang="zh-CN"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192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或非运算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aphicFrame>
        <p:nvGraphicFramePr>
          <p:cNvPr id="6" name="对象 5">
            <a:hlinkClick r:id="" action="ppaction://ole?verb="/>
          </p:cNvPr>
          <p:cNvGraphicFramePr>
            <a:graphicFrameLocks noChangeAspect="1"/>
          </p:cNvGraphicFramePr>
          <p:nvPr/>
        </p:nvGraphicFramePr>
        <p:xfrm>
          <a:off x="4807903" y="2590483"/>
          <a:ext cx="1315720" cy="421005"/>
        </p:xfrm>
        <a:graphic>
          <a:graphicData uri="http://schemas.openxmlformats.org/presentationml/2006/ole">
            <mc:AlternateContent xmlns:mc="http://schemas.openxmlformats.org/markup-compatibility/2006">
              <mc:Choice xmlns:v="urn:schemas-microsoft-com:vml" Requires="v">
                <p:oleObj spid="_x0000_s1025" name="" r:id="rId1" imgW="634365" imgH="203200" progId="Equation.KSEE3">
                  <p:embed/>
                </p:oleObj>
              </mc:Choice>
              <mc:Fallback>
                <p:oleObj name="" r:id="rId1" imgW="634365" imgH="203200" progId="Equation.KSEE3">
                  <p:embed/>
                  <p:pic>
                    <p:nvPicPr>
                      <p:cNvPr id="0" name="图片 1024"/>
                      <p:cNvPicPr/>
                      <p:nvPr/>
                    </p:nvPicPr>
                    <p:blipFill>
                      <a:blip r:embed="rId2"/>
                      <a:stretch>
                        <a:fillRect/>
                      </a:stretch>
                    </p:blipFill>
                    <p:spPr>
                      <a:xfrm>
                        <a:off x="4807903" y="2590483"/>
                        <a:ext cx="1315720" cy="421005"/>
                      </a:xfrm>
                      <a:prstGeom prst="rect">
                        <a:avLst/>
                      </a:prstGeom>
                    </p:spPr>
                  </p:pic>
                </p:oleObj>
              </mc:Fallback>
            </mc:AlternateContent>
          </a:graphicData>
        </a:graphic>
      </p:graphicFrame>
      <p:pic>
        <p:nvPicPr>
          <p:cNvPr id="4" name="图片 3" descr="LNCQ$[Z_KB6)~ML9)XQOT98"/>
          <p:cNvPicPr>
            <a:picLocks noChangeAspect="1"/>
          </p:cNvPicPr>
          <p:nvPr/>
        </p:nvPicPr>
        <p:blipFill>
          <a:blip r:embed="rId3"/>
          <a:stretch>
            <a:fillRect/>
          </a:stretch>
        </p:blipFill>
        <p:spPr>
          <a:xfrm>
            <a:off x="914400" y="3124200"/>
            <a:ext cx="7600950" cy="1704975"/>
          </a:xfrm>
          <a:prstGeom prst="rect">
            <a:avLst/>
          </a:prstGeom>
        </p:spPr>
      </p:pic>
      <p:grpSp>
        <p:nvGrpSpPr>
          <p:cNvPr id="8" name="组合 7"/>
          <p:cNvGrpSpPr/>
          <p:nvPr/>
        </p:nvGrpSpPr>
        <p:grpSpPr>
          <a:xfrm>
            <a:off x="2057400" y="4890770"/>
            <a:ext cx="5276850" cy="1617980"/>
            <a:chOff x="3240" y="7822"/>
            <a:chExt cx="8310" cy="2548"/>
          </a:xfrm>
        </p:grpSpPr>
        <p:sp>
          <p:nvSpPr>
            <p:cNvPr id="100" name="文本框 99"/>
            <p:cNvSpPr txBox="1"/>
            <p:nvPr/>
          </p:nvSpPr>
          <p:spPr>
            <a:xfrm>
              <a:off x="5760" y="9840"/>
              <a:ext cx="3565"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图2-8 或非门逻辑符号</a:t>
              </a:r>
              <a:endParaRPr sz="1600">
                <a:latin typeface="Times New Roman" panose="02020603050405020304" charset="0"/>
                <a:ea typeface="宋体" panose="02010600030101010101" pitchFamily="2" charset="-122"/>
              </a:endParaRPr>
            </a:p>
          </p:txBody>
        </p:sp>
        <p:pic>
          <p:nvPicPr>
            <p:cNvPr id="9206" name="图片 2643"/>
            <p:cNvPicPr>
              <a:picLocks noChangeAspect="1"/>
            </p:cNvPicPr>
            <p:nvPr/>
          </p:nvPicPr>
          <p:blipFill>
            <a:blip r:embed="rId4"/>
            <a:stretch>
              <a:fillRect/>
            </a:stretch>
          </p:blipFill>
          <p:spPr>
            <a:xfrm>
              <a:off x="3240" y="7822"/>
              <a:ext cx="8310" cy="1978"/>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4"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from="(-#ppt_w/2)" to="(#ppt_x)" calcmode="lin" valueType="num">
                                      <p:cBhvr>
                                        <p:cTn id="25" dur="600" fill="hold">
                                          <p:stCondLst>
                                            <p:cond delay="0"/>
                                          </p:stCondLst>
                                        </p:cTn>
                                        <p:tgtEl>
                                          <p:spTgt spid="8"/>
                                        </p:tgtEl>
                                        <p:attrNameLst>
                                          <p:attrName>ppt_x</p:attrName>
                                        </p:attrNameLst>
                                      </p:cBhvr>
                                    </p:anim>
                                    <p:anim from="0" to="-1.0" calcmode="lin" valueType="num">
                                      <p:cBhvr>
                                        <p:cTn id="26" dur="200" decel="50000" autoRev="1" fill="hold">
                                          <p:stCondLst>
                                            <p:cond delay="600"/>
                                          </p:stCondLst>
                                        </p:cTn>
                                        <p:tgtEl>
                                          <p:spTgt spid="8"/>
                                        </p:tgtEl>
                                        <p:attrNameLst>
                                          <p:attrName>xshear</p:attrName>
                                        </p:attrNameLst>
                                      </p:cBhvr>
                                    </p:anim>
                                    <p:animScale>
                                      <p:cBhvr>
                                        <p:cTn id="27" dur="200" decel="100000" autoRev="1" fill="hold">
                                          <p:stCondLst>
                                            <p:cond delay="600"/>
                                          </p:stCondLst>
                                        </p:cTn>
                                        <p:tgtEl>
                                          <p:spTgt spid="8"/>
                                        </p:tgtEl>
                                      </p:cBhvr>
                                      <p:from x="100000" y="100000"/>
                                      <p:to x="80000" y="100000"/>
                                    </p:animScale>
                                    <p:anim by="(#ppt_h/3+#ppt_w*0.1)" calcmode="lin" valueType="num">
                                      <p:cBhvr additive="sum">
                                        <p:cTn id="28" dur="200" decel="100000" autoRev="1" fill="hold">
                                          <p:stCondLst>
                                            <p:cond delay="600"/>
                                          </p:stCondLst>
                                        </p:cTn>
                                        <p:tgtEl>
                                          <p:spTgt spid="8"/>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828800"/>
            <a:ext cx="8003540" cy="14141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与或非运算是与运算、或运算和非运算的组合，这种运算要求先执行与运算，再执行或运算，最后执行非运算。四变量与或非运算逻辑表达式为</a:t>
            </a:r>
            <a:endParaRPr lang="zh-CN" altLang="en-US" sz="2400" b="1" kern="1200" dirty="0">
              <a:solidFill>
                <a:srgbClr val="000066"/>
              </a:solidFill>
              <a:latin typeface="Arial" panose="020B0604020202020204" pitchFamily="34" charset="0"/>
              <a:ea typeface="楷体_GB2312" pitchFamily="49" charset="-122"/>
              <a:sym typeface="+mn-ea"/>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192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与</a:t>
            </a:r>
            <a:r>
              <a:rPr lang="en-US" sz="2400" b="1" kern="1200" dirty="0">
                <a:solidFill>
                  <a:srgbClr val="FE09D6"/>
                </a:solidFill>
                <a:latin typeface="Times New Roman" panose="02020603050405020304" charset="0"/>
                <a:ea typeface="楷体_GB2312" pitchFamily="49" charset="-122"/>
                <a:cs typeface="Times New Roman" panose="02020603050405020304" charset="0"/>
              </a:rPr>
              <a:t>或非运算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aphicFrame>
        <p:nvGraphicFramePr>
          <p:cNvPr id="6" name="对象 5">
            <a:hlinkClick r:id="" action="ppaction://ole?verb="/>
          </p:cNvPr>
          <p:cNvGraphicFramePr>
            <a:graphicFrameLocks noChangeAspect="1"/>
          </p:cNvGraphicFramePr>
          <p:nvPr/>
        </p:nvGraphicFramePr>
        <p:xfrm>
          <a:off x="2441893" y="3491231"/>
          <a:ext cx="1765300" cy="448310"/>
        </p:xfrm>
        <a:graphic>
          <a:graphicData uri="http://schemas.openxmlformats.org/presentationml/2006/ole">
            <mc:AlternateContent xmlns:mc="http://schemas.openxmlformats.org/markup-compatibility/2006">
              <mc:Choice xmlns:v="urn:schemas-microsoft-com:vml" Requires="v">
                <p:oleObj spid="_x0000_s1025" name="" r:id="rId1" imgW="850900" imgH="215900" progId="Equation.KSEE3">
                  <p:embed/>
                </p:oleObj>
              </mc:Choice>
              <mc:Fallback>
                <p:oleObj name="" r:id="rId1" imgW="850900" imgH="215900" progId="Equation.KSEE3">
                  <p:embed/>
                  <p:pic>
                    <p:nvPicPr>
                      <p:cNvPr id="0" name="图片 1024"/>
                      <p:cNvPicPr/>
                      <p:nvPr/>
                    </p:nvPicPr>
                    <p:blipFill>
                      <a:blip r:embed="rId2"/>
                      <a:stretch>
                        <a:fillRect/>
                      </a:stretch>
                    </p:blipFill>
                    <p:spPr>
                      <a:xfrm>
                        <a:off x="2441893" y="3491231"/>
                        <a:ext cx="1765300" cy="448310"/>
                      </a:xfrm>
                      <a:prstGeom prst="rect">
                        <a:avLst/>
                      </a:prstGeom>
                    </p:spPr>
                  </p:pic>
                </p:oleObj>
              </mc:Fallback>
            </mc:AlternateContent>
          </a:graphicData>
        </a:graphic>
      </p:graphicFrame>
      <p:sp>
        <p:nvSpPr>
          <p:cNvPr id="3" name="Rectangle 3"/>
          <p:cNvSpPr>
            <a:spLocks noGrp="1"/>
          </p:cNvSpPr>
          <p:nvPr/>
        </p:nvSpPr>
        <p:spPr>
          <a:xfrm>
            <a:off x="660400" y="4089400"/>
            <a:ext cx="7145020" cy="6330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四变量与或非运算</a:t>
            </a:r>
            <a:r>
              <a:rPr lang="zh-CN" altLang="en-US" sz="2400" b="1" kern="1200" dirty="0">
                <a:solidFill>
                  <a:srgbClr val="000066"/>
                </a:solidFill>
                <a:latin typeface="Arial" panose="020B0604020202020204" pitchFamily="34" charset="0"/>
                <a:ea typeface="楷体_GB2312" pitchFamily="49" charset="-122"/>
                <a:sym typeface="+mn-ea"/>
              </a:rPr>
              <a:t>的真值表如表2-6所示。</a:t>
            </a:r>
            <a:endParaRPr lang="en-US" altLang="zh-CN" sz="2400" b="1" kern="1200" dirty="0">
              <a:solidFill>
                <a:srgbClr val="000066"/>
              </a:solidFill>
              <a:latin typeface="Arial" panose="020B0604020202020204" pitchFamily="34" charset="0"/>
              <a:ea typeface="楷体_GB2312"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to="" calcmode="lin" valueType="num">
                                      <p:cBhvr>
                                        <p:cTn id="25"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553200" y="6553200"/>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4" name="图片 3" descr="OBQPVII5X4D`Q6XKC@DTTYU"/>
          <p:cNvPicPr>
            <a:picLocks noChangeAspect="1"/>
          </p:cNvPicPr>
          <p:nvPr/>
        </p:nvPicPr>
        <p:blipFill>
          <a:blip r:embed="rId1"/>
          <a:stretch>
            <a:fillRect/>
          </a:stretch>
        </p:blipFill>
        <p:spPr>
          <a:xfrm>
            <a:off x="609600" y="457200"/>
            <a:ext cx="4932680" cy="5956300"/>
          </a:xfrm>
          <a:prstGeom prst="rect">
            <a:avLst/>
          </a:prstGeom>
        </p:spPr>
      </p:pic>
      <p:grpSp>
        <p:nvGrpSpPr>
          <p:cNvPr id="5" name="组合 4"/>
          <p:cNvGrpSpPr/>
          <p:nvPr/>
        </p:nvGrpSpPr>
        <p:grpSpPr>
          <a:xfrm>
            <a:off x="6096000" y="914400"/>
            <a:ext cx="2620010" cy="5289550"/>
            <a:chOff x="9840" y="1440"/>
            <a:chExt cx="4126" cy="8330"/>
          </a:xfrm>
        </p:grpSpPr>
        <p:sp>
          <p:nvSpPr>
            <p:cNvPr id="100" name="文本框 99"/>
            <p:cNvSpPr txBox="1"/>
            <p:nvPr/>
          </p:nvSpPr>
          <p:spPr>
            <a:xfrm>
              <a:off x="9840" y="9240"/>
              <a:ext cx="3847"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图2-9 与或非门逻辑符号</a:t>
              </a:r>
              <a:endParaRPr sz="1600">
                <a:latin typeface="Times New Roman" panose="02020603050405020304" charset="0"/>
                <a:ea typeface="宋体" panose="02010600030101010101" pitchFamily="2" charset="-122"/>
              </a:endParaRPr>
            </a:p>
          </p:txBody>
        </p:sp>
        <p:pic>
          <p:nvPicPr>
            <p:cNvPr id="9208" name="图片 2645"/>
            <p:cNvPicPr>
              <a:picLocks noChangeAspect="1"/>
            </p:cNvPicPr>
            <p:nvPr/>
          </p:nvPicPr>
          <p:blipFill>
            <a:blip r:embed="rId2"/>
            <a:stretch>
              <a:fillRect/>
            </a:stretch>
          </p:blipFill>
          <p:spPr>
            <a:xfrm>
              <a:off x="9840" y="1440"/>
              <a:ext cx="4127" cy="757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676400"/>
            <a:ext cx="8003540" cy="14712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两逻辑变量间的异或运算定义为：当两个输入变量状态相同时，输出为0，否则输出为1。简单来说即“相同为0，相异为1”。异或运算逻辑表达式为</a:t>
            </a:r>
            <a:endParaRPr lang="en-US" altLang="zh-CN"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异或运算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aphicFrame>
        <p:nvGraphicFramePr>
          <p:cNvPr id="6" name="对象 5">
            <a:hlinkClick r:id="" action="ppaction://ole?verb="/>
          </p:cNvPr>
          <p:cNvGraphicFramePr>
            <a:graphicFrameLocks noChangeAspect="1"/>
          </p:cNvGraphicFramePr>
          <p:nvPr/>
        </p:nvGraphicFramePr>
        <p:xfrm>
          <a:off x="5932488" y="2592388"/>
          <a:ext cx="2613660" cy="415290"/>
        </p:xfrm>
        <a:graphic>
          <a:graphicData uri="http://schemas.openxmlformats.org/presentationml/2006/ole">
            <mc:AlternateContent xmlns:mc="http://schemas.openxmlformats.org/markup-compatibility/2006">
              <mc:Choice xmlns:v="urn:schemas-microsoft-com:vml" Requires="v">
                <p:oleObj spid="_x0000_s1025" name="" r:id="rId1" imgW="1358900" imgH="215900" progId="Equation.KSEE3">
                  <p:embed/>
                </p:oleObj>
              </mc:Choice>
              <mc:Fallback>
                <p:oleObj name="" r:id="rId1" imgW="1358900" imgH="215900" progId="Equation.KSEE3">
                  <p:embed/>
                  <p:pic>
                    <p:nvPicPr>
                      <p:cNvPr id="0" name="图片 1024"/>
                      <p:cNvPicPr/>
                      <p:nvPr/>
                    </p:nvPicPr>
                    <p:blipFill>
                      <a:blip r:embed="rId2"/>
                      <a:stretch>
                        <a:fillRect/>
                      </a:stretch>
                    </p:blipFill>
                    <p:spPr>
                      <a:xfrm>
                        <a:off x="5932488" y="2592388"/>
                        <a:ext cx="2613660" cy="415290"/>
                      </a:xfrm>
                      <a:prstGeom prst="rect">
                        <a:avLst/>
                      </a:prstGeom>
                    </p:spPr>
                  </p:pic>
                </p:oleObj>
              </mc:Fallback>
            </mc:AlternateContent>
          </a:graphicData>
        </a:graphic>
      </p:graphicFrame>
      <p:pic>
        <p:nvPicPr>
          <p:cNvPr id="3" name="图片 2" descr="6{1HSMZ]58NDISNA}5J6236"/>
          <p:cNvPicPr>
            <a:picLocks noChangeAspect="1"/>
          </p:cNvPicPr>
          <p:nvPr/>
        </p:nvPicPr>
        <p:blipFill>
          <a:blip r:embed="rId3"/>
          <a:stretch>
            <a:fillRect/>
          </a:stretch>
        </p:blipFill>
        <p:spPr>
          <a:xfrm>
            <a:off x="914400" y="3048000"/>
            <a:ext cx="7581900" cy="1971675"/>
          </a:xfrm>
          <a:prstGeom prst="rect">
            <a:avLst/>
          </a:prstGeom>
        </p:spPr>
      </p:pic>
      <p:grpSp>
        <p:nvGrpSpPr>
          <p:cNvPr id="5" name="组合 4"/>
          <p:cNvGrpSpPr/>
          <p:nvPr/>
        </p:nvGrpSpPr>
        <p:grpSpPr>
          <a:xfrm>
            <a:off x="2286000" y="5153660"/>
            <a:ext cx="4612640" cy="1355090"/>
            <a:chOff x="3600" y="8116"/>
            <a:chExt cx="7264" cy="2134"/>
          </a:xfrm>
        </p:grpSpPr>
        <p:sp>
          <p:nvSpPr>
            <p:cNvPr id="100" name="文本框 99"/>
            <p:cNvSpPr txBox="1"/>
            <p:nvPr/>
          </p:nvSpPr>
          <p:spPr>
            <a:xfrm>
              <a:off x="5760" y="9720"/>
              <a:ext cx="3565"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图2-10 异或门逻辑符号</a:t>
              </a:r>
              <a:endParaRPr sz="1600">
                <a:latin typeface="Times New Roman" panose="02020603050405020304" charset="0"/>
                <a:ea typeface="宋体" panose="02010600030101010101" pitchFamily="2" charset="-122"/>
              </a:endParaRPr>
            </a:p>
          </p:txBody>
        </p:sp>
        <p:pic>
          <p:nvPicPr>
            <p:cNvPr id="9209" name="图片 2646"/>
            <p:cNvPicPr>
              <a:picLocks noChangeAspect="1"/>
            </p:cNvPicPr>
            <p:nvPr/>
          </p:nvPicPr>
          <p:blipFill>
            <a:blip r:embed="rId4"/>
            <a:stretch>
              <a:fillRect/>
            </a:stretch>
          </p:blipFill>
          <p:spPr>
            <a:xfrm>
              <a:off x="3600" y="8116"/>
              <a:ext cx="7264" cy="1611"/>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45">
                                          <p:stCondLst>
                                            <p:cond delay="0"/>
                                          </p:stCondLst>
                                        </p:cTn>
                                        <p:tgtEl>
                                          <p:spTgt spid="6"/>
                                        </p:tgtEl>
                                      </p:cBhvr>
                                    </p:animEffect>
                                    <p:anim calcmode="lin" valueType="num">
                                      <p:cBhvr>
                                        <p:cTn id="8"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13" dur="7">
                                          <p:stCondLst>
                                            <p:cond delay="162"/>
                                          </p:stCondLst>
                                        </p:cTn>
                                        <p:tgtEl>
                                          <p:spTgt spid="6"/>
                                        </p:tgtEl>
                                      </p:cBhvr>
                                      <p:to x="100000" y="60000"/>
                                    </p:animScale>
                                    <p:animScale>
                                      <p:cBhvr>
                                        <p:cTn id="14" dur="41" decel="50000">
                                          <p:stCondLst>
                                            <p:cond delay="169"/>
                                          </p:stCondLst>
                                        </p:cTn>
                                        <p:tgtEl>
                                          <p:spTgt spid="6"/>
                                        </p:tgtEl>
                                      </p:cBhvr>
                                      <p:to x="100000" y="100000"/>
                                    </p:animScale>
                                    <p:animScale>
                                      <p:cBhvr>
                                        <p:cTn id="15" dur="7">
                                          <p:stCondLst>
                                            <p:cond delay="328"/>
                                          </p:stCondLst>
                                        </p:cTn>
                                        <p:tgtEl>
                                          <p:spTgt spid="6"/>
                                        </p:tgtEl>
                                      </p:cBhvr>
                                      <p:to x="100000" y="80000"/>
                                    </p:animScale>
                                    <p:animScale>
                                      <p:cBhvr>
                                        <p:cTn id="16" dur="41" decel="50000">
                                          <p:stCondLst>
                                            <p:cond delay="335"/>
                                          </p:stCondLst>
                                        </p:cTn>
                                        <p:tgtEl>
                                          <p:spTgt spid="6"/>
                                        </p:tgtEl>
                                      </p:cBhvr>
                                      <p:to x="100000" y="100000"/>
                                    </p:animScale>
                                    <p:animScale>
                                      <p:cBhvr>
                                        <p:cTn id="17" dur="7">
                                          <p:stCondLst>
                                            <p:cond delay="410"/>
                                          </p:stCondLst>
                                        </p:cTn>
                                        <p:tgtEl>
                                          <p:spTgt spid="6"/>
                                        </p:tgtEl>
                                      </p:cBhvr>
                                      <p:to x="100000" y="90000"/>
                                    </p:animScale>
                                    <p:animScale>
                                      <p:cBhvr>
                                        <p:cTn id="18" dur="41" decel="50000">
                                          <p:stCondLst>
                                            <p:cond delay="417"/>
                                          </p:stCondLst>
                                        </p:cTn>
                                        <p:tgtEl>
                                          <p:spTgt spid="6"/>
                                        </p:tgtEl>
                                      </p:cBhvr>
                                      <p:to x="100000" y="100000"/>
                                    </p:animScale>
                                    <p:animScale>
                                      <p:cBhvr>
                                        <p:cTn id="19" dur="7">
                                          <p:stCondLst>
                                            <p:cond delay="452"/>
                                          </p:stCondLst>
                                        </p:cTn>
                                        <p:tgtEl>
                                          <p:spTgt spid="6"/>
                                        </p:tgtEl>
                                      </p:cBhvr>
                                      <p:to x="100000" y="95000"/>
                                    </p:animScale>
                                    <p:animScale>
                                      <p:cBhvr>
                                        <p:cTn id="20" dur="41" decel="50000">
                                          <p:stCondLst>
                                            <p:cond delay="458"/>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676400"/>
            <a:ext cx="8003540" cy="14712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同或运算与异或运算相反，当两个输入变量状态相同时，则输出为1，否则输出为0。简单来说就是“相同为1，相异为0”。同或运算逻辑表达式为</a:t>
            </a:r>
            <a:r>
              <a:rPr lang="en-US" altLang="zh-CN" sz="2400" b="1" kern="1200" dirty="0">
                <a:solidFill>
                  <a:srgbClr val="000066"/>
                </a:solidFill>
                <a:latin typeface="Arial" panose="020B0604020202020204" pitchFamily="34" charset="0"/>
                <a:ea typeface="楷体_GB2312" pitchFamily="49" charset="-122"/>
              </a:rPr>
              <a:t>                          </a:t>
            </a:r>
            <a:endParaRPr lang="en-US" altLang="zh-CN" sz="2000" b="1" kern="1200" dirty="0">
              <a:solidFill>
                <a:srgbClr val="000066"/>
              </a:solidFill>
              <a:latin typeface="宋体" panose="02010600030101010101" pitchFamily="2" charset="-122"/>
              <a:ea typeface="宋体" panose="02010600030101010101" pitchFamily="2" charset="-122"/>
            </a:endParaRPr>
          </a:p>
        </p:txBody>
      </p:sp>
      <p:grpSp>
        <p:nvGrpSpPr>
          <p:cNvPr id="5" name="组合 4"/>
          <p:cNvGrpSpPr/>
          <p:nvPr/>
        </p:nvGrpSpPr>
        <p:grpSpPr>
          <a:xfrm>
            <a:off x="5431790" y="2616200"/>
            <a:ext cx="2687320" cy="473710"/>
            <a:chOff x="8554" y="4120"/>
            <a:chExt cx="4232" cy="746"/>
          </a:xfrm>
        </p:grpSpPr>
        <p:graphicFrame>
          <p:nvGraphicFramePr>
            <p:cNvPr id="6" name="对象 5">
              <a:hlinkClick r:id="" action="ppaction://ole?verb="/>
            </p:cNvPr>
            <p:cNvGraphicFramePr>
              <a:graphicFrameLocks noChangeAspect="1"/>
            </p:cNvGraphicFramePr>
            <p:nvPr/>
          </p:nvGraphicFramePr>
          <p:xfrm>
            <a:off x="8554" y="4120"/>
            <a:ext cx="4233" cy="732"/>
          </p:xfrm>
          <a:graphic>
            <a:graphicData uri="http://schemas.openxmlformats.org/presentationml/2006/ole">
              <mc:AlternateContent xmlns:mc="http://schemas.openxmlformats.org/markup-compatibility/2006">
                <mc:Choice xmlns:v="urn:schemas-microsoft-com:vml" Requires="v">
                  <p:oleObj spid="_x0000_s1025" name="" r:id="rId1" imgW="1397000" imgH="241300" progId="Equation.KSEE3">
                    <p:embed/>
                  </p:oleObj>
                </mc:Choice>
                <mc:Fallback>
                  <p:oleObj name="" r:id="rId1" imgW="1397000" imgH="241300" progId="Equation.KSEE3">
                    <p:embed/>
                    <p:pic>
                      <p:nvPicPr>
                        <p:cNvPr id="0" name="图片 1024"/>
                        <p:cNvPicPr/>
                        <p:nvPr/>
                      </p:nvPicPr>
                      <p:blipFill>
                        <a:blip r:embed="rId2"/>
                        <a:stretch>
                          <a:fillRect/>
                        </a:stretch>
                      </p:blipFill>
                      <p:spPr>
                        <a:xfrm>
                          <a:off x="8554" y="4120"/>
                          <a:ext cx="4233" cy="732"/>
                        </a:xfrm>
                        <a:prstGeom prst="rect">
                          <a:avLst/>
                        </a:prstGeom>
                      </p:spPr>
                    </p:pic>
                  </p:oleObj>
                </mc:Fallback>
              </mc:AlternateContent>
            </a:graphicData>
          </a:graphic>
        </p:graphicFrame>
        <p:sp>
          <p:nvSpPr>
            <p:cNvPr id="3" name="文本框 2"/>
            <p:cNvSpPr txBox="1"/>
            <p:nvPr/>
          </p:nvSpPr>
          <p:spPr>
            <a:xfrm>
              <a:off x="11760" y="4200"/>
              <a:ext cx="650" cy="667"/>
            </a:xfrm>
            <a:prstGeom prst="rect">
              <a:avLst/>
            </a:prstGeom>
            <a:noFill/>
          </p:spPr>
          <p:txBody>
            <a:bodyPr wrap="none" rtlCol="0" anchor="t">
              <a:spAutoFit/>
            </a:bodyPr>
            <a:p>
              <a:pPr marL="0" indent="0" algn="just" eaLnBrk="1" latinLnBrk="0" hangingPunct="1">
                <a:lnSpc>
                  <a:spcPct val="120000"/>
                </a:lnSpc>
                <a:spcBef>
                  <a:spcPts val="0"/>
                </a:spcBef>
                <a:buNone/>
              </a:pPr>
              <a:r>
                <a:rPr lang="en-US" altLang="zh-CN" b="1" dirty="0">
                  <a:solidFill>
                    <a:srgbClr val="000066"/>
                  </a:solidFill>
                  <a:latin typeface="宋体" panose="02010600030101010101" pitchFamily="2" charset="-122"/>
                  <a:sym typeface="+mn-ea"/>
                </a:rPr>
                <a:t>⊙</a:t>
              </a:r>
              <a:endParaRPr lang="zh-CN" altLang="en-US"/>
            </a:p>
          </p:txBody>
        </p:sp>
      </p:grpSp>
      <p:sp>
        <p:nvSpPr>
          <p:cNvPr id="6148" name="TextBox 6"/>
          <p:cNvSpPr txBox="1"/>
          <p:nvPr/>
        </p:nvSpPr>
        <p:spPr>
          <a:xfrm>
            <a:off x="2514600" y="53340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2.1 </a:t>
            </a:r>
            <a:r>
              <a:rPr lang="zh-CN" altLang="en-US" b="1" dirty="0">
                <a:solidFill>
                  <a:srgbClr val="FF0000"/>
                </a:solidFill>
                <a:latin typeface="黑体" panose="02010609060101010101" pitchFamily="49" charset="-122"/>
                <a:ea typeface="黑体" panose="02010609060101010101" pitchFamily="49" charset="-122"/>
              </a:rPr>
              <a:t>逻辑运算及表示</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5.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同</a:t>
            </a:r>
            <a:r>
              <a:rPr lang="en-US" sz="2400" b="1" kern="1200" dirty="0">
                <a:solidFill>
                  <a:srgbClr val="FE09D6"/>
                </a:solidFill>
                <a:latin typeface="Times New Roman" panose="02020603050405020304" charset="0"/>
                <a:ea typeface="楷体_GB2312" pitchFamily="49" charset="-122"/>
                <a:cs typeface="Times New Roman" panose="02020603050405020304" charset="0"/>
              </a:rPr>
              <a:t>或运算</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pic>
        <p:nvPicPr>
          <p:cNvPr id="4" name="图片 3" descr="1}O0DPL4Z$K5_MQVG21K(TF"/>
          <p:cNvPicPr>
            <a:picLocks noChangeAspect="1"/>
          </p:cNvPicPr>
          <p:nvPr/>
        </p:nvPicPr>
        <p:blipFill>
          <a:blip r:embed="rId3"/>
          <a:stretch>
            <a:fillRect/>
          </a:stretch>
        </p:blipFill>
        <p:spPr>
          <a:xfrm>
            <a:off x="838200" y="3048000"/>
            <a:ext cx="7600950" cy="1990725"/>
          </a:xfrm>
          <a:prstGeom prst="rect">
            <a:avLst/>
          </a:prstGeom>
        </p:spPr>
      </p:pic>
      <p:grpSp>
        <p:nvGrpSpPr>
          <p:cNvPr id="8" name="组合 7"/>
          <p:cNvGrpSpPr/>
          <p:nvPr/>
        </p:nvGrpSpPr>
        <p:grpSpPr>
          <a:xfrm>
            <a:off x="2057400" y="5105400"/>
            <a:ext cx="5588635" cy="1381760"/>
            <a:chOff x="3720" y="8160"/>
            <a:chExt cx="8801" cy="2176"/>
          </a:xfrm>
        </p:grpSpPr>
        <p:sp>
          <p:nvSpPr>
            <p:cNvPr id="100" name="文本框 99"/>
            <p:cNvSpPr txBox="1"/>
            <p:nvPr/>
          </p:nvSpPr>
          <p:spPr>
            <a:xfrm>
              <a:off x="6100" y="9805"/>
              <a:ext cx="3565"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a:t>
              </a:r>
              <a:r>
                <a:rPr lang="en-US" sz="1600">
                  <a:latin typeface="Times New Roman" panose="02020603050405020304" charset="0"/>
                  <a:ea typeface="宋体" panose="02010600030101010101" pitchFamily="2" charset="-122"/>
                </a:rPr>
                <a:t>1</a:t>
              </a:r>
              <a:r>
                <a:rPr sz="1600">
                  <a:latin typeface="Times New Roman" panose="02020603050405020304" charset="0"/>
                  <a:ea typeface="宋体" panose="02010600030101010101" pitchFamily="2" charset="-122"/>
                </a:rPr>
                <a:t> </a:t>
              </a:r>
              <a:r>
                <a:rPr lang="zh-CN" sz="1600">
                  <a:latin typeface="Times New Roman" panose="02020603050405020304" charset="0"/>
                  <a:ea typeface="宋体" panose="02010600030101010101" pitchFamily="2" charset="-122"/>
                </a:rPr>
                <a:t>同</a:t>
              </a:r>
              <a:r>
                <a:rPr sz="1600">
                  <a:latin typeface="Times New Roman" panose="02020603050405020304" charset="0"/>
                  <a:ea typeface="宋体" panose="02010600030101010101" pitchFamily="2" charset="-122"/>
                </a:rPr>
                <a:t>或门逻辑符号</a:t>
              </a:r>
              <a:endParaRPr sz="1600">
                <a:latin typeface="Times New Roman" panose="02020603050405020304" charset="0"/>
                <a:ea typeface="宋体" panose="02010600030101010101" pitchFamily="2" charset="-122"/>
              </a:endParaRPr>
            </a:p>
          </p:txBody>
        </p:sp>
        <p:pic>
          <p:nvPicPr>
            <p:cNvPr id="9210" name="图片 2647"/>
            <p:cNvPicPr>
              <a:picLocks noChangeAspect="1"/>
            </p:cNvPicPr>
            <p:nvPr/>
          </p:nvPicPr>
          <p:blipFill>
            <a:blip r:embed="rId4"/>
            <a:srcRect b="37892"/>
            <a:stretch>
              <a:fillRect/>
            </a:stretch>
          </p:blipFill>
          <p:spPr>
            <a:xfrm>
              <a:off x="3720" y="8160"/>
              <a:ext cx="8438" cy="1163"/>
            </a:xfrm>
            <a:prstGeom prst="rect">
              <a:avLst/>
            </a:prstGeom>
            <a:noFill/>
            <a:ln>
              <a:noFill/>
            </a:ln>
          </p:spPr>
        </p:pic>
        <p:pic>
          <p:nvPicPr>
            <p:cNvPr id="7" name="图片 2647"/>
            <p:cNvPicPr>
              <a:picLocks noChangeAspect="1"/>
            </p:cNvPicPr>
            <p:nvPr/>
          </p:nvPicPr>
          <p:blipFill>
            <a:blip r:embed="rId4"/>
            <a:srcRect t="78858"/>
            <a:stretch>
              <a:fillRect/>
            </a:stretch>
          </p:blipFill>
          <p:spPr>
            <a:xfrm>
              <a:off x="3840" y="9360"/>
              <a:ext cx="8681" cy="407"/>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0" dur="1000" fill="hold"/>
                                        <p:tgtEl>
                                          <p:spTgt spid="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295400"/>
            <a:ext cx="8003540" cy="18878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个逻辑电路中的逻辑变量有输入逻辑变量和输出逻辑变量。当所有的输入逻辑变量取值确定之后，输出逻辑变量的取值也就确定了，故输入逻辑变量和输出逻辑变量之间存在一定因果关系，这种关系称为逻辑函数，写作</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2" name="对象 -2147482571"/>
          <p:cNvGraphicFramePr>
            <a:graphicFrameLocks noChangeAspect="1"/>
          </p:cNvGraphicFramePr>
          <p:nvPr/>
        </p:nvGraphicFramePr>
        <p:xfrm>
          <a:off x="2895600" y="3200400"/>
          <a:ext cx="2072640" cy="414655"/>
        </p:xfrm>
        <a:graphic>
          <a:graphicData uri="http://schemas.openxmlformats.org/presentationml/2006/ole">
            <mc:AlternateContent xmlns:mc="http://schemas.openxmlformats.org/markup-compatibility/2006">
              <mc:Choice xmlns:v="urn:schemas-microsoft-com:vml" Requires="v">
                <p:oleObj spid="_x0000_s3076" name="" r:id="rId1" imgW="951865" imgH="190500" progId="Equation.DSMT4">
                  <p:embed/>
                </p:oleObj>
              </mc:Choice>
              <mc:Fallback>
                <p:oleObj name="" r:id="rId1" imgW="951865" imgH="190500" progId="Equation.DSMT4">
                  <p:embed/>
                  <p:pic>
                    <p:nvPicPr>
                      <p:cNvPr id="0" name="图片 3075"/>
                      <p:cNvPicPr/>
                      <p:nvPr/>
                    </p:nvPicPr>
                    <p:blipFill>
                      <a:blip r:embed="rId2"/>
                      <a:stretch>
                        <a:fillRect/>
                      </a:stretch>
                    </p:blipFill>
                    <p:spPr>
                      <a:xfrm>
                        <a:off x="2895600" y="3200400"/>
                        <a:ext cx="2072640" cy="414655"/>
                      </a:xfrm>
                      <a:prstGeom prst="rect">
                        <a:avLst/>
                      </a:prstGeom>
                      <a:noFill/>
                      <a:ln w="38100">
                        <a:noFill/>
                        <a:miter/>
                      </a:ln>
                    </p:spPr>
                  </p:pic>
                </p:oleObj>
              </mc:Fallback>
            </mc:AlternateContent>
          </a:graphicData>
        </a:graphic>
      </p:graphicFrame>
      <p:sp>
        <p:nvSpPr>
          <p:cNvPr id="7" name="Rectangle 3"/>
          <p:cNvSpPr>
            <a:spLocks noGrp="1"/>
          </p:cNvSpPr>
          <p:nvPr/>
        </p:nvSpPr>
        <p:spPr>
          <a:xfrm>
            <a:off x="542290" y="4241800"/>
            <a:ext cx="8003540" cy="14579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一个逻辑函数可以用不同的方法进行表示，逻辑函数常用的表示方法有真值表、逻辑函数表达式、逻辑图、波形图和卡诺图等。</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9" name="组合 8"/>
          <p:cNvGrpSpPr/>
          <p:nvPr/>
        </p:nvGrpSpPr>
        <p:grpSpPr>
          <a:xfrm>
            <a:off x="542290" y="3632200"/>
            <a:ext cx="8003540" cy="514350"/>
            <a:chOff x="1094" y="5480"/>
            <a:chExt cx="12604" cy="810"/>
          </a:xfrm>
        </p:grpSpPr>
        <p:sp>
          <p:nvSpPr>
            <p:cNvPr id="6" name="Rectangle 3"/>
            <p:cNvSpPr>
              <a:spLocks noGrp="1"/>
            </p:cNvSpPr>
            <p:nvPr/>
          </p:nvSpPr>
          <p:spPr>
            <a:xfrm>
              <a:off x="1094" y="5480"/>
              <a:ext cx="12604" cy="81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式中，</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是输入逻辑变量，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是输出逻辑变量。</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3" name="对象 2">
              <a:hlinkClick r:id="" action="ppaction://ole?verb="/>
            </p:cNvPr>
            <p:cNvGraphicFramePr>
              <a:graphicFrameLocks noChangeAspect="1"/>
            </p:cNvGraphicFramePr>
            <p:nvPr/>
          </p:nvGraphicFramePr>
          <p:xfrm>
            <a:off x="3360" y="5684"/>
            <a:ext cx="2276" cy="496"/>
          </p:xfrm>
          <a:graphic>
            <a:graphicData uri="http://schemas.openxmlformats.org/presentationml/2006/ole">
              <mc:AlternateContent xmlns:mc="http://schemas.openxmlformats.org/markup-compatibility/2006">
                <mc:Choice xmlns:v="urn:schemas-microsoft-com:vml" Requires="v">
                  <p:oleObj spid="_x0000_s1025" name="" r:id="rId3" imgW="812800" imgH="177165" progId="Equation.KSEE3">
                    <p:embed/>
                  </p:oleObj>
                </mc:Choice>
                <mc:Fallback>
                  <p:oleObj name="" r:id="rId3" imgW="812800" imgH="177165" progId="Equation.KSEE3">
                    <p:embed/>
                    <p:pic>
                      <p:nvPicPr>
                        <p:cNvPr id="0" name="图片 1024"/>
                        <p:cNvPicPr/>
                        <p:nvPr/>
                      </p:nvPicPr>
                      <p:blipFill>
                        <a:blip r:embed="rId4"/>
                        <a:stretch>
                          <a:fillRect/>
                        </a:stretch>
                      </p:blipFill>
                      <p:spPr>
                        <a:xfrm>
                          <a:off x="3360" y="5684"/>
                          <a:ext cx="2276" cy="496"/>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9480" y="5640"/>
            <a:ext cx="392" cy="463"/>
          </p:xfrm>
          <a:graphic>
            <a:graphicData uri="http://schemas.openxmlformats.org/presentationml/2006/ole">
              <mc:AlternateContent xmlns:mc="http://schemas.openxmlformats.org/markup-compatibility/2006">
                <mc:Choice xmlns:v="urn:schemas-microsoft-com:vml" Requires="v">
                  <p:oleObj spid="_x0000_s4" name="" r:id="rId5" imgW="139700" imgH="165100" progId="Equation.KSEE3">
                    <p:embed/>
                  </p:oleObj>
                </mc:Choice>
                <mc:Fallback>
                  <p:oleObj name="" r:id="rId5" imgW="139700" imgH="165100" progId="Equation.KSEE3">
                    <p:embed/>
                    <p:pic>
                      <p:nvPicPr>
                        <p:cNvPr id="0" name="图片 1024"/>
                        <p:cNvPicPr/>
                        <p:nvPr/>
                      </p:nvPicPr>
                      <p:blipFill>
                        <a:blip r:embed="rId6"/>
                        <a:stretch>
                          <a:fillRect/>
                        </a:stretch>
                      </p:blipFill>
                      <p:spPr>
                        <a:xfrm>
                          <a:off x="9480" y="5640"/>
                          <a:ext cx="392" cy="463"/>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000" fill="hold">
                                          <p:stCondLst>
                                            <p:cond delay="0"/>
                                          </p:stCondLst>
                                        </p:cTn>
                                        <p:tgtEl>
                                          <p:spTgt spid="7"/>
                                        </p:tgtEl>
                                        <p:attrNameLst>
                                          <p:attrName>style.visibility</p:attrName>
                                        </p:attrNameLst>
                                      </p:cBhvr>
                                      <p:to>
                                        <p:strVal val="visible"/>
                                      </p:to>
                                    </p:set>
                                    <p:animEffect transition="in" filter="box(in)">
                                      <p:cBhvr>
                                        <p:cTn id="1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2590800" y="4267200"/>
            <a:ext cx="3794760" cy="2241550"/>
            <a:chOff x="4080" y="6720"/>
            <a:chExt cx="5976" cy="3530"/>
          </a:xfrm>
        </p:grpSpPr>
        <p:pic>
          <p:nvPicPr>
            <p:cNvPr id="9211" name="图片 2648"/>
            <p:cNvPicPr>
              <a:picLocks noChangeAspect="1"/>
            </p:cNvPicPr>
            <p:nvPr/>
          </p:nvPicPr>
          <p:blipFill>
            <a:blip r:embed="rId1"/>
            <a:stretch>
              <a:fillRect/>
            </a:stretch>
          </p:blipFill>
          <p:spPr>
            <a:xfrm>
              <a:off x="4080" y="6720"/>
              <a:ext cx="5976" cy="2986"/>
            </a:xfrm>
            <a:prstGeom prst="rect">
              <a:avLst/>
            </a:prstGeom>
            <a:noFill/>
            <a:ln>
              <a:noFill/>
            </a:ln>
          </p:spPr>
        </p:pic>
        <p:sp>
          <p:nvSpPr>
            <p:cNvPr id="3" name="文本框 2"/>
            <p:cNvSpPr txBox="1"/>
            <p:nvPr/>
          </p:nvSpPr>
          <p:spPr>
            <a:xfrm>
              <a:off x="5204" y="9720"/>
              <a:ext cx="397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图2-12 串并联开关电路</a:t>
              </a:r>
              <a:endParaRPr sz="1600">
                <a:latin typeface="Times New Roman" panose="02020603050405020304" charset="0"/>
                <a:ea typeface="宋体" panose="02010600030101010101" pitchFamily="2" charset="-122"/>
              </a:endParaRPr>
            </a:p>
          </p:txBody>
        </p:sp>
      </p:grpSp>
      <p:sp>
        <p:nvSpPr>
          <p:cNvPr id="6146" name="Rectangle 2"/>
          <p:cNvSpPr>
            <a:spLocks noGrp="1"/>
          </p:cNvSpPr>
          <p:nvPr>
            <p:ph type="title"/>
          </p:nvPr>
        </p:nvSpPr>
        <p:spPr>
          <a:xfrm>
            <a:off x="762000" y="12192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2.2.1 </a:t>
            </a:r>
            <a:r>
              <a:rPr lang="zh-CN" altLang="en-US" sz="2800" i="0" dirty="0">
                <a:solidFill>
                  <a:srgbClr val="0070C0"/>
                </a:solidFill>
                <a:latin typeface="黑体" panose="02010609060101010101" pitchFamily="49" charset="-122"/>
                <a:ea typeface="黑体" panose="02010609060101010101" pitchFamily="49" charset="-122"/>
              </a:rPr>
              <a:t>逻辑函数的四种表示方法</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533400" y="1752600"/>
            <a:ext cx="8003540" cy="275082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下面以一个串并联开关电路</a:t>
            </a:r>
            <a:r>
              <a:rPr lang="zh-CN" altLang="en-US" sz="2400" b="1" kern="1200" dirty="0">
                <a:solidFill>
                  <a:srgbClr val="000066"/>
                </a:solidFill>
                <a:latin typeface="Arial" panose="020B0604020202020204" pitchFamily="34" charset="0"/>
                <a:ea typeface="楷体_GB2312" pitchFamily="49" charset="-122"/>
                <a:sym typeface="+mn-ea"/>
              </a:rPr>
              <a:t>图2-12</a:t>
            </a:r>
            <a:r>
              <a:rPr lang="zh-CN" altLang="en-US" sz="2400" b="1" kern="1200" dirty="0">
                <a:solidFill>
                  <a:srgbClr val="000066"/>
                </a:solidFill>
                <a:latin typeface="Arial" panose="020B0604020202020204" pitchFamily="34" charset="0"/>
                <a:ea typeface="楷体_GB2312" pitchFamily="49" charset="-122"/>
              </a:rPr>
              <a:t>为例来说明逻辑函数的这4种表示方法。只有开关A闭合，并且开关B和开关C中至少有一个闭合时，灯泡Y才会亮，其他情况下灯泡均不会亮。因此，灯泡Y亮灭的状态是开关A、B、C状态的函数，其中A、B、C的状态是输入逻辑变量，灯泡Y的状态是输出逻辑变量。</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1447800" y="533400"/>
            <a:ext cx="654685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sym typeface="+mn-ea"/>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88010" y="1524000"/>
            <a:ext cx="8003540" cy="190500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真值表就是将输入逻辑变量所有可能的取值与对应的函数值列成</a:t>
            </a:r>
            <a:r>
              <a:rPr lang="zh-CN" altLang="en-US" sz="2400" b="1" kern="1200" dirty="0">
                <a:solidFill>
                  <a:srgbClr val="000066"/>
                </a:solidFill>
                <a:latin typeface="Arial" panose="020B0604020202020204" pitchFamily="34" charset="0"/>
                <a:ea typeface="楷体_GB2312" pitchFamily="49" charset="-122"/>
                <a:sym typeface="+mn-ea"/>
              </a:rPr>
              <a:t>的</a:t>
            </a:r>
            <a:r>
              <a:rPr lang="zh-CN" altLang="en-US" sz="2400" b="1" kern="1200" dirty="0">
                <a:solidFill>
                  <a:srgbClr val="000066"/>
                </a:solidFill>
                <a:latin typeface="Arial" panose="020B0604020202020204" pitchFamily="34" charset="0"/>
                <a:ea typeface="楷体_GB2312" pitchFamily="49" charset="-122"/>
              </a:rPr>
              <a:t>表格。设开关闭合和</a:t>
            </a:r>
            <a:r>
              <a:rPr lang="zh-CN" altLang="en-US" sz="2400" b="1" kern="1200" dirty="0">
                <a:solidFill>
                  <a:srgbClr val="000066"/>
                </a:solidFill>
                <a:latin typeface="Arial" panose="020B0604020202020204" pitchFamily="34" charset="0"/>
                <a:ea typeface="楷体_GB2312" pitchFamily="49" charset="-122"/>
                <a:sym typeface="+mn-ea"/>
              </a:rPr>
              <a:t>灯亮均用逻辑1，开关</a:t>
            </a:r>
            <a:r>
              <a:rPr lang="zh-CN" altLang="en-US" sz="2400" b="1" kern="1200" dirty="0">
                <a:solidFill>
                  <a:srgbClr val="000066"/>
                </a:solidFill>
                <a:latin typeface="Arial" panose="020B0604020202020204" pitchFamily="34" charset="0"/>
                <a:ea typeface="楷体_GB2312" pitchFamily="49" charset="-122"/>
              </a:rPr>
              <a:t>断开和灯灭均用逻辑0表示，则输入逻辑变量A、B、C的取值组合就有000</a:t>
            </a:r>
            <a:r>
              <a:rPr lang="en-US" altLang="zh-CN" sz="2400" b="1" kern="1200" dirty="0">
                <a:solidFill>
                  <a:srgbClr val="000066"/>
                </a:solidFill>
                <a:latin typeface="Arial" panose="020B0604020202020204" pitchFamily="34" charset="0"/>
                <a:ea typeface="楷体_GB2312" pitchFamily="49" charset="-122"/>
              </a:rPr>
              <a:t>~</a:t>
            </a:r>
            <a:r>
              <a:rPr lang="zh-CN" altLang="en-US" sz="2400" b="1" kern="1200" dirty="0">
                <a:solidFill>
                  <a:srgbClr val="000066"/>
                </a:solidFill>
                <a:latin typeface="Arial" panose="020B0604020202020204" pitchFamily="34" charset="0"/>
                <a:ea typeface="楷体_GB2312" pitchFamily="49" charset="-122"/>
              </a:rPr>
              <a:t>111这</a:t>
            </a:r>
            <a:r>
              <a:rPr lang="zh-CN" altLang="en-US" sz="2400" b="1" kern="1200" dirty="0">
                <a:solidFill>
                  <a:srgbClr val="000066"/>
                </a:solidFill>
                <a:latin typeface="Arial" panose="020B0604020202020204" pitchFamily="34" charset="0"/>
                <a:ea typeface="楷体_GB2312" pitchFamily="49" charset="-122"/>
                <a:sym typeface="+mn-ea"/>
              </a:rPr>
              <a:t>8种情况</a:t>
            </a:r>
            <a:r>
              <a:rPr lang="zh-CN" altLang="en-US" sz="2400" b="1" kern="1200" dirty="0">
                <a:solidFill>
                  <a:srgbClr val="000066"/>
                </a:solidFill>
                <a:latin typeface="Arial" panose="020B0604020202020204" pitchFamily="34" charset="0"/>
                <a:ea typeface="楷体_GB2312" pitchFamily="49" charset="-122"/>
              </a:rPr>
              <a:t>，故真值表如下所示。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35380" y="1143000"/>
            <a:ext cx="199898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真值表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7" name="文本框 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pic>
        <p:nvPicPr>
          <p:cNvPr id="6" name="图片 5" descr="CMIBM9(TCPX8QTJ45YQ7A~4"/>
          <p:cNvPicPr>
            <a:picLocks noChangeAspect="1"/>
          </p:cNvPicPr>
          <p:nvPr/>
        </p:nvPicPr>
        <p:blipFill>
          <a:blip r:embed="rId1"/>
          <a:stretch>
            <a:fillRect/>
          </a:stretch>
        </p:blipFill>
        <p:spPr>
          <a:xfrm>
            <a:off x="762000" y="3429000"/>
            <a:ext cx="7534275" cy="3343275"/>
          </a:xfrm>
          <a:prstGeom prst="rect">
            <a:avLst/>
          </a:prstGeom>
        </p:spPr>
      </p:pic>
      <p:sp>
        <p:nvSpPr>
          <p:cNvPr id="8"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676400"/>
            <a:ext cx="8003540" cy="107442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逻辑函数表达式是逻辑变量通过与、或、非等逻辑运算组合起来的表达式，简称为逻辑函数式或逻辑表达式。</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219200"/>
            <a:ext cx="334010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逻辑函数表达式</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Rectangle 3"/>
          <p:cNvSpPr>
            <a:spLocks noGrp="1"/>
          </p:cNvSpPr>
          <p:nvPr/>
        </p:nvSpPr>
        <p:spPr>
          <a:xfrm>
            <a:off x="685800" y="2590800"/>
            <a:ext cx="8003540" cy="27711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若已知逻辑电路的真值表，就可以从真值表得到逻辑函数式，具体步骤如下：</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chemeClr val="tx1"/>
                </a:solidFill>
                <a:latin typeface="Arial" panose="020B0604020202020204" pitchFamily="34" charset="0"/>
                <a:ea typeface="楷体_GB2312" pitchFamily="49" charset="-122"/>
              </a:rPr>
              <a:t>(1) 找出真值表中输出为1的所有项，每个1对应一个乘积项，乘积项中输入逻辑变量取值为1的用原变量表示，取值为0的用反变量表示。</a:t>
            </a:r>
            <a:endParaRPr lang="zh-CN" altLang="en-US" sz="2400" b="1" kern="1200" dirty="0">
              <a:solidFill>
                <a:schemeClr val="tx1"/>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altLang="zh-CN" sz="2400" b="1" kern="1200" dirty="0">
                <a:solidFill>
                  <a:schemeClr val="tx1"/>
                </a:solidFill>
                <a:latin typeface="Arial" panose="020B0604020202020204" pitchFamily="34" charset="0"/>
                <a:ea typeface="楷体_GB2312" pitchFamily="49" charset="-122"/>
              </a:rPr>
              <a:t>      </a:t>
            </a:r>
            <a:r>
              <a:rPr lang="zh-CN" altLang="en-US" sz="2400" b="1" kern="1200" dirty="0">
                <a:solidFill>
                  <a:schemeClr val="tx1"/>
                </a:solidFill>
                <a:latin typeface="Arial" panose="020B0604020202020204" pitchFamily="34" charset="0"/>
                <a:ea typeface="楷体_GB2312" pitchFamily="49" charset="-122"/>
              </a:rPr>
              <a:t>(2) 将所有乘积项相加，即可得到输出逻辑函数式。</a:t>
            </a:r>
            <a:endParaRPr lang="zh-CN" altLang="en-US" sz="2400" b="1" kern="1200" dirty="0">
              <a:solidFill>
                <a:schemeClr val="tx1"/>
              </a:solidFill>
              <a:latin typeface="Arial" panose="020B0604020202020204" pitchFamily="34" charset="0"/>
              <a:ea typeface="楷体_GB2312" pitchFamily="49" charset="-122"/>
            </a:endParaRPr>
          </a:p>
        </p:txBody>
      </p:sp>
      <p:sp>
        <p:nvSpPr>
          <p:cNvPr id="8" name="Rectangle 3"/>
          <p:cNvSpPr>
            <a:spLocks noGrp="1"/>
          </p:cNvSpPr>
          <p:nvPr/>
        </p:nvSpPr>
        <p:spPr>
          <a:xfrm>
            <a:off x="632460" y="5308600"/>
            <a:ext cx="8003540" cy="10744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表2-9中，输出为1的项共三项，故输出逻辑函数式中有三个乘积项，因此，输出逻辑函数式为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3" name="对象 -2147482565"/>
          <p:cNvGraphicFramePr>
            <a:graphicFrameLocks noChangeAspect="1"/>
          </p:cNvGraphicFramePr>
          <p:nvPr/>
        </p:nvGraphicFramePr>
        <p:xfrm>
          <a:off x="6324600" y="5839460"/>
          <a:ext cx="2501265" cy="379095"/>
        </p:xfrm>
        <a:graphic>
          <a:graphicData uri="http://schemas.openxmlformats.org/presentationml/2006/ole">
            <mc:AlternateContent xmlns:mc="http://schemas.openxmlformats.org/markup-compatibility/2006">
              <mc:Choice xmlns:v="urn:schemas-microsoft-com:vml" Requires="v">
                <p:oleObj spid="_x0000_s3076" name="" r:id="rId1" imgW="1256665" imgH="190500" progId="Equation.DSMT4">
                  <p:embed/>
                </p:oleObj>
              </mc:Choice>
              <mc:Fallback>
                <p:oleObj name="" r:id="rId1" imgW="1256665" imgH="190500" progId="Equation.DSMT4">
                  <p:embed/>
                  <p:pic>
                    <p:nvPicPr>
                      <p:cNvPr id="0" name="图片 3075"/>
                      <p:cNvPicPr/>
                      <p:nvPr/>
                    </p:nvPicPr>
                    <p:blipFill>
                      <a:blip r:embed="rId2"/>
                      <a:stretch>
                        <a:fillRect/>
                      </a:stretch>
                    </p:blipFill>
                    <p:spPr>
                      <a:xfrm>
                        <a:off x="6324600" y="5839460"/>
                        <a:ext cx="2501265" cy="3790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wheel(1)">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600200"/>
            <a:ext cx="8003540" cy="100838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将逻辑函数式中各逻辑变量的与、或、非等逻辑运算用相应的逻辑门符号表示出来的图形称为逻辑图。</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66800" y="11430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逻辑图</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8" name="组合 17"/>
          <p:cNvGrpSpPr/>
          <p:nvPr/>
        </p:nvGrpSpPr>
        <p:grpSpPr>
          <a:xfrm>
            <a:off x="556260" y="2413000"/>
            <a:ext cx="8003540" cy="1455420"/>
            <a:chOff x="1116" y="3800"/>
            <a:chExt cx="12604" cy="2292"/>
          </a:xfrm>
        </p:grpSpPr>
        <p:sp>
          <p:nvSpPr>
            <p:cNvPr id="7" name="Rectangle 3"/>
            <p:cNvSpPr>
              <a:spLocks noGrp="1"/>
            </p:cNvSpPr>
            <p:nvPr/>
          </p:nvSpPr>
          <p:spPr>
            <a:xfrm>
              <a:off x="1116" y="3800"/>
              <a:ext cx="12604" cy="229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式 (2-11) 的逻辑函数式中，需要两个非门实现</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。其次，</a:t>
              </a:r>
              <a:r>
                <a:rPr lang="zh-CN" altLang="en-US" sz="2400" b="1" dirty="0">
                  <a:solidFill>
                    <a:srgbClr val="000066"/>
                  </a:solidFill>
                  <a:latin typeface="Arial" panose="020B0604020202020204" pitchFamily="34" charset="0"/>
                  <a:ea typeface="楷体_GB2312" pitchFamily="49" charset="-122"/>
                  <a:sym typeface="+mn-ea"/>
                </a:rPr>
                <a:t>需要三个与门实现</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的</a:t>
              </a:r>
              <a:r>
                <a:rPr lang="zh-CN" altLang="en-US" sz="2400" b="1" kern="1200" dirty="0">
                  <a:solidFill>
                    <a:srgbClr val="000066"/>
                  </a:solidFill>
                  <a:latin typeface="Arial" panose="020B0604020202020204" pitchFamily="34" charset="0"/>
                  <a:ea typeface="楷体_GB2312" pitchFamily="49" charset="-122"/>
                </a:rPr>
                <a:t>与运算，需一个</a:t>
              </a:r>
              <a:r>
                <a:rPr lang="en-US" altLang="zh-CN" sz="2400" b="1" kern="12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输入或门实现以上</a:t>
              </a:r>
              <a:r>
                <a:rPr lang="en-US" altLang="zh-CN" sz="2400" b="1" kern="12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项的或运算，故逻辑图如下所示。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9" name="对象 8">
              <a:hlinkClick r:id="" action="ppaction://ole?verb="/>
            </p:cNvPr>
            <p:cNvGraphicFramePr>
              <a:graphicFrameLocks noChangeAspect="1"/>
            </p:cNvGraphicFramePr>
            <p:nvPr/>
          </p:nvGraphicFramePr>
          <p:xfrm>
            <a:off x="11760" y="3960"/>
            <a:ext cx="423" cy="564"/>
          </p:xfrm>
          <a:graphic>
            <a:graphicData uri="http://schemas.openxmlformats.org/presentationml/2006/ole">
              <mc:AlternateContent xmlns:mc="http://schemas.openxmlformats.org/markup-compatibility/2006">
                <mc:Choice xmlns:v="urn:schemas-microsoft-com:vml" Requires="v">
                  <p:oleObj spid="_x0000_s2049" name="" r:id="rId1" imgW="152400" imgH="203200" progId="Equation.KSEE3">
                    <p:embed/>
                  </p:oleObj>
                </mc:Choice>
                <mc:Fallback>
                  <p:oleObj name="" r:id="rId1" imgW="152400" imgH="203200" progId="Equation.KSEE3">
                    <p:embed/>
                    <p:pic>
                      <p:nvPicPr>
                        <p:cNvPr id="0" name="图片 2048"/>
                        <p:cNvPicPr/>
                        <p:nvPr/>
                      </p:nvPicPr>
                      <p:blipFill>
                        <a:blip r:embed="rId2"/>
                        <a:stretch>
                          <a:fillRect/>
                        </a:stretch>
                      </p:blipFill>
                      <p:spPr>
                        <a:xfrm>
                          <a:off x="11760" y="3960"/>
                          <a:ext cx="423" cy="564"/>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12720" y="3942"/>
            <a:ext cx="423" cy="600"/>
          </p:xfrm>
          <a:graphic>
            <a:graphicData uri="http://schemas.openxmlformats.org/presentationml/2006/ole">
              <mc:AlternateContent xmlns:mc="http://schemas.openxmlformats.org/markup-compatibility/2006">
                <mc:Choice xmlns:v="urn:schemas-microsoft-com:vml" Requires="v">
                  <p:oleObj spid="_x0000_s3" name="" r:id="rId3" imgW="152400" imgH="215900" progId="Equation.KSEE3">
                    <p:embed/>
                  </p:oleObj>
                </mc:Choice>
                <mc:Fallback>
                  <p:oleObj name="" r:id="rId3" imgW="152400" imgH="215900" progId="Equation.KSEE3">
                    <p:embed/>
                    <p:pic>
                      <p:nvPicPr>
                        <p:cNvPr id="0" name="图片 2048"/>
                        <p:cNvPicPr/>
                        <p:nvPr/>
                      </p:nvPicPr>
                      <p:blipFill>
                        <a:blip r:embed="rId4"/>
                        <a:stretch>
                          <a:fillRect/>
                        </a:stretch>
                      </p:blipFill>
                      <p:spPr>
                        <a:xfrm>
                          <a:off x="12720" y="3942"/>
                          <a:ext cx="423" cy="60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6656" y="4604"/>
            <a:ext cx="1069" cy="600"/>
          </p:xfrm>
          <a:graphic>
            <a:graphicData uri="http://schemas.openxmlformats.org/presentationml/2006/ole">
              <mc:AlternateContent xmlns:mc="http://schemas.openxmlformats.org/markup-compatibility/2006">
                <mc:Choice xmlns:v="urn:schemas-microsoft-com:vml" Requires="v">
                  <p:oleObj spid="_x0000_s12" name="" r:id="rId5" imgW="355600" imgH="215900" progId="Equation.KSEE3">
                    <p:embed/>
                  </p:oleObj>
                </mc:Choice>
                <mc:Fallback>
                  <p:oleObj name="" r:id="rId5" imgW="355600" imgH="215900" progId="Equation.KSEE3">
                    <p:embed/>
                    <p:pic>
                      <p:nvPicPr>
                        <p:cNvPr id="0" name="图片 2048"/>
                        <p:cNvPicPr/>
                        <p:nvPr/>
                      </p:nvPicPr>
                      <p:blipFill>
                        <a:blip r:embed="rId6"/>
                        <a:stretch>
                          <a:fillRect/>
                        </a:stretch>
                      </p:blipFill>
                      <p:spPr>
                        <a:xfrm>
                          <a:off x="6656" y="4604"/>
                          <a:ext cx="1069" cy="60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7920" y="4560"/>
            <a:ext cx="987" cy="600"/>
          </p:xfrm>
          <a:graphic>
            <a:graphicData uri="http://schemas.openxmlformats.org/presentationml/2006/ole">
              <mc:AlternateContent xmlns:mc="http://schemas.openxmlformats.org/markup-compatibility/2006">
                <mc:Choice xmlns:v="urn:schemas-microsoft-com:vml" Requires="v">
                  <p:oleObj spid="_x0000_s14" name="" r:id="rId7" imgW="355600" imgH="215900" progId="Equation.KSEE3">
                    <p:embed/>
                  </p:oleObj>
                </mc:Choice>
                <mc:Fallback>
                  <p:oleObj name="" r:id="rId7" imgW="355600" imgH="215900" progId="Equation.KSEE3">
                    <p:embed/>
                    <p:pic>
                      <p:nvPicPr>
                        <p:cNvPr id="0" name="图片 2048"/>
                        <p:cNvPicPr/>
                        <p:nvPr/>
                      </p:nvPicPr>
                      <p:blipFill>
                        <a:blip r:embed="rId8"/>
                        <a:stretch>
                          <a:fillRect/>
                        </a:stretch>
                      </p:blipFill>
                      <p:spPr>
                        <a:xfrm>
                          <a:off x="7920" y="4560"/>
                          <a:ext cx="987" cy="60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9174" y="4702"/>
            <a:ext cx="987" cy="492"/>
          </p:xfrm>
          <a:graphic>
            <a:graphicData uri="http://schemas.openxmlformats.org/presentationml/2006/ole">
              <mc:AlternateContent xmlns:mc="http://schemas.openxmlformats.org/markup-compatibility/2006">
                <mc:Choice xmlns:v="urn:schemas-microsoft-com:vml" Requires="v">
                  <p:oleObj spid="_x0000_s16" name="" r:id="rId9" imgW="355600" imgH="177165" progId="Equation.KSEE3">
                    <p:embed/>
                  </p:oleObj>
                </mc:Choice>
                <mc:Fallback>
                  <p:oleObj name="" r:id="rId9" imgW="355600" imgH="177165" progId="Equation.KSEE3">
                    <p:embed/>
                    <p:pic>
                      <p:nvPicPr>
                        <p:cNvPr id="0" name="图片 2048"/>
                        <p:cNvPicPr/>
                        <p:nvPr/>
                      </p:nvPicPr>
                      <p:blipFill>
                        <a:blip r:embed="rId10"/>
                        <a:stretch>
                          <a:fillRect/>
                        </a:stretch>
                      </p:blipFill>
                      <p:spPr>
                        <a:xfrm>
                          <a:off x="9174" y="4702"/>
                          <a:ext cx="987" cy="492"/>
                        </a:xfrm>
                        <a:prstGeom prst="rect">
                          <a:avLst/>
                        </a:prstGeom>
                      </p:spPr>
                    </p:pic>
                  </p:oleObj>
                </mc:Fallback>
              </mc:AlternateContent>
            </a:graphicData>
          </a:graphic>
        </p:graphicFrame>
      </p:grpSp>
      <p:grpSp>
        <p:nvGrpSpPr>
          <p:cNvPr id="19" name="组合 18"/>
          <p:cNvGrpSpPr/>
          <p:nvPr/>
        </p:nvGrpSpPr>
        <p:grpSpPr>
          <a:xfrm>
            <a:off x="2209800" y="3810000"/>
            <a:ext cx="4875530" cy="2927350"/>
            <a:chOff x="3480" y="6000"/>
            <a:chExt cx="7678" cy="4610"/>
          </a:xfrm>
        </p:grpSpPr>
        <p:sp>
          <p:nvSpPr>
            <p:cNvPr id="4" name="文本框 3"/>
            <p:cNvSpPr txBox="1"/>
            <p:nvPr/>
          </p:nvSpPr>
          <p:spPr>
            <a:xfrm>
              <a:off x="4320" y="10080"/>
              <a:ext cx="5380"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图2-13 串并联开关电路逻辑图</a:t>
              </a:r>
              <a:endParaRPr sz="1600">
                <a:latin typeface="Times New Roman" panose="02020603050405020304" charset="0"/>
                <a:ea typeface="宋体" panose="02010600030101010101" pitchFamily="2" charset="-122"/>
              </a:endParaRPr>
            </a:p>
          </p:txBody>
        </p:sp>
        <p:pic>
          <p:nvPicPr>
            <p:cNvPr id="9213" name="图片 2650"/>
            <p:cNvPicPr>
              <a:picLocks noChangeAspect="1"/>
            </p:cNvPicPr>
            <p:nvPr/>
          </p:nvPicPr>
          <p:blipFill>
            <a:blip r:embed="rId11"/>
            <a:stretch>
              <a:fillRect/>
            </a:stretch>
          </p:blipFill>
          <p:spPr>
            <a:xfrm>
              <a:off x="3480" y="6000"/>
              <a:ext cx="7679" cy="3934"/>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strips(downLeft)">
                                      <p:cBhvr>
                                        <p:cTn id="1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447800"/>
            <a:ext cx="8003540" cy="136461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根据输入逻辑变量在不同时间内的取值，求出相应的输出值，并将输入值和输出值按时间顺序排列得到的图形称为波形图。</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066800"/>
            <a:ext cx="259143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波形图</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7" name="组合 6"/>
          <p:cNvGrpSpPr/>
          <p:nvPr/>
        </p:nvGrpSpPr>
        <p:grpSpPr>
          <a:xfrm>
            <a:off x="838200" y="2971800"/>
            <a:ext cx="4253230" cy="3079750"/>
            <a:chOff x="1320" y="4680"/>
            <a:chExt cx="6698" cy="4850"/>
          </a:xfrm>
        </p:grpSpPr>
        <p:sp>
          <p:nvSpPr>
            <p:cNvPr id="3" name="文本框 2"/>
            <p:cNvSpPr txBox="1"/>
            <p:nvPr/>
          </p:nvSpPr>
          <p:spPr>
            <a:xfrm>
              <a:off x="2400" y="9000"/>
              <a:ext cx="4487"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图2-14 串并联开关电路波形图</a:t>
              </a:r>
              <a:endParaRPr sz="1600">
                <a:latin typeface="Times New Roman" panose="02020603050405020304" charset="0"/>
                <a:ea typeface="宋体" panose="02010600030101010101" pitchFamily="2" charset="-122"/>
              </a:endParaRPr>
            </a:p>
          </p:txBody>
        </p:sp>
        <p:pic>
          <p:nvPicPr>
            <p:cNvPr id="9214" name="图片 2651"/>
            <p:cNvPicPr>
              <a:picLocks noChangeAspect="1"/>
            </p:cNvPicPr>
            <p:nvPr/>
          </p:nvPicPr>
          <p:blipFill>
            <a:blip r:embed="rId1"/>
            <a:stretch>
              <a:fillRect/>
            </a:stretch>
          </p:blipFill>
          <p:spPr>
            <a:xfrm>
              <a:off x="1320" y="4680"/>
              <a:ext cx="6698" cy="4120"/>
            </a:xfrm>
            <a:prstGeom prst="rect">
              <a:avLst/>
            </a:prstGeom>
            <a:noFill/>
            <a:ln>
              <a:noFill/>
            </a:ln>
          </p:spPr>
        </p:pic>
      </p:grpSp>
      <p:sp>
        <p:nvSpPr>
          <p:cNvPr id="8" name="Rectangle 3"/>
          <p:cNvSpPr>
            <a:spLocks noGrp="1"/>
          </p:cNvSpPr>
          <p:nvPr/>
        </p:nvSpPr>
        <p:spPr>
          <a:xfrm>
            <a:off x="5410200" y="2514600"/>
            <a:ext cx="3318510" cy="32696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在t</a:t>
            </a:r>
            <a:r>
              <a:rPr lang="zh-CN" altLang="en-US" sz="2400" b="1" kern="1200" baseline="-25000" dirty="0">
                <a:solidFill>
                  <a:srgbClr val="000066"/>
                </a:solidFill>
                <a:latin typeface="Arial" panose="020B0604020202020204" pitchFamily="34" charset="0"/>
                <a:ea typeface="楷体_GB2312" pitchFamily="49" charset="-122"/>
              </a:rPr>
              <a:t>1</a:t>
            </a:r>
            <a:r>
              <a:rPr lang="zh-CN" altLang="en-US" sz="2400" b="1" kern="1200" dirty="0">
                <a:solidFill>
                  <a:srgbClr val="000066"/>
                </a:solidFill>
                <a:latin typeface="Arial" panose="020B0604020202020204" pitchFamily="34" charset="0"/>
                <a:ea typeface="楷体_GB2312" pitchFamily="49" charset="-122"/>
              </a:rPr>
              <a:t>~t</a:t>
            </a:r>
            <a:r>
              <a:rPr lang="zh-CN" altLang="en-US" sz="2400" b="1" kern="1200" baseline="-25000" dirty="0">
                <a:solidFill>
                  <a:srgbClr val="000066"/>
                </a:solidFill>
                <a:latin typeface="Arial" panose="020B0604020202020204" pitchFamily="34" charset="0"/>
                <a:ea typeface="楷体_GB2312" pitchFamily="49" charset="-122"/>
              </a:rPr>
              <a:t>8</a:t>
            </a:r>
            <a:r>
              <a:rPr lang="zh-CN" altLang="en-US" sz="2400" b="1" kern="1200" dirty="0">
                <a:solidFill>
                  <a:srgbClr val="000066"/>
                </a:solidFill>
                <a:latin typeface="Arial" panose="020B0604020202020204" pitchFamily="34" charset="0"/>
                <a:ea typeface="楷体_GB2312" pitchFamily="49" charset="-122"/>
              </a:rPr>
              <a:t>的时间内，输入变量ABC的取值分别为011、101、010、000、110、001、100、111，输出变量Y的取值分别为0、1、0、0、1、0、0、1。</a:t>
            </a:r>
            <a:endParaRPr lang="zh-CN" altLang="en-US"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381000" y="5943600"/>
            <a:ext cx="8494395" cy="5505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chemeClr val="accent4"/>
                </a:solidFill>
                <a:latin typeface="Arial" panose="020B0604020202020204" pitchFamily="34" charset="0"/>
                <a:ea typeface="楷体_GB2312" pitchFamily="49" charset="-122"/>
              </a:rPr>
              <a:t>      </a:t>
            </a:r>
            <a:r>
              <a:rPr lang="zh-CN" altLang="en-US" sz="2400" b="1" kern="1200" dirty="0">
                <a:solidFill>
                  <a:schemeClr val="accent4"/>
                </a:solidFill>
                <a:latin typeface="Arial" panose="020B0604020202020204" pitchFamily="34" charset="0"/>
                <a:ea typeface="楷体_GB2312" pitchFamily="49" charset="-122"/>
              </a:rPr>
              <a:t>思考：利用波形图如何得到输出逻辑变量的逻辑函数式？</a:t>
            </a:r>
            <a:endParaRPr lang="zh-CN" altLang="en-US" sz="2400" b="1" kern="1200" dirty="0">
              <a:solidFill>
                <a:schemeClr val="accent4"/>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000"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style.rotation</p:attrName>
                                        </p:attrNameLst>
                                      </p:cBhvr>
                                      <p:tavLst>
                                        <p:tav tm="0">
                                          <p:val>
                                            <p:fltVal val="720"/>
                                          </p:val>
                                        </p:tav>
                                        <p:tav tm="100000">
                                          <p:val>
                                            <p:fltVal val="0"/>
                                          </p:val>
                                        </p:tav>
                                      </p:tavLst>
                                    </p:anim>
                                    <p:anim calcmode="lin" valueType="num">
                                      <p:cBhvr>
                                        <p:cTn id="17" dur="1000" fill="hold"/>
                                        <p:tgtEl>
                                          <p:spTgt spid="8"/>
                                        </p:tgtEl>
                                        <p:attrNameLst>
                                          <p:attrName>ppt_h</p:attrName>
                                        </p:attrNameLst>
                                      </p:cBhvr>
                                      <p:tavLst>
                                        <p:tav tm="0">
                                          <p:val>
                                            <p:fltVal val="0"/>
                                          </p:val>
                                        </p:tav>
                                        <p:tav tm="100000">
                                          <p:val>
                                            <p:strVal val="#ppt_h"/>
                                          </p:val>
                                        </p:tav>
                                      </p:tavLst>
                                    </p:anim>
                                    <p:anim calcmode="lin" valueType="num">
                                      <p:cBhvr>
                                        <p:cTn id="18" dur="1000" fill="hold"/>
                                        <p:tgtEl>
                                          <p:spTgt spid="8"/>
                                        </p:tgtEl>
                                        <p:attrNameLst>
                                          <p:attrName>ppt_w</p:attrName>
                                        </p:attrNameLst>
                                      </p:cBhvr>
                                      <p:tavLst>
                                        <p:tav tm="0">
                                          <p:val>
                                            <p:fltVal val="0"/>
                                          </p:val>
                                        </p:tav>
                                        <p:tav tm="100000">
                                          <p:val>
                                            <p:strVal val="#ppt_w"/>
                                          </p:val>
                                        </p:tav>
                                      </p:tavLst>
                                    </p:anim>
                                  </p:childTnLst>
                                </p:cTn>
                              </p:par>
                            </p:childTnLst>
                          </p:cTn>
                        </p:par>
                      </p:childTnLst>
                    </p:cTn>
                  </p:par>
                  <p:par>
                    <p:cTn id="19" fill="hold">
                      <p:stCondLst>
                        <p:cond delay="indefinite"/>
                      </p:stCondLst>
                      <p:childTnLst>
                        <p:par>
                          <p:cTn id="20" fill="hold">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9"/>
                                        </p:tgtEl>
                                        <p:attrNameLst>
                                          <p:attrName>style.visibility</p:attrName>
                                        </p:attrNameLst>
                                      </p:cBhvr>
                                      <p:to>
                                        <p:strVal val="visible"/>
                                      </p:to>
                                    </p:set>
                                    <p:anim calcmode="discrete" valueType="clr">
                                      <p:cBhvr override="childStyle">
                                        <p:cTn id="23" dur="8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9"/>
                                        </p:tgtEl>
                                        <p:attrNameLst>
                                          <p:attrName>fillcolor</p:attrName>
                                        </p:attrNameLst>
                                      </p:cBhvr>
                                      <p:tavLst>
                                        <p:tav tm="0">
                                          <p:val>
                                            <p:clrVal>
                                              <a:schemeClr val="accent2"/>
                                            </p:clrVal>
                                          </p:val>
                                        </p:tav>
                                        <p:tav tm="50000">
                                          <p:val>
                                            <p:clrVal>
                                              <a:schemeClr val="hlink"/>
                                            </p:clrVal>
                                          </p:val>
                                        </p:tav>
                                      </p:tavLst>
                                    </p:anim>
                                    <p:set>
                                      <p:cBhvr>
                                        <p:cTn id="25" dur="80"/>
                                        <p:tgtEl>
                                          <p:spTgt spid="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762000" y="1143000"/>
            <a:ext cx="6106160" cy="613410"/>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2.2.2 </a:t>
            </a:r>
            <a:r>
              <a:rPr lang="zh-CN" altLang="en-US" sz="2800" i="0" dirty="0">
                <a:solidFill>
                  <a:srgbClr val="0070C0"/>
                </a:solidFill>
                <a:latin typeface="黑体" panose="02010609060101010101" pitchFamily="49" charset="-122"/>
                <a:ea typeface="黑体" panose="02010609060101010101" pitchFamily="49" charset="-122"/>
              </a:rPr>
              <a:t>逻辑函数表示方法之间的转换</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547370" y="1981200"/>
            <a:ext cx="8003540" cy="9950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【例2-1】已知一个逻辑电路的函数式为</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，列出其真值表。</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43000" y="1586230"/>
            <a:ext cx="47472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逻辑函数式转换成真值表</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3" name="对象 -2147482556"/>
          <p:cNvGraphicFramePr>
            <a:graphicFrameLocks noChangeAspect="1"/>
          </p:cNvGraphicFramePr>
          <p:nvPr/>
        </p:nvGraphicFramePr>
        <p:xfrm>
          <a:off x="6511290" y="2029460"/>
          <a:ext cx="2000250" cy="380365"/>
        </p:xfrm>
        <a:graphic>
          <a:graphicData uri="http://schemas.openxmlformats.org/presentationml/2006/ole">
            <mc:AlternateContent xmlns:mc="http://schemas.openxmlformats.org/markup-compatibility/2006">
              <mc:Choice xmlns:v="urn:schemas-microsoft-com:vml" Requires="v">
                <p:oleObj spid="_x0000_s3076" name="" r:id="rId1" imgW="1002665" imgH="190500" progId="Equation.DSMT4">
                  <p:embed/>
                </p:oleObj>
              </mc:Choice>
              <mc:Fallback>
                <p:oleObj name="" r:id="rId1" imgW="1002665" imgH="190500" progId="Equation.DSMT4">
                  <p:embed/>
                  <p:pic>
                    <p:nvPicPr>
                      <p:cNvPr id="0" name="图片 3075"/>
                      <p:cNvPicPr/>
                      <p:nvPr/>
                    </p:nvPicPr>
                    <p:blipFill>
                      <a:blip r:embed="rId2"/>
                      <a:stretch>
                        <a:fillRect/>
                      </a:stretch>
                    </p:blipFill>
                    <p:spPr>
                      <a:xfrm>
                        <a:off x="6511290" y="2029460"/>
                        <a:ext cx="2000250" cy="380365"/>
                      </a:xfrm>
                      <a:prstGeom prst="rect">
                        <a:avLst/>
                      </a:prstGeom>
                      <a:noFill/>
                      <a:ln w="38100">
                        <a:noFill/>
                        <a:miter/>
                      </a:ln>
                    </p:spPr>
                  </p:pic>
                </p:oleObj>
              </mc:Fallback>
            </mc:AlternateContent>
          </a:graphicData>
        </a:graphic>
      </p:graphicFrame>
      <p:pic>
        <p:nvPicPr>
          <p:cNvPr id="6" name="图片 5" descr="3I%J2GANF_$WZA(KFK$@F71"/>
          <p:cNvPicPr>
            <a:picLocks noChangeAspect="1"/>
          </p:cNvPicPr>
          <p:nvPr/>
        </p:nvPicPr>
        <p:blipFill>
          <a:blip r:embed="rId3"/>
          <a:stretch>
            <a:fillRect/>
          </a:stretch>
        </p:blipFill>
        <p:spPr>
          <a:xfrm>
            <a:off x="685800" y="3688715"/>
            <a:ext cx="7629525" cy="3161665"/>
          </a:xfrm>
          <a:prstGeom prst="rect">
            <a:avLst/>
          </a:prstGeom>
        </p:spPr>
      </p:pic>
      <p:sp>
        <p:nvSpPr>
          <p:cNvPr id="7" name="Rectangle 3"/>
          <p:cNvSpPr>
            <a:spLocks noGrp="1"/>
          </p:cNvSpPr>
          <p:nvPr/>
        </p:nvSpPr>
        <p:spPr>
          <a:xfrm>
            <a:off x="591820" y="2794000"/>
            <a:ext cx="8003540" cy="9950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解：将输入变量的8种取值组合，逐一代入逻辑函数式进行计算，再将结果填入表中，就得</a:t>
            </a:r>
            <a:r>
              <a:rPr lang="zh-CN" sz="2400" b="1" kern="1200" dirty="0">
                <a:solidFill>
                  <a:srgbClr val="000066"/>
                </a:solidFill>
                <a:latin typeface="Arial" panose="020B0604020202020204" pitchFamily="34" charset="0"/>
                <a:ea typeface="楷体_GB2312" pitchFamily="49" charset="-122"/>
              </a:rPr>
              <a:t>了</a:t>
            </a:r>
            <a:r>
              <a:rPr sz="2400" b="1" kern="1200" dirty="0">
                <a:solidFill>
                  <a:srgbClr val="000066"/>
                </a:solidFill>
                <a:latin typeface="Arial" panose="020B0604020202020204" pitchFamily="34" charset="0"/>
                <a:ea typeface="楷体_GB2312" pitchFamily="49" charset="-122"/>
              </a:rPr>
              <a:t>到相应的真值表</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000" fill="hold">
                                          <p:stCondLst>
                                            <p:cond delay="0"/>
                                          </p:stCondLst>
                                        </p:cTn>
                                        <p:tgtEl>
                                          <p:spTgt spid="7"/>
                                        </p:tgtEl>
                                        <p:attrNameLst>
                                          <p:attrName>style.visibility</p:attrName>
                                        </p:attrNameLst>
                                      </p:cBhvr>
                                      <p:to>
                                        <p:strVal val="visible"/>
                                      </p:to>
                                    </p:set>
                                    <p:animEffect transition="in" filter="circle(in)">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000" fill="hold">
                                          <p:stCondLst>
                                            <p:cond delay="0"/>
                                          </p:stCondLst>
                                        </p:cTn>
                                        <p:tgtEl>
                                          <p:spTgt spid="6"/>
                                        </p:tgtEl>
                                        <p:attrNameLst>
                                          <p:attrName>style.visibility</p:attrName>
                                        </p:attrNameLst>
                                      </p:cBhvr>
                                      <p:to>
                                        <p:strVal val="visible"/>
                                      </p:to>
                                    </p:set>
                                    <p:animEffect transition="in" filter="plus(in)">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15875" y="59753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676400"/>
            <a:ext cx="8003540" cy="10623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从输入端到输出端，逐级写出每个逻辑门的输出函数式，直到写出最后一个逻辑门的输出函数式。</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40741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逻辑图转换成逻辑函数式</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447800" y="533400"/>
            <a:ext cx="65271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2.2 </a:t>
            </a:r>
            <a:r>
              <a:rPr lang="zh-CN" altLang="en-US" b="1" dirty="0">
                <a:solidFill>
                  <a:srgbClr val="FF0000"/>
                </a:solidFill>
                <a:latin typeface="黑体" panose="02010609060101010101" pitchFamily="49" charset="-122"/>
                <a:ea typeface="黑体" panose="02010609060101010101" pitchFamily="49" charset="-122"/>
              </a:rPr>
              <a:t>逻辑函数的表示方法及其转换</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Rectangle 3"/>
          <p:cNvSpPr>
            <a:spLocks noGrp="1"/>
          </p:cNvSpPr>
          <p:nvPr/>
        </p:nvSpPr>
        <p:spPr>
          <a:xfrm>
            <a:off x="535940" y="2565400"/>
            <a:ext cx="8003540" cy="1062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【例2-2】已知一个电路的逻辑图如图2-15所示，试写出此电路的输出逻辑函数式。</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14" name="组合 13"/>
          <p:cNvGrpSpPr/>
          <p:nvPr/>
        </p:nvGrpSpPr>
        <p:grpSpPr>
          <a:xfrm>
            <a:off x="609600" y="3429000"/>
            <a:ext cx="4605020" cy="3308350"/>
            <a:chOff x="1320" y="5400"/>
            <a:chExt cx="7252" cy="5210"/>
          </a:xfrm>
        </p:grpSpPr>
        <p:sp>
          <p:nvSpPr>
            <p:cNvPr id="3" name="文本框 2"/>
            <p:cNvSpPr txBox="1"/>
            <p:nvPr/>
          </p:nvSpPr>
          <p:spPr>
            <a:xfrm>
              <a:off x="2280" y="10080"/>
              <a:ext cx="4233" cy="531"/>
            </a:xfrm>
            <a:prstGeom prst="rect">
              <a:avLst/>
            </a:prstGeom>
            <a:noFill/>
            <a:ln w="9525">
              <a:noFill/>
            </a:ln>
          </p:spPr>
          <p:txBody>
            <a:bodyPr wrap="square">
              <a:spAutoFit/>
            </a:bodyPr>
            <a:p>
              <a:r>
                <a:rPr sz="1600">
                  <a:latin typeface="Times New Roman" panose="02020603050405020304" charset="0"/>
                  <a:ea typeface="宋体" panose="02010600030101010101" pitchFamily="2" charset="-122"/>
                </a:rPr>
                <a:t>图2-15</a:t>
              </a:r>
              <a:r>
                <a:rPr lang="en-US" sz="1600">
                  <a:latin typeface="Times New Roman" panose="02020603050405020304" charset="0"/>
                  <a:ea typeface="宋体" panose="02010600030101010101" pitchFamily="2" charset="-122"/>
                </a:rPr>
                <a:t> </a:t>
              </a:r>
              <a:r>
                <a:rPr sz="1600">
                  <a:latin typeface="Times New Roman" panose="02020603050405020304" charset="0"/>
                  <a:ea typeface="宋体" panose="02010600030101010101" pitchFamily="2" charset="-122"/>
                </a:rPr>
                <a:t>例2-2电路逻辑图</a:t>
              </a:r>
              <a:endParaRPr sz="1600">
                <a:latin typeface="Times New Roman" panose="02020603050405020304" charset="0"/>
                <a:ea typeface="宋体" panose="02010600030101010101" pitchFamily="2" charset="-122"/>
              </a:endParaRPr>
            </a:p>
          </p:txBody>
        </p:sp>
        <p:pic>
          <p:nvPicPr>
            <p:cNvPr id="9215" name="图片 2652"/>
            <p:cNvPicPr>
              <a:picLocks noChangeAspect="1"/>
            </p:cNvPicPr>
            <p:nvPr/>
          </p:nvPicPr>
          <p:blipFill>
            <a:blip r:embed="rId1"/>
            <a:stretch>
              <a:fillRect/>
            </a:stretch>
          </p:blipFill>
          <p:spPr>
            <a:xfrm>
              <a:off x="1320" y="5400"/>
              <a:ext cx="7252" cy="4504"/>
            </a:xfrm>
            <a:prstGeom prst="rect">
              <a:avLst/>
            </a:prstGeom>
            <a:noFill/>
            <a:ln>
              <a:noFill/>
            </a:ln>
          </p:spPr>
        </p:pic>
      </p:grpSp>
      <p:grpSp>
        <p:nvGrpSpPr>
          <p:cNvPr id="13" name="组合 12"/>
          <p:cNvGrpSpPr/>
          <p:nvPr/>
        </p:nvGrpSpPr>
        <p:grpSpPr>
          <a:xfrm>
            <a:off x="5334000" y="3276600"/>
            <a:ext cx="3455670" cy="3962400"/>
            <a:chOff x="8760" y="4800"/>
            <a:chExt cx="5442" cy="6240"/>
          </a:xfrm>
        </p:grpSpPr>
        <p:sp>
          <p:nvSpPr>
            <p:cNvPr id="8" name="Rectangle 3"/>
            <p:cNvSpPr>
              <a:spLocks noGrp="1"/>
            </p:cNvSpPr>
            <p:nvPr/>
          </p:nvSpPr>
          <p:spPr>
            <a:xfrm>
              <a:off x="8760" y="4800"/>
              <a:ext cx="5226" cy="6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可以看成三级，第一级G1</a:t>
              </a:r>
              <a:r>
                <a:rPr lang="zh-CN" altLang="en-US" sz="2400" b="1" dirty="0">
                  <a:solidFill>
                    <a:srgbClr val="000066"/>
                  </a:solidFill>
                  <a:latin typeface="Arial" panose="020B0604020202020204" pitchFamily="34" charset="0"/>
                  <a:ea typeface="楷体_GB2312" pitchFamily="49" charset="-122"/>
                  <a:sym typeface="+mn-ea"/>
                </a:rPr>
                <a:t>的输出为</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a:t>
              </a:r>
              <a:r>
                <a:rPr lang="zh-CN" altLang="en-US" sz="2400" b="1" kern="1200" dirty="0">
                  <a:solidFill>
                    <a:srgbClr val="000066"/>
                  </a:solidFill>
                  <a:latin typeface="Arial" panose="020B0604020202020204" pitchFamily="34" charset="0"/>
                  <a:ea typeface="楷体_GB2312" pitchFamily="49" charset="-122"/>
                </a:rPr>
                <a:t>第二级G2、G3、G4的</a:t>
              </a:r>
              <a:r>
                <a:rPr lang="zh-CN" altLang="en-US" sz="2400" b="1" dirty="0">
                  <a:solidFill>
                    <a:srgbClr val="000066"/>
                  </a:solidFill>
                  <a:latin typeface="Arial" panose="020B0604020202020204" pitchFamily="34" charset="0"/>
                  <a:ea typeface="楷体_GB2312" pitchFamily="49" charset="-122"/>
                  <a:sym typeface="+mn-ea"/>
                </a:rPr>
                <a:t>输出分别为</a:t>
              </a:r>
              <a:r>
                <a:rPr lang="en-US" altLang="zh-CN" sz="2400" b="1" dirty="0">
                  <a:solidFill>
                    <a:srgbClr val="000066"/>
                  </a:solidFill>
                  <a:latin typeface="Arial" panose="020B0604020202020204" pitchFamily="34" charset="0"/>
                  <a:ea typeface="楷体_GB2312" pitchFamily="49" charset="-122"/>
                  <a:sym typeface="+mn-ea"/>
                </a:rPr>
                <a:t>      </a:t>
              </a:r>
              <a:r>
                <a:rPr lang="zh-CN" altLang="en-US" sz="2400" b="1" dirty="0">
                  <a:solidFill>
                    <a:srgbClr val="000066"/>
                  </a:solidFill>
                  <a:latin typeface="Arial" panose="020B0604020202020204" pitchFamily="34" charset="0"/>
                  <a:ea typeface="楷体_GB2312" pitchFamily="49" charset="-122"/>
                  <a:sym typeface="+mn-ea"/>
                </a:rPr>
                <a:t>、</a:t>
              </a:r>
              <a:r>
                <a:rPr lang="en-US" altLang="zh-CN" sz="2400" b="1" dirty="0">
                  <a:solidFill>
                    <a:srgbClr val="000066"/>
                  </a:solidFill>
                  <a:latin typeface="Arial" panose="020B0604020202020204" pitchFamily="34" charset="0"/>
                  <a:ea typeface="楷体_GB2312" pitchFamily="49" charset="-122"/>
                  <a:sym typeface="+mn-ea"/>
                </a:rPr>
                <a:t>        </a:t>
              </a:r>
              <a:endParaRPr lang="en-US" altLang="zh-CN" sz="2400" b="1" dirty="0">
                <a:solidFill>
                  <a:srgbClr val="000066"/>
                </a:solidFill>
                <a:latin typeface="Arial" panose="020B0604020202020204" pitchFamily="34" charset="0"/>
                <a:ea typeface="楷体_GB2312" pitchFamily="49" charset="-122"/>
                <a:sym typeface="+mn-ea"/>
              </a:endParaRPr>
            </a:p>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，第三级G5的输出为</a:t>
              </a:r>
              <a:r>
                <a:rPr lang="en-US" altLang="zh-CN" sz="2400" b="1" i="1" kern="1200" dirty="0">
                  <a:solidFill>
                    <a:srgbClr val="000066"/>
                  </a:solidFill>
                  <a:latin typeface="Arial" panose="020B0604020202020204" pitchFamily="34" charset="0"/>
                  <a:ea typeface="楷体_GB2312" pitchFamily="49" charset="-122"/>
                </a:rPr>
                <a:t>Y</a:t>
              </a:r>
              <a:r>
                <a:rPr lang="zh-CN" altLang="en-US" sz="2400" b="1" kern="1200" dirty="0">
                  <a:solidFill>
                    <a:srgbClr val="000066"/>
                  </a:solidFill>
                  <a:latin typeface="Arial" panose="020B0604020202020204" pitchFamily="34" charset="0"/>
                  <a:ea typeface="楷体_GB2312" pitchFamily="49" charset="-122"/>
                </a:rPr>
                <a:t>，即</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0" name="对象 9">
              <a:hlinkClick r:id="" action="ppaction://ole?verb="/>
            </p:cNvPr>
            <p:cNvGraphicFramePr>
              <a:graphicFrameLocks noChangeAspect="1"/>
            </p:cNvGraphicFramePr>
            <p:nvPr/>
          </p:nvGraphicFramePr>
          <p:xfrm>
            <a:off x="12764" y="5618"/>
            <a:ext cx="423" cy="600"/>
          </p:xfrm>
          <a:graphic>
            <a:graphicData uri="http://schemas.openxmlformats.org/presentationml/2006/ole">
              <mc:AlternateContent xmlns:mc="http://schemas.openxmlformats.org/markup-compatibility/2006">
                <mc:Choice xmlns:v="urn:schemas-microsoft-com:vml" Requires="v">
                  <p:oleObj spid="_x0000_s2049" name="" r:id="rId2" imgW="152400" imgH="215900" progId="Equation.KSEE3">
                    <p:embed/>
                  </p:oleObj>
                </mc:Choice>
                <mc:Fallback>
                  <p:oleObj name="" r:id="rId2" imgW="152400" imgH="215900" progId="Equation.KSEE3">
                    <p:embed/>
                    <p:pic>
                      <p:nvPicPr>
                        <p:cNvPr id="0" name="图片 2048"/>
                        <p:cNvPicPr/>
                        <p:nvPr/>
                      </p:nvPicPr>
                      <p:blipFill>
                        <a:blip r:embed="rId3"/>
                        <a:stretch>
                          <a:fillRect/>
                        </a:stretch>
                      </p:blipFill>
                      <p:spPr>
                        <a:xfrm>
                          <a:off x="12764" y="5618"/>
                          <a:ext cx="423" cy="600"/>
                        </a:xfrm>
                        <a:prstGeom prst="rect">
                          <a:avLst/>
                        </a:prstGeom>
                      </p:spPr>
                    </p:pic>
                  </p:oleObj>
                </mc:Fallback>
              </mc:AlternateContent>
            </a:graphicData>
          </a:graphic>
        </p:graphicFrame>
        <p:graphicFrame>
          <p:nvGraphicFramePr>
            <p:cNvPr id="4" name="对象 -2147482552"/>
            <p:cNvGraphicFramePr>
              <a:graphicFrameLocks noChangeAspect="1"/>
            </p:cNvGraphicFramePr>
            <p:nvPr/>
          </p:nvGraphicFramePr>
          <p:xfrm>
            <a:off x="11400" y="7080"/>
            <a:ext cx="774" cy="517"/>
          </p:xfrm>
          <a:graphic>
            <a:graphicData uri="http://schemas.openxmlformats.org/presentationml/2006/ole">
              <mc:AlternateContent xmlns:mc="http://schemas.openxmlformats.org/markup-compatibility/2006">
                <mc:Choice xmlns:v="urn:schemas-microsoft-com:vml" Requires="v">
                  <p:oleObj spid="_x0000_s3076" name="" r:id="rId4" imgW="228600" imgH="152400" progId="Equation.DSMT4">
                    <p:embed/>
                  </p:oleObj>
                </mc:Choice>
                <mc:Fallback>
                  <p:oleObj name="" r:id="rId4" imgW="228600" imgH="152400" progId="Equation.DSMT4">
                    <p:embed/>
                    <p:pic>
                      <p:nvPicPr>
                        <p:cNvPr id="0" name="图片 3075"/>
                        <p:cNvPicPr/>
                        <p:nvPr/>
                      </p:nvPicPr>
                      <p:blipFill>
                        <a:blip r:embed="rId5"/>
                        <a:stretch>
                          <a:fillRect/>
                        </a:stretch>
                      </p:blipFill>
                      <p:spPr>
                        <a:xfrm>
                          <a:off x="11400" y="7080"/>
                          <a:ext cx="774" cy="517"/>
                        </a:xfrm>
                        <a:prstGeom prst="rect">
                          <a:avLst/>
                        </a:prstGeom>
                        <a:noFill/>
                        <a:ln w="38100">
                          <a:noFill/>
                          <a:miter/>
                        </a:ln>
                      </p:spPr>
                    </p:pic>
                  </p:oleObj>
                </mc:Fallback>
              </mc:AlternateContent>
            </a:graphicData>
          </a:graphic>
        </p:graphicFrame>
        <p:graphicFrame>
          <p:nvGraphicFramePr>
            <p:cNvPr id="6" name="对象 -2147482551"/>
            <p:cNvGraphicFramePr>
              <a:graphicFrameLocks noChangeAspect="1"/>
            </p:cNvGraphicFramePr>
            <p:nvPr/>
          </p:nvGraphicFramePr>
          <p:xfrm>
            <a:off x="12436" y="6992"/>
            <a:ext cx="1767" cy="631"/>
          </p:xfrm>
          <a:graphic>
            <a:graphicData uri="http://schemas.openxmlformats.org/presentationml/2006/ole">
              <mc:AlternateContent xmlns:mc="http://schemas.openxmlformats.org/markup-compatibility/2006">
                <mc:Choice xmlns:v="urn:schemas-microsoft-com:vml" Requires="v">
                  <p:oleObj spid="_x0000_s9" name="" r:id="rId6" imgW="533400" imgH="190500" progId="Equation.DSMT4">
                    <p:embed/>
                  </p:oleObj>
                </mc:Choice>
                <mc:Fallback>
                  <p:oleObj name="" r:id="rId6" imgW="533400" imgH="190500" progId="Equation.DSMT4">
                    <p:embed/>
                    <p:pic>
                      <p:nvPicPr>
                        <p:cNvPr id="0" name="图片 8"/>
                        <p:cNvPicPr/>
                        <p:nvPr/>
                      </p:nvPicPr>
                      <p:blipFill>
                        <a:blip r:embed="rId7"/>
                        <a:stretch>
                          <a:fillRect/>
                        </a:stretch>
                      </p:blipFill>
                      <p:spPr>
                        <a:xfrm>
                          <a:off x="12436" y="6992"/>
                          <a:ext cx="1767" cy="631"/>
                        </a:xfrm>
                        <a:prstGeom prst="rect">
                          <a:avLst/>
                        </a:prstGeom>
                        <a:noFill/>
                        <a:ln w="38100">
                          <a:noFill/>
                          <a:miter/>
                        </a:ln>
                      </p:spPr>
                    </p:pic>
                  </p:oleObj>
                </mc:Fallback>
              </mc:AlternateContent>
            </a:graphicData>
          </a:graphic>
        </p:graphicFrame>
        <p:graphicFrame>
          <p:nvGraphicFramePr>
            <p:cNvPr id="11" name="对象 -2147482550"/>
            <p:cNvGraphicFramePr>
              <a:graphicFrameLocks noChangeAspect="1"/>
            </p:cNvGraphicFramePr>
            <p:nvPr/>
          </p:nvGraphicFramePr>
          <p:xfrm>
            <a:off x="9000" y="7680"/>
            <a:ext cx="729" cy="608"/>
          </p:xfrm>
          <a:graphic>
            <a:graphicData uri="http://schemas.openxmlformats.org/presentationml/2006/ole">
              <mc:AlternateContent xmlns:mc="http://schemas.openxmlformats.org/markup-compatibility/2006">
                <mc:Choice xmlns:v="urn:schemas-microsoft-com:vml" Requires="v">
                  <p:oleObj spid="_x0000_s12" name="" r:id="rId8" imgW="228600" imgH="190500" progId="Equation.DSMT4">
                    <p:embed/>
                  </p:oleObj>
                </mc:Choice>
                <mc:Fallback>
                  <p:oleObj name="" r:id="rId8" imgW="228600" imgH="190500" progId="Equation.DSMT4">
                    <p:embed/>
                    <p:pic>
                      <p:nvPicPr>
                        <p:cNvPr id="0" name="图片 10"/>
                        <p:cNvPicPr/>
                        <p:nvPr/>
                      </p:nvPicPr>
                      <p:blipFill>
                        <a:blip r:embed="rId9"/>
                        <a:stretch>
                          <a:fillRect/>
                        </a:stretch>
                      </p:blipFill>
                      <p:spPr>
                        <a:xfrm>
                          <a:off x="9000" y="7680"/>
                          <a:ext cx="729" cy="608"/>
                        </a:xfrm>
                        <a:prstGeom prst="rect">
                          <a:avLst/>
                        </a:prstGeom>
                        <a:noFill/>
                        <a:ln w="38100">
                          <a:noFill/>
                          <a:miter/>
                        </a:ln>
                      </p:spPr>
                    </p:pic>
                  </p:oleObj>
                </mc:Fallback>
              </mc:AlternateContent>
            </a:graphicData>
          </a:graphic>
        </p:graphicFrame>
      </p:grpSp>
      <p:graphicFrame>
        <p:nvGraphicFramePr>
          <p:cNvPr id="15" name="对象 -2147482549"/>
          <p:cNvGraphicFramePr>
            <a:graphicFrameLocks noChangeAspect="1"/>
          </p:cNvGraphicFramePr>
          <p:nvPr/>
        </p:nvGraphicFramePr>
        <p:xfrm>
          <a:off x="5562600" y="6172200"/>
          <a:ext cx="2861945" cy="408940"/>
        </p:xfrm>
        <a:graphic>
          <a:graphicData uri="http://schemas.openxmlformats.org/presentationml/2006/ole">
            <mc:AlternateContent xmlns:mc="http://schemas.openxmlformats.org/markup-compatibility/2006">
              <mc:Choice xmlns:v="urn:schemas-microsoft-com:vml" Requires="v">
                <p:oleObj spid="_x0000_s16" name="" r:id="rId10" imgW="1332865" imgH="190500" progId="Equation.DSMT4">
                  <p:embed/>
                </p:oleObj>
              </mc:Choice>
              <mc:Fallback>
                <p:oleObj name="" r:id="rId10" imgW="1332865" imgH="190500" progId="Equation.DSMT4">
                  <p:embed/>
                  <p:pic>
                    <p:nvPicPr>
                      <p:cNvPr id="0" name="图片 11"/>
                      <p:cNvPicPr/>
                      <p:nvPr/>
                    </p:nvPicPr>
                    <p:blipFill>
                      <a:blip r:embed="rId11"/>
                      <a:stretch>
                        <a:fillRect/>
                      </a:stretch>
                    </p:blipFill>
                    <p:spPr>
                      <a:xfrm>
                        <a:off x="5562600" y="6172200"/>
                        <a:ext cx="2861945" cy="4089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up)">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anim calcmode="lin" valueType="num">
                                      <p:cBhvr>
                                        <p:cTn id="24" dur="1000" fill="hold"/>
                                        <p:tgtEl>
                                          <p:spTgt spid="15"/>
                                        </p:tgtEl>
                                        <p:attrNameLst>
                                          <p:attrName>ppt_x</p:attrName>
                                        </p:attrNameLst>
                                      </p:cBhvr>
                                      <p:tavLst>
                                        <p:tav tm="0">
                                          <p:val>
                                            <p:strVal val="#ppt_x"/>
                                          </p:val>
                                        </p:tav>
                                        <p:tav tm="100000">
                                          <p:val>
                                            <p:strVal val="#ppt_x"/>
                                          </p:val>
                                        </p:tav>
                                      </p:tavLst>
                                    </p:anim>
                                    <p:anim calcmode="lin" valueType="num">
                                      <p:cBhvr>
                                        <p:cTn id="2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6" name="Rectangle 2"/>
          <p:cNvSpPr>
            <a:spLocks noGrp="1"/>
          </p:cNvSpPr>
          <p:nvPr>
            <p:ph type="title"/>
          </p:nvPr>
        </p:nvSpPr>
        <p:spPr>
          <a:xfrm>
            <a:off x="609600" y="12192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2.3.1 </a:t>
            </a:r>
            <a:r>
              <a:rPr lang="zh-CN" altLang="en-US" sz="2800" i="0" dirty="0">
                <a:solidFill>
                  <a:srgbClr val="0070C0"/>
                </a:solidFill>
                <a:latin typeface="黑体" panose="02010609060101010101" pitchFamily="49" charset="-122"/>
                <a:ea typeface="黑体" panose="02010609060101010101" pitchFamily="49" charset="-122"/>
              </a:rPr>
              <a:t>逻辑代数公式</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533400" y="2209800"/>
            <a:ext cx="8003540" cy="18834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逻辑代数中，逻辑常量只有0和1，常量之间的运算有与、或、非、异或和同或等，运算公式如表2-11所示。此外，常量之间的运算还包括与非、或非、与或非等，这些运算可以通过推导得到。</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752600"/>
            <a:ext cx="361632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逻辑常量的运算公式</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7" name="图片 6" descr="3C$9[22VYOF58H3@W%3QODE"/>
          <p:cNvPicPr>
            <a:picLocks noChangeAspect="1"/>
          </p:cNvPicPr>
          <p:nvPr/>
        </p:nvPicPr>
        <p:blipFill>
          <a:blip r:embed="rId1"/>
          <a:stretch>
            <a:fillRect/>
          </a:stretch>
        </p:blipFill>
        <p:spPr>
          <a:xfrm>
            <a:off x="762000" y="3962400"/>
            <a:ext cx="7854315" cy="29298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
                                        <p:tgtEl>
                                          <p:spTgt spid="7"/>
                                        </p:tgtEl>
                                      </p:cBhvr>
                                    </p:animEffect>
                                    <p:anim calcmode="lin" valueType="num">
                                      <p:cBhvr>
                                        <p:cTn id="8" dur="400" fill="hold"/>
                                        <p:tgtEl>
                                          <p:spTgt spid="7"/>
                                        </p:tgtEl>
                                        <p:attrNameLst>
                                          <p:attrName>ppt_x</p:attrName>
                                        </p:attrNameLst>
                                      </p:cBhvr>
                                      <p:tavLst>
                                        <p:tav tm="0">
                                          <p:val>
                                            <p:strVal val="#ppt_x"/>
                                          </p:val>
                                        </p:tav>
                                        <p:tav tm="100000">
                                          <p:val>
                                            <p:strVal val="#ppt_x"/>
                                          </p:val>
                                        </p:tav>
                                      </p:tavLst>
                                    </p:anim>
                                    <p:anim calcmode="lin" valueType="num">
                                      <p:cBhvr>
                                        <p:cTn id="9" dur="400" fill="hold"/>
                                        <p:tgtEl>
                                          <p:spTgt spid="7"/>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752600"/>
            <a:ext cx="8003540" cy="111252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假设A是一个逻辑变量，那么逻辑变量A与常量间的运算公式如表2-12所示。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4739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逻辑变量与常量间的运算公式</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4" name="图片 3" descr="126PI~OE8)LS@UBLR77{@$M"/>
          <p:cNvPicPr>
            <a:picLocks noChangeAspect="1"/>
          </p:cNvPicPr>
          <p:nvPr/>
        </p:nvPicPr>
        <p:blipFill>
          <a:blip r:embed="rId1"/>
          <a:stretch>
            <a:fillRect/>
          </a:stretch>
        </p:blipFill>
        <p:spPr>
          <a:xfrm>
            <a:off x="609600" y="2971800"/>
            <a:ext cx="7915275" cy="24390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752600"/>
            <a:ext cx="8003540" cy="143446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在普通代数中，最为常用的运算定律有：交换律、结合律和分配律。同样，逻辑代数也有这3个运算定律，如表2-13所示。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95400"/>
            <a:ext cx="438658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与普通代数类似的运算定律</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4" name="图片 3" descr="Z)@S]5MN)8Z@IM}~UYH7R5F"/>
          <p:cNvPicPr>
            <a:picLocks noChangeAspect="1"/>
          </p:cNvPicPr>
          <p:nvPr/>
        </p:nvPicPr>
        <p:blipFill>
          <a:blip r:embed="rId1"/>
          <a:stretch>
            <a:fillRect/>
          </a:stretch>
        </p:blipFill>
        <p:spPr>
          <a:xfrm>
            <a:off x="685800" y="3200400"/>
            <a:ext cx="7856220" cy="2185670"/>
          </a:xfrm>
          <a:prstGeom prst="rect">
            <a:avLst/>
          </a:prstGeom>
        </p:spPr>
      </p:pic>
      <p:sp>
        <p:nvSpPr>
          <p:cNvPr id="6" name="Rectangle 3"/>
          <p:cNvSpPr>
            <a:spLocks noGrp="1"/>
          </p:cNvSpPr>
          <p:nvPr/>
        </p:nvSpPr>
        <p:spPr>
          <a:xfrm>
            <a:off x="521970" y="5308600"/>
            <a:ext cx="8003540" cy="9728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表中分配律 ② 这个运算公式在普通代数中是不存在的，在之后的例2-4中将证明它的正确性。</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4*#ppt_w"/>
                                          </p:val>
                                        </p:tav>
                                        <p:tav tm="100000">
                                          <p:val>
                                            <p:strVal val="#ppt_w"/>
                                          </p:val>
                                        </p:tav>
                                      </p:tavLst>
                                    </p:anim>
                                    <p:anim calcmode="lin" valueType="num">
                                      <p:cBhvr>
                                        <p:cTn id="14" dur="500" fill="hold"/>
                                        <p:tgtEl>
                                          <p:spTgt spid="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600200"/>
            <a:ext cx="8003540" cy="100647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变量间的运算定律有：重叠律、还原律、互补律、吸收律、摩根定律以及其他常用的4个恒等式，如下表所示。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198880" y="1143000"/>
            <a:ext cx="4358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变量与变量间的运算定律</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 name="Rectangle 3"/>
          <p:cNvSpPr>
            <a:spLocks noGrp="1"/>
          </p:cNvSpPr>
          <p:nvPr/>
        </p:nvSpPr>
        <p:spPr>
          <a:xfrm>
            <a:off x="660400" y="5918200"/>
            <a:ext cx="8003540" cy="10064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重叠律、还原律和互补律均能用假设法证明，即假设每个逻辑变量的取值为0和1两种情况分别证明其正确性。</a:t>
            </a:r>
            <a:endParaRPr lang="zh-CN" altLang="en-US" sz="2400" b="1" kern="1200" dirty="0">
              <a:solidFill>
                <a:srgbClr val="000066"/>
              </a:solidFill>
              <a:latin typeface="Arial" panose="020B0604020202020204" pitchFamily="34" charset="0"/>
              <a:ea typeface="楷体_GB2312" pitchFamily="49" charset="-122"/>
            </a:endParaRPr>
          </a:p>
        </p:txBody>
      </p:sp>
      <p:pic>
        <p:nvPicPr>
          <p:cNvPr id="3" name="图片 2" descr="2}{I5JP9UYGS3]4)YSMP770"/>
          <p:cNvPicPr>
            <a:picLocks noChangeAspect="1"/>
          </p:cNvPicPr>
          <p:nvPr/>
        </p:nvPicPr>
        <p:blipFill>
          <a:blip r:embed="rId1"/>
          <a:stretch>
            <a:fillRect/>
          </a:stretch>
        </p:blipFill>
        <p:spPr>
          <a:xfrm>
            <a:off x="762000" y="2590800"/>
            <a:ext cx="8055610" cy="3295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000" fill="hold">
                                          <p:stCondLst>
                                            <p:cond delay="0"/>
                                          </p:stCondLst>
                                        </p:cTn>
                                        <p:tgtEl>
                                          <p:spTgt spid="3"/>
                                        </p:tgtEl>
                                        <p:attrNameLst>
                                          <p:attrName>style.visibility</p:attrName>
                                        </p:attrNameLst>
                                      </p:cBhvr>
                                      <p:to>
                                        <p:strVal val="visible"/>
                                      </p:to>
                                    </p:set>
                                    <p:animEffect transition="in" filter="circle(in)">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381000" y="1371600"/>
            <a:ext cx="8003540" cy="58864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【例2-3】证明等式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成立。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4" name="对象 3">
            <a:hlinkClick r:id="" action="ppaction://ole?verb="/>
          </p:cNvPr>
          <p:cNvGraphicFramePr>
            <a:graphicFrameLocks noChangeAspect="1"/>
          </p:cNvGraphicFramePr>
          <p:nvPr/>
        </p:nvGraphicFramePr>
        <p:xfrm>
          <a:off x="3643630" y="1475740"/>
          <a:ext cx="1102995" cy="311785"/>
        </p:xfrm>
        <a:graphic>
          <a:graphicData uri="http://schemas.openxmlformats.org/presentationml/2006/ole">
            <mc:AlternateContent xmlns:mc="http://schemas.openxmlformats.org/markup-compatibility/2006">
              <mc:Choice xmlns:v="urn:schemas-microsoft-com:vml" Requires="v">
                <p:oleObj spid="_x0000_s3073" name="" r:id="rId1" imgW="584200" imgH="165100" progId="Equation.KSEE3">
                  <p:embed/>
                </p:oleObj>
              </mc:Choice>
              <mc:Fallback>
                <p:oleObj name="" r:id="rId1" imgW="584200" imgH="165100" progId="Equation.KSEE3">
                  <p:embed/>
                  <p:pic>
                    <p:nvPicPr>
                      <p:cNvPr id="0" name="图片 3072"/>
                      <p:cNvPicPr/>
                      <p:nvPr/>
                    </p:nvPicPr>
                    <p:blipFill>
                      <a:blip r:embed="rId2"/>
                      <a:stretch>
                        <a:fillRect/>
                      </a:stretch>
                    </p:blipFill>
                    <p:spPr>
                      <a:xfrm>
                        <a:off x="3643630" y="1475740"/>
                        <a:ext cx="1102995" cy="311785"/>
                      </a:xfrm>
                      <a:prstGeom prst="rect">
                        <a:avLst/>
                      </a:prstGeom>
                    </p:spPr>
                  </p:pic>
                </p:oleObj>
              </mc:Fallback>
            </mc:AlternateContent>
          </a:graphicData>
        </a:graphic>
      </p:graphicFrame>
      <p:grpSp>
        <p:nvGrpSpPr>
          <p:cNvPr id="15" name="组合 14"/>
          <p:cNvGrpSpPr/>
          <p:nvPr/>
        </p:nvGrpSpPr>
        <p:grpSpPr>
          <a:xfrm>
            <a:off x="459740" y="1879600"/>
            <a:ext cx="8003540" cy="885190"/>
            <a:chOff x="1204" y="3080"/>
            <a:chExt cx="12604" cy="1394"/>
          </a:xfrm>
        </p:grpSpPr>
        <p:sp>
          <p:nvSpPr>
            <p:cNvPr id="6" name="Rectangle 3"/>
            <p:cNvSpPr>
              <a:spLocks noGrp="1"/>
            </p:cNvSpPr>
            <p:nvPr/>
          </p:nvSpPr>
          <p:spPr>
            <a:xfrm>
              <a:off x="1204" y="3080"/>
              <a:ext cx="12604" cy="13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证明：若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，则</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，故等式成立。</a:t>
              </a:r>
              <a:endParaRPr sz="2400" b="1" kern="1200" dirty="0">
                <a:solidFill>
                  <a:srgbClr val="000066"/>
                </a:solidFill>
                <a:latin typeface="Arial" panose="020B0604020202020204" pitchFamily="34" charset="0"/>
                <a:ea typeface="楷体_GB2312" pitchFamily="49" charset="-122"/>
              </a:endParaRPr>
            </a:p>
          </p:txBody>
        </p:sp>
        <p:graphicFrame>
          <p:nvGraphicFramePr>
            <p:cNvPr id="8" name="对象 7">
              <a:hlinkClick r:id="" action="ppaction://ole?verb="/>
            </p:cNvPr>
            <p:cNvGraphicFramePr>
              <a:graphicFrameLocks noChangeAspect="1"/>
            </p:cNvGraphicFramePr>
            <p:nvPr/>
          </p:nvGraphicFramePr>
          <p:xfrm>
            <a:off x="4080" y="3284"/>
            <a:ext cx="1133" cy="527"/>
          </p:xfrm>
          <a:graphic>
            <a:graphicData uri="http://schemas.openxmlformats.org/presentationml/2006/ole">
              <mc:AlternateContent xmlns:mc="http://schemas.openxmlformats.org/markup-compatibility/2006">
                <mc:Choice xmlns:v="urn:schemas-microsoft-com:vml" Requires="v">
                  <p:oleObj spid="_x0000_s2" name="" r:id="rId3" imgW="381000" imgH="177165" progId="Equation.KSEE3">
                    <p:embed/>
                  </p:oleObj>
                </mc:Choice>
                <mc:Fallback>
                  <p:oleObj name="" r:id="rId3" imgW="381000" imgH="177165" progId="Equation.KSEE3">
                    <p:embed/>
                    <p:pic>
                      <p:nvPicPr>
                        <p:cNvPr id="0" name="图片 3072"/>
                        <p:cNvPicPr/>
                        <p:nvPr/>
                      </p:nvPicPr>
                      <p:blipFill>
                        <a:blip r:embed="rId4"/>
                        <a:stretch>
                          <a:fillRect/>
                        </a:stretch>
                      </p:blipFill>
                      <p:spPr>
                        <a:xfrm>
                          <a:off x="4080" y="3284"/>
                          <a:ext cx="1133" cy="527"/>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6360" y="3272"/>
            <a:ext cx="3512" cy="527"/>
          </p:xfrm>
          <a:graphic>
            <a:graphicData uri="http://schemas.openxmlformats.org/presentationml/2006/ole">
              <mc:AlternateContent xmlns:mc="http://schemas.openxmlformats.org/markup-compatibility/2006">
                <mc:Choice xmlns:v="urn:schemas-microsoft-com:vml" Requires="v">
                  <p:oleObj spid="_x0000_s10" name="" r:id="rId5" imgW="1181100" imgH="177165" progId="Equation.KSEE3">
                    <p:embed/>
                  </p:oleObj>
                </mc:Choice>
                <mc:Fallback>
                  <p:oleObj name="" r:id="rId5" imgW="1181100" imgH="177165" progId="Equation.KSEE3">
                    <p:embed/>
                    <p:pic>
                      <p:nvPicPr>
                        <p:cNvPr id="0" name="图片 3072"/>
                        <p:cNvPicPr/>
                        <p:nvPr/>
                      </p:nvPicPr>
                      <p:blipFill>
                        <a:blip r:embed="rId6"/>
                        <a:stretch>
                          <a:fillRect/>
                        </a:stretch>
                      </p:blipFill>
                      <p:spPr>
                        <a:xfrm>
                          <a:off x="6360" y="3272"/>
                          <a:ext cx="3512" cy="527"/>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11078" y="3258"/>
            <a:ext cx="1058" cy="492"/>
          </p:xfrm>
          <a:graphic>
            <a:graphicData uri="http://schemas.openxmlformats.org/presentationml/2006/ole">
              <mc:AlternateContent xmlns:mc="http://schemas.openxmlformats.org/markup-compatibility/2006">
                <mc:Choice xmlns:v="urn:schemas-microsoft-com:vml" Requires="v">
                  <p:oleObj spid="_x0000_s12" name="" r:id="rId7" imgW="355600" imgH="165100" progId="Equation.KSEE3">
                    <p:embed/>
                  </p:oleObj>
                </mc:Choice>
                <mc:Fallback>
                  <p:oleObj name="" r:id="rId7" imgW="355600" imgH="165100" progId="Equation.KSEE3">
                    <p:embed/>
                    <p:pic>
                      <p:nvPicPr>
                        <p:cNvPr id="0" name="图片 3072"/>
                        <p:cNvPicPr/>
                        <p:nvPr/>
                      </p:nvPicPr>
                      <p:blipFill>
                        <a:blip r:embed="rId8"/>
                        <a:stretch>
                          <a:fillRect/>
                        </a:stretch>
                      </p:blipFill>
                      <p:spPr>
                        <a:xfrm>
                          <a:off x="11078" y="3258"/>
                          <a:ext cx="1058" cy="492"/>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1288" y="3960"/>
            <a:ext cx="3286" cy="492"/>
          </p:xfrm>
          <a:graphic>
            <a:graphicData uri="http://schemas.openxmlformats.org/presentationml/2006/ole">
              <mc:AlternateContent xmlns:mc="http://schemas.openxmlformats.org/markup-compatibility/2006">
                <mc:Choice xmlns:v="urn:schemas-microsoft-com:vml" Requires="v">
                  <p:oleObj spid="_x0000_s14" name="" r:id="rId9" imgW="1104900" imgH="165100" progId="Equation.KSEE3">
                    <p:embed/>
                  </p:oleObj>
                </mc:Choice>
                <mc:Fallback>
                  <p:oleObj name="" r:id="rId9" imgW="1104900" imgH="165100" progId="Equation.KSEE3">
                    <p:embed/>
                    <p:pic>
                      <p:nvPicPr>
                        <p:cNvPr id="0" name="图片 3072"/>
                        <p:cNvPicPr/>
                        <p:nvPr/>
                      </p:nvPicPr>
                      <p:blipFill>
                        <a:blip r:embed="rId10"/>
                        <a:stretch>
                          <a:fillRect/>
                        </a:stretch>
                      </p:blipFill>
                      <p:spPr>
                        <a:xfrm>
                          <a:off x="1288" y="3960"/>
                          <a:ext cx="3286" cy="492"/>
                        </a:xfrm>
                        <a:prstGeom prst="rect">
                          <a:avLst/>
                        </a:prstGeom>
                      </p:spPr>
                    </p:pic>
                  </p:oleObj>
                </mc:Fallback>
              </mc:AlternateContent>
            </a:graphicData>
          </a:graphic>
        </p:graphicFrame>
      </p:grpSp>
      <p:grpSp>
        <p:nvGrpSpPr>
          <p:cNvPr id="3" name="组合 2"/>
          <p:cNvGrpSpPr/>
          <p:nvPr/>
        </p:nvGrpSpPr>
        <p:grpSpPr>
          <a:xfrm>
            <a:off x="389890" y="2794000"/>
            <a:ext cx="8223885" cy="988060"/>
            <a:chOff x="614" y="4400"/>
            <a:chExt cx="12951" cy="1556"/>
          </a:xfrm>
        </p:grpSpPr>
        <p:sp>
          <p:nvSpPr>
            <p:cNvPr id="16" name="Rectangle 3"/>
            <p:cNvSpPr>
              <a:spLocks noGrp="1"/>
            </p:cNvSpPr>
            <p:nvPr/>
          </p:nvSpPr>
          <p:spPr>
            <a:xfrm>
              <a:off x="614" y="4400"/>
              <a:ext cx="12604" cy="155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【例2-4】证明分配律 ② 这一等式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成立。</a:t>
              </a:r>
              <a:endParaRPr sz="2400" b="1" kern="1200" dirty="0">
                <a:solidFill>
                  <a:srgbClr val="000066"/>
                </a:solidFill>
                <a:latin typeface="Arial" panose="020B0604020202020204" pitchFamily="34" charset="0"/>
                <a:ea typeface="楷体_GB2312" pitchFamily="49" charset="-122"/>
              </a:endParaRPr>
            </a:p>
          </p:txBody>
        </p:sp>
        <p:graphicFrame>
          <p:nvGraphicFramePr>
            <p:cNvPr id="18" name="对象 17">
              <a:hlinkClick r:id="" action="ppaction://ole?verb="/>
            </p:cNvPr>
            <p:cNvGraphicFramePr>
              <a:graphicFrameLocks noChangeAspect="1"/>
            </p:cNvGraphicFramePr>
            <p:nvPr/>
          </p:nvGraphicFramePr>
          <p:xfrm>
            <a:off x="8767" y="4560"/>
            <a:ext cx="4798" cy="605"/>
          </p:xfrm>
          <a:graphic>
            <a:graphicData uri="http://schemas.openxmlformats.org/presentationml/2006/ole">
              <mc:AlternateContent xmlns:mc="http://schemas.openxmlformats.org/markup-compatibility/2006">
                <mc:Choice xmlns:v="urn:schemas-microsoft-com:vml" Requires="v">
                  <p:oleObj spid="_x0000_s19" name="" r:id="rId11" imgW="1612900" imgH="203200" progId="Equation.KSEE3">
                    <p:embed/>
                  </p:oleObj>
                </mc:Choice>
                <mc:Fallback>
                  <p:oleObj name="" r:id="rId11" imgW="1612900" imgH="203200" progId="Equation.KSEE3">
                    <p:embed/>
                    <p:pic>
                      <p:nvPicPr>
                        <p:cNvPr id="0" name="图片 3072"/>
                        <p:cNvPicPr/>
                        <p:nvPr/>
                      </p:nvPicPr>
                      <p:blipFill>
                        <a:blip r:embed="rId12"/>
                        <a:stretch>
                          <a:fillRect/>
                        </a:stretch>
                      </p:blipFill>
                      <p:spPr>
                        <a:xfrm>
                          <a:off x="8767" y="4560"/>
                          <a:ext cx="4798" cy="605"/>
                        </a:xfrm>
                        <a:prstGeom prst="rect">
                          <a:avLst/>
                        </a:prstGeom>
                      </p:spPr>
                    </p:pic>
                  </p:oleObj>
                </mc:Fallback>
              </mc:AlternateContent>
            </a:graphicData>
          </a:graphic>
        </p:graphicFrame>
      </p:grpSp>
      <p:sp>
        <p:nvSpPr>
          <p:cNvPr id="21" name="Rectangle 3"/>
          <p:cNvSpPr>
            <a:spLocks noGrp="1"/>
          </p:cNvSpPr>
          <p:nvPr/>
        </p:nvSpPr>
        <p:spPr>
          <a:xfrm>
            <a:off x="533400" y="3657600"/>
            <a:ext cx="1875155" cy="4457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证明：</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2" name="对象 21">
            <a:hlinkClick r:id="" action="ppaction://ole?verb="/>
          </p:cNvPr>
          <p:cNvGraphicFramePr>
            <a:graphicFrameLocks noChangeAspect="1"/>
          </p:cNvGraphicFramePr>
          <p:nvPr/>
        </p:nvGraphicFramePr>
        <p:xfrm>
          <a:off x="1184911" y="4191000"/>
          <a:ext cx="1919605" cy="384175"/>
        </p:xfrm>
        <a:graphic>
          <a:graphicData uri="http://schemas.openxmlformats.org/presentationml/2006/ole">
            <mc:AlternateContent xmlns:mc="http://schemas.openxmlformats.org/markup-compatibility/2006">
              <mc:Choice xmlns:v="urn:schemas-microsoft-com:vml" Requires="v">
                <p:oleObj spid="_x0000_s23" name="" r:id="rId13" imgW="1016000" imgH="203200" progId="Equation.KSEE3">
                  <p:embed/>
                </p:oleObj>
              </mc:Choice>
              <mc:Fallback>
                <p:oleObj name="" r:id="rId13" imgW="1016000" imgH="203200" progId="Equation.KSEE3">
                  <p:embed/>
                  <p:pic>
                    <p:nvPicPr>
                      <p:cNvPr id="0" name="图片 3072"/>
                      <p:cNvPicPr/>
                      <p:nvPr/>
                    </p:nvPicPr>
                    <p:blipFill>
                      <a:blip r:embed="rId14"/>
                      <a:stretch>
                        <a:fillRect/>
                      </a:stretch>
                    </p:blipFill>
                    <p:spPr>
                      <a:xfrm>
                        <a:off x="1184911" y="4191000"/>
                        <a:ext cx="1919605" cy="38417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1147446" y="4572000"/>
          <a:ext cx="2663825" cy="384175"/>
        </p:xfrm>
        <a:graphic>
          <a:graphicData uri="http://schemas.openxmlformats.org/presentationml/2006/ole">
            <mc:AlternateContent xmlns:mc="http://schemas.openxmlformats.org/markup-compatibility/2006">
              <mc:Choice xmlns:v="urn:schemas-microsoft-com:vml" Requires="v">
                <p:oleObj spid="_x0000_s25" name="" r:id="rId15" imgW="1409700" imgH="203200" progId="Equation.KSEE3">
                  <p:embed/>
                </p:oleObj>
              </mc:Choice>
              <mc:Fallback>
                <p:oleObj name="" r:id="rId15" imgW="1409700" imgH="203200" progId="Equation.KSEE3">
                  <p:embed/>
                  <p:pic>
                    <p:nvPicPr>
                      <p:cNvPr id="0" name="图片 3072"/>
                      <p:cNvPicPr/>
                      <p:nvPr/>
                    </p:nvPicPr>
                    <p:blipFill>
                      <a:blip r:embed="rId16"/>
                      <a:stretch>
                        <a:fillRect/>
                      </a:stretch>
                    </p:blipFill>
                    <p:spPr>
                      <a:xfrm>
                        <a:off x="1147446" y="4572000"/>
                        <a:ext cx="2663825" cy="384175"/>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1132523" y="5020628"/>
          <a:ext cx="2807970" cy="335280"/>
        </p:xfrm>
        <a:graphic>
          <a:graphicData uri="http://schemas.openxmlformats.org/presentationml/2006/ole">
            <mc:AlternateContent xmlns:mc="http://schemas.openxmlformats.org/markup-compatibility/2006">
              <mc:Choice xmlns:v="urn:schemas-microsoft-com:vml" Requires="v">
                <p:oleObj spid="_x0000_s27" name="" r:id="rId17" imgW="1485900" imgH="177165" progId="Equation.KSEE3">
                  <p:embed/>
                </p:oleObj>
              </mc:Choice>
              <mc:Fallback>
                <p:oleObj name="" r:id="rId17" imgW="1485900" imgH="177165" progId="Equation.KSEE3">
                  <p:embed/>
                  <p:pic>
                    <p:nvPicPr>
                      <p:cNvPr id="0" name="图片 3072"/>
                      <p:cNvPicPr/>
                      <p:nvPr/>
                    </p:nvPicPr>
                    <p:blipFill>
                      <a:blip r:embed="rId18"/>
                      <a:stretch>
                        <a:fillRect/>
                      </a:stretch>
                    </p:blipFill>
                    <p:spPr>
                      <a:xfrm>
                        <a:off x="1132523" y="5020628"/>
                        <a:ext cx="2807970" cy="335280"/>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1130300" y="5438458"/>
          <a:ext cx="2472055" cy="335280"/>
        </p:xfrm>
        <a:graphic>
          <a:graphicData uri="http://schemas.openxmlformats.org/presentationml/2006/ole">
            <mc:AlternateContent xmlns:mc="http://schemas.openxmlformats.org/markup-compatibility/2006">
              <mc:Choice xmlns:v="urn:schemas-microsoft-com:vml" Requires="v">
                <p:oleObj spid="_x0000_s29" name="" r:id="rId19" imgW="1308100" imgH="177165" progId="Equation.KSEE3">
                  <p:embed/>
                </p:oleObj>
              </mc:Choice>
              <mc:Fallback>
                <p:oleObj name="" r:id="rId19" imgW="1308100" imgH="177165" progId="Equation.KSEE3">
                  <p:embed/>
                  <p:pic>
                    <p:nvPicPr>
                      <p:cNvPr id="0" name="图片 3072"/>
                      <p:cNvPicPr/>
                      <p:nvPr/>
                    </p:nvPicPr>
                    <p:blipFill>
                      <a:blip r:embed="rId20"/>
                      <a:stretch>
                        <a:fillRect/>
                      </a:stretch>
                    </p:blipFill>
                    <p:spPr>
                      <a:xfrm>
                        <a:off x="1130300" y="5438458"/>
                        <a:ext cx="2472055" cy="335280"/>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1139190" y="5816283"/>
          <a:ext cx="2494915" cy="384810"/>
        </p:xfrm>
        <a:graphic>
          <a:graphicData uri="http://schemas.openxmlformats.org/presentationml/2006/ole">
            <mc:AlternateContent xmlns:mc="http://schemas.openxmlformats.org/markup-compatibility/2006">
              <mc:Choice xmlns:v="urn:schemas-microsoft-com:vml" Requires="v">
                <p:oleObj spid="_x0000_s31" name="" r:id="rId21" imgW="1320165" imgH="203200" progId="Equation.KSEE3">
                  <p:embed/>
                </p:oleObj>
              </mc:Choice>
              <mc:Fallback>
                <p:oleObj name="" r:id="rId21" imgW="1320165" imgH="203200" progId="Equation.KSEE3">
                  <p:embed/>
                  <p:pic>
                    <p:nvPicPr>
                      <p:cNvPr id="0" name="图片 3072"/>
                      <p:cNvPicPr/>
                      <p:nvPr/>
                    </p:nvPicPr>
                    <p:blipFill>
                      <a:blip r:embed="rId22"/>
                      <a:stretch>
                        <a:fillRect/>
                      </a:stretch>
                    </p:blipFill>
                    <p:spPr>
                      <a:xfrm>
                        <a:off x="1139190" y="5816283"/>
                        <a:ext cx="2494915" cy="384810"/>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1153795" y="6234113"/>
          <a:ext cx="1296035" cy="335280"/>
        </p:xfrm>
        <a:graphic>
          <a:graphicData uri="http://schemas.openxmlformats.org/presentationml/2006/ole">
            <mc:AlternateContent xmlns:mc="http://schemas.openxmlformats.org/markup-compatibility/2006">
              <mc:Choice xmlns:v="urn:schemas-microsoft-com:vml" Requires="v">
                <p:oleObj spid="_x0000_s33" name="" r:id="rId23" imgW="685800" imgH="177165" progId="Equation.KSEE3">
                  <p:embed/>
                </p:oleObj>
              </mc:Choice>
              <mc:Fallback>
                <p:oleObj name="" r:id="rId23" imgW="685800" imgH="177165" progId="Equation.KSEE3">
                  <p:embed/>
                  <p:pic>
                    <p:nvPicPr>
                      <p:cNvPr id="0" name="图片 3072"/>
                      <p:cNvPicPr/>
                      <p:nvPr/>
                    </p:nvPicPr>
                    <p:blipFill>
                      <a:blip r:embed="rId24"/>
                      <a:stretch>
                        <a:fillRect/>
                      </a:stretch>
                    </p:blipFill>
                    <p:spPr>
                      <a:xfrm>
                        <a:off x="1153795" y="6234113"/>
                        <a:ext cx="1296035" cy="335280"/>
                      </a:xfrm>
                      <a:prstGeom prst="rect">
                        <a:avLst/>
                      </a:prstGeom>
                    </p:spPr>
                  </p:pic>
                </p:oleObj>
              </mc:Fallback>
            </mc:AlternateContent>
          </a:graphicData>
        </a:graphic>
      </p:graphicFrame>
      <p:grpSp>
        <p:nvGrpSpPr>
          <p:cNvPr id="47" name="组合 46"/>
          <p:cNvGrpSpPr/>
          <p:nvPr/>
        </p:nvGrpSpPr>
        <p:grpSpPr>
          <a:xfrm>
            <a:off x="3962400" y="4495800"/>
            <a:ext cx="5106670" cy="497840"/>
            <a:chOff x="7080" y="6720"/>
            <a:chExt cx="8042" cy="784"/>
          </a:xfrm>
        </p:grpSpPr>
        <p:sp>
          <p:nvSpPr>
            <p:cNvPr id="34" name="Rectangle 3"/>
            <p:cNvSpPr>
              <a:spLocks noGrp="1"/>
            </p:cNvSpPr>
            <p:nvPr/>
          </p:nvSpPr>
          <p:spPr>
            <a:xfrm>
              <a:off x="7080" y="6720"/>
              <a:ext cx="8042" cy="78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把</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视为一个变量利用分配律①</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p:txBody>
        </p:sp>
        <p:graphicFrame>
          <p:nvGraphicFramePr>
            <p:cNvPr id="35" name="对象 34">
              <a:hlinkClick r:id="" action="ppaction://ole?verb="/>
            </p:cNvPr>
            <p:cNvGraphicFramePr>
              <a:graphicFrameLocks noChangeAspect="1"/>
            </p:cNvGraphicFramePr>
            <p:nvPr/>
          </p:nvGraphicFramePr>
          <p:xfrm>
            <a:off x="7680" y="6884"/>
            <a:ext cx="1474" cy="605"/>
          </p:xfrm>
          <a:graphic>
            <a:graphicData uri="http://schemas.openxmlformats.org/presentationml/2006/ole">
              <mc:AlternateContent xmlns:mc="http://schemas.openxmlformats.org/markup-compatibility/2006">
                <mc:Choice xmlns:v="urn:schemas-microsoft-com:vml" Requires="v">
                  <p:oleObj spid="_x0000_s36" name="" r:id="rId25" imgW="495300" imgH="203200" progId="Equation.KSEE3">
                    <p:embed/>
                  </p:oleObj>
                </mc:Choice>
                <mc:Fallback>
                  <p:oleObj name="" r:id="rId25" imgW="495300" imgH="203200" progId="Equation.KSEE3">
                    <p:embed/>
                    <p:pic>
                      <p:nvPicPr>
                        <p:cNvPr id="0" name="图片 3072"/>
                        <p:cNvPicPr/>
                        <p:nvPr/>
                      </p:nvPicPr>
                      <p:blipFill>
                        <a:blip r:embed="rId26"/>
                        <a:stretch>
                          <a:fillRect/>
                        </a:stretch>
                      </p:blipFill>
                      <p:spPr>
                        <a:xfrm>
                          <a:off x="7680" y="6884"/>
                          <a:ext cx="1474" cy="605"/>
                        </a:xfrm>
                        <a:prstGeom prst="rect">
                          <a:avLst/>
                        </a:prstGeom>
                      </p:spPr>
                    </p:pic>
                  </p:oleObj>
                </mc:Fallback>
              </mc:AlternateContent>
            </a:graphicData>
          </a:graphic>
        </p:graphicFrame>
      </p:grpSp>
      <p:sp>
        <p:nvSpPr>
          <p:cNvPr id="37" name="Rectangle 3"/>
          <p:cNvSpPr>
            <a:spLocks noGrp="1"/>
          </p:cNvSpPr>
          <p:nvPr/>
        </p:nvSpPr>
        <p:spPr>
          <a:xfrm>
            <a:off x="3962400" y="4911090"/>
            <a:ext cx="2164715" cy="497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利用分配律 ①</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p:txBody>
      </p:sp>
      <p:grpSp>
        <p:nvGrpSpPr>
          <p:cNvPr id="41" name="组合 40"/>
          <p:cNvGrpSpPr/>
          <p:nvPr/>
        </p:nvGrpSpPr>
        <p:grpSpPr>
          <a:xfrm>
            <a:off x="3976370" y="5334000"/>
            <a:ext cx="2780030" cy="497840"/>
            <a:chOff x="8040" y="7320"/>
            <a:chExt cx="4378" cy="784"/>
          </a:xfrm>
        </p:grpSpPr>
        <p:sp>
          <p:nvSpPr>
            <p:cNvPr id="38" name="Rectangle 3"/>
            <p:cNvSpPr>
              <a:spLocks noGrp="1"/>
            </p:cNvSpPr>
            <p:nvPr/>
          </p:nvSpPr>
          <p:spPr>
            <a:xfrm>
              <a:off x="8040" y="7320"/>
              <a:ext cx="3409" cy="78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利用重叠律</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p:txBody>
        </p:sp>
        <p:graphicFrame>
          <p:nvGraphicFramePr>
            <p:cNvPr id="39" name="对象 38">
              <a:hlinkClick r:id="" action="ppaction://ole?verb="/>
            </p:cNvPr>
            <p:cNvGraphicFramePr>
              <a:graphicFrameLocks noChangeAspect="1"/>
            </p:cNvGraphicFramePr>
            <p:nvPr/>
          </p:nvGraphicFramePr>
          <p:xfrm>
            <a:off x="10680" y="7494"/>
            <a:ext cx="1739" cy="493"/>
          </p:xfrm>
          <a:graphic>
            <a:graphicData uri="http://schemas.openxmlformats.org/presentationml/2006/ole">
              <mc:AlternateContent xmlns:mc="http://schemas.openxmlformats.org/markup-compatibility/2006">
                <mc:Choice xmlns:v="urn:schemas-microsoft-com:vml" Requires="v">
                  <p:oleObj spid="_x0000_s40" name="" r:id="rId27" imgW="584200" imgH="165100" progId="Equation.KSEE3">
                    <p:embed/>
                  </p:oleObj>
                </mc:Choice>
                <mc:Fallback>
                  <p:oleObj name="" r:id="rId27" imgW="584200" imgH="165100" progId="Equation.KSEE3">
                    <p:embed/>
                    <p:pic>
                      <p:nvPicPr>
                        <p:cNvPr id="0" name="图片 3072"/>
                        <p:cNvPicPr/>
                        <p:nvPr/>
                      </p:nvPicPr>
                      <p:blipFill>
                        <a:blip r:embed="rId28"/>
                        <a:stretch>
                          <a:fillRect/>
                        </a:stretch>
                      </p:blipFill>
                      <p:spPr>
                        <a:xfrm>
                          <a:off x="10680" y="7494"/>
                          <a:ext cx="1739" cy="493"/>
                        </a:xfrm>
                        <a:prstGeom prst="rect">
                          <a:avLst/>
                        </a:prstGeom>
                      </p:spPr>
                    </p:pic>
                  </p:oleObj>
                </mc:Fallback>
              </mc:AlternateContent>
            </a:graphicData>
          </a:graphic>
        </p:graphicFrame>
      </p:grpSp>
      <p:sp>
        <p:nvSpPr>
          <p:cNvPr id="44" name="Rectangle 3"/>
          <p:cNvSpPr>
            <a:spLocks noGrp="1"/>
          </p:cNvSpPr>
          <p:nvPr/>
        </p:nvSpPr>
        <p:spPr>
          <a:xfrm>
            <a:off x="3996690" y="5742940"/>
            <a:ext cx="2164715" cy="4978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利用分配律 ①</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p:txBody>
      </p:sp>
      <p:grpSp>
        <p:nvGrpSpPr>
          <p:cNvPr id="49" name="组合 48"/>
          <p:cNvGrpSpPr/>
          <p:nvPr/>
        </p:nvGrpSpPr>
        <p:grpSpPr>
          <a:xfrm>
            <a:off x="2833370" y="6130290"/>
            <a:ext cx="5335270" cy="497840"/>
            <a:chOff x="4462" y="9654"/>
            <a:chExt cx="8402" cy="784"/>
          </a:xfrm>
        </p:grpSpPr>
        <p:graphicFrame>
          <p:nvGraphicFramePr>
            <p:cNvPr id="42" name="对象 41">
              <a:hlinkClick r:id="" action="ppaction://ole?verb="/>
            </p:cNvPr>
            <p:cNvGraphicFramePr>
              <a:graphicFrameLocks noChangeAspect="1"/>
            </p:cNvGraphicFramePr>
            <p:nvPr/>
          </p:nvGraphicFramePr>
          <p:xfrm>
            <a:off x="10560" y="9840"/>
            <a:ext cx="2304" cy="528"/>
          </p:xfrm>
          <a:graphic>
            <a:graphicData uri="http://schemas.openxmlformats.org/presentationml/2006/ole">
              <mc:AlternateContent xmlns:mc="http://schemas.openxmlformats.org/markup-compatibility/2006">
                <mc:Choice xmlns:v="urn:schemas-microsoft-com:vml" Requires="v">
                  <p:oleObj spid="_x0000_s43" name="" r:id="rId29" imgW="774065" imgH="177165" progId="Equation.KSEE3">
                    <p:embed/>
                  </p:oleObj>
                </mc:Choice>
                <mc:Fallback>
                  <p:oleObj name="" r:id="rId29" imgW="774065" imgH="177165" progId="Equation.KSEE3">
                    <p:embed/>
                    <p:pic>
                      <p:nvPicPr>
                        <p:cNvPr id="0" name="图片 3072"/>
                        <p:cNvPicPr/>
                        <p:nvPr/>
                      </p:nvPicPr>
                      <p:blipFill>
                        <a:blip r:embed="rId30"/>
                        <a:stretch>
                          <a:fillRect/>
                        </a:stretch>
                      </p:blipFill>
                      <p:spPr>
                        <a:xfrm>
                          <a:off x="10560" y="9840"/>
                          <a:ext cx="2304" cy="528"/>
                        </a:xfrm>
                        <a:prstGeom prst="rect">
                          <a:avLst/>
                        </a:prstGeom>
                      </p:spPr>
                    </p:pic>
                  </p:oleObj>
                </mc:Fallback>
              </mc:AlternateContent>
            </a:graphicData>
          </a:graphic>
        </p:graphicFrame>
        <p:sp>
          <p:nvSpPr>
            <p:cNvPr id="45" name="Rectangle 3"/>
            <p:cNvSpPr>
              <a:spLocks noGrp="1"/>
            </p:cNvSpPr>
            <p:nvPr/>
          </p:nvSpPr>
          <p:spPr>
            <a:xfrm>
              <a:off x="4462" y="9654"/>
              <a:ext cx="6850" cy="78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利用变量与常量运算公式有</a:t>
              </a:r>
              <a:endParaRPr sz="2400" b="1" kern="1200" dirty="0">
                <a:solidFill>
                  <a:srgbClr val="000066"/>
                </a:solidFill>
                <a:latin typeface="Arial" panose="020B0604020202020204" pitchFamily="34"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
                                        <p:tgtEl>
                                          <p:spTgt spid="15"/>
                                        </p:tgtEl>
                                      </p:cBhvr>
                                    </p:animEffect>
                                    <p:anim calcmode="lin" valueType="num">
                                      <p:cBhvr>
                                        <p:cTn id="8" dur="400" fill="hold"/>
                                        <p:tgtEl>
                                          <p:spTgt spid="15"/>
                                        </p:tgtEl>
                                        <p:attrNameLst>
                                          <p:attrName>ppt_x</p:attrName>
                                        </p:attrNameLst>
                                      </p:cBhvr>
                                      <p:tavLst>
                                        <p:tav tm="0">
                                          <p:val>
                                            <p:strVal val="#ppt_x"/>
                                          </p:val>
                                        </p:tav>
                                        <p:tav tm="100000">
                                          <p:val>
                                            <p:strVal val="#ppt_x"/>
                                          </p:val>
                                        </p:tav>
                                      </p:tavLst>
                                    </p:anim>
                                    <p:anim calcmode="lin" valueType="num">
                                      <p:cBhvr>
                                        <p:cTn id="9" dur="400" fill="hold"/>
                                        <p:tgtEl>
                                          <p:spTgt spid="15"/>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1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1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0-#ppt_w/2"/>
                                          </p:val>
                                        </p:tav>
                                        <p:tav tm="100000">
                                          <p:val>
                                            <p:strVal val="#ppt_x"/>
                                          </p:val>
                                        </p:tav>
                                      </p:tavLst>
                                    </p:anim>
                                    <p:anim calcmode="lin" valueType="num">
                                      <p:cBhvr additive="base">
                                        <p:cTn id="33" dur="500" fill="hold"/>
                                        <p:tgtEl>
                                          <p:spTgt spid="24"/>
                                        </p:tgtEl>
                                        <p:attrNameLst>
                                          <p:attrName>ppt_y</p:attrName>
                                        </p:attrNameLst>
                                      </p:cBhvr>
                                      <p:tavLst>
                                        <p:tav tm="0">
                                          <p:val>
                                            <p:strVal val="#ppt_y"/>
                                          </p:val>
                                        </p:tav>
                                        <p:tav tm="100000">
                                          <p:val>
                                            <p:strVal val="#ppt_y"/>
                                          </p:val>
                                        </p:tav>
                                      </p:tavLst>
                                    </p:anim>
                                  </p:childTnLst>
                                </p:cTn>
                              </p:par>
                              <p:par>
                                <p:cTn id="34" presetID="2" presetClass="entr" presetSubtype="8" fill="hold" nodeType="withEffect">
                                  <p:stCondLst>
                                    <p:cond delay="0"/>
                                  </p:stCondLst>
                                  <p:childTnLst>
                                    <p:set>
                                      <p:cBhvr>
                                        <p:cTn id="35" dur="1" fill="hold">
                                          <p:stCondLst>
                                            <p:cond delay="0"/>
                                          </p:stCondLst>
                                        </p:cTn>
                                        <p:tgtEl>
                                          <p:spTgt spid="47"/>
                                        </p:tgtEl>
                                        <p:attrNameLst>
                                          <p:attrName>style.visibility</p:attrName>
                                        </p:attrNameLst>
                                      </p:cBhvr>
                                      <p:to>
                                        <p:strVal val="visible"/>
                                      </p:to>
                                    </p:set>
                                    <p:anim calcmode="lin" valueType="num">
                                      <p:cBhvr additive="base">
                                        <p:cTn id="36" dur="500" fill="hold"/>
                                        <p:tgtEl>
                                          <p:spTgt spid="47"/>
                                        </p:tgtEl>
                                        <p:attrNameLst>
                                          <p:attrName>ppt_x</p:attrName>
                                        </p:attrNameLst>
                                      </p:cBhvr>
                                      <p:tavLst>
                                        <p:tav tm="0">
                                          <p:val>
                                            <p:strVal val="0-#ppt_w/2"/>
                                          </p:val>
                                        </p:tav>
                                        <p:tav tm="100000">
                                          <p:val>
                                            <p:strVal val="#ppt_x"/>
                                          </p:val>
                                        </p:tav>
                                      </p:tavLst>
                                    </p:anim>
                                    <p:anim calcmode="lin" valueType="num">
                                      <p:cBhvr additive="base">
                                        <p:cTn id="37"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p:cTn id="42" dur="500" fill="hold"/>
                                        <p:tgtEl>
                                          <p:spTgt spid="26"/>
                                        </p:tgtEl>
                                        <p:attrNameLst>
                                          <p:attrName>ppt_w</p:attrName>
                                        </p:attrNameLst>
                                      </p:cBhvr>
                                      <p:tavLst>
                                        <p:tav tm="0">
                                          <p:val>
                                            <p:strVal val="4*#ppt_w"/>
                                          </p:val>
                                        </p:tav>
                                        <p:tav tm="100000">
                                          <p:val>
                                            <p:strVal val="#ppt_w"/>
                                          </p:val>
                                        </p:tav>
                                      </p:tavLst>
                                    </p:anim>
                                    <p:anim calcmode="lin" valueType="num">
                                      <p:cBhvr>
                                        <p:cTn id="43" dur="500" fill="hold"/>
                                        <p:tgtEl>
                                          <p:spTgt spid="26"/>
                                        </p:tgtEl>
                                        <p:attrNameLst>
                                          <p:attrName>ppt_h</p:attrName>
                                        </p:attrNameLst>
                                      </p:cBhvr>
                                      <p:tavLst>
                                        <p:tav tm="0">
                                          <p:val>
                                            <p:strVal val="4*#ppt_h"/>
                                          </p:val>
                                        </p:tav>
                                        <p:tav tm="100000">
                                          <p:val>
                                            <p:strVal val="#ppt_h"/>
                                          </p:val>
                                        </p:tav>
                                      </p:tavLst>
                                    </p:anim>
                                  </p:childTnLst>
                                </p:cTn>
                              </p:par>
                              <p:par>
                                <p:cTn id="44" presetID="23" presetClass="entr" presetSubtype="32"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 calcmode="lin" valueType="num">
                                      <p:cBhvr>
                                        <p:cTn id="46" dur="500" fill="hold"/>
                                        <p:tgtEl>
                                          <p:spTgt spid="37"/>
                                        </p:tgtEl>
                                        <p:attrNameLst>
                                          <p:attrName>ppt_w</p:attrName>
                                        </p:attrNameLst>
                                      </p:cBhvr>
                                      <p:tavLst>
                                        <p:tav tm="0">
                                          <p:val>
                                            <p:strVal val="4*#ppt_w"/>
                                          </p:val>
                                        </p:tav>
                                        <p:tav tm="100000">
                                          <p:val>
                                            <p:strVal val="#ppt_w"/>
                                          </p:val>
                                        </p:tav>
                                      </p:tavLst>
                                    </p:anim>
                                    <p:anim calcmode="lin" valueType="num">
                                      <p:cBhvr>
                                        <p:cTn id="47" dur="500" fill="hold"/>
                                        <p:tgtEl>
                                          <p:spTgt spid="37"/>
                                        </p:tgtEl>
                                        <p:attrNameLst>
                                          <p:attrName>ppt_h</p:attrName>
                                        </p:attrNameLst>
                                      </p:cBhvr>
                                      <p:tavLst>
                                        <p:tav tm="0">
                                          <p:val>
                                            <p:strVal val="4*#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 calcmode="lin" valueType="num">
                                      <p:cBhvr additive="base">
                                        <p:cTn id="52" dur="500" fill="hold"/>
                                        <p:tgtEl>
                                          <p:spTgt spid="41"/>
                                        </p:tgtEl>
                                        <p:attrNameLst>
                                          <p:attrName>ppt_x</p:attrName>
                                        </p:attrNameLst>
                                      </p:cBhvr>
                                      <p:tavLst>
                                        <p:tav tm="0">
                                          <p:val>
                                            <p:strVal val="#ppt_x"/>
                                          </p:val>
                                        </p:tav>
                                        <p:tav tm="100000">
                                          <p:val>
                                            <p:strVal val="#ppt_x"/>
                                          </p:val>
                                        </p:tav>
                                      </p:tavLst>
                                    </p:anim>
                                    <p:anim calcmode="lin" valueType="num">
                                      <p:cBhvr additive="base">
                                        <p:cTn id="53" dur="500" fill="hold"/>
                                        <p:tgtEl>
                                          <p:spTgt spid="41"/>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additive="base">
                                        <p:cTn id="56" dur="500" fill="hold"/>
                                        <p:tgtEl>
                                          <p:spTgt spid="28"/>
                                        </p:tgtEl>
                                        <p:attrNameLst>
                                          <p:attrName>ppt_x</p:attrName>
                                        </p:attrNameLst>
                                      </p:cBhvr>
                                      <p:tavLst>
                                        <p:tav tm="0">
                                          <p:val>
                                            <p:strVal val="#ppt_x"/>
                                          </p:val>
                                        </p:tav>
                                        <p:tav tm="100000">
                                          <p:val>
                                            <p:strVal val="#ppt_x"/>
                                          </p:val>
                                        </p:tav>
                                      </p:tavLst>
                                    </p:anim>
                                    <p:anim calcmode="lin" valueType="num">
                                      <p:cBhvr additive="base">
                                        <p:cTn id="57"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3"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100"/>
                                        <p:tgtEl>
                                          <p:spTgt spid="30"/>
                                        </p:tgtEl>
                                      </p:cBhvr>
                                    </p:animEffect>
                                    <p:anim calcmode="lin" valueType="num">
                                      <p:cBhvr>
                                        <p:cTn id="63" dur="400" fill="hold"/>
                                        <p:tgtEl>
                                          <p:spTgt spid="30"/>
                                        </p:tgtEl>
                                        <p:attrNameLst>
                                          <p:attrName>ppt_x</p:attrName>
                                        </p:attrNameLst>
                                      </p:cBhvr>
                                      <p:tavLst>
                                        <p:tav tm="0">
                                          <p:val>
                                            <p:strVal val="#ppt_x"/>
                                          </p:val>
                                        </p:tav>
                                        <p:tav tm="100000">
                                          <p:val>
                                            <p:strVal val="#ppt_x"/>
                                          </p:val>
                                        </p:tav>
                                      </p:tavLst>
                                    </p:anim>
                                    <p:anim calcmode="lin" valueType="num">
                                      <p:cBhvr>
                                        <p:cTn id="64" dur="400" fill="hold"/>
                                        <p:tgtEl>
                                          <p:spTgt spid="30"/>
                                        </p:tgtEl>
                                        <p:attrNameLst>
                                          <p:attrName>ppt_y</p:attrName>
                                        </p:attrNameLst>
                                      </p:cBhvr>
                                      <p:tavLst>
                                        <p:tav tm="0">
                                          <p:val>
                                            <p:strVal val="#ppt_y+0.31"/>
                                          </p:val>
                                        </p:tav>
                                        <p:tav tm="100000">
                                          <p:val>
                                            <p:strVal val="#ppt_y+0.31"/>
                                          </p:val>
                                        </p:tav>
                                      </p:tavLst>
                                    </p:anim>
                                    <p:anim calcmode="lin" valueType="num">
                                      <p:cBhvr>
                                        <p:cTn id="65" dur="600" decel="50000" fill="hold">
                                          <p:stCondLst>
                                            <p:cond delay="400"/>
                                          </p:stCondLst>
                                        </p:cTn>
                                        <p:tgtEl>
                                          <p:spTgt spid="3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6" dur="600" decel="50000" fill="hold">
                                          <p:stCondLst>
                                            <p:cond delay="400"/>
                                          </p:stCondLst>
                                        </p:cTn>
                                        <p:tgtEl>
                                          <p:spTgt spid="3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67" presetID="43"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100"/>
                                        <p:tgtEl>
                                          <p:spTgt spid="44"/>
                                        </p:tgtEl>
                                      </p:cBhvr>
                                    </p:animEffect>
                                    <p:anim calcmode="lin" valueType="num">
                                      <p:cBhvr>
                                        <p:cTn id="70" dur="400" fill="hold"/>
                                        <p:tgtEl>
                                          <p:spTgt spid="44"/>
                                        </p:tgtEl>
                                        <p:attrNameLst>
                                          <p:attrName>ppt_x</p:attrName>
                                        </p:attrNameLst>
                                      </p:cBhvr>
                                      <p:tavLst>
                                        <p:tav tm="0">
                                          <p:val>
                                            <p:strVal val="#ppt_x"/>
                                          </p:val>
                                        </p:tav>
                                        <p:tav tm="100000">
                                          <p:val>
                                            <p:strVal val="#ppt_x"/>
                                          </p:val>
                                        </p:tav>
                                      </p:tavLst>
                                    </p:anim>
                                    <p:anim calcmode="lin" valueType="num">
                                      <p:cBhvr>
                                        <p:cTn id="71" dur="400" fill="hold"/>
                                        <p:tgtEl>
                                          <p:spTgt spid="44"/>
                                        </p:tgtEl>
                                        <p:attrNameLst>
                                          <p:attrName>ppt_y</p:attrName>
                                        </p:attrNameLst>
                                      </p:cBhvr>
                                      <p:tavLst>
                                        <p:tav tm="0">
                                          <p:val>
                                            <p:strVal val="#ppt_y+0.31"/>
                                          </p:val>
                                        </p:tav>
                                        <p:tav tm="100000">
                                          <p:val>
                                            <p:strVal val="#ppt_y+0.31"/>
                                          </p:val>
                                        </p:tav>
                                      </p:tavLst>
                                    </p:anim>
                                    <p:anim calcmode="lin" valueType="num">
                                      <p:cBhvr>
                                        <p:cTn id="72" dur="600" decel="50000" fill="hold">
                                          <p:stCondLst>
                                            <p:cond delay="400"/>
                                          </p:stCondLst>
                                        </p:cTn>
                                        <p:tgtEl>
                                          <p:spTgt spid="4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73" dur="600" decel="50000" fill="hold">
                                          <p:stCondLst>
                                            <p:cond delay="400"/>
                                          </p:stCondLst>
                                        </p:cTn>
                                        <p:tgtEl>
                                          <p:spTgt spid="4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nodeType="click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right)">
                                      <p:cBhvr>
                                        <p:cTn id="78" dur="500"/>
                                        <p:tgtEl>
                                          <p:spTgt spid="32"/>
                                        </p:tgtEl>
                                      </p:cBhvr>
                                    </p:animEffect>
                                  </p:childTnLst>
                                </p:cTn>
                              </p:par>
                              <p:par>
                                <p:cTn id="79" presetID="22" presetClass="entr" presetSubtype="2" fill="hold" nodeType="with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wipe(right)">
                                      <p:cBhvr>
                                        <p:cTn id="8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7" grpId="0"/>
      <p:bldP spid="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19430" y="1295400"/>
            <a:ext cx="8003540" cy="6965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【例2-5】证明摩根定律</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成立。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 name="Rectangle 3"/>
          <p:cNvSpPr>
            <a:spLocks noGrp="1"/>
          </p:cNvSpPr>
          <p:nvPr/>
        </p:nvSpPr>
        <p:spPr>
          <a:xfrm>
            <a:off x="604520" y="1803400"/>
            <a:ext cx="8003540" cy="10261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摩根定律的证明不能直接通过其他的公式或定律推导获得，但也可以用假设法</a:t>
            </a:r>
            <a:r>
              <a:rPr lang="zh-CN" sz="2400" b="1" kern="1200" dirty="0">
                <a:solidFill>
                  <a:srgbClr val="000066"/>
                </a:solidFill>
                <a:latin typeface="Arial" panose="020B0604020202020204" pitchFamily="34" charset="0"/>
                <a:ea typeface="楷体_GB2312" pitchFamily="49" charset="-122"/>
              </a:rPr>
              <a:t>和真值表</a:t>
            </a:r>
            <a:r>
              <a:rPr sz="2400" b="1" kern="1200" dirty="0">
                <a:solidFill>
                  <a:srgbClr val="000066"/>
                </a:solidFill>
                <a:latin typeface="Arial" panose="020B0604020202020204" pitchFamily="34" charset="0"/>
                <a:ea typeface="楷体_GB2312" pitchFamily="49" charset="-122"/>
              </a:rPr>
              <a:t>证明</a:t>
            </a:r>
            <a:r>
              <a:rPr lang="zh-CN"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真值表</a:t>
            </a:r>
            <a:r>
              <a:rPr lang="zh-CN" sz="2400" b="1" kern="1200" dirty="0">
                <a:solidFill>
                  <a:srgbClr val="000066"/>
                </a:solidFill>
                <a:latin typeface="Arial" panose="020B0604020202020204" pitchFamily="34" charset="0"/>
                <a:ea typeface="楷体_GB2312" pitchFamily="49" charset="-122"/>
              </a:rPr>
              <a:t>证明如下</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2" name="对象 -2147482529"/>
          <p:cNvGraphicFramePr>
            <a:graphicFrameLocks noChangeAspect="1"/>
          </p:cNvGraphicFramePr>
          <p:nvPr/>
        </p:nvGraphicFramePr>
        <p:xfrm>
          <a:off x="4343400" y="1371600"/>
          <a:ext cx="1418590" cy="360045"/>
        </p:xfrm>
        <a:graphic>
          <a:graphicData uri="http://schemas.openxmlformats.org/presentationml/2006/ole">
            <mc:AlternateContent xmlns:mc="http://schemas.openxmlformats.org/markup-compatibility/2006">
              <mc:Choice xmlns:v="urn:schemas-microsoft-com:vml" Requires="v">
                <p:oleObj spid="_x0000_s3076" name="" r:id="rId1" imgW="697230" imgH="177800" progId="Equation.DSMT4">
                  <p:embed/>
                </p:oleObj>
              </mc:Choice>
              <mc:Fallback>
                <p:oleObj name="" r:id="rId1" imgW="697230" imgH="177800" progId="Equation.DSMT4">
                  <p:embed/>
                  <p:pic>
                    <p:nvPicPr>
                      <p:cNvPr id="0" name="图片 3075"/>
                      <p:cNvPicPr/>
                      <p:nvPr/>
                    </p:nvPicPr>
                    <p:blipFill>
                      <a:blip r:embed="rId2"/>
                      <a:stretch>
                        <a:fillRect/>
                      </a:stretch>
                    </p:blipFill>
                    <p:spPr>
                      <a:xfrm>
                        <a:off x="4343400" y="1371600"/>
                        <a:ext cx="1418590" cy="360045"/>
                      </a:xfrm>
                      <a:prstGeom prst="rect">
                        <a:avLst/>
                      </a:prstGeom>
                      <a:noFill/>
                      <a:ln w="38100">
                        <a:noFill/>
                        <a:miter/>
                      </a:ln>
                    </p:spPr>
                  </p:pic>
                </p:oleObj>
              </mc:Fallback>
            </mc:AlternateContent>
          </a:graphicData>
        </a:graphic>
      </p:graphicFrame>
      <p:graphicFrame>
        <p:nvGraphicFramePr>
          <p:cNvPr id="3" name="对象 -2147482528"/>
          <p:cNvGraphicFramePr>
            <a:graphicFrameLocks noChangeAspect="1"/>
          </p:cNvGraphicFramePr>
          <p:nvPr/>
        </p:nvGraphicFramePr>
        <p:xfrm>
          <a:off x="6172200" y="1371600"/>
          <a:ext cx="1456690" cy="369570"/>
        </p:xfrm>
        <a:graphic>
          <a:graphicData uri="http://schemas.openxmlformats.org/presentationml/2006/ole">
            <mc:AlternateContent xmlns:mc="http://schemas.openxmlformats.org/markup-compatibility/2006">
              <mc:Choice xmlns:v="urn:schemas-microsoft-com:vml" Requires="v">
                <p:oleObj spid="_x0000_s10" name="" r:id="rId3" imgW="697230" imgH="177800" progId="Equation.DSMT4">
                  <p:embed/>
                </p:oleObj>
              </mc:Choice>
              <mc:Fallback>
                <p:oleObj name="" r:id="rId3" imgW="697230" imgH="177800" progId="Equation.DSMT4">
                  <p:embed/>
                  <p:pic>
                    <p:nvPicPr>
                      <p:cNvPr id="0" name="图片 9"/>
                      <p:cNvPicPr/>
                      <p:nvPr/>
                    </p:nvPicPr>
                    <p:blipFill>
                      <a:blip r:embed="rId4"/>
                      <a:stretch>
                        <a:fillRect/>
                      </a:stretch>
                    </p:blipFill>
                    <p:spPr>
                      <a:xfrm>
                        <a:off x="6172200" y="1371600"/>
                        <a:ext cx="1456690" cy="369570"/>
                      </a:xfrm>
                      <a:prstGeom prst="rect">
                        <a:avLst/>
                      </a:prstGeom>
                      <a:noFill/>
                      <a:ln w="38100">
                        <a:noFill/>
                        <a:miter/>
                      </a:ln>
                    </p:spPr>
                  </p:pic>
                </p:oleObj>
              </mc:Fallback>
            </mc:AlternateContent>
          </a:graphicData>
        </a:graphic>
      </p:graphicFrame>
      <p:pic>
        <p:nvPicPr>
          <p:cNvPr id="11" name="图片 10" descr="I}4XHMRQJ[ZBDZ%AZ@UQ(JO"/>
          <p:cNvPicPr>
            <a:picLocks noChangeAspect="1"/>
          </p:cNvPicPr>
          <p:nvPr/>
        </p:nvPicPr>
        <p:blipFill>
          <a:blip r:embed="rId5"/>
          <a:stretch>
            <a:fillRect/>
          </a:stretch>
        </p:blipFill>
        <p:spPr>
          <a:xfrm>
            <a:off x="762000" y="2743200"/>
            <a:ext cx="7694930" cy="2459990"/>
          </a:xfrm>
          <a:prstGeom prst="rect">
            <a:avLst/>
          </a:prstGeom>
        </p:spPr>
      </p:pic>
      <p:grpSp>
        <p:nvGrpSpPr>
          <p:cNvPr id="7" name="组合 6"/>
          <p:cNvGrpSpPr/>
          <p:nvPr/>
        </p:nvGrpSpPr>
        <p:grpSpPr>
          <a:xfrm>
            <a:off x="593090" y="5207000"/>
            <a:ext cx="8003540" cy="1403350"/>
            <a:chOff x="934" y="8080"/>
            <a:chExt cx="12604" cy="2210"/>
          </a:xfrm>
        </p:grpSpPr>
        <p:sp>
          <p:nvSpPr>
            <p:cNvPr id="12" name="Rectangle 3"/>
            <p:cNvSpPr>
              <a:spLocks noGrp="1"/>
            </p:cNvSpPr>
            <p:nvPr/>
          </p:nvSpPr>
          <p:spPr>
            <a:xfrm>
              <a:off x="934" y="8080"/>
              <a:ext cx="12604" cy="221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从表2-15可知，在AB取值分别为00、01、10、11时， </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 </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的值相同，且分别为1、1、1、0，因此等式</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成立。同理，</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等式也成立。</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2513"/>
            <p:cNvGraphicFramePr>
              <a:graphicFrameLocks noChangeAspect="1"/>
            </p:cNvGraphicFramePr>
            <p:nvPr/>
          </p:nvGraphicFramePr>
          <p:xfrm>
            <a:off x="1080" y="8872"/>
            <a:ext cx="908" cy="576"/>
          </p:xfrm>
          <a:graphic>
            <a:graphicData uri="http://schemas.openxmlformats.org/presentationml/2006/ole">
              <mc:AlternateContent xmlns:mc="http://schemas.openxmlformats.org/markup-compatibility/2006">
                <mc:Choice xmlns:v="urn:schemas-microsoft-com:vml" Requires="v">
                  <p:oleObj spid="_x0000_s15" name="" r:id="rId6" imgW="278765" imgH="177800" progId="Equation.DSMT4">
                    <p:embed/>
                  </p:oleObj>
                </mc:Choice>
                <mc:Fallback>
                  <p:oleObj name="" r:id="rId6" imgW="278765" imgH="177800" progId="Equation.DSMT4">
                    <p:embed/>
                    <p:pic>
                      <p:nvPicPr>
                        <p:cNvPr id="0" name="图片 14"/>
                        <p:cNvPicPr/>
                        <p:nvPr/>
                      </p:nvPicPr>
                      <p:blipFill>
                        <a:blip r:embed="rId7"/>
                        <a:stretch>
                          <a:fillRect/>
                        </a:stretch>
                      </p:blipFill>
                      <p:spPr>
                        <a:xfrm>
                          <a:off x="1080" y="8872"/>
                          <a:ext cx="908" cy="576"/>
                        </a:xfrm>
                        <a:prstGeom prst="rect">
                          <a:avLst/>
                        </a:prstGeom>
                        <a:noFill/>
                        <a:ln w="38100">
                          <a:noFill/>
                          <a:miter/>
                        </a:ln>
                      </p:spPr>
                    </p:pic>
                  </p:oleObj>
                </mc:Fallback>
              </mc:AlternateContent>
            </a:graphicData>
          </a:graphic>
        </p:graphicFrame>
        <p:graphicFrame>
          <p:nvGraphicFramePr>
            <p:cNvPr id="6" name="对象 -2147482512"/>
            <p:cNvGraphicFramePr>
              <a:graphicFrameLocks noChangeAspect="1"/>
            </p:cNvGraphicFramePr>
            <p:nvPr/>
          </p:nvGraphicFramePr>
          <p:xfrm>
            <a:off x="2542" y="8868"/>
            <a:ext cx="1091" cy="586"/>
          </p:xfrm>
          <a:graphic>
            <a:graphicData uri="http://schemas.openxmlformats.org/presentationml/2006/ole">
              <mc:AlternateContent xmlns:mc="http://schemas.openxmlformats.org/markup-compatibility/2006">
                <mc:Choice xmlns:v="urn:schemas-microsoft-com:vml" Requires="v">
                  <p:oleObj spid="_x0000_s16" name="" r:id="rId8" imgW="329565" imgH="177800" progId="Equation.DSMT4">
                    <p:embed/>
                  </p:oleObj>
                </mc:Choice>
                <mc:Fallback>
                  <p:oleObj name="" r:id="rId8" imgW="329565" imgH="177800" progId="Equation.DSMT4">
                    <p:embed/>
                    <p:pic>
                      <p:nvPicPr>
                        <p:cNvPr id="0" name="图片 15"/>
                        <p:cNvPicPr/>
                        <p:nvPr/>
                      </p:nvPicPr>
                      <p:blipFill>
                        <a:blip r:embed="rId9"/>
                        <a:stretch>
                          <a:fillRect/>
                        </a:stretch>
                      </p:blipFill>
                      <p:spPr>
                        <a:xfrm>
                          <a:off x="2542" y="8868"/>
                          <a:ext cx="1091" cy="586"/>
                        </a:xfrm>
                        <a:prstGeom prst="rect">
                          <a:avLst/>
                        </a:prstGeom>
                        <a:noFill/>
                        <a:ln w="38100">
                          <a:noFill/>
                          <a:miter/>
                        </a:ln>
                      </p:spPr>
                    </p:pic>
                  </p:oleObj>
                </mc:Fallback>
              </mc:AlternateContent>
            </a:graphicData>
          </a:graphic>
        </p:graphicFrame>
        <p:graphicFrame>
          <p:nvGraphicFramePr>
            <p:cNvPr id="18" name="对象 -2147482529"/>
            <p:cNvGraphicFramePr>
              <a:graphicFrameLocks noChangeAspect="1"/>
            </p:cNvGraphicFramePr>
            <p:nvPr/>
          </p:nvGraphicFramePr>
          <p:xfrm>
            <a:off x="1080" y="9600"/>
            <a:ext cx="2234" cy="567"/>
          </p:xfrm>
          <a:graphic>
            <a:graphicData uri="http://schemas.openxmlformats.org/presentationml/2006/ole">
              <mc:AlternateContent xmlns:mc="http://schemas.openxmlformats.org/markup-compatibility/2006">
                <mc:Choice xmlns:v="urn:schemas-microsoft-com:vml" Requires="v">
                  <p:oleObj spid="_x0000_s19" name="" r:id="rId10" imgW="697230" imgH="177800" progId="Equation.DSMT4">
                    <p:embed/>
                  </p:oleObj>
                </mc:Choice>
                <mc:Fallback>
                  <p:oleObj name="" r:id="rId10" imgW="697230" imgH="177800" progId="Equation.DSMT4">
                    <p:embed/>
                    <p:pic>
                      <p:nvPicPr>
                        <p:cNvPr id="0" name="图片 3075"/>
                        <p:cNvPicPr/>
                        <p:nvPr/>
                      </p:nvPicPr>
                      <p:blipFill>
                        <a:blip r:embed="rId2"/>
                        <a:stretch>
                          <a:fillRect/>
                        </a:stretch>
                      </p:blipFill>
                      <p:spPr>
                        <a:xfrm>
                          <a:off x="1080" y="9600"/>
                          <a:ext cx="2234" cy="567"/>
                        </a:xfrm>
                        <a:prstGeom prst="rect">
                          <a:avLst/>
                        </a:prstGeom>
                        <a:noFill/>
                        <a:ln w="38100">
                          <a:noFill/>
                          <a:miter/>
                        </a:ln>
                      </p:spPr>
                    </p:pic>
                  </p:oleObj>
                </mc:Fallback>
              </mc:AlternateContent>
            </a:graphicData>
          </a:graphic>
        </p:graphicFrame>
        <p:graphicFrame>
          <p:nvGraphicFramePr>
            <p:cNvPr id="20" name="对象 -2147482528"/>
            <p:cNvGraphicFramePr>
              <a:graphicFrameLocks noChangeAspect="1"/>
            </p:cNvGraphicFramePr>
            <p:nvPr/>
          </p:nvGraphicFramePr>
          <p:xfrm>
            <a:off x="6241" y="9600"/>
            <a:ext cx="2294" cy="582"/>
          </p:xfrm>
          <a:graphic>
            <a:graphicData uri="http://schemas.openxmlformats.org/presentationml/2006/ole">
              <mc:AlternateContent xmlns:mc="http://schemas.openxmlformats.org/markup-compatibility/2006">
                <mc:Choice xmlns:v="urn:schemas-microsoft-com:vml" Requires="v">
                  <p:oleObj spid="_x0000_s21" name="" r:id="rId11" imgW="697230" imgH="177800" progId="Equation.DSMT4">
                    <p:embed/>
                  </p:oleObj>
                </mc:Choice>
                <mc:Fallback>
                  <p:oleObj name="" r:id="rId11" imgW="697230" imgH="177800" progId="Equation.DSMT4">
                    <p:embed/>
                    <p:pic>
                      <p:nvPicPr>
                        <p:cNvPr id="0" name="图片 9"/>
                        <p:cNvPicPr/>
                        <p:nvPr/>
                      </p:nvPicPr>
                      <p:blipFill>
                        <a:blip r:embed="rId4"/>
                        <a:stretch>
                          <a:fillRect/>
                        </a:stretch>
                      </p:blipFill>
                      <p:spPr>
                        <a:xfrm>
                          <a:off x="6241" y="9600"/>
                          <a:ext cx="2294" cy="58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
                                        </p:tgtEl>
                                        <p:attrNameLst>
                                          <p:attrName>ppt_y</p:attrName>
                                        </p:attrNameLst>
                                      </p:cBhvr>
                                      <p:tavLst>
                                        <p:tav tm="0">
                                          <p:val>
                                            <p:strVal val="#ppt_y"/>
                                          </p:val>
                                        </p:tav>
                                        <p:tav tm="100000">
                                          <p:val>
                                            <p:strVal val="#ppt_y"/>
                                          </p:val>
                                        </p:tav>
                                      </p:tavLst>
                                    </p:anim>
                                    <p:anim calcmode="lin" valueType="num">
                                      <p:cBhvr>
                                        <p:cTn id="9"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5"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anim calcmode="lin" valueType="num">
                                      <p:cBhvr>
                                        <p:cTn id="18"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000" fill="hold">
                                          <p:stCondLst>
                                            <p:cond delay="0"/>
                                          </p:stCondLst>
                                        </p:cTn>
                                        <p:tgtEl>
                                          <p:spTgt spid="7"/>
                                        </p:tgtEl>
                                        <p:attrNameLst>
                                          <p:attrName>style.visibility</p:attrName>
                                        </p:attrNameLst>
                                      </p:cBhvr>
                                      <p:to>
                                        <p:strVal val="visible"/>
                                      </p:to>
                                    </p:set>
                                    <p:animEffect transition="in" filter="wheel(1)">
                                      <p:cBhvr>
                                        <p:cTn id="2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19430" y="1295400"/>
            <a:ext cx="8003540" cy="5187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【例2-6】证明等式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成立。</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 name="Rectangle 3"/>
          <p:cNvSpPr>
            <a:spLocks noGrp="1"/>
          </p:cNvSpPr>
          <p:nvPr/>
        </p:nvSpPr>
        <p:spPr>
          <a:xfrm>
            <a:off x="604520" y="1803400"/>
            <a:ext cx="1531620" cy="4800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证明</a:t>
            </a:r>
            <a:r>
              <a:rPr lang="en-US" sz="2400" b="1" kern="1200" dirty="0">
                <a:solidFill>
                  <a:srgbClr val="000066"/>
                </a:solidFill>
                <a:latin typeface="Arial" panose="020B0604020202020204" pitchFamily="34" charset="0"/>
                <a:ea typeface="楷体_GB2312" pitchFamily="49" charset="-122"/>
              </a:rPr>
              <a:t>:</a:t>
            </a:r>
            <a:endParaRPr 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79975"/>
          <p:cNvGraphicFramePr>
            <a:graphicFrameLocks noChangeAspect="1"/>
          </p:cNvGraphicFramePr>
          <p:nvPr/>
        </p:nvGraphicFramePr>
        <p:xfrm>
          <a:off x="3683635" y="1333500"/>
          <a:ext cx="1862455" cy="400050"/>
        </p:xfrm>
        <a:graphic>
          <a:graphicData uri="http://schemas.openxmlformats.org/presentationml/2006/ole">
            <mc:AlternateContent xmlns:mc="http://schemas.openxmlformats.org/markup-compatibility/2006">
              <mc:Choice xmlns:v="urn:schemas-microsoft-com:vml" Requires="v">
                <p:oleObj spid="_x0000_s8" name="" r:id="rId1" imgW="824230" imgH="177800" progId="Equation.DSMT4">
                  <p:embed/>
                </p:oleObj>
              </mc:Choice>
              <mc:Fallback>
                <p:oleObj name="" r:id="rId1" imgW="824230" imgH="177800" progId="Equation.DSMT4">
                  <p:embed/>
                  <p:pic>
                    <p:nvPicPr>
                      <p:cNvPr id="0" name="图片 7"/>
                      <p:cNvPicPr/>
                      <p:nvPr/>
                    </p:nvPicPr>
                    <p:blipFill>
                      <a:blip r:embed="rId2"/>
                      <a:stretch>
                        <a:fillRect/>
                      </a:stretch>
                    </p:blipFill>
                    <p:spPr>
                      <a:xfrm>
                        <a:off x="3683635" y="1333500"/>
                        <a:ext cx="1862455" cy="400050"/>
                      </a:xfrm>
                      <a:prstGeom prst="rect">
                        <a:avLst/>
                      </a:prstGeom>
                      <a:noFill/>
                      <a:ln w="38100">
                        <a:noFill/>
                        <a:miter/>
                      </a:ln>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2058035" y="1854200"/>
          <a:ext cx="960120" cy="389255"/>
        </p:xfrm>
        <a:graphic>
          <a:graphicData uri="http://schemas.openxmlformats.org/presentationml/2006/ole">
            <mc:AlternateContent xmlns:mc="http://schemas.openxmlformats.org/markup-compatibility/2006">
              <mc:Choice xmlns:v="urn:schemas-microsoft-com:vml" Requires="v">
                <p:oleObj spid="_x0000_s1025" name="" r:id="rId3" imgW="482600" imgH="203200" progId="Equation.KSEE3">
                  <p:embed/>
                </p:oleObj>
              </mc:Choice>
              <mc:Fallback>
                <p:oleObj name="" r:id="rId3" imgW="482600" imgH="203200" progId="Equation.KSEE3">
                  <p:embed/>
                  <p:pic>
                    <p:nvPicPr>
                      <p:cNvPr id="0" name="图片 1024"/>
                      <p:cNvPicPr/>
                      <p:nvPr/>
                    </p:nvPicPr>
                    <p:blipFill>
                      <a:blip r:embed="rId4"/>
                      <a:stretch>
                        <a:fillRect/>
                      </a:stretch>
                    </p:blipFill>
                    <p:spPr>
                      <a:xfrm>
                        <a:off x="2058035" y="1854200"/>
                        <a:ext cx="960120" cy="389255"/>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2057718" y="2272983"/>
          <a:ext cx="2097405" cy="462280"/>
        </p:xfrm>
        <a:graphic>
          <a:graphicData uri="http://schemas.openxmlformats.org/presentationml/2006/ole">
            <mc:AlternateContent xmlns:mc="http://schemas.openxmlformats.org/markup-compatibility/2006">
              <mc:Choice xmlns:v="urn:schemas-microsoft-com:vml" Requires="v">
                <p:oleObj spid="_x0000_s3" name="" r:id="rId5" imgW="1054100" imgH="241300" progId="Equation.KSEE3">
                  <p:embed/>
                </p:oleObj>
              </mc:Choice>
              <mc:Fallback>
                <p:oleObj name="" r:id="rId5" imgW="1054100" imgH="241300" progId="Equation.KSEE3">
                  <p:embed/>
                  <p:pic>
                    <p:nvPicPr>
                      <p:cNvPr id="0" name="图片 1024"/>
                      <p:cNvPicPr/>
                      <p:nvPr/>
                    </p:nvPicPr>
                    <p:blipFill>
                      <a:blip r:embed="rId6"/>
                      <a:stretch>
                        <a:fillRect/>
                      </a:stretch>
                    </p:blipFill>
                    <p:spPr>
                      <a:xfrm>
                        <a:off x="2057718" y="2272983"/>
                        <a:ext cx="2097405" cy="462280"/>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2080260" y="2777491"/>
          <a:ext cx="1010920" cy="316865"/>
        </p:xfrm>
        <a:graphic>
          <a:graphicData uri="http://schemas.openxmlformats.org/presentationml/2006/ole">
            <mc:AlternateContent xmlns:mc="http://schemas.openxmlformats.org/markup-compatibility/2006">
              <mc:Choice xmlns:v="urn:schemas-microsoft-com:vml" Requires="v">
                <p:oleObj spid="_x0000_s25" name="" r:id="rId7" imgW="508000" imgH="165100" progId="Equation.KSEE3">
                  <p:embed/>
                </p:oleObj>
              </mc:Choice>
              <mc:Fallback>
                <p:oleObj name="" r:id="rId7" imgW="508000" imgH="165100" progId="Equation.KSEE3">
                  <p:embed/>
                  <p:pic>
                    <p:nvPicPr>
                      <p:cNvPr id="0" name="图片 1024"/>
                      <p:cNvPicPr/>
                      <p:nvPr/>
                    </p:nvPicPr>
                    <p:blipFill>
                      <a:blip r:embed="rId8"/>
                      <a:stretch>
                        <a:fillRect/>
                      </a:stretch>
                    </p:blipFill>
                    <p:spPr>
                      <a:xfrm>
                        <a:off x="2080260" y="2777491"/>
                        <a:ext cx="1010920" cy="316865"/>
                      </a:xfrm>
                      <a:prstGeom prst="rect">
                        <a:avLst/>
                      </a:prstGeom>
                    </p:spPr>
                  </p:pic>
                </p:oleObj>
              </mc:Fallback>
            </mc:AlternateContent>
          </a:graphicData>
        </a:graphic>
      </p:graphicFrame>
      <p:grpSp>
        <p:nvGrpSpPr>
          <p:cNvPr id="6" name="组合 5"/>
          <p:cNvGrpSpPr/>
          <p:nvPr/>
        </p:nvGrpSpPr>
        <p:grpSpPr>
          <a:xfrm>
            <a:off x="519430" y="3251200"/>
            <a:ext cx="8003540" cy="518160"/>
            <a:chOff x="818" y="5120"/>
            <a:chExt cx="12604" cy="816"/>
          </a:xfrm>
        </p:grpSpPr>
        <p:sp>
          <p:nvSpPr>
            <p:cNvPr id="26" name="Rectangle 3"/>
            <p:cNvSpPr>
              <a:spLocks noGrp="1"/>
            </p:cNvSpPr>
            <p:nvPr/>
          </p:nvSpPr>
          <p:spPr>
            <a:xfrm>
              <a:off x="818" y="5120"/>
              <a:ext cx="12604" cy="81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a:t>
              </a:r>
              <a:r>
                <a:rPr lang="en-US" sz="2400" b="1" kern="1200" dirty="0">
                  <a:solidFill>
                    <a:srgbClr val="000066"/>
                  </a:solidFill>
                  <a:latin typeface="Arial" panose="020B0604020202020204" pitchFamily="34" charset="0"/>
                  <a:ea typeface="楷体_GB2312" pitchFamily="49" charset="-122"/>
                </a:rPr>
                <a:t>7</a:t>
              </a:r>
              <a:r>
                <a:rPr sz="2400" b="1" kern="1200" dirty="0">
                  <a:solidFill>
                    <a:srgbClr val="000066"/>
                  </a:solidFill>
                  <a:latin typeface="Arial" panose="020B0604020202020204" pitchFamily="34" charset="0"/>
                  <a:ea typeface="楷体_GB2312" pitchFamily="49" charset="-122"/>
                </a:rPr>
                <a:t>】证明等式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成立。</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2505"/>
            <p:cNvGraphicFramePr>
              <a:graphicFrameLocks noChangeAspect="1"/>
            </p:cNvGraphicFramePr>
            <p:nvPr/>
          </p:nvGraphicFramePr>
          <p:xfrm>
            <a:off x="5880" y="5190"/>
            <a:ext cx="4673" cy="649"/>
          </p:xfrm>
          <a:graphic>
            <a:graphicData uri="http://schemas.openxmlformats.org/presentationml/2006/ole">
              <mc:AlternateContent xmlns:mc="http://schemas.openxmlformats.org/markup-compatibility/2006">
                <mc:Choice xmlns:v="urn:schemas-microsoft-com:vml" Requires="v">
                  <p:oleObj spid="_x0000_s28" name="" r:id="rId9" imgW="1370965" imgH="190500" progId="Equation.DSMT4">
                    <p:embed/>
                  </p:oleObj>
                </mc:Choice>
                <mc:Fallback>
                  <p:oleObj name="" r:id="rId9" imgW="1370965" imgH="190500" progId="Equation.DSMT4">
                    <p:embed/>
                    <p:pic>
                      <p:nvPicPr>
                        <p:cNvPr id="0" name="图片 27"/>
                        <p:cNvPicPr/>
                        <p:nvPr/>
                      </p:nvPicPr>
                      <p:blipFill>
                        <a:blip r:embed="rId10"/>
                        <a:stretch>
                          <a:fillRect/>
                        </a:stretch>
                      </p:blipFill>
                      <p:spPr>
                        <a:xfrm>
                          <a:off x="5880" y="5190"/>
                          <a:ext cx="4673" cy="649"/>
                        </a:xfrm>
                        <a:prstGeom prst="rect">
                          <a:avLst/>
                        </a:prstGeom>
                        <a:noFill/>
                        <a:ln w="38100">
                          <a:noFill/>
                          <a:miter/>
                        </a:ln>
                      </p:spPr>
                    </p:pic>
                  </p:oleObj>
                </mc:Fallback>
              </mc:AlternateContent>
            </a:graphicData>
          </a:graphic>
        </p:graphicFrame>
      </p:grpSp>
      <p:grpSp>
        <p:nvGrpSpPr>
          <p:cNvPr id="7" name="组合 6"/>
          <p:cNvGrpSpPr/>
          <p:nvPr/>
        </p:nvGrpSpPr>
        <p:grpSpPr>
          <a:xfrm>
            <a:off x="604520" y="3759200"/>
            <a:ext cx="3249295" cy="480060"/>
            <a:chOff x="952" y="5920"/>
            <a:chExt cx="5117" cy="756"/>
          </a:xfrm>
        </p:grpSpPr>
        <p:sp>
          <p:nvSpPr>
            <p:cNvPr id="27" name="Rectangle 3"/>
            <p:cNvSpPr>
              <a:spLocks noGrp="1"/>
            </p:cNvSpPr>
            <p:nvPr/>
          </p:nvSpPr>
          <p:spPr>
            <a:xfrm>
              <a:off x="952" y="5920"/>
              <a:ext cx="2412" cy="75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证明</a:t>
              </a:r>
              <a:r>
                <a:rPr lang="en-US" sz="2400" b="1" kern="1200" dirty="0">
                  <a:solidFill>
                    <a:srgbClr val="000066"/>
                  </a:solidFill>
                  <a:latin typeface="Arial" panose="020B0604020202020204" pitchFamily="34" charset="0"/>
                  <a:ea typeface="楷体_GB2312" pitchFamily="49" charset="-122"/>
                </a:rPr>
                <a:t>:</a:t>
              </a:r>
              <a:endParaRPr lang="en-US" sz="2400" b="1" kern="1200" dirty="0">
                <a:solidFill>
                  <a:srgbClr val="000066"/>
                </a:solidFill>
                <a:latin typeface="Arial" panose="020B0604020202020204" pitchFamily="34" charset="0"/>
                <a:ea typeface="楷体_GB2312" pitchFamily="49" charset="-122"/>
              </a:endParaRPr>
            </a:p>
          </p:txBody>
        </p:sp>
        <p:graphicFrame>
          <p:nvGraphicFramePr>
            <p:cNvPr id="29" name="对象 28">
              <a:hlinkClick r:id="" action="ppaction://ole?verb="/>
            </p:cNvPr>
            <p:cNvGraphicFramePr>
              <a:graphicFrameLocks noChangeAspect="1"/>
            </p:cNvGraphicFramePr>
            <p:nvPr/>
          </p:nvGraphicFramePr>
          <p:xfrm>
            <a:off x="3165" y="5981"/>
            <a:ext cx="2905" cy="652"/>
          </p:xfrm>
          <a:graphic>
            <a:graphicData uri="http://schemas.openxmlformats.org/presentationml/2006/ole">
              <mc:AlternateContent xmlns:mc="http://schemas.openxmlformats.org/markup-compatibility/2006">
                <mc:Choice xmlns:v="urn:schemas-microsoft-com:vml" Requires="v">
                  <p:oleObj spid="_x0000_s30" name="" r:id="rId11" imgW="927100" imgH="215900" progId="Equation.KSEE3">
                    <p:embed/>
                  </p:oleObj>
                </mc:Choice>
                <mc:Fallback>
                  <p:oleObj name="" r:id="rId11" imgW="927100" imgH="215900" progId="Equation.KSEE3">
                    <p:embed/>
                    <p:pic>
                      <p:nvPicPr>
                        <p:cNvPr id="0" name="图片 1024"/>
                        <p:cNvPicPr/>
                        <p:nvPr/>
                      </p:nvPicPr>
                      <p:blipFill>
                        <a:blip r:embed="rId12"/>
                        <a:stretch>
                          <a:fillRect/>
                        </a:stretch>
                      </p:blipFill>
                      <p:spPr>
                        <a:xfrm>
                          <a:off x="3165" y="5981"/>
                          <a:ext cx="2905" cy="652"/>
                        </a:xfrm>
                        <a:prstGeom prst="rect">
                          <a:avLst/>
                        </a:prstGeom>
                      </p:spPr>
                    </p:pic>
                  </p:oleObj>
                </mc:Fallback>
              </mc:AlternateContent>
            </a:graphicData>
          </a:graphic>
        </p:graphicFrame>
      </p:grpSp>
      <p:graphicFrame>
        <p:nvGraphicFramePr>
          <p:cNvPr id="31" name="对象 30">
            <a:hlinkClick r:id="" action="ppaction://ole?verb="/>
          </p:cNvPr>
          <p:cNvGraphicFramePr>
            <a:graphicFrameLocks noChangeAspect="1"/>
          </p:cNvGraphicFramePr>
          <p:nvPr/>
        </p:nvGraphicFramePr>
        <p:xfrm>
          <a:off x="1984375" y="4267836"/>
          <a:ext cx="2981960" cy="462915"/>
        </p:xfrm>
        <a:graphic>
          <a:graphicData uri="http://schemas.openxmlformats.org/presentationml/2006/ole">
            <mc:AlternateContent xmlns:mc="http://schemas.openxmlformats.org/markup-compatibility/2006">
              <mc:Choice xmlns:v="urn:schemas-microsoft-com:vml" Requires="v">
                <p:oleObj spid="_x0000_s32" name="" r:id="rId13" imgW="1498600" imgH="241300" progId="Equation.KSEE3">
                  <p:embed/>
                </p:oleObj>
              </mc:Choice>
              <mc:Fallback>
                <p:oleObj name="" r:id="rId13" imgW="1498600" imgH="241300" progId="Equation.KSEE3">
                  <p:embed/>
                  <p:pic>
                    <p:nvPicPr>
                      <p:cNvPr id="0" name="图片 1024"/>
                      <p:cNvPicPr/>
                      <p:nvPr/>
                    </p:nvPicPr>
                    <p:blipFill>
                      <a:blip r:embed="rId14"/>
                      <a:stretch>
                        <a:fillRect/>
                      </a:stretch>
                    </p:blipFill>
                    <p:spPr>
                      <a:xfrm>
                        <a:off x="1984375" y="4267836"/>
                        <a:ext cx="2981960" cy="462915"/>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1987233" y="4724718"/>
          <a:ext cx="3159125" cy="414020"/>
        </p:xfrm>
        <a:graphic>
          <a:graphicData uri="http://schemas.openxmlformats.org/presentationml/2006/ole">
            <mc:AlternateContent xmlns:mc="http://schemas.openxmlformats.org/markup-compatibility/2006">
              <mc:Choice xmlns:v="urn:schemas-microsoft-com:vml" Requires="v">
                <p:oleObj spid="_x0000_s34" name="" r:id="rId15" imgW="1587500" imgH="215900" progId="Equation.KSEE3">
                  <p:embed/>
                </p:oleObj>
              </mc:Choice>
              <mc:Fallback>
                <p:oleObj name="" r:id="rId15" imgW="1587500" imgH="215900" progId="Equation.KSEE3">
                  <p:embed/>
                  <p:pic>
                    <p:nvPicPr>
                      <p:cNvPr id="0" name="图片 1024"/>
                      <p:cNvPicPr/>
                      <p:nvPr/>
                    </p:nvPicPr>
                    <p:blipFill>
                      <a:blip r:embed="rId16"/>
                      <a:stretch>
                        <a:fillRect/>
                      </a:stretch>
                    </p:blipFill>
                    <p:spPr>
                      <a:xfrm>
                        <a:off x="1987233" y="4724718"/>
                        <a:ext cx="3159125" cy="414020"/>
                      </a:xfrm>
                      <a:prstGeom prst="rect">
                        <a:avLst/>
                      </a:prstGeom>
                    </p:spPr>
                  </p:pic>
                </p:oleObj>
              </mc:Fallback>
            </mc:AlternateContent>
          </a:graphicData>
        </a:graphic>
      </p:graphicFrame>
      <p:graphicFrame>
        <p:nvGraphicFramePr>
          <p:cNvPr id="35" name="对象 34">
            <a:hlinkClick r:id="" action="ppaction://ole?verb="/>
          </p:cNvPr>
          <p:cNvGraphicFramePr>
            <a:graphicFrameLocks noChangeAspect="1"/>
          </p:cNvGraphicFramePr>
          <p:nvPr/>
        </p:nvGraphicFramePr>
        <p:xfrm>
          <a:off x="2009775" y="5169536"/>
          <a:ext cx="2981960" cy="462915"/>
        </p:xfrm>
        <a:graphic>
          <a:graphicData uri="http://schemas.openxmlformats.org/presentationml/2006/ole">
            <mc:AlternateContent xmlns:mc="http://schemas.openxmlformats.org/markup-compatibility/2006">
              <mc:Choice xmlns:v="urn:schemas-microsoft-com:vml" Requires="v">
                <p:oleObj spid="_x0000_s36" name="" r:id="rId17" imgW="1498600" imgH="241300" progId="Equation.KSEE3">
                  <p:embed/>
                </p:oleObj>
              </mc:Choice>
              <mc:Fallback>
                <p:oleObj name="" r:id="rId17" imgW="1498600" imgH="241300" progId="Equation.KSEE3">
                  <p:embed/>
                  <p:pic>
                    <p:nvPicPr>
                      <p:cNvPr id="0" name="图片 1024"/>
                      <p:cNvPicPr/>
                      <p:nvPr/>
                    </p:nvPicPr>
                    <p:blipFill>
                      <a:blip r:embed="rId18"/>
                      <a:stretch>
                        <a:fillRect/>
                      </a:stretch>
                    </p:blipFill>
                    <p:spPr>
                      <a:xfrm>
                        <a:off x="2009775" y="5169536"/>
                        <a:ext cx="2981960" cy="462915"/>
                      </a:xfrm>
                      <a:prstGeom prst="rect">
                        <a:avLst/>
                      </a:prstGeom>
                    </p:spPr>
                  </p:pic>
                </p:oleObj>
              </mc:Fallback>
            </mc:AlternateContent>
          </a:graphicData>
        </a:graphic>
      </p:graphicFrame>
      <p:graphicFrame>
        <p:nvGraphicFramePr>
          <p:cNvPr id="37" name="对象 36">
            <a:hlinkClick r:id="" action="ppaction://ole?verb="/>
          </p:cNvPr>
          <p:cNvGraphicFramePr>
            <a:graphicFrameLocks noChangeAspect="1"/>
          </p:cNvGraphicFramePr>
          <p:nvPr/>
        </p:nvGraphicFramePr>
        <p:xfrm>
          <a:off x="2031048" y="5638483"/>
          <a:ext cx="1390015" cy="414020"/>
        </p:xfrm>
        <a:graphic>
          <a:graphicData uri="http://schemas.openxmlformats.org/presentationml/2006/ole">
            <mc:AlternateContent xmlns:mc="http://schemas.openxmlformats.org/markup-compatibility/2006">
              <mc:Choice xmlns:v="urn:schemas-microsoft-com:vml" Requires="v">
                <p:oleObj spid="_x0000_s38" name="" r:id="rId19" imgW="698500" imgH="215900" progId="Equation.KSEE3">
                  <p:embed/>
                </p:oleObj>
              </mc:Choice>
              <mc:Fallback>
                <p:oleObj name="" r:id="rId19" imgW="698500" imgH="215900" progId="Equation.KSEE3">
                  <p:embed/>
                  <p:pic>
                    <p:nvPicPr>
                      <p:cNvPr id="0" name="图片 1024"/>
                      <p:cNvPicPr/>
                      <p:nvPr/>
                    </p:nvPicPr>
                    <p:blipFill>
                      <a:blip r:embed="rId20"/>
                      <a:stretch>
                        <a:fillRect/>
                      </a:stretch>
                    </p:blipFill>
                    <p:spPr>
                      <a:xfrm>
                        <a:off x="2031048" y="5638483"/>
                        <a:ext cx="1390015" cy="41402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linds(horizontal)">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8" presetClass="entr" presetSubtype="0" accel="10000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strVal val="#ppt_w*2.5"/>
                                          </p:val>
                                        </p:tav>
                                        <p:tav tm="100000">
                                          <p:val>
                                            <p:strVal val="#ppt_w"/>
                                          </p:val>
                                        </p:tav>
                                      </p:tavLst>
                                    </p:anim>
                                    <p:anim calcmode="lin" valueType="num">
                                      <p:cBhvr>
                                        <p:cTn id="31" dur="500" fill="hold"/>
                                        <p:tgtEl>
                                          <p:spTgt spid="6"/>
                                        </p:tgtEl>
                                        <p:attrNameLst>
                                          <p:attrName>ppt_h</p:attrName>
                                        </p:attrNameLst>
                                      </p:cBhvr>
                                      <p:tavLst>
                                        <p:tav tm="0">
                                          <p:val>
                                            <p:strVal val="#ppt_h*0.01"/>
                                          </p:val>
                                        </p:tav>
                                        <p:tav tm="100000">
                                          <p:val>
                                            <p:strVal val="#ppt_h"/>
                                          </p:val>
                                        </p:tav>
                                      </p:tavLst>
                                    </p:anim>
                                    <p:anim calcmode="lin" valueType="num">
                                      <p:cBhvr>
                                        <p:cTn id="32" dur="500" fill="hold"/>
                                        <p:tgtEl>
                                          <p:spTgt spid="6"/>
                                        </p:tgtEl>
                                        <p:attrNameLst>
                                          <p:attrName>ppt_x</p:attrName>
                                        </p:attrNameLst>
                                      </p:cBhvr>
                                      <p:tavLst>
                                        <p:tav tm="0">
                                          <p:val>
                                            <p:strVal val="#ppt_x"/>
                                          </p:val>
                                        </p:tav>
                                        <p:tav tm="100000">
                                          <p:val>
                                            <p:strVal val="#ppt_x"/>
                                          </p:val>
                                        </p:tav>
                                      </p:tavLst>
                                    </p:anim>
                                    <p:anim calcmode="lin" valueType="num">
                                      <p:cBhvr>
                                        <p:cTn id="33" dur="500" fill="hold"/>
                                        <p:tgtEl>
                                          <p:spTgt spid="6"/>
                                        </p:tgtEl>
                                        <p:attrNameLst>
                                          <p:attrName>ppt_y</p:attrName>
                                        </p:attrNameLst>
                                      </p:cBhvr>
                                      <p:tavLst>
                                        <p:tav tm="0">
                                          <p:val>
                                            <p:strVal val="#ppt_h+1"/>
                                          </p:val>
                                        </p:tav>
                                        <p:tav tm="100000">
                                          <p:val>
                                            <p:strVal val="#ppt_y"/>
                                          </p:val>
                                        </p:tav>
                                      </p:tavLst>
                                    </p:anim>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35" presetClass="entr" presetSubtype="0" fill="hold" nodeType="clickEffect">
                                  <p:stCondLst>
                                    <p:cond delay="0"/>
                                  </p:stCondLst>
                                  <p:childTnLst>
                                    <p:set>
                                      <p:cBhvr>
                                        <p:cTn id="38" dur="1000"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style.rotation</p:attrName>
                                        </p:attrNameLst>
                                      </p:cBhvr>
                                      <p:tavLst>
                                        <p:tav tm="0">
                                          <p:val>
                                            <p:fltVal val="720"/>
                                          </p:val>
                                        </p:tav>
                                        <p:tav tm="100000">
                                          <p:val>
                                            <p:fltVal val="0"/>
                                          </p:val>
                                        </p:tav>
                                      </p:tavLst>
                                    </p:anim>
                                    <p:anim calcmode="lin" valueType="num">
                                      <p:cBhvr>
                                        <p:cTn id="41" dur="1000" fill="hold"/>
                                        <p:tgtEl>
                                          <p:spTgt spid="7"/>
                                        </p:tgtEl>
                                        <p:attrNameLst>
                                          <p:attrName>ppt_h</p:attrName>
                                        </p:attrNameLst>
                                      </p:cBhvr>
                                      <p:tavLst>
                                        <p:tav tm="0">
                                          <p:val>
                                            <p:fltVal val="0"/>
                                          </p:val>
                                        </p:tav>
                                        <p:tav tm="100000">
                                          <p:val>
                                            <p:strVal val="#ppt_h"/>
                                          </p:val>
                                        </p:tav>
                                      </p:tavLst>
                                    </p:anim>
                                    <p:anim calcmode="lin" valueType="num">
                                      <p:cBhvr>
                                        <p:cTn id="42" dur="1000" fill="hold"/>
                                        <p:tgtEl>
                                          <p:spTgt spid="7"/>
                                        </p:tgtEl>
                                        <p:attrNameLst>
                                          <p:attrName>ppt_w</p:attrName>
                                        </p:attrNameLst>
                                      </p:cBhvr>
                                      <p:tavLst>
                                        <p:tav tm="0">
                                          <p:val>
                                            <p:fltVal val="0"/>
                                          </p:val>
                                        </p:tav>
                                        <p:tav tm="100000">
                                          <p:val>
                                            <p:strVal val="#ppt_w"/>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500" fill="hold"/>
                                        <p:tgtEl>
                                          <p:spTgt spid="31"/>
                                        </p:tgtEl>
                                        <p:attrNameLst>
                                          <p:attrName>ppt_x</p:attrName>
                                        </p:attrNameLst>
                                      </p:cBhvr>
                                      <p:tavLst>
                                        <p:tav tm="0">
                                          <p:val>
                                            <p:strVal val="#ppt_x"/>
                                          </p:val>
                                        </p:tav>
                                        <p:tav tm="100000">
                                          <p:val>
                                            <p:strVal val="#ppt_x"/>
                                          </p:val>
                                        </p:tav>
                                      </p:tavLst>
                                    </p:anim>
                                    <p:anim calcmode="lin" valueType="num">
                                      <p:cBhvr additive="base">
                                        <p:cTn id="4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anim calcmode="lin" valueType="num">
                                      <p:cBhvr>
                                        <p:cTn id="54" dur="1000" fill="hold"/>
                                        <p:tgtEl>
                                          <p:spTgt spid="33"/>
                                        </p:tgtEl>
                                        <p:attrNameLst>
                                          <p:attrName>ppt_x</p:attrName>
                                        </p:attrNameLst>
                                      </p:cBhvr>
                                      <p:tavLst>
                                        <p:tav tm="0">
                                          <p:val>
                                            <p:strVal val="#ppt_x"/>
                                          </p:val>
                                        </p:tav>
                                        <p:tav tm="100000">
                                          <p:val>
                                            <p:strVal val="#ppt_x"/>
                                          </p:val>
                                        </p:tav>
                                      </p:tavLst>
                                    </p:anim>
                                    <p:anim calcmode="lin" valueType="num">
                                      <p:cBhvr>
                                        <p:cTn id="55"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50" presetClass="entr" presetSubtype="0" decel="100000" fill="hold" nodeType="click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1000" fill="hold"/>
                                        <p:tgtEl>
                                          <p:spTgt spid="35"/>
                                        </p:tgtEl>
                                        <p:attrNameLst>
                                          <p:attrName>ppt_w</p:attrName>
                                        </p:attrNameLst>
                                      </p:cBhvr>
                                      <p:tavLst>
                                        <p:tav tm="0">
                                          <p:val>
                                            <p:strVal val="#ppt_w+.3"/>
                                          </p:val>
                                        </p:tav>
                                        <p:tav tm="100000">
                                          <p:val>
                                            <p:strVal val="#ppt_w"/>
                                          </p:val>
                                        </p:tav>
                                      </p:tavLst>
                                    </p:anim>
                                    <p:anim calcmode="lin" valueType="num">
                                      <p:cBhvr>
                                        <p:cTn id="61" dur="1000" fill="hold"/>
                                        <p:tgtEl>
                                          <p:spTgt spid="35"/>
                                        </p:tgtEl>
                                        <p:attrNameLst>
                                          <p:attrName>ppt_h</p:attrName>
                                        </p:attrNameLst>
                                      </p:cBhvr>
                                      <p:tavLst>
                                        <p:tav tm="0">
                                          <p:val>
                                            <p:strVal val="#ppt_h"/>
                                          </p:val>
                                        </p:tav>
                                        <p:tav tm="100000">
                                          <p:val>
                                            <p:strVal val="#ppt_h"/>
                                          </p:val>
                                        </p:tav>
                                      </p:tavLst>
                                    </p:anim>
                                    <p:animEffect transition="in" filter="fade">
                                      <p:cBhvr>
                                        <p:cTn id="62" dur="1000"/>
                                        <p:tgtEl>
                                          <p:spTgt spid="35"/>
                                        </p:tgtEl>
                                      </p:cBhvr>
                                    </p:animEffect>
                                  </p:childTnLst>
                                </p:cTn>
                              </p:par>
                            </p:childTnLst>
                          </p:cTn>
                        </p:par>
                      </p:childTnLst>
                    </p:cTn>
                  </p:par>
                  <p:par>
                    <p:cTn id="63" fill="hold">
                      <p:stCondLst>
                        <p:cond delay="indefinite"/>
                      </p:stCondLst>
                      <p:childTnLst>
                        <p:par>
                          <p:cTn id="64" fill="hold">
                            <p:stCondLst>
                              <p:cond delay="0"/>
                            </p:stCondLst>
                            <p:childTnLst>
                              <p:par>
                                <p:cTn id="65" presetID="25" presetClass="entr" presetSubtype="0"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decel="50000" fill="hold">
                                          <p:stCondLst>
                                            <p:cond delay="0"/>
                                          </p:stCondLst>
                                        </p:cTn>
                                        <p:tgtEl>
                                          <p:spTgt spid="37"/>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37"/>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37"/>
                                        </p:tgtEl>
                                        <p:attrNameLst>
                                          <p:attrName>ppt_w</p:attrName>
                                        </p:attrNameLst>
                                      </p:cBhvr>
                                      <p:tavLst>
                                        <p:tav tm="0">
                                          <p:val>
                                            <p:strVal val="#ppt_w*.05"/>
                                          </p:val>
                                        </p:tav>
                                        <p:tav tm="100000">
                                          <p:val>
                                            <p:strVal val="#ppt_w"/>
                                          </p:val>
                                        </p:tav>
                                      </p:tavLst>
                                    </p:anim>
                                    <p:anim calcmode="lin" valueType="num">
                                      <p:cBhvr>
                                        <p:cTn id="70" dur="1000" fill="hold"/>
                                        <p:tgtEl>
                                          <p:spTgt spid="37"/>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37"/>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37"/>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37"/>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752600"/>
            <a:ext cx="8003540" cy="314325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同样，若要证明等式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成立，只要将式中</a:t>
            </a:r>
            <a:r>
              <a:rPr lang="zh-CN" altLang="en-US" sz="2400" b="1" kern="1200" dirty="0">
                <a:solidFill>
                  <a:srgbClr val="000066"/>
                </a:solidFill>
                <a:latin typeface="Arial" panose="020B0604020202020204" pitchFamily="34" charset="0"/>
                <a:ea typeface="楷体_GB2312" pitchFamily="49" charset="-122"/>
                <a:sym typeface="+mn-ea"/>
              </a:rPr>
              <a:t>的</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变为</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后再进行化简就可以得到结论。因此，由常用恒等式 ③ 和 ④ 可以得到这样一个结论：如果一个逻辑表达式中有三个乘积项相或，其中一个乘积项含有原变量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，另一个乘积项含有反变量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，且这两个乘积项中其余因子都是第三个乘积项中的因子，则可以消去第三个乘积项。</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9" name="对象 28">
            <a:hlinkClick r:id="" action="ppaction://ole?verb="/>
          </p:cNvPr>
          <p:cNvGraphicFramePr>
            <a:graphicFrameLocks noChangeAspect="1"/>
          </p:cNvGraphicFramePr>
          <p:nvPr/>
        </p:nvGraphicFramePr>
        <p:xfrm>
          <a:off x="4050983" y="1790383"/>
          <a:ext cx="3437255" cy="414020"/>
        </p:xfrm>
        <a:graphic>
          <a:graphicData uri="http://schemas.openxmlformats.org/presentationml/2006/ole">
            <mc:AlternateContent xmlns:mc="http://schemas.openxmlformats.org/markup-compatibility/2006">
              <mc:Choice xmlns:v="urn:schemas-microsoft-com:vml" Requires="v">
                <p:oleObj spid="_x0000_s30" name="" r:id="rId1" imgW="1727200" imgH="215900" progId="Equation.KSEE3">
                  <p:embed/>
                </p:oleObj>
              </mc:Choice>
              <mc:Fallback>
                <p:oleObj name="" r:id="rId1" imgW="1727200" imgH="215900" progId="Equation.KSEE3">
                  <p:embed/>
                  <p:pic>
                    <p:nvPicPr>
                      <p:cNvPr id="0" name="图片 1024"/>
                      <p:cNvPicPr/>
                      <p:nvPr/>
                    </p:nvPicPr>
                    <p:blipFill>
                      <a:blip r:embed="rId2"/>
                      <a:stretch>
                        <a:fillRect/>
                      </a:stretch>
                    </p:blipFill>
                    <p:spPr>
                      <a:xfrm>
                        <a:off x="4050983" y="1790383"/>
                        <a:ext cx="3437255" cy="41402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514600" y="2324100"/>
          <a:ext cx="683895" cy="328930"/>
        </p:xfrm>
        <a:graphic>
          <a:graphicData uri="http://schemas.openxmlformats.org/presentationml/2006/ole">
            <mc:AlternateContent xmlns:mc="http://schemas.openxmlformats.org/markup-compatibility/2006">
              <mc:Choice xmlns:v="urn:schemas-microsoft-com:vml" Requires="v">
                <p:oleObj spid="_x0000_s8" name="" r:id="rId3" imgW="355600" imgH="177165" progId="Equation.KSEE3">
                  <p:embed/>
                </p:oleObj>
              </mc:Choice>
              <mc:Fallback>
                <p:oleObj name="" r:id="rId3" imgW="355600" imgH="177165" progId="Equation.KSEE3">
                  <p:embed/>
                  <p:pic>
                    <p:nvPicPr>
                      <p:cNvPr id="0" name="图片 1024"/>
                      <p:cNvPicPr/>
                      <p:nvPr/>
                    </p:nvPicPr>
                    <p:blipFill>
                      <a:blip r:embed="rId4"/>
                      <a:stretch>
                        <a:fillRect/>
                      </a:stretch>
                    </p:blipFill>
                    <p:spPr>
                      <a:xfrm>
                        <a:off x="2514600" y="2324100"/>
                        <a:ext cx="683895" cy="32893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4038600" y="2222500"/>
          <a:ext cx="1548765" cy="443865"/>
        </p:xfrm>
        <a:graphic>
          <a:graphicData uri="http://schemas.openxmlformats.org/presentationml/2006/ole">
            <mc:AlternateContent xmlns:mc="http://schemas.openxmlformats.org/markup-compatibility/2006">
              <mc:Choice xmlns:v="urn:schemas-microsoft-com:vml" Requires="v">
                <p:oleObj spid="_x0000_s10" name="" r:id="rId5" imgW="812800" imgH="241300" progId="Equation.KSEE3">
                  <p:embed/>
                </p:oleObj>
              </mc:Choice>
              <mc:Fallback>
                <p:oleObj name="" r:id="rId5" imgW="812800" imgH="241300" progId="Equation.KSEE3">
                  <p:embed/>
                  <p:pic>
                    <p:nvPicPr>
                      <p:cNvPr id="0" name="图片 1024"/>
                      <p:cNvPicPr/>
                      <p:nvPr/>
                    </p:nvPicPr>
                    <p:blipFill>
                      <a:blip r:embed="rId6"/>
                      <a:stretch>
                        <a:fillRect/>
                      </a:stretch>
                    </p:blipFill>
                    <p:spPr>
                      <a:xfrm>
                        <a:off x="4038600" y="2222500"/>
                        <a:ext cx="1548765" cy="44386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683000" y="3581400"/>
          <a:ext cx="303530" cy="354965"/>
        </p:xfrm>
        <a:graphic>
          <a:graphicData uri="http://schemas.openxmlformats.org/presentationml/2006/ole">
            <mc:AlternateContent xmlns:mc="http://schemas.openxmlformats.org/markup-compatibility/2006">
              <mc:Choice xmlns:v="urn:schemas-microsoft-com:vml" Requires="v">
                <p:oleObj spid="_x0000_s12" name="" r:id="rId7" imgW="152400" imgH="165100" progId="Equation.KSEE3">
                  <p:embed/>
                </p:oleObj>
              </mc:Choice>
              <mc:Fallback>
                <p:oleObj name="" r:id="rId7" imgW="152400" imgH="165100" progId="Equation.KSEE3">
                  <p:embed/>
                  <p:pic>
                    <p:nvPicPr>
                      <p:cNvPr id="0" name="图片 1024"/>
                      <p:cNvPicPr/>
                      <p:nvPr/>
                    </p:nvPicPr>
                    <p:blipFill>
                      <a:blip r:embed="rId8"/>
                      <a:stretch>
                        <a:fillRect/>
                      </a:stretch>
                    </p:blipFill>
                    <p:spPr>
                      <a:xfrm>
                        <a:off x="3683000" y="3581400"/>
                        <a:ext cx="303530" cy="35496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7759700" y="3530283"/>
          <a:ext cx="303530" cy="436880"/>
        </p:xfrm>
        <a:graphic>
          <a:graphicData uri="http://schemas.openxmlformats.org/presentationml/2006/ole">
            <mc:AlternateContent xmlns:mc="http://schemas.openxmlformats.org/markup-compatibility/2006">
              <mc:Choice xmlns:v="urn:schemas-microsoft-com:vml" Requires="v">
                <p:oleObj spid="_x0000_s14" name="" r:id="rId9" imgW="152400" imgH="203200" progId="Equation.KSEE3">
                  <p:embed/>
                </p:oleObj>
              </mc:Choice>
              <mc:Fallback>
                <p:oleObj name="" r:id="rId9" imgW="152400" imgH="203200" progId="Equation.KSEE3">
                  <p:embed/>
                  <p:pic>
                    <p:nvPicPr>
                      <p:cNvPr id="0" name="图片 1024"/>
                      <p:cNvPicPr/>
                      <p:nvPr/>
                    </p:nvPicPr>
                    <p:blipFill>
                      <a:blip r:embed="rId10"/>
                      <a:stretch>
                        <a:fillRect/>
                      </a:stretch>
                    </p:blipFill>
                    <p:spPr>
                      <a:xfrm>
                        <a:off x="7759700" y="3530283"/>
                        <a:ext cx="303530" cy="43688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2209800"/>
            <a:ext cx="8003540" cy="1398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在任何一个逻辑等式中，若用一个逻辑函数式代替等式两边的某个变量，则等式仍然成立，这一规则称为代入规则。</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685800" y="11430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2.3.2 </a:t>
            </a:r>
            <a:r>
              <a:rPr lang="zh-CN" altLang="en-US" sz="2800" i="0" dirty="0">
                <a:solidFill>
                  <a:srgbClr val="0070C0"/>
                </a:solidFill>
                <a:latin typeface="黑体" panose="02010609060101010101" pitchFamily="49" charset="-122"/>
                <a:ea typeface="黑体" panose="02010609060101010101" pitchFamily="49" charset="-122"/>
              </a:rPr>
              <a:t>逻辑代数的基本规则</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3" name="Rectangle 3"/>
          <p:cNvSpPr>
            <a:spLocks noGrp="1"/>
          </p:cNvSpPr>
          <p:nvPr/>
        </p:nvSpPr>
        <p:spPr>
          <a:xfrm>
            <a:off x="1046480" y="1752600"/>
            <a:ext cx="215582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代入规则</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17" name="组合 16"/>
          <p:cNvGrpSpPr/>
          <p:nvPr/>
        </p:nvGrpSpPr>
        <p:grpSpPr>
          <a:xfrm>
            <a:off x="556260" y="3632200"/>
            <a:ext cx="8003540" cy="947420"/>
            <a:chOff x="876" y="5720"/>
            <a:chExt cx="12604" cy="1492"/>
          </a:xfrm>
        </p:grpSpPr>
        <p:sp>
          <p:nvSpPr>
            <p:cNvPr id="2" name="Rectangle 3"/>
            <p:cNvSpPr>
              <a:spLocks noGrp="1"/>
            </p:cNvSpPr>
            <p:nvPr/>
          </p:nvSpPr>
          <p:spPr>
            <a:xfrm>
              <a:off x="876" y="5720"/>
              <a:ext cx="12604" cy="149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例如：在等式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中，用</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逻辑函数代替等式中的变量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，则等式的左边变为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4" name="对象 -2147482495"/>
            <p:cNvGraphicFramePr>
              <a:graphicFrameLocks noChangeAspect="1"/>
            </p:cNvGraphicFramePr>
            <p:nvPr/>
          </p:nvGraphicFramePr>
          <p:xfrm>
            <a:off x="4800" y="5782"/>
            <a:ext cx="3243" cy="696"/>
          </p:xfrm>
          <a:graphic>
            <a:graphicData uri="http://schemas.openxmlformats.org/presentationml/2006/ole">
              <mc:AlternateContent xmlns:mc="http://schemas.openxmlformats.org/markup-compatibility/2006">
                <mc:Choice xmlns:v="urn:schemas-microsoft-com:vml" Requires="v">
                  <p:oleObj spid="_x0000_s3076" name="" r:id="rId1" imgW="824230" imgH="177800" progId="Equation.DSMT4">
                    <p:embed/>
                  </p:oleObj>
                </mc:Choice>
                <mc:Fallback>
                  <p:oleObj name="" r:id="rId1" imgW="824230" imgH="177800" progId="Equation.DSMT4">
                    <p:embed/>
                    <p:pic>
                      <p:nvPicPr>
                        <p:cNvPr id="0" name="图片 3075"/>
                        <p:cNvPicPr/>
                        <p:nvPr/>
                      </p:nvPicPr>
                      <p:blipFill>
                        <a:blip r:embed="rId2"/>
                        <a:stretch>
                          <a:fillRect/>
                        </a:stretch>
                      </p:blipFill>
                      <p:spPr>
                        <a:xfrm>
                          <a:off x="4800" y="5782"/>
                          <a:ext cx="3243" cy="696"/>
                        </a:xfrm>
                        <a:prstGeom prst="rect">
                          <a:avLst/>
                        </a:prstGeom>
                        <a:noFill/>
                        <a:ln w="38100">
                          <a:noFill/>
                          <a:miter/>
                        </a:ln>
                      </p:spPr>
                    </p:pic>
                  </p:oleObj>
                </mc:Fallback>
              </mc:AlternateContent>
            </a:graphicData>
          </a:graphic>
        </p:graphicFrame>
        <p:graphicFrame>
          <p:nvGraphicFramePr>
            <p:cNvPr id="6" name="对象 -2147482494"/>
            <p:cNvGraphicFramePr>
              <a:graphicFrameLocks noChangeAspect="1"/>
            </p:cNvGraphicFramePr>
            <p:nvPr/>
          </p:nvGraphicFramePr>
          <p:xfrm>
            <a:off x="9720" y="5880"/>
            <a:ext cx="1551" cy="685"/>
          </p:xfrm>
          <a:graphic>
            <a:graphicData uri="http://schemas.openxmlformats.org/presentationml/2006/ole">
              <mc:AlternateContent xmlns:mc="http://schemas.openxmlformats.org/markup-compatibility/2006">
                <mc:Choice xmlns:v="urn:schemas-microsoft-com:vml" Requires="v">
                  <p:oleObj spid="_x0000_s7" name="" r:id="rId3" imgW="431800" imgH="190500" progId="Equation.DSMT4">
                    <p:embed/>
                  </p:oleObj>
                </mc:Choice>
                <mc:Fallback>
                  <p:oleObj name="" r:id="rId3" imgW="431800" imgH="190500" progId="Equation.DSMT4">
                    <p:embed/>
                    <p:pic>
                      <p:nvPicPr>
                        <p:cNvPr id="0" name="图片 3"/>
                        <p:cNvPicPr/>
                        <p:nvPr/>
                      </p:nvPicPr>
                      <p:blipFill>
                        <a:blip r:embed="rId4"/>
                        <a:stretch>
                          <a:fillRect/>
                        </a:stretch>
                      </p:blipFill>
                      <p:spPr>
                        <a:xfrm>
                          <a:off x="9720" y="5880"/>
                          <a:ext cx="1551" cy="685"/>
                        </a:xfrm>
                        <a:prstGeom prst="rect">
                          <a:avLst/>
                        </a:prstGeom>
                        <a:noFill/>
                        <a:ln w="38100">
                          <a:noFill/>
                          <a:miter/>
                        </a:ln>
                      </p:spPr>
                    </p:pic>
                  </p:oleObj>
                </mc:Fallback>
              </mc:AlternateContent>
            </a:graphicData>
          </a:graphic>
        </p:graphicFrame>
        <p:graphicFrame>
          <p:nvGraphicFramePr>
            <p:cNvPr id="8" name="对象 -2147482493"/>
            <p:cNvGraphicFramePr>
              <a:graphicFrameLocks noChangeAspect="1"/>
            </p:cNvGraphicFramePr>
            <p:nvPr/>
          </p:nvGraphicFramePr>
          <p:xfrm>
            <a:off x="4920" y="6600"/>
            <a:ext cx="492" cy="492"/>
          </p:xfrm>
          <a:graphic>
            <a:graphicData uri="http://schemas.openxmlformats.org/presentationml/2006/ole">
              <mc:AlternateContent xmlns:mc="http://schemas.openxmlformats.org/markup-compatibility/2006">
                <mc:Choice xmlns:v="urn:schemas-microsoft-com:vml" Requires="v">
                  <p:oleObj spid="_x0000_s9" name="" r:id="rId5" imgW="139700" imgH="139700" progId="Equation.DSMT4">
                    <p:embed/>
                  </p:oleObj>
                </mc:Choice>
                <mc:Fallback>
                  <p:oleObj name="" r:id="rId5" imgW="139700" imgH="139700" progId="Equation.DSMT4">
                    <p:embed/>
                    <p:pic>
                      <p:nvPicPr>
                        <p:cNvPr id="0" name="图片 5"/>
                        <p:cNvPicPr/>
                        <p:nvPr/>
                      </p:nvPicPr>
                      <p:blipFill>
                        <a:blip r:embed="rId6"/>
                        <a:stretch>
                          <a:fillRect/>
                        </a:stretch>
                      </p:blipFill>
                      <p:spPr>
                        <a:xfrm>
                          <a:off x="4920" y="6600"/>
                          <a:ext cx="492" cy="492"/>
                        </a:xfrm>
                        <a:prstGeom prst="rect">
                          <a:avLst/>
                        </a:prstGeom>
                        <a:noFill/>
                        <a:ln w="38100">
                          <a:noFill/>
                          <a:miter/>
                        </a:ln>
                      </p:spPr>
                    </p:pic>
                  </p:oleObj>
                </mc:Fallback>
              </mc:AlternateContent>
            </a:graphicData>
          </a:graphic>
        </p:graphicFrame>
      </p:grpSp>
      <p:sp>
        <p:nvSpPr>
          <p:cNvPr id="10" name="Rectangle 3"/>
          <p:cNvSpPr>
            <a:spLocks noGrp="1"/>
          </p:cNvSpPr>
          <p:nvPr/>
        </p:nvSpPr>
        <p:spPr>
          <a:xfrm>
            <a:off x="530860" y="4902200"/>
            <a:ext cx="2982595" cy="5410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等式的右边变为</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1" name="对象 -2147482492"/>
          <p:cNvGraphicFramePr>
            <a:graphicFrameLocks noChangeAspect="1"/>
          </p:cNvGraphicFramePr>
          <p:nvPr/>
        </p:nvGraphicFramePr>
        <p:xfrm>
          <a:off x="2133600" y="4495800"/>
          <a:ext cx="3927475" cy="516890"/>
        </p:xfrm>
        <a:graphic>
          <a:graphicData uri="http://schemas.openxmlformats.org/presentationml/2006/ole">
            <mc:AlternateContent xmlns:mc="http://schemas.openxmlformats.org/markup-compatibility/2006">
              <mc:Choice xmlns:v="urn:schemas-microsoft-com:vml" Requires="v">
                <p:oleObj spid="_x0000_s12" name="" r:id="rId7" imgW="1636395" imgH="215900" progId="Equation.DSMT4">
                  <p:embed/>
                </p:oleObj>
              </mc:Choice>
              <mc:Fallback>
                <p:oleObj name="" r:id="rId7" imgW="1636395" imgH="215900" progId="Equation.DSMT4">
                  <p:embed/>
                  <p:pic>
                    <p:nvPicPr>
                      <p:cNvPr id="0" name="图片 8"/>
                      <p:cNvPicPr/>
                      <p:nvPr/>
                    </p:nvPicPr>
                    <p:blipFill>
                      <a:blip r:embed="rId8"/>
                      <a:stretch>
                        <a:fillRect/>
                      </a:stretch>
                    </p:blipFill>
                    <p:spPr>
                      <a:xfrm>
                        <a:off x="2133600" y="4495800"/>
                        <a:ext cx="3927475" cy="516890"/>
                      </a:xfrm>
                      <a:prstGeom prst="rect">
                        <a:avLst/>
                      </a:prstGeom>
                      <a:noFill/>
                      <a:ln w="38100">
                        <a:noFill/>
                        <a:miter/>
                      </a:ln>
                    </p:spPr>
                  </p:pic>
                </p:oleObj>
              </mc:Fallback>
            </mc:AlternateContent>
          </a:graphicData>
        </a:graphic>
      </p:graphicFrame>
      <p:graphicFrame>
        <p:nvGraphicFramePr>
          <p:cNvPr id="13" name="对象 -2147482491"/>
          <p:cNvGraphicFramePr>
            <a:graphicFrameLocks noChangeAspect="1"/>
          </p:cNvGraphicFramePr>
          <p:nvPr/>
        </p:nvGraphicFramePr>
        <p:xfrm>
          <a:off x="3352800" y="4994910"/>
          <a:ext cx="2401570" cy="440055"/>
        </p:xfrm>
        <a:graphic>
          <a:graphicData uri="http://schemas.openxmlformats.org/presentationml/2006/ole">
            <mc:AlternateContent xmlns:mc="http://schemas.openxmlformats.org/markup-compatibility/2006">
              <mc:Choice xmlns:v="urn:schemas-microsoft-com:vml" Requires="v">
                <p:oleObj spid="_x0000_s14" name="" r:id="rId9" imgW="1040765" imgH="190500" progId="Equation.DSMT4">
                  <p:embed/>
                </p:oleObj>
              </mc:Choice>
              <mc:Fallback>
                <p:oleObj name="" r:id="rId9" imgW="1040765" imgH="190500" progId="Equation.DSMT4">
                  <p:embed/>
                  <p:pic>
                    <p:nvPicPr>
                      <p:cNvPr id="0" name="图片 9"/>
                      <p:cNvPicPr/>
                      <p:nvPr/>
                    </p:nvPicPr>
                    <p:blipFill>
                      <a:blip r:embed="rId10"/>
                      <a:stretch>
                        <a:fillRect/>
                      </a:stretch>
                    </p:blipFill>
                    <p:spPr>
                      <a:xfrm>
                        <a:off x="3352800" y="4994910"/>
                        <a:ext cx="2401570" cy="440055"/>
                      </a:xfrm>
                      <a:prstGeom prst="rect">
                        <a:avLst/>
                      </a:prstGeom>
                      <a:noFill/>
                      <a:ln w="38100">
                        <a:noFill/>
                        <a:miter/>
                      </a:ln>
                    </p:spPr>
                  </p:pic>
                </p:oleObj>
              </mc:Fallback>
            </mc:AlternateContent>
          </a:graphicData>
        </a:graphic>
      </p:graphicFrame>
      <p:grpSp>
        <p:nvGrpSpPr>
          <p:cNvPr id="18" name="组合 17"/>
          <p:cNvGrpSpPr/>
          <p:nvPr/>
        </p:nvGrpSpPr>
        <p:grpSpPr>
          <a:xfrm>
            <a:off x="609600" y="5410200"/>
            <a:ext cx="8003540" cy="957580"/>
            <a:chOff x="960" y="8520"/>
            <a:chExt cx="12604" cy="1508"/>
          </a:xfrm>
        </p:grpSpPr>
        <p:sp>
          <p:nvSpPr>
            <p:cNvPr id="15" name="Rectangle 3"/>
            <p:cNvSpPr>
              <a:spLocks noGrp="1"/>
            </p:cNvSpPr>
            <p:nvPr/>
          </p:nvSpPr>
          <p:spPr>
            <a:xfrm>
              <a:off x="960" y="8520"/>
              <a:ext cx="12604" cy="150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显然，原等式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通过</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代替变量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后等式仍然成立。</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6" name="对象 -2147482495"/>
            <p:cNvGraphicFramePr>
              <a:graphicFrameLocks noChangeAspect="1"/>
            </p:cNvGraphicFramePr>
            <p:nvPr/>
          </p:nvGraphicFramePr>
          <p:xfrm>
            <a:off x="4800" y="8520"/>
            <a:ext cx="3243" cy="696"/>
          </p:xfrm>
          <a:graphic>
            <a:graphicData uri="http://schemas.openxmlformats.org/presentationml/2006/ole">
              <mc:AlternateContent xmlns:mc="http://schemas.openxmlformats.org/markup-compatibility/2006">
                <mc:Choice xmlns:v="urn:schemas-microsoft-com:vml" Requires="v">
                  <p:oleObj spid="_x0000_s19" name="" r:id="rId11" imgW="824230" imgH="177800" progId="Equation.DSMT4">
                    <p:embed/>
                  </p:oleObj>
                </mc:Choice>
                <mc:Fallback>
                  <p:oleObj name="" r:id="rId11" imgW="824230" imgH="177800" progId="Equation.DSMT4">
                    <p:embed/>
                    <p:pic>
                      <p:nvPicPr>
                        <p:cNvPr id="0" name="图片 3075"/>
                        <p:cNvPicPr/>
                        <p:nvPr/>
                      </p:nvPicPr>
                      <p:blipFill>
                        <a:blip r:embed="rId2"/>
                        <a:stretch>
                          <a:fillRect/>
                        </a:stretch>
                      </p:blipFill>
                      <p:spPr>
                        <a:xfrm>
                          <a:off x="4800" y="8520"/>
                          <a:ext cx="3243" cy="696"/>
                        </a:xfrm>
                        <a:prstGeom prst="rect">
                          <a:avLst/>
                        </a:prstGeom>
                        <a:noFill/>
                        <a:ln w="38100">
                          <a:noFill/>
                          <a:miter/>
                        </a:ln>
                      </p:spPr>
                    </p:pic>
                  </p:oleObj>
                </mc:Fallback>
              </mc:AlternateContent>
            </a:graphicData>
          </a:graphic>
        </p:graphicFrame>
        <p:graphicFrame>
          <p:nvGraphicFramePr>
            <p:cNvPr id="20" name="对象 -2147482494"/>
            <p:cNvGraphicFramePr>
              <a:graphicFrameLocks noChangeAspect="1"/>
            </p:cNvGraphicFramePr>
            <p:nvPr/>
          </p:nvGraphicFramePr>
          <p:xfrm>
            <a:off x="9000" y="8640"/>
            <a:ext cx="1551" cy="685"/>
          </p:xfrm>
          <a:graphic>
            <a:graphicData uri="http://schemas.openxmlformats.org/presentationml/2006/ole">
              <mc:AlternateContent xmlns:mc="http://schemas.openxmlformats.org/markup-compatibility/2006">
                <mc:Choice xmlns:v="urn:schemas-microsoft-com:vml" Requires="v">
                  <p:oleObj spid="_x0000_s21" name="" r:id="rId12" imgW="431800" imgH="190500" progId="Equation.DSMT4">
                    <p:embed/>
                  </p:oleObj>
                </mc:Choice>
                <mc:Fallback>
                  <p:oleObj name="" r:id="rId12" imgW="431800" imgH="190500" progId="Equation.DSMT4">
                    <p:embed/>
                    <p:pic>
                      <p:nvPicPr>
                        <p:cNvPr id="0" name="图片 3"/>
                        <p:cNvPicPr/>
                        <p:nvPr/>
                      </p:nvPicPr>
                      <p:blipFill>
                        <a:blip r:embed="rId4"/>
                        <a:stretch>
                          <a:fillRect/>
                        </a:stretch>
                      </p:blipFill>
                      <p:spPr>
                        <a:xfrm>
                          <a:off x="9000" y="8640"/>
                          <a:ext cx="1551" cy="685"/>
                        </a:xfrm>
                        <a:prstGeom prst="rect">
                          <a:avLst/>
                        </a:prstGeom>
                        <a:noFill/>
                        <a:ln w="38100">
                          <a:noFill/>
                          <a:miter/>
                        </a:ln>
                      </p:spPr>
                    </p:pic>
                  </p:oleObj>
                </mc:Fallback>
              </mc:AlternateContent>
            </a:graphicData>
          </a:graphic>
        </p:graphicFrame>
        <p:graphicFrame>
          <p:nvGraphicFramePr>
            <p:cNvPr id="22" name="对象 -2147482493"/>
            <p:cNvGraphicFramePr>
              <a:graphicFrameLocks noChangeAspect="1"/>
            </p:cNvGraphicFramePr>
            <p:nvPr/>
          </p:nvGraphicFramePr>
          <p:xfrm>
            <a:off x="12480" y="8716"/>
            <a:ext cx="492" cy="492"/>
          </p:xfrm>
          <a:graphic>
            <a:graphicData uri="http://schemas.openxmlformats.org/presentationml/2006/ole">
              <mc:AlternateContent xmlns:mc="http://schemas.openxmlformats.org/markup-compatibility/2006">
                <mc:Choice xmlns:v="urn:schemas-microsoft-com:vml" Requires="v">
                  <p:oleObj spid="_x0000_s23" name="" r:id="rId13" imgW="139700" imgH="139700" progId="Equation.DSMT4">
                    <p:embed/>
                  </p:oleObj>
                </mc:Choice>
                <mc:Fallback>
                  <p:oleObj name="" r:id="rId13" imgW="139700" imgH="139700" progId="Equation.DSMT4">
                    <p:embed/>
                    <p:pic>
                      <p:nvPicPr>
                        <p:cNvPr id="0" name="图片 5"/>
                        <p:cNvPicPr/>
                        <p:nvPr/>
                      </p:nvPicPr>
                      <p:blipFill>
                        <a:blip r:embed="rId6"/>
                        <a:stretch>
                          <a:fillRect/>
                        </a:stretch>
                      </p:blipFill>
                      <p:spPr>
                        <a:xfrm>
                          <a:off x="12480" y="8716"/>
                          <a:ext cx="492" cy="49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000" fill="hold">
                                          <p:stCondLst>
                                            <p:cond delay="0"/>
                                          </p:stCondLst>
                                        </p:cTn>
                                        <p:tgtEl>
                                          <p:spTgt spid="17"/>
                                        </p:tgtEl>
                                        <p:attrNameLst>
                                          <p:attrName>style.visibility</p:attrName>
                                        </p:attrNameLst>
                                      </p:cBhvr>
                                      <p:to>
                                        <p:strVal val="visible"/>
                                      </p:to>
                                    </p:set>
                                    <p:animEffect transition="in" filter="plus(in)">
                                      <p:cBhvr>
                                        <p:cTn id="7" dur="1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85" decel="100000"/>
                                        <p:tgtEl>
                                          <p:spTgt spid="10"/>
                                        </p:tgtEl>
                                      </p:cBhvr>
                                    </p:animEffect>
                                    <p:animScale>
                                      <p:cBhvr>
                                        <p:cTn id="19" dur="385" decel="100000"/>
                                        <p:tgtEl>
                                          <p:spTgt spid="10"/>
                                        </p:tgtEl>
                                      </p:cBhvr>
                                      <p:from x="10000" y="10000"/>
                                      <p:to x="200000" y="450000"/>
                                    </p:animScale>
                                    <p:animScale>
                                      <p:cBhvr>
                                        <p:cTn id="20" dur="615" accel="100000" fill="hold">
                                          <p:stCondLst>
                                            <p:cond delay="385"/>
                                          </p:stCondLst>
                                        </p:cTn>
                                        <p:tgtEl>
                                          <p:spTgt spid="10"/>
                                        </p:tgtEl>
                                      </p:cBhvr>
                                      <p:from x="200000" y="450000"/>
                                      <p:to x="100000" y="100000"/>
                                    </p:animScale>
                                    <p:set>
                                      <p:cBhvr>
                                        <p:cTn id="21" dur="385" fill="hold"/>
                                        <p:tgtEl>
                                          <p:spTgt spid="10"/>
                                        </p:tgtEl>
                                        <p:attrNameLst>
                                          <p:attrName>ppt_x</p:attrName>
                                        </p:attrNameLst>
                                      </p:cBhvr>
                                      <p:to>
                                        <p:strVal val="(0.5)"/>
                                      </p:to>
                                    </p:set>
                                    <p:anim from="(0.5)" to="(#ppt_x)" calcmode="lin" valueType="num">
                                      <p:cBhvr>
                                        <p:cTn id="22" dur="615" accel="100000" fill="hold">
                                          <p:stCondLst>
                                            <p:cond delay="385"/>
                                          </p:stCondLst>
                                        </p:cTn>
                                        <p:tgtEl>
                                          <p:spTgt spid="10"/>
                                        </p:tgtEl>
                                        <p:attrNameLst>
                                          <p:attrName>ppt_x</p:attrName>
                                        </p:attrNameLst>
                                      </p:cBhvr>
                                    </p:anim>
                                    <p:set>
                                      <p:cBhvr>
                                        <p:cTn id="23" dur="385" fill="hold"/>
                                        <p:tgtEl>
                                          <p:spTgt spid="10"/>
                                        </p:tgtEl>
                                        <p:attrNameLst>
                                          <p:attrName>ppt_y</p:attrName>
                                        </p:attrNameLst>
                                      </p:cBhvr>
                                      <p:to>
                                        <p:strVal val="(#ppt_y+0.4)"/>
                                      </p:to>
                                    </p:set>
                                    <p:anim from="(#ppt_y+0.4)" to="(#ppt_y)" calcmode="lin" valueType="num">
                                      <p:cBhvr>
                                        <p:cTn id="24" dur="615" accel="100000" fill="hold">
                                          <p:stCondLst>
                                            <p:cond delay="385"/>
                                          </p:stCondLst>
                                        </p:cTn>
                                        <p:tgtEl>
                                          <p:spTgt spid="10"/>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295400"/>
            <a:ext cx="8197850" cy="56578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【例2-8】证明等式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成立。</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 name="对象 -2147482487"/>
          <p:cNvGraphicFramePr>
            <a:graphicFrameLocks noChangeAspect="1"/>
          </p:cNvGraphicFramePr>
          <p:nvPr/>
        </p:nvGraphicFramePr>
        <p:xfrm>
          <a:off x="3643630" y="1371600"/>
          <a:ext cx="2033905" cy="367665"/>
        </p:xfrm>
        <a:graphic>
          <a:graphicData uri="http://schemas.openxmlformats.org/presentationml/2006/ole">
            <mc:AlternateContent xmlns:mc="http://schemas.openxmlformats.org/markup-compatibility/2006">
              <mc:Choice xmlns:v="urn:schemas-microsoft-com:vml" Requires="v">
                <p:oleObj spid="_x0000_s3076" name="" r:id="rId1" imgW="1053465" imgH="190500" progId="Equation.DSMT4">
                  <p:embed/>
                </p:oleObj>
              </mc:Choice>
              <mc:Fallback>
                <p:oleObj name="" r:id="rId1" imgW="1053465" imgH="190500" progId="Equation.DSMT4">
                  <p:embed/>
                  <p:pic>
                    <p:nvPicPr>
                      <p:cNvPr id="0" name="图片 3075"/>
                      <p:cNvPicPr/>
                      <p:nvPr/>
                    </p:nvPicPr>
                    <p:blipFill>
                      <a:blip r:embed="rId2"/>
                      <a:stretch>
                        <a:fillRect/>
                      </a:stretch>
                    </p:blipFill>
                    <p:spPr>
                      <a:xfrm>
                        <a:off x="3643630" y="1371600"/>
                        <a:ext cx="2033905" cy="367665"/>
                      </a:xfrm>
                      <a:prstGeom prst="rect">
                        <a:avLst/>
                      </a:prstGeom>
                      <a:noFill/>
                      <a:ln w="38100">
                        <a:noFill/>
                        <a:miter/>
                      </a:ln>
                    </p:spPr>
                  </p:pic>
                </p:oleObj>
              </mc:Fallback>
            </mc:AlternateContent>
          </a:graphicData>
        </a:graphic>
      </p:graphicFrame>
      <p:graphicFrame>
        <p:nvGraphicFramePr>
          <p:cNvPr id="3" name="对象 -2147482486"/>
          <p:cNvGraphicFramePr>
            <a:graphicFrameLocks noChangeAspect="1"/>
          </p:cNvGraphicFramePr>
          <p:nvPr/>
        </p:nvGraphicFramePr>
        <p:xfrm>
          <a:off x="6019800" y="1391920"/>
          <a:ext cx="1858010" cy="335915"/>
        </p:xfrm>
        <a:graphic>
          <a:graphicData uri="http://schemas.openxmlformats.org/presentationml/2006/ole">
            <mc:AlternateContent xmlns:mc="http://schemas.openxmlformats.org/markup-compatibility/2006">
              <mc:Choice xmlns:v="urn:schemas-microsoft-com:vml" Requires="v">
                <p:oleObj spid="_x0000_s4" name="" r:id="rId3" imgW="1053465" imgH="190500" progId="Equation.DSMT4">
                  <p:embed/>
                </p:oleObj>
              </mc:Choice>
              <mc:Fallback>
                <p:oleObj name="" r:id="rId3" imgW="1053465" imgH="190500" progId="Equation.DSMT4">
                  <p:embed/>
                  <p:pic>
                    <p:nvPicPr>
                      <p:cNvPr id="0" name="图片 2"/>
                      <p:cNvPicPr/>
                      <p:nvPr/>
                    </p:nvPicPr>
                    <p:blipFill>
                      <a:blip r:embed="rId4"/>
                      <a:stretch>
                        <a:fillRect/>
                      </a:stretch>
                    </p:blipFill>
                    <p:spPr>
                      <a:xfrm>
                        <a:off x="6019800" y="1391920"/>
                        <a:ext cx="1858010" cy="335915"/>
                      </a:xfrm>
                      <a:prstGeom prst="rect">
                        <a:avLst/>
                      </a:prstGeom>
                      <a:noFill/>
                      <a:ln w="38100">
                        <a:noFill/>
                        <a:miter/>
                      </a:ln>
                    </p:spPr>
                  </p:pic>
                </p:oleObj>
              </mc:Fallback>
            </mc:AlternateContent>
          </a:graphicData>
        </a:graphic>
      </p:graphicFrame>
      <p:grpSp>
        <p:nvGrpSpPr>
          <p:cNvPr id="31" name="组合 30"/>
          <p:cNvGrpSpPr/>
          <p:nvPr/>
        </p:nvGrpSpPr>
        <p:grpSpPr>
          <a:xfrm>
            <a:off x="533400" y="1828800"/>
            <a:ext cx="8003540" cy="580390"/>
            <a:chOff x="840" y="2880"/>
            <a:chExt cx="12604" cy="914"/>
          </a:xfrm>
        </p:grpSpPr>
        <p:sp>
          <p:nvSpPr>
            <p:cNvPr id="16" name="Rectangle 3"/>
            <p:cNvSpPr>
              <a:spLocks noGrp="1"/>
            </p:cNvSpPr>
            <p:nvPr/>
          </p:nvSpPr>
          <p:spPr>
            <a:xfrm>
              <a:off x="840" y="2880"/>
              <a:ext cx="12604" cy="91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证明：由两变量的摩根定律可知</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6" name="对象 -2147482485"/>
            <p:cNvGraphicFramePr>
              <a:graphicFrameLocks noChangeAspect="1"/>
            </p:cNvGraphicFramePr>
            <p:nvPr/>
          </p:nvGraphicFramePr>
          <p:xfrm>
            <a:off x="8640" y="3022"/>
            <a:ext cx="2206" cy="560"/>
          </p:xfrm>
          <a:graphic>
            <a:graphicData uri="http://schemas.openxmlformats.org/presentationml/2006/ole">
              <mc:AlternateContent xmlns:mc="http://schemas.openxmlformats.org/markup-compatibility/2006">
                <mc:Choice xmlns:v="urn:schemas-microsoft-com:vml" Requires="v">
                  <p:oleObj spid="_x0000_s21" name="" r:id="rId5" imgW="697230" imgH="177800" progId="Equation.DSMT4">
                    <p:embed/>
                  </p:oleObj>
                </mc:Choice>
                <mc:Fallback>
                  <p:oleObj name="" r:id="rId5" imgW="697230" imgH="177800" progId="Equation.DSMT4">
                    <p:embed/>
                    <p:pic>
                      <p:nvPicPr>
                        <p:cNvPr id="0" name="图片 20"/>
                        <p:cNvPicPr/>
                        <p:nvPr/>
                      </p:nvPicPr>
                      <p:blipFill>
                        <a:blip r:embed="rId6"/>
                        <a:stretch>
                          <a:fillRect/>
                        </a:stretch>
                      </p:blipFill>
                      <p:spPr>
                        <a:xfrm>
                          <a:off x="8640" y="3022"/>
                          <a:ext cx="2206" cy="560"/>
                        </a:xfrm>
                        <a:prstGeom prst="rect">
                          <a:avLst/>
                        </a:prstGeom>
                        <a:noFill/>
                        <a:ln w="38100">
                          <a:noFill/>
                          <a:miter/>
                        </a:ln>
                      </p:spPr>
                    </p:pic>
                  </p:oleObj>
                </mc:Fallback>
              </mc:AlternateContent>
            </a:graphicData>
          </a:graphic>
        </p:graphicFrame>
      </p:grpSp>
      <p:grpSp>
        <p:nvGrpSpPr>
          <p:cNvPr id="30" name="组合 29"/>
          <p:cNvGrpSpPr/>
          <p:nvPr/>
        </p:nvGrpSpPr>
        <p:grpSpPr>
          <a:xfrm>
            <a:off x="533400" y="2362200"/>
            <a:ext cx="8003540" cy="541020"/>
            <a:chOff x="840" y="3600"/>
            <a:chExt cx="12604" cy="852"/>
          </a:xfrm>
        </p:grpSpPr>
        <p:sp>
          <p:nvSpPr>
            <p:cNvPr id="17" name="Rectangle 3"/>
            <p:cNvSpPr>
              <a:spLocks noGrp="1"/>
            </p:cNvSpPr>
            <p:nvPr/>
          </p:nvSpPr>
          <p:spPr>
            <a:xfrm>
              <a:off x="840" y="3600"/>
              <a:ext cx="12604" cy="85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将等式两边用</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代替变量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，则</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7" name="对象 -2147482484"/>
            <p:cNvGraphicFramePr>
              <a:graphicFrameLocks noChangeAspect="1"/>
            </p:cNvGraphicFramePr>
            <p:nvPr/>
          </p:nvGraphicFramePr>
          <p:xfrm>
            <a:off x="4800" y="3840"/>
            <a:ext cx="901" cy="470"/>
          </p:xfrm>
          <a:graphic>
            <a:graphicData uri="http://schemas.openxmlformats.org/presentationml/2006/ole">
              <mc:AlternateContent xmlns:mc="http://schemas.openxmlformats.org/markup-compatibility/2006">
                <mc:Choice xmlns:v="urn:schemas-microsoft-com:vml" Requires="v">
                  <p:oleObj spid="_x0000_s22" name="" r:id="rId7" imgW="292100" imgH="152400" progId="Equation.DSMT4">
                    <p:embed/>
                  </p:oleObj>
                </mc:Choice>
                <mc:Fallback>
                  <p:oleObj name="" r:id="rId7" imgW="292100" imgH="152400" progId="Equation.DSMT4">
                    <p:embed/>
                    <p:pic>
                      <p:nvPicPr>
                        <p:cNvPr id="0" name="图片 21"/>
                        <p:cNvPicPr/>
                        <p:nvPr/>
                      </p:nvPicPr>
                      <p:blipFill>
                        <a:blip r:embed="rId8"/>
                        <a:stretch>
                          <a:fillRect/>
                        </a:stretch>
                      </p:blipFill>
                      <p:spPr>
                        <a:xfrm>
                          <a:off x="4800" y="3840"/>
                          <a:ext cx="901" cy="470"/>
                        </a:xfrm>
                        <a:prstGeom prst="rect">
                          <a:avLst/>
                        </a:prstGeom>
                        <a:noFill/>
                        <a:ln w="38100">
                          <a:noFill/>
                          <a:miter/>
                        </a:ln>
                      </p:spPr>
                    </p:pic>
                  </p:oleObj>
                </mc:Fallback>
              </mc:AlternateContent>
            </a:graphicData>
          </a:graphic>
        </p:graphicFrame>
        <p:graphicFrame>
          <p:nvGraphicFramePr>
            <p:cNvPr id="8" name="对象 -2147482483"/>
            <p:cNvGraphicFramePr>
              <a:graphicFrameLocks noChangeAspect="1"/>
            </p:cNvGraphicFramePr>
            <p:nvPr/>
          </p:nvGraphicFramePr>
          <p:xfrm>
            <a:off x="7680" y="3840"/>
            <a:ext cx="446" cy="446"/>
          </p:xfrm>
          <a:graphic>
            <a:graphicData uri="http://schemas.openxmlformats.org/presentationml/2006/ole">
              <mc:AlternateContent xmlns:mc="http://schemas.openxmlformats.org/markup-compatibility/2006">
                <mc:Choice xmlns:v="urn:schemas-microsoft-com:vml" Requires="v">
                  <p:oleObj spid="_x0000_s25" name="" r:id="rId9" imgW="139700" imgH="139700" progId="Equation.DSMT4">
                    <p:embed/>
                  </p:oleObj>
                </mc:Choice>
                <mc:Fallback>
                  <p:oleObj name="" r:id="rId9" imgW="139700" imgH="139700" progId="Equation.DSMT4">
                    <p:embed/>
                    <p:pic>
                      <p:nvPicPr>
                        <p:cNvPr id="0" name="图片 24"/>
                        <p:cNvPicPr/>
                        <p:nvPr/>
                      </p:nvPicPr>
                      <p:blipFill>
                        <a:blip r:embed="rId10"/>
                        <a:stretch>
                          <a:fillRect/>
                        </a:stretch>
                      </p:blipFill>
                      <p:spPr>
                        <a:xfrm>
                          <a:off x="7680" y="3840"/>
                          <a:ext cx="446" cy="446"/>
                        </a:xfrm>
                        <a:prstGeom prst="rect">
                          <a:avLst/>
                        </a:prstGeom>
                        <a:noFill/>
                        <a:ln w="38100">
                          <a:noFill/>
                          <a:miter/>
                        </a:ln>
                      </p:spPr>
                    </p:pic>
                  </p:oleObj>
                </mc:Fallback>
              </mc:AlternateContent>
            </a:graphicData>
          </a:graphic>
        </p:graphicFrame>
      </p:grpSp>
      <p:grpSp>
        <p:nvGrpSpPr>
          <p:cNvPr id="28" name="组合 27"/>
          <p:cNvGrpSpPr/>
          <p:nvPr/>
        </p:nvGrpSpPr>
        <p:grpSpPr>
          <a:xfrm>
            <a:off x="533400" y="2895600"/>
            <a:ext cx="2385060" cy="584200"/>
            <a:chOff x="840" y="4320"/>
            <a:chExt cx="3756" cy="920"/>
          </a:xfrm>
        </p:grpSpPr>
        <p:sp>
          <p:nvSpPr>
            <p:cNvPr id="18" name="Rectangle 3"/>
            <p:cNvSpPr>
              <a:spLocks noGrp="1"/>
            </p:cNvSpPr>
            <p:nvPr/>
          </p:nvSpPr>
          <p:spPr>
            <a:xfrm>
              <a:off x="840" y="4320"/>
              <a:ext cx="2984" cy="9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左边</a:t>
              </a:r>
              <a:r>
                <a:rPr lang="en-US" altLang="zh-CN" sz="2400" b="1" kern="1200" dirty="0">
                  <a:solidFill>
                    <a:srgbClr val="000066"/>
                  </a:solidFill>
                  <a:latin typeface="Arial" panose="020B0604020202020204" pitchFamily="34" charset="0"/>
                  <a:ea typeface="楷体_GB2312" pitchFamily="49" charset="-122"/>
                </a:rPr>
                <a:t>=</a:t>
              </a:r>
              <a:endParaRPr lang="en-US" altLang="zh-CN" sz="2400" b="1" kern="1200" dirty="0">
                <a:solidFill>
                  <a:srgbClr val="000066"/>
                </a:solidFill>
                <a:latin typeface="Arial" panose="020B0604020202020204" pitchFamily="34" charset="0"/>
                <a:ea typeface="楷体_GB2312" pitchFamily="49" charset="-122"/>
              </a:endParaRPr>
            </a:p>
          </p:txBody>
        </p:sp>
        <p:graphicFrame>
          <p:nvGraphicFramePr>
            <p:cNvPr id="9" name="对象 -2147482482"/>
            <p:cNvGraphicFramePr>
              <a:graphicFrameLocks noChangeAspect="1"/>
            </p:cNvGraphicFramePr>
            <p:nvPr/>
          </p:nvGraphicFramePr>
          <p:xfrm>
            <a:off x="3120" y="4440"/>
            <a:ext cx="1476" cy="651"/>
          </p:xfrm>
          <a:graphic>
            <a:graphicData uri="http://schemas.openxmlformats.org/presentationml/2006/ole">
              <mc:AlternateContent xmlns:mc="http://schemas.openxmlformats.org/markup-compatibility/2006">
                <mc:Choice xmlns:v="urn:schemas-microsoft-com:vml" Requires="v">
                  <p:oleObj spid="_x0000_s26" name="" r:id="rId11" imgW="431800" imgH="190500" progId="Equation.DSMT4">
                    <p:embed/>
                  </p:oleObj>
                </mc:Choice>
                <mc:Fallback>
                  <p:oleObj name="" r:id="rId11" imgW="431800" imgH="190500" progId="Equation.DSMT4">
                    <p:embed/>
                    <p:pic>
                      <p:nvPicPr>
                        <p:cNvPr id="0" name="图片 25"/>
                        <p:cNvPicPr/>
                        <p:nvPr/>
                      </p:nvPicPr>
                      <p:blipFill>
                        <a:blip r:embed="rId12"/>
                        <a:stretch>
                          <a:fillRect/>
                        </a:stretch>
                      </p:blipFill>
                      <p:spPr>
                        <a:xfrm>
                          <a:off x="3120" y="4440"/>
                          <a:ext cx="1476" cy="651"/>
                        </a:xfrm>
                        <a:prstGeom prst="rect">
                          <a:avLst/>
                        </a:prstGeom>
                        <a:noFill/>
                        <a:ln w="38100">
                          <a:noFill/>
                          <a:miter/>
                        </a:ln>
                      </p:spPr>
                    </p:pic>
                  </p:oleObj>
                </mc:Fallback>
              </mc:AlternateContent>
            </a:graphicData>
          </a:graphic>
        </p:graphicFrame>
      </p:grpSp>
      <p:grpSp>
        <p:nvGrpSpPr>
          <p:cNvPr id="29" name="组合 28"/>
          <p:cNvGrpSpPr/>
          <p:nvPr/>
        </p:nvGrpSpPr>
        <p:grpSpPr>
          <a:xfrm>
            <a:off x="2895600" y="2895600"/>
            <a:ext cx="3550920" cy="598170"/>
            <a:chOff x="4560" y="4320"/>
            <a:chExt cx="5592" cy="942"/>
          </a:xfrm>
        </p:grpSpPr>
        <p:sp>
          <p:nvSpPr>
            <p:cNvPr id="19" name="Rectangle 3"/>
            <p:cNvSpPr>
              <a:spLocks noGrp="1"/>
            </p:cNvSpPr>
            <p:nvPr/>
          </p:nvSpPr>
          <p:spPr>
            <a:xfrm>
              <a:off x="4560" y="4320"/>
              <a:ext cx="2739" cy="94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，右边</a:t>
              </a:r>
              <a:r>
                <a:rPr lang="en-US" altLang="zh-CN" sz="2400" b="1" kern="1200" dirty="0">
                  <a:solidFill>
                    <a:srgbClr val="000066"/>
                  </a:solidFill>
                  <a:latin typeface="Arial" panose="020B0604020202020204" pitchFamily="34" charset="0"/>
                  <a:ea typeface="楷体_GB2312" pitchFamily="49" charset="-122"/>
                </a:rPr>
                <a:t>=</a:t>
              </a:r>
              <a:endParaRPr lang="en-US" altLang="zh-CN" sz="2400" b="1" kern="1200" dirty="0">
                <a:solidFill>
                  <a:srgbClr val="000066"/>
                </a:solidFill>
                <a:latin typeface="Arial" panose="020B0604020202020204" pitchFamily="34" charset="0"/>
                <a:ea typeface="楷体_GB2312" pitchFamily="49" charset="-122"/>
              </a:endParaRPr>
            </a:p>
          </p:txBody>
        </p:sp>
        <p:graphicFrame>
          <p:nvGraphicFramePr>
            <p:cNvPr id="10" name="对象 -2147482481"/>
            <p:cNvGraphicFramePr>
              <a:graphicFrameLocks noChangeAspect="1"/>
            </p:cNvGraphicFramePr>
            <p:nvPr/>
          </p:nvGraphicFramePr>
          <p:xfrm>
            <a:off x="6480" y="4440"/>
            <a:ext cx="3672" cy="633"/>
          </p:xfrm>
          <a:graphic>
            <a:graphicData uri="http://schemas.openxmlformats.org/presentationml/2006/ole">
              <mc:AlternateContent xmlns:mc="http://schemas.openxmlformats.org/markup-compatibility/2006">
                <mc:Choice xmlns:v="urn:schemas-microsoft-com:vml" Requires="v">
                  <p:oleObj spid="_x0000_s27" name="" r:id="rId13" imgW="1104265" imgH="190500" progId="Equation.DSMT4">
                    <p:embed/>
                  </p:oleObj>
                </mc:Choice>
                <mc:Fallback>
                  <p:oleObj name="" r:id="rId13" imgW="1104265" imgH="190500" progId="Equation.DSMT4">
                    <p:embed/>
                    <p:pic>
                      <p:nvPicPr>
                        <p:cNvPr id="0" name="图片 26"/>
                        <p:cNvPicPr/>
                        <p:nvPr/>
                      </p:nvPicPr>
                      <p:blipFill>
                        <a:blip r:embed="rId14"/>
                        <a:stretch>
                          <a:fillRect/>
                        </a:stretch>
                      </p:blipFill>
                      <p:spPr>
                        <a:xfrm>
                          <a:off x="6480" y="4440"/>
                          <a:ext cx="3672" cy="633"/>
                        </a:xfrm>
                        <a:prstGeom prst="rect">
                          <a:avLst/>
                        </a:prstGeom>
                        <a:noFill/>
                        <a:ln w="38100">
                          <a:noFill/>
                          <a:miter/>
                        </a:ln>
                      </p:spPr>
                    </p:pic>
                  </p:oleObj>
                </mc:Fallback>
              </mc:AlternateContent>
            </a:graphicData>
          </a:graphic>
        </p:graphicFrame>
      </p:grpSp>
      <p:grpSp>
        <p:nvGrpSpPr>
          <p:cNvPr id="39" name="组合 38"/>
          <p:cNvGrpSpPr/>
          <p:nvPr/>
        </p:nvGrpSpPr>
        <p:grpSpPr>
          <a:xfrm>
            <a:off x="533400" y="3429000"/>
            <a:ext cx="8003540" cy="1398270"/>
            <a:chOff x="840" y="5040"/>
            <a:chExt cx="12604" cy="2202"/>
          </a:xfrm>
        </p:grpSpPr>
        <p:sp>
          <p:nvSpPr>
            <p:cNvPr id="20" name="Rectangle 3"/>
            <p:cNvSpPr>
              <a:spLocks noGrp="1"/>
            </p:cNvSpPr>
            <p:nvPr/>
          </p:nvSpPr>
          <p:spPr>
            <a:xfrm>
              <a:off x="840" y="5040"/>
              <a:ext cx="12604" cy="220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因此，</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。同理，在摩根定律</a:t>
              </a:r>
              <a:r>
                <a:rPr lang="en-US" altLang="zh-CN" sz="2400" b="1" kern="1200" dirty="0">
                  <a:solidFill>
                    <a:srgbClr val="000066"/>
                  </a:solidFill>
                  <a:latin typeface="Arial" panose="020B0604020202020204" pitchFamily="34" charset="0"/>
                  <a:ea typeface="楷体_GB2312" pitchFamily="49" charset="-122"/>
                </a:rPr>
                <a:t>                </a:t>
              </a:r>
              <a:endParaRPr lang="en-US" altLang="zh-CN"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的两边用</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代替变量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，可得</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32" name="对象 -2147482487"/>
            <p:cNvGraphicFramePr>
              <a:graphicFrameLocks noChangeAspect="1"/>
            </p:cNvGraphicFramePr>
            <p:nvPr/>
          </p:nvGraphicFramePr>
          <p:xfrm>
            <a:off x="3120" y="5160"/>
            <a:ext cx="3287" cy="594"/>
          </p:xfrm>
          <a:graphic>
            <a:graphicData uri="http://schemas.openxmlformats.org/presentationml/2006/ole">
              <mc:AlternateContent xmlns:mc="http://schemas.openxmlformats.org/markup-compatibility/2006">
                <mc:Choice xmlns:v="urn:schemas-microsoft-com:vml" Requires="v">
                  <p:oleObj spid="_x0000_s33" name="" r:id="rId15" imgW="1053465" imgH="190500" progId="Equation.DSMT4">
                    <p:embed/>
                  </p:oleObj>
                </mc:Choice>
                <mc:Fallback>
                  <p:oleObj name="" r:id="rId15" imgW="1053465" imgH="190500" progId="Equation.DSMT4">
                    <p:embed/>
                    <p:pic>
                      <p:nvPicPr>
                        <p:cNvPr id="0" name="图片 3075"/>
                        <p:cNvPicPr/>
                        <p:nvPr/>
                      </p:nvPicPr>
                      <p:blipFill>
                        <a:blip r:embed="rId2"/>
                        <a:stretch>
                          <a:fillRect/>
                        </a:stretch>
                      </p:blipFill>
                      <p:spPr>
                        <a:xfrm>
                          <a:off x="3120" y="5160"/>
                          <a:ext cx="3287" cy="594"/>
                        </a:xfrm>
                        <a:prstGeom prst="rect">
                          <a:avLst/>
                        </a:prstGeom>
                        <a:noFill/>
                        <a:ln w="38100">
                          <a:noFill/>
                          <a:miter/>
                        </a:ln>
                      </p:spPr>
                    </p:pic>
                  </p:oleObj>
                </mc:Fallback>
              </mc:AlternateContent>
            </a:graphicData>
          </a:graphic>
        </p:graphicFrame>
        <p:graphicFrame>
          <p:nvGraphicFramePr>
            <p:cNvPr id="11" name="对象 -2147482479"/>
            <p:cNvGraphicFramePr>
              <a:graphicFrameLocks noChangeAspect="1"/>
            </p:cNvGraphicFramePr>
            <p:nvPr/>
          </p:nvGraphicFramePr>
          <p:xfrm>
            <a:off x="10800" y="5160"/>
            <a:ext cx="2292" cy="581"/>
          </p:xfrm>
          <a:graphic>
            <a:graphicData uri="http://schemas.openxmlformats.org/presentationml/2006/ole">
              <mc:AlternateContent xmlns:mc="http://schemas.openxmlformats.org/markup-compatibility/2006">
                <mc:Choice xmlns:v="urn:schemas-microsoft-com:vml" Requires="v">
                  <p:oleObj spid="_x0000_s34" name="" r:id="rId16" imgW="697230" imgH="177800" progId="Equation.DSMT4">
                    <p:embed/>
                  </p:oleObj>
                </mc:Choice>
                <mc:Fallback>
                  <p:oleObj name="" r:id="rId16" imgW="697230" imgH="177800" progId="Equation.DSMT4">
                    <p:embed/>
                    <p:pic>
                      <p:nvPicPr>
                        <p:cNvPr id="0" name="图片 33"/>
                        <p:cNvPicPr/>
                        <p:nvPr/>
                      </p:nvPicPr>
                      <p:blipFill>
                        <a:blip r:embed="rId17"/>
                        <a:stretch>
                          <a:fillRect/>
                        </a:stretch>
                      </p:blipFill>
                      <p:spPr>
                        <a:xfrm>
                          <a:off x="10800" y="5160"/>
                          <a:ext cx="2292" cy="581"/>
                        </a:xfrm>
                        <a:prstGeom prst="rect">
                          <a:avLst/>
                        </a:prstGeom>
                        <a:noFill/>
                        <a:ln w="38100">
                          <a:noFill/>
                          <a:miter/>
                        </a:ln>
                      </p:spPr>
                    </p:pic>
                  </p:oleObj>
                </mc:Fallback>
              </mc:AlternateContent>
            </a:graphicData>
          </a:graphic>
        </p:graphicFrame>
        <p:graphicFrame>
          <p:nvGraphicFramePr>
            <p:cNvPr id="12" name="对象 -2147482478"/>
            <p:cNvGraphicFramePr>
              <a:graphicFrameLocks noChangeAspect="1"/>
            </p:cNvGraphicFramePr>
            <p:nvPr/>
          </p:nvGraphicFramePr>
          <p:xfrm>
            <a:off x="3000" y="5934"/>
            <a:ext cx="1139" cy="506"/>
          </p:xfrm>
          <a:graphic>
            <a:graphicData uri="http://schemas.openxmlformats.org/presentationml/2006/ole">
              <mc:AlternateContent xmlns:mc="http://schemas.openxmlformats.org/markup-compatibility/2006">
                <mc:Choice xmlns:v="urn:schemas-microsoft-com:vml" Requires="v">
                  <p:oleObj spid="_x0000_s35" name="" r:id="rId18" imgW="342900" imgH="152400" progId="Equation.DSMT4">
                    <p:embed/>
                  </p:oleObj>
                </mc:Choice>
                <mc:Fallback>
                  <p:oleObj name="" r:id="rId18" imgW="342900" imgH="152400" progId="Equation.DSMT4">
                    <p:embed/>
                    <p:pic>
                      <p:nvPicPr>
                        <p:cNvPr id="0" name="图片 34"/>
                        <p:cNvPicPr/>
                        <p:nvPr/>
                      </p:nvPicPr>
                      <p:blipFill>
                        <a:blip r:embed="rId19"/>
                        <a:stretch>
                          <a:fillRect/>
                        </a:stretch>
                      </p:blipFill>
                      <p:spPr>
                        <a:xfrm>
                          <a:off x="3000" y="5934"/>
                          <a:ext cx="1139" cy="506"/>
                        </a:xfrm>
                        <a:prstGeom prst="rect">
                          <a:avLst/>
                        </a:prstGeom>
                        <a:noFill/>
                        <a:ln w="38100">
                          <a:noFill/>
                          <a:miter/>
                        </a:ln>
                      </p:spPr>
                    </p:pic>
                  </p:oleObj>
                </mc:Fallback>
              </mc:AlternateContent>
            </a:graphicData>
          </a:graphic>
        </p:graphicFrame>
        <p:graphicFrame>
          <p:nvGraphicFramePr>
            <p:cNvPr id="13" name="对象 -2147482477"/>
            <p:cNvGraphicFramePr>
              <a:graphicFrameLocks noChangeAspect="1"/>
            </p:cNvGraphicFramePr>
            <p:nvPr/>
          </p:nvGraphicFramePr>
          <p:xfrm>
            <a:off x="6240" y="5934"/>
            <a:ext cx="473" cy="473"/>
          </p:xfrm>
          <a:graphic>
            <a:graphicData uri="http://schemas.openxmlformats.org/presentationml/2006/ole">
              <mc:AlternateContent xmlns:mc="http://schemas.openxmlformats.org/markup-compatibility/2006">
                <mc:Choice xmlns:v="urn:schemas-microsoft-com:vml" Requires="v">
                  <p:oleObj spid="_x0000_s36" name="" r:id="rId20" imgW="139700" imgH="139700" progId="Equation.DSMT4">
                    <p:embed/>
                  </p:oleObj>
                </mc:Choice>
                <mc:Fallback>
                  <p:oleObj name="" r:id="rId20" imgW="139700" imgH="139700" progId="Equation.DSMT4">
                    <p:embed/>
                    <p:pic>
                      <p:nvPicPr>
                        <p:cNvPr id="0" name="图片 35"/>
                        <p:cNvPicPr/>
                        <p:nvPr/>
                      </p:nvPicPr>
                      <p:blipFill>
                        <a:blip r:embed="rId21"/>
                        <a:stretch>
                          <a:fillRect/>
                        </a:stretch>
                      </p:blipFill>
                      <p:spPr>
                        <a:xfrm>
                          <a:off x="6240" y="5934"/>
                          <a:ext cx="473" cy="473"/>
                        </a:xfrm>
                        <a:prstGeom prst="rect">
                          <a:avLst/>
                        </a:prstGeom>
                        <a:noFill/>
                        <a:ln w="38100">
                          <a:noFill/>
                          <a:miter/>
                        </a:ln>
                      </p:spPr>
                    </p:pic>
                  </p:oleObj>
                </mc:Fallback>
              </mc:AlternateContent>
            </a:graphicData>
          </a:graphic>
        </p:graphicFrame>
        <p:graphicFrame>
          <p:nvGraphicFramePr>
            <p:cNvPr id="37" name="对象 -2147482486"/>
            <p:cNvGraphicFramePr>
              <a:graphicFrameLocks noChangeAspect="1"/>
            </p:cNvGraphicFramePr>
            <p:nvPr/>
          </p:nvGraphicFramePr>
          <p:xfrm>
            <a:off x="8400" y="5880"/>
            <a:ext cx="3368" cy="609"/>
          </p:xfrm>
          <a:graphic>
            <a:graphicData uri="http://schemas.openxmlformats.org/presentationml/2006/ole">
              <mc:AlternateContent xmlns:mc="http://schemas.openxmlformats.org/markup-compatibility/2006">
                <mc:Choice xmlns:v="urn:schemas-microsoft-com:vml" Requires="v">
                  <p:oleObj spid="_x0000_s38" name="" r:id="rId22" imgW="1053465" imgH="190500" progId="Equation.DSMT4">
                    <p:embed/>
                  </p:oleObj>
                </mc:Choice>
                <mc:Fallback>
                  <p:oleObj name="" r:id="rId22" imgW="1053465" imgH="190500" progId="Equation.DSMT4">
                    <p:embed/>
                    <p:pic>
                      <p:nvPicPr>
                        <p:cNvPr id="0" name="图片 2"/>
                        <p:cNvPicPr/>
                        <p:nvPr/>
                      </p:nvPicPr>
                      <p:blipFill>
                        <a:blip r:embed="rId4"/>
                        <a:stretch>
                          <a:fillRect/>
                        </a:stretch>
                      </p:blipFill>
                      <p:spPr>
                        <a:xfrm>
                          <a:off x="8400" y="5880"/>
                          <a:ext cx="3368" cy="609"/>
                        </a:xfrm>
                        <a:prstGeom prst="rect">
                          <a:avLst/>
                        </a:prstGeom>
                        <a:noFill/>
                        <a:ln w="38100">
                          <a:noFill/>
                          <a:miter/>
                        </a:ln>
                      </p:spPr>
                    </p:pic>
                  </p:oleObj>
                </mc:Fallback>
              </mc:AlternateContent>
            </a:graphicData>
          </a:graphic>
        </p:graphicFrame>
      </p:grpSp>
      <p:sp>
        <p:nvSpPr>
          <p:cNvPr id="40" name="Rectangle 3"/>
          <p:cNvSpPr>
            <a:spLocks noGrp="1"/>
          </p:cNvSpPr>
          <p:nvPr/>
        </p:nvSpPr>
        <p:spPr>
          <a:xfrm>
            <a:off x="533400" y="4419600"/>
            <a:ext cx="8003540" cy="5829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从例2-8 的证明可得到下面两个等式也成立。</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14" name="对象 -2147482475"/>
          <p:cNvGraphicFramePr>
            <a:graphicFrameLocks noChangeAspect="1"/>
          </p:cNvGraphicFramePr>
          <p:nvPr/>
        </p:nvGraphicFramePr>
        <p:xfrm>
          <a:off x="2895600" y="4953000"/>
          <a:ext cx="3155950" cy="430530"/>
        </p:xfrm>
        <a:graphic>
          <a:graphicData uri="http://schemas.openxmlformats.org/presentationml/2006/ole">
            <mc:AlternateContent xmlns:mc="http://schemas.openxmlformats.org/markup-compatibility/2006">
              <mc:Choice xmlns:v="urn:schemas-microsoft-com:vml" Requires="v">
                <p:oleObj spid="_x0000_s41" name="" r:id="rId23" imgW="1396365" imgH="190500" progId="Equation.DSMT4">
                  <p:embed/>
                </p:oleObj>
              </mc:Choice>
              <mc:Fallback>
                <p:oleObj name="" r:id="rId23" imgW="1396365" imgH="190500" progId="Equation.DSMT4">
                  <p:embed/>
                  <p:pic>
                    <p:nvPicPr>
                      <p:cNvPr id="0" name="图片 40"/>
                      <p:cNvPicPr/>
                      <p:nvPr/>
                    </p:nvPicPr>
                    <p:blipFill>
                      <a:blip r:embed="rId24"/>
                      <a:stretch>
                        <a:fillRect/>
                      </a:stretch>
                    </p:blipFill>
                    <p:spPr>
                      <a:xfrm>
                        <a:off x="2895600" y="4953000"/>
                        <a:ext cx="3155950" cy="430530"/>
                      </a:xfrm>
                      <a:prstGeom prst="rect">
                        <a:avLst/>
                      </a:prstGeom>
                      <a:noFill/>
                      <a:ln w="38100">
                        <a:noFill/>
                        <a:miter/>
                      </a:ln>
                    </p:spPr>
                  </p:pic>
                </p:oleObj>
              </mc:Fallback>
            </mc:AlternateContent>
          </a:graphicData>
        </a:graphic>
      </p:graphicFrame>
      <p:graphicFrame>
        <p:nvGraphicFramePr>
          <p:cNvPr id="15" name="对象 -2147482474"/>
          <p:cNvGraphicFramePr>
            <a:graphicFrameLocks noChangeAspect="1"/>
          </p:cNvGraphicFramePr>
          <p:nvPr/>
        </p:nvGraphicFramePr>
        <p:xfrm>
          <a:off x="2819400" y="5486400"/>
          <a:ext cx="3170555" cy="432435"/>
        </p:xfrm>
        <a:graphic>
          <a:graphicData uri="http://schemas.openxmlformats.org/presentationml/2006/ole">
            <mc:AlternateContent xmlns:mc="http://schemas.openxmlformats.org/markup-compatibility/2006">
              <mc:Choice xmlns:v="urn:schemas-microsoft-com:vml" Requires="v">
                <p:oleObj spid="_x0000_s42" name="" r:id="rId25" imgW="1396365" imgH="190500" progId="Equation.DSMT4">
                  <p:embed/>
                </p:oleObj>
              </mc:Choice>
              <mc:Fallback>
                <p:oleObj name="" r:id="rId25" imgW="1396365" imgH="190500" progId="Equation.DSMT4">
                  <p:embed/>
                  <p:pic>
                    <p:nvPicPr>
                      <p:cNvPr id="0" name="图片 41"/>
                      <p:cNvPicPr/>
                      <p:nvPr/>
                    </p:nvPicPr>
                    <p:blipFill>
                      <a:blip r:embed="rId26"/>
                      <a:stretch>
                        <a:fillRect/>
                      </a:stretch>
                    </p:blipFill>
                    <p:spPr>
                      <a:xfrm>
                        <a:off x="2819400" y="5486400"/>
                        <a:ext cx="3170555" cy="4324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385" decel="100000"/>
                                        <p:tgtEl>
                                          <p:spTgt spid="30"/>
                                        </p:tgtEl>
                                      </p:cBhvr>
                                    </p:animEffect>
                                    <p:animScale>
                                      <p:cBhvr>
                                        <p:cTn id="14" dur="385" decel="100000"/>
                                        <p:tgtEl>
                                          <p:spTgt spid="30"/>
                                        </p:tgtEl>
                                      </p:cBhvr>
                                      <p:from x="10000" y="10000"/>
                                      <p:to x="200000" y="450000"/>
                                    </p:animScale>
                                    <p:animScale>
                                      <p:cBhvr>
                                        <p:cTn id="15" dur="615" accel="100000" fill="hold">
                                          <p:stCondLst>
                                            <p:cond delay="385"/>
                                          </p:stCondLst>
                                        </p:cTn>
                                        <p:tgtEl>
                                          <p:spTgt spid="30"/>
                                        </p:tgtEl>
                                      </p:cBhvr>
                                      <p:from x="200000" y="450000"/>
                                      <p:to x="100000" y="100000"/>
                                    </p:animScale>
                                    <p:set>
                                      <p:cBhvr>
                                        <p:cTn id="16" dur="385" fill="hold"/>
                                        <p:tgtEl>
                                          <p:spTgt spid="30"/>
                                        </p:tgtEl>
                                        <p:attrNameLst>
                                          <p:attrName>ppt_x</p:attrName>
                                        </p:attrNameLst>
                                      </p:cBhvr>
                                      <p:to>
                                        <p:strVal val="(0.5)"/>
                                      </p:to>
                                    </p:set>
                                    <p:anim from="(0.5)" to="(#ppt_x)" calcmode="lin" valueType="num">
                                      <p:cBhvr>
                                        <p:cTn id="17" dur="615" accel="100000" fill="hold">
                                          <p:stCondLst>
                                            <p:cond delay="385"/>
                                          </p:stCondLst>
                                        </p:cTn>
                                        <p:tgtEl>
                                          <p:spTgt spid="30"/>
                                        </p:tgtEl>
                                        <p:attrNameLst>
                                          <p:attrName>ppt_x</p:attrName>
                                        </p:attrNameLst>
                                      </p:cBhvr>
                                    </p:anim>
                                    <p:set>
                                      <p:cBhvr>
                                        <p:cTn id="18" dur="385" fill="hold"/>
                                        <p:tgtEl>
                                          <p:spTgt spid="30"/>
                                        </p:tgtEl>
                                        <p:attrNameLst>
                                          <p:attrName>ppt_y</p:attrName>
                                        </p:attrNameLst>
                                      </p:cBhvr>
                                      <p:to>
                                        <p:strVal val="(#ppt_y+0.4)"/>
                                      </p:to>
                                    </p:set>
                                    <p:anim from="(#ppt_y+0.4)" to="(#ppt_y)" calcmode="lin" valueType="num">
                                      <p:cBhvr>
                                        <p:cTn id="19" dur="615" accel="100000" fill="hold">
                                          <p:stCondLst>
                                            <p:cond delay="385"/>
                                          </p:stCondLst>
                                        </p:cTn>
                                        <p:tgtEl>
                                          <p:spTgt spid="30"/>
                                        </p:tgtEl>
                                        <p:attrNameLst>
                                          <p:attrName>ppt_y</p:attrName>
                                        </p:attrNameLst>
                                      </p:cBhvr>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additive="base">
                                        <p:cTn id="24" dur="500" fill="hold"/>
                                        <p:tgtEl>
                                          <p:spTgt spid="28"/>
                                        </p:tgtEl>
                                        <p:attrNameLst>
                                          <p:attrName>ppt_x</p:attrName>
                                        </p:attrNameLst>
                                      </p:cBhvr>
                                      <p:tavLst>
                                        <p:tav tm="0">
                                          <p:val>
                                            <p:strVal val="#ppt_x"/>
                                          </p:val>
                                        </p:tav>
                                        <p:tav tm="100000">
                                          <p:val>
                                            <p:strVal val="#ppt_x"/>
                                          </p:val>
                                        </p:tav>
                                      </p:tavLst>
                                    </p:anim>
                                    <p:anim calcmode="lin" valueType="num">
                                      <p:cBhvr additive="base">
                                        <p:cTn id="2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5"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p:cTn id="30" dur="500" decel="50000" fill="hold">
                                          <p:stCondLst>
                                            <p:cond delay="0"/>
                                          </p:stCondLst>
                                        </p:cTn>
                                        <p:tgtEl>
                                          <p:spTgt spid="29"/>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29"/>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29"/>
                                        </p:tgtEl>
                                        <p:attrNameLst>
                                          <p:attrName>ppt_w</p:attrName>
                                        </p:attrNameLst>
                                      </p:cBhvr>
                                      <p:tavLst>
                                        <p:tav tm="0">
                                          <p:val>
                                            <p:strVal val="#ppt_w*.05"/>
                                          </p:val>
                                        </p:tav>
                                        <p:tav tm="100000">
                                          <p:val>
                                            <p:strVal val="#ppt_w"/>
                                          </p:val>
                                        </p:tav>
                                      </p:tavLst>
                                    </p:anim>
                                    <p:anim calcmode="lin" valueType="num">
                                      <p:cBhvr>
                                        <p:cTn id="33" dur="1000" fill="hold"/>
                                        <p:tgtEl>
                                          <p:spTgt spid="29"/>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29"/>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29"/>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29"/>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20" presetClass="entr" presetSubtype="0" fill="hold" nodeType="clickEffect">
                                  <p:stCondLst>
                                    <p:cond delay="0"/>
                                  </p:stCondLst>
                                  <p:childTnLst>
                                    <p:set>
                                      <p:cBhvr>
                                        <p:cTn id="41" dur="1000" fill="hold">
                                          <p:stCondLst>
                                            <p:cond delay="0"/>
                                          </p:stCondLst>
                                        </p:cTn>
                                        <p:tgtEl>
                                          <p:spTgt spid="39"/>
                                        </p:tgtEl>
                                        <p:attrNameLst>
                                          <p:attrName>style.visibility</p:attrName>
                                        </p:attrNameLst>
                                      </p:cBhvr>
                                      <p:to>
                                        <p:strVal val="visible"/>
                                      </p:to>
                                    </p:set>
                                    <p:animEffect transition="in" filter="wedge">
                                      <p:cBhvr>
                                        <p:cTn id="42" dur="10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fill="hold"/>
                                        <p:tgtEl>
                                          <p:spTgt spid="40"/>
                                        </p:tgtEl>
                                        <p:attrNameLst>
                                          <p:attrName>ppt_x</p:attrName>
                                        </p:attrNameLst>
                                      </p:cBhvr>
                                      <p:tavLst>
                                        <p:tav tm="0">
                                          <p:val>
                                            <p:strVal val="#ppt_x"/>
                                          </p:val>
                                        </p:tav>
                                        <p:tav tm="100000">
                                          <p:val>
                                            <p:strVal val="#ppt_x"/>
                                          </p:val>
                                        </p:tav>
                                      </p:tavLst>
                                    </p:anim>
                                    <p:anim calcmode="lin" valueType="num">
                                      <p:cBhvr additive="base">
                                        <p:cTn id="4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4"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 from="(-#ppt_w/2)" to="(#ppt_x)" calcmode="lin" valueType="num">
                                      <p:cBhvr>
                                        <p:cTn id="53" dur="600" fill="hold">
                                          <p:stCondLst>
                                            <p:cond delay="0"/>
                                          </p:stCondLst>
                                        </p:cTn>
                                        <p:tgtEl>
                                          <p:spTgt spid="14"/>
                                        </p:tgtEl>
                                        <p:attrNameLst>
                                          <p:attrName>ppt_x</p:attrName>
                                        </p:attrNameLst>
                                      </p:cBhvr>
                                    </p:anim>
                                    <p:anim from="0" to="-1.0" calcmode="lin" valueType="num">
                                      <p:cBhvr>
                                        <p:cTn id="54" dur="200" decel="50000" autoRev="1" fill="hold">
                                          <p:stCondLst>
                                            <p:cond delay="600"/>
                                          </p:stCondLst>
                                        </p:cTn>
                                        <p:tgtEl>
                                          <p:spTgt spid="14"/>
                                        </p:tgtEl>
                                        <p:attrNameLst>
                                          <p:attrName>xshear</p:attrName>
                                        </p:attrNameLst>
                                      </p:cBhvr>
                                    </p:anim>
                                    <p:animScale>
                                      <p:cBhvr>
                                        <p:cTn id="55" dur="200" decel="100000" autoRev="1" fill="hold">
                                          <p:stCondLst>
                                            <p:cond delay="600"/>
                                          </p:stCondLst>
                                        </p:cTn>
                                        <p:tgtEl>
                                          <p:spTgt spid="14"/>
                                        </p:tgtEl>
                                      </p:cBhvr>
                                      <p:from x="100000" y="100000"/>
                                      <p:to x="80000" y="100000"/>
                                    </p:animScale>
                                    <p:anim by="(#ppt_h/3+#ppt_w*0.1)" calcmode="lin" valueType="num">
                                      <p:cBhvr additive="sum">
                                        <p:cTn id="56" dur="200" decel="100000" autoRev="1" fill="hold">
                                          <p:stCondLst>
                                            <p:cond delay="600"/>
                                          </p:stCondLst>
                                        </p:cTn>
                                        <p:tgtEl>
                                          <p:spTgt spid="14"/>
                                        </p:tgtEl>
                                        <p:attrNameLst>
                                          <p:attrName>ppt_x</p:attrName>
                                        </p:attrNameLst>
                                      </p:cBhvr>
                                    </p:anim>
                                  </p:childTnLst>
                                </p:cTn>
                              </p:par>
                            </p:childTnLst>
                          </p:cTn>
                        </p:par>
                      </p:childTnLst>
                    </p:cTn>
                  </p:par>
                  <p:par>
                    <p:cTn id="57" fill="hold">
                      <p:stCondLst>
                        <p:cond delay="indefinite"/>
                      </p:stCondLst>
                      <p:childTnLst>
                        <p:par>
                          <p:cTn id="58" fill="hold">
                            <p:stCondLst>
                              <p:cond delay="0"/>
                            </p:stCondLst>
                            <p:childTnLst>
                              <p:par>
                                <p:cTn id="59" presetID="54" presetClass="entr" presetSubtype="0" accel="100000"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500" fill="hold"/>
                                        <p:tgtEl>
                                          <p:spTgt spid="15"/>
                                        </p:tgtEl>
                                        <p:attrNameLst>
                                          <p:attrName>ppt_w</p:attrName>
                                        </p:attrNameLst>
                                      </p:cBhvr>
                                      <p:tavLst>
                                        <p:tav tm="0">
                                          <p:val>
                                            <p:strVal val="#ppt_w*0.05"/>
                                          </p:val>
                                        </p:tav>
                                        <p:tav tm="100000">
                                          <p:val>
                                            <p:strVal val="#ppt_w"/>
                                          </p:val>
                                        </p:tav>
                                      </p:tavLst>
                                    </p:anim>
                                    <p:anim calcmode="lin" valueType="num">
                                      <p:cBhvr>
                                        <p:cTn id="62" dur="500" fill="hold"/>
                                        <p:tgtEl>
                                          <p:spTgt spid="15"/>
                                        </p:tgtEl>
                                        <p:attrNameLst>
                                          <p:attrName>ppt_h</p:attrName>
                                        </p:attrNameLst>
                                      </p:cBhvr>
                                      <p:tavLst>
                                        <p:tav tm="0">
                                          <p:val>
                                            <p:strVal val="#ppt_h"/>
                                          </p:val>
                                        </p:tav>
                                        <p:tav tm="100000">
                                          <p:val>
                                            <p:strVal val="#ppt_h"/>
                                          </p:val>
                                        </p:tav>
                                      </p:tavLst>
                                    </p:anim>
                                    <p:anim calcmode="lin" valueType="num">
                                      <p:cBhvr>
                                        <p:cTn id="63" dur="500" fill="hold"/>
                                        <p:tgtEl>
                                          <p:spTgt spid="15"/>
                                        </p:tgtEl>
                                        <p:attrNameLst>
                                          <p:attrName>ppt_x</p:attrName>
                                        </p:attrNameLst>
                                      </p:cBhvr>
                                      <p:tavLst>
                                        <p:tav tm="0">
                                          <p:val>
                                            <p:strVal val="#ppt_x-.2"/>
                                          </p:val>
                                        </p:tav>
                                        <p:tav tm="100000">
                                          <p:val>
                                            <p:strVal val="#ppt_x"/>
                                          </p:val>
                                        </p:tav>
                                      </p:tavLst>
                                    </p:anim>
                                    <p:anim calcmode="lin" valueType="num">
                                      <p:cBhvr>
                                        <p:cTn id="64" dur="500" fill="hold"/>
                                        <p:tgtEl>
                                          <p:spTgt spid="15"/>
                                        </p:tgtEl>
                                        <p:attrNameLst>
                                          <p:attrName>ppt_y</p:attrName>
                                        </p:attrNameLst>
                                      </p:cBhvr>
                                      <p:tavLst>
                                        <p:tav tm="0">
                                          <p:val>
                                            <p:strVal val="#ppt_y"/>
                                          </p:val>
                                        </p:tav>
                                        <p:tav tm="100000">
                                          <p:val>
                                            <p:strVal val="#ppt_y"/>
                                          </p:val>
                                        </p:tav>
                                      </p:tavLst>
                                    </p:anim>
                                    <p:animEffect transition="in" filter="fade">
                                      <p:cBhvr>
                                        <p:cTn id="6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752600"/>
            <a:ext cx="8003540" cy="147574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对于任意一个逻辑函数式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，若将</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中所有的“</a:t>
            </a:r>
            <a:r>
              <a:rPr lang="en-US" altLang="zh-CN" sz="2400" b="1" kern="1200" dirty="0">
                <a:solidFill>
                  <a:srgbClr val="000066"/>
                </a:solidFill>
                <a:latin typeface="Arial" panose="020B0604020202020204" pitchFamily="34" charset="0"/>
                <a:ea typeface="楷体_GB2312" pitchFamily="49" charset="-122"/>
                <a:sym typeface="Symbol" panose="05050102010706020507" charset="0"/>
              </a:rPr>
              <a:t></a:t>
            </a:r>
            <a:r>
              <a:rPr lang="zh-CN" altLang="en-US" sz="2400" b="1" kern="1200" dirty="0">
                <a:solidFill>
                  <a:srgbClr val="000066"/>
                </a:solidFill>
                <a:latin typeface="Arial" panose="020B0604020202020204" pitchFamily="34" charset="0"/>
                <a:ea typeface="楷体_GB2312" pitchFamily="49" charset="-122"/>
              </a:rPr>
              <a:t>”换成“+”，“+”换成“</a:t>
            </a:r>
            <a:r>
              <a:rPr lang="zh-CN" altLang="en-US" sz="2400" b="1" kern="1200" dirty="0">
                <a:solidFill>
                  <a:srgbClr val="000066"/>
                </a:solidFill>
                <a:latin typeface="Arial" panose="020B0604020202020204" pitchFamily="34" charset="0"/>
                <a:ea typeface="楷体_GB2312" pitchFamily="49" charset="-122"/>
                <a:sym typeface="Symbol" panose="05050102010706020507" charset="0"/>
              </a:rPr>
              <a:t></a:t>
            </a:r>
            <a:r>
              <a:rPr lang="zh-CN" altLang="en-US" sz="2400" b="1" kern="1200" dirty="0">
                <a:solidFill>
                  <a:srgbClr val="000066"/>
                </a:solidFill>
                <a:latin typeface="Arial" panose="020B0604020202020204" pitchFamily="34" charset="0"/>
                <a:ea typeface="楷体_GB2312" pitchFamily="49" charset="-122"/>
              </a:rPr>
              <a:t>”，1换成0，0换成1，原变量换成反变量，反变量换成原变量，得到的逻辑函数式就是</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4739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反演规则</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3" name="对象 2">
            <a:hlinkClick r:id="" action="ppaction://ole?verb="/>
          </p:cNvPr>
          <p:cNvGraphicFramePr>
            <a:graphicFrameLocks noChangeAspect="1"/>
          </p:cNvGraphicFramePr>
          <p:nvPr/>
        </p:nvGraphicFramePr>
        <p:xfrm>
          <a:off x="4516120" y="1870710"/>
          <a:ext cx="274320" cy="324485"/>
        </p:xfrm>
        <a:graphic>
          <a:graphicData uri="http://schemas.openxmlformats.org/presentationml/2006/ole">
            <mc:AlternateContent xmlns:mc="http://schemas.openxmlformats.org/markup-compatibility/2006">
              <mc:Choice xmlns:v="urn:schemas-microsoft-com:vml" Requires="v">
                <p:oleObj spid="_x0000_s1025" name="" r:id="rId1" imgW="139700" imgH="165100" progId="Equation.KSEE3">
                  <p:embed/>
                </p:oleObj>
              </mc:Choice>
              <mc:Fallback>
                <p:oleObj name="" r:id="rId1" imgW="139700" imgH="165100" progId="Equation.KSEE3">
                  <p:embed/>
                  <p:pic>
                    <p:nvPicPr>
                      <p:cNvPr id="0" name="图片 1024"/>
                      <p:cNvPicPr/>
                      <p:nvPr/>
                    </p:nvPicPr>
                    <p:blipFill>
                      <a:blip r:embed="rId2"/>
                      <a:stretch>
                        <a:fillRect/>
                      </a:stretch>
                    </p:blipFill>
                    <p:spPr>
                      <a:xfrm>
                        <a:off x="4516120" y="1870710"/>
                        <a:ext cx="274320" cy="32448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5673090" y="1884680"/>
          <a:ext cx="274320" cy="324485"/>
        </p:xfrm>
        <a:graphic>
          <a:graphicData uri="http://schemas.openxmlformats.org/presentationml/2006/ole">
            <mc:AlternateContent xmlns:mc="http://schemas.openxmlformats.org/markup-compatibility/2006">
              <mc:Choice xmlns:v="urn:schemas-microsoft-com:vml" Requires="v">
                <p:oleObj spid="_x0000_s8" name="" r:id="rId3" imgW="139700" imgH="165100" progId="Equation.KSEE3">
                  <p:embed/>
                </p:oleObj>
              </mc:Choice>
              <mc:Fallback>
                <p:oleObj name="" r:id="rId3" imgW="139700" imgH="165100" progId="Equation.KSEE3">
                  <p:embed/>
                  <p:pic>
                    <p:nvPicPr>
                      <p:cNvPr id="0" name="图片 1024"/>
                      <p:cNvPicPr/>
                      <p:nvPr/>
                    </p:nvPicPr>
                    <p:blipFill>
                      <a:blip r:embed="rId2"/>
                      <a:stretch>
                        <a:fillRect/>
                      </a:stretch>
                    </p:blipFill>
                    <p:spPr>
                      <a:xfrm>
                        <a:off x="5673090" y="1884680"/>
                        <a:ext cx="274320" cy="32448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7647940" y="2667000"/>
          <a:ext cx="274320" cy="399415"/>
        </p:xfrm>
        <a:graphic>
          <a:graphicData uri="http://schemas.openxmlformats.org/presentationml/2006/ole">
            <mc:AlternateContent xmlns:mc="http://schemas.openxmlformats.org/markup-compatibility/2006">
              <mc:Choice xmlns:v="urn:schemas-microsoft-com:vml" Requires="v">
                <p:oleObj spid="_x0000_s12" name="" r:id="rId4" imgW="139700" imgH="203200" progId="Equation.KSEE3">
                  <p:embed/>
                </p:oleObj>
              </mc:Choice>
              <mc:Fallback>
                <p:oleObj name="" r:id="rId4" imgW="139700" imgH="203200" progId="Equation.KSEE3">
                  <p:embed/>
                  <p:pic>
                    <p:nvPicPr>
                      <p:cNvPr id="0" name="图片 1024"/>
                      <p:cNvPicPr/>
                      <p:nvPr/>
                    </p:nvPicPr>
                    <p:blipFill>
                      <a:blip r:embed="rId5"/>
                      <a:stretch>
                        <a:fillRect/>
                      </a:stretch>
                    </p:blipFill>
                    <p:spPr>
                      <a:xfrm>
                        <a:off x="7647940" y="2667000"/>
                        <a:ext cx="274320" cy="399415"/>
                      </a:xfrm>
                      <a:prstGeom prst="rect">
                        <a:avLst/>
                      </a:prstGeom>
                    </p:spPr>
                  </p:pic>
                </p:oleObj>
              </mc:Fallback>
            </mc:AlternateContent>
          </a:graphicData>
        </a:graphic>
      </p:graphicFrame>
      <p:sp>
        <p:nvSpPr>
          <p:cNvPr id="13" name="Rectangle 3"/>
          <p:cNvSpPr>
            <a:spLocks noGrp="1"/>
          </p:cNvSpPr>
          <p:nvPr/>
        </p:nvSpPr>
        <p:spPr>
          <a:xfrm>
            <a:off x="521970" y="3175000"/>
            <a:ext cx="8003540" cy="49720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运用反演规则必须注意以下两点：</a:t>
            </a:r>
            <a:endParaRPr sz="2400" b="1" kern="1200" dirty="0">
              <a:solidFill>
                <a:srgbClr val="000066"/>
              </a:solidFill>
              <a:latin typeface="Arial" panose="020B0604020202020204" pitchFamily="34" charset="0"/>
              <a:ea typeface="楷体_GB2312" pitchFamily="49" charset="-122"/>
            </a:endParaRPr>
          </a:p>
        </p:txBody>
      </p:sp>
      <p:sp>
        <p:nvSpPr>
          <p:cNvPr id="14" name="Rectangle 3"/>
          <p:cNvSpPr>
            <a:spLocks noGrp="1"/>
          </p:cNvSpPr>
          <p:nvPr/>
        </p:nvSpPr>
        <p:spPr>
          <a:xfrm>
            <a:off x="533400" y="3657600"/>
            <a:ext cx="8003540" cy="23888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保持原函数运算的优先级，即“先括号，然后乘，最后加”。也就是，</a:t>
            </a:r>
            <a:r>
              <a:rPr lang="zh-CN" sz="2400" b="1" kern="1200" dirty="0">
                <a:solidFill>
                  <a:srgbClr val="000066"/>
                </a:solidFill>
                <a:latin typeface="Arial" panose="020B0604020202020204" pitchFamily="34" charset="0"/>
                <a:ea typeface="楷体_GB2312" pitchFamily="49" charset="-122"/>
              </a:rPr>
              <a:t>在</a:t>
            </a:r>
            <a:r>
              <a:rPr sz="2400" b="1" kern="1200" dirty="0">
                <a:solidFill>
                  <a:srgbClr val="000066"/>
                </a:solidFill>
                <a:latin typeface="Arial" panose="020B0604020202020204" pitchFamily="34" charset="0"/>
                <a:ea typeface="楷体_GB2312" pitchFamily="49" charset="-122"/>
              </a:rPr>
              <a:t>有括号时</a:t>
            </a:r>
            <a:r>
              <a:rPr lang="zh-CN" sz="2400" b="1" kern="1200" dirty="0">
                <a:solidFill>
                  <a:srgbClr val="000066"/>
                </a:solidFill>
                <a:latin typeface="Arial" panose="020B0604020202020204" pitchFamily="34" charset="0"/>
                <a:ea typeface="楷体_GB2312" pitchFamily="49" charset="-122"/>
              </a:rPr>
              <a:t>，</a:t>
            </a:r>
            <a:r>
              <a:rPr sz="2400" b="1" kern="1200" dirty="0">
                <a:solidFill>
                  <a:srgbClr val="000066"/>
                </a:solidFill>
                <a:latin typeface="Arial" panose="020B0604020202020204" pitchFamily="34" charset="0"/>
                <a:ea typeface="楷体_GB2312" pitchFamily="49" charset="-122"/>
              </a:rPr>
              <a:t>先执行括号内的运算，然后执行与运算，最后执行或运算；在没有括号时，先执行与运算，再执行或运算。</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不属于单个逻辑变量上的非号保持不变。</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3"/>
                                        </p:tgtEl>
                                        <p:attrNameLst>
                                          <p:attrName>style.visibility</p:attrName>
                                        </p:attrNameLst>
                                      </p:cBhvr>
                                      <p:to>
                                        <p:strVal val="visible"/>
                                      </p:to>
                                    </p:set>
                                    <p:anim calcmode="discrete" valueType="clr">
                                      <p:cBhvr override="childStyle">
                                        <p:cTn id="7"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
                                        </p:tgtEl>
                                        <p:attrNameLst>
                                          <p:attrName>fillcolor</p:attrName>
                                        </p:attrNameLst>
                                      </p:cBhvr>
                                      <p:tavLst>
                                        <p:tav tm="0">
                                          <p:val>
                                            <p:clrVal>
                                              <a:schemeClr val="accent2"/>
                                            </p:clrVal>
                                          </p:val>
                                        </p:tav>
                                        <p:tav tm="50000">
                                          <p:val>
                                            <p:clrVal>
                                              <a:schemeClr val="hlink"/>
                                            </p:clrVal>
                                          </p:val>
                                        </p:tav>
                                      </p:tavLst>
                                    </p:anim>
                                    <p:set>
                                      <p:cBhvr>
                                        <p:cTn id="9" dur="80"/>
                                        <p:tgtEl>
                                          <p:spTgt spid="13"/>
                                        </p:tgtEl>
                                        <p:attrNameLst>
                                          <p:attrName>fill.type</p:attrName>
                                        </p:attrNameLst>
                                      </p:cBhvr>
                                      <p:to>
                                        <p:strVal val="solid"/>
                                      </p:to>
                                    </p:set>
                                  </p:childTnLst>
                                </p:cTn>
                              </p:par>
                            </p:childTnLst>
                          </p:cTn>
                        </p:par>
                        <p:par>
                          <p:cTn id="10" fill="hold">
                            <p:stCondLst>
                              <p:cond delay="879"/>
                            </p:stCondLst>
                            <p:childTnLst>
                              <p:par>
                                <p:cTn id="11" presetID="26"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290">
                                          <p:stCondLst>
                                            <p:cond delay="0"/>
                                          </p:stCondLst>
                                        </p:cTn>
                                        <p:tgtEl>
                                          <p:spTgt spid="14"/>
                                        </p:tgtEl>
                                      </p:cBhvr>
                                    </p:animEffect>
                                    <p:anim calcmode="lin" valueType="num">
                                      <p:cBhvr>
                                        <p:cTn id="14"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5"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6"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17"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18"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19" dur="13">
                                          <p:stCondLst>
                                            <p:cond delay="325"/>
                                          </p:stCondLst>
                                        </p:cTn>
                                        <p:tgtEl>
                                          <p:spTgt spid="14"/>
                                        </p:tgtEl>
                                      </p:cBhvr>
                                      <p:to x="100000" y="60000"/>
                                    </p:animScale>
                                    <p:animScale>
                                      <p:cBhvr>
                                        <p:cTn id="20" dur="83" decel="50000">
                                          <p:stCondLst>
                                            <p:cond delay="338"/>
                                          </p:stCondLst>
                                        </p:cTn>
                                        <p:tgtEl>
                                          <p:spTgt spid="14"/>
                                        </p:tgtEl>
                                      </p:cBhvr>
                                      <p:to x="100000" y="100000"/>
                                    </p:animScale>
                                    <p:animScale>
                                      <p:cBhvr>
                                        <p:cTn id="21" dur="13">
                                          <p:stCondLst>
                                            <p:cond delay="656"/>
                                          </p:stCondLst>
                                        </p:cTn>
                                        <p:tgtEl>
                                          <p:spTgt spid="14"/>
                                        </p:tgtEl>
                                      </p:cBhvr>
                                      <p:to x="100000" y="80000"/>
                                    </p:animScale>
                                    <p:animScale>
                                      <p:cBhvr>
                                        <p:cTn id="22" dur="83" decel="50000">
                                          <p:stCondLst>
                                            <p:cond delay="669"/>
                                          </p:stCondLst>
                                        </p:cTn>
                                        <p:tgtEl>
                                          <p:spTgt spid="14"/>
                                        </p:tgtEl>
                                      </p:cBhvr>
                                      <p:to x="100000" y="100000"/>
                                    </p:animScale>
                                    <p:animScale>
                                      <p:cBhvr>
                                        <p:cTn id="23" dur="13">
                                          <p:stCondLst>
                                            <p:cond delay="821"/>
                                          </p:stCondLst>
                                        </p:cTn>
                                        <p:tgtEl>
                                          <p:spTgt spid="14"/>
                                        </p:tgtEl>
                                      </p:cBhvr>
                                      <p:to x="100000" y="90000"/>
                                    </p:animScale>
                                    <p:animScale>
                                      <p:cBhvr>
                                        <p:cTn id="24" dur="83" decel="50000">
                                          <p:stCondLst>
                                            <p:cond delay="834"/>
                                          </p:stCondLst>
                                        </p:cTn>
                                        <p:tgtEl>
                                          <p:spTgt spid="14"/>
                                        </p:tgtEl>
                                      </p:cBhvr>
                                      <p:to x="100000" y="100000"/>
                                    </p:animScale>
                                    <p:animScale>
                                      <p:cBhvr>
                                        <p:cTn id="25" dur="13">
                                          <p:stCondLst>
                                            <p:cond delay="904"/>
                                          </p:stCondLst>
                                        </p:cTn>
                                        <p:tgtEl>
                                          <p:spTgt spid="14"/>
                                        </p:tgtEl>
                                      </p:cBhvr>
                                      <p:to x="100000" y="95000"/>
                                    </p:animScale>
                                    <p:animScale>
                                      <p:cBhvr>
                                        <p:cTn id="26" dur="83" decel="50000">
                                          <p:stCondLst>
                                            <p:cond delay="917"/>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295400"/>
            <a:ext cx="6659245" cy="58483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【例2-9】求</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的非函数。</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 name="对象 -2147482468"/>
          <p:cNvGraphicFramePr>
            <a:graphicFrameLocks noChangeAspect="1"/>
          </p:cNvGraphicFramePr>
          <p:nvPr/>
        </p:nvGraphicFramePr>
        <p:xfrm>
          <a:off x="2895600" y="1371600"/>
          <a:ext cx="2209165" cy="436880"/>
        </p:xfrm>
        <a:graphic>
          <a:graphicData uri="http://schemas.openxmlformats.org/presentationml/2006/ole">
            <mc:AlternateContent xmlns:mc="http://schemas.openxmlformats.org/markup-compatibility/2006">
              <mc:Choice xmlns:v="urn:schemas-microsoft-com:vml" Requires="v">
                <p:oleObj spid="_x0000_s3076" name="" r:id="rId1" imgW="1090930" imgH="215900" progId="Equation.DSMT4">
                  <p:embed/>
                </p:oleObj>
              </mc:Choice>
              <mc:Fallback>
                <p:oleObj name="" r:id="rId1" imgW="1090930" imgH="215900" progId="Equation.DSMT4">
                  <p:embed/>
                  <p:pic>
                    <p:nvPicPr>
                      <p:cNvPr id="0" name="图片 3075"/>
                      <p:cNvPicPr/>
                      <p:nvPr/>
                    </p:nvPicPr>
                    <p:blipFill>
                      <a:blip r:embed="rId2"/>
                      <a:stretch>
                        <a:fillRect/>
                      </a:stretch>
                    </p:blipFill>
                    <p:spPr>
                      <a:xfrm>
                        <a:off x="2895600" y="1371600"/>
                        <a:ext cx="2209165" cy="436880"/>
                      </a:xfrm>
                      <a:prstGeom prst="rect">
                        <a:avLst/>
                      </a:prstGeom>
                      <a:noFill/>
                      <a:ln w="38100">
                        <a:noFill/>
                        <a:miter/>
                      </a:ln>
                    </p:spPr>
                  </p:pic>
                </p:oleObj>
              </mc:Fallback>
            </mc:AlternateContent>
          </a:graphicData>
        </a:graphic>
      </p:graphicFrame>
      <p:sp>
        <p:nvSpPr>
          <p:cNvPr id="7" name="Rectangle 3"/>
          <p:cNvSpPr>
            <a:spLocks noGrp="1"/>
          </p:cNvSpPr>
          <p:nvPr/>
        </p:nvSpPr>
        <p:spPr>
          <a:xfrm>
            <a:off x="640080" y="1851660"/>
            <a:ext cx="3929380" cy="5848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解：由反演规则可得：</a:t>
            </a:r>
            <a:endParaRPr sz="2400" b="1" kern="1200" dirty="0">
              <a:solidFill>
                <a:srgbClr val="000066"/>
              </a:solidFill>
              <a:latin typeface="Arial" panose="020B0604020202020204" pitchFamily="34" charset="0"/>
              <a:ea typeface="楷体_GB2312" pitchFamily="49" charset="-122"/>
            </a:endParaRPr>
          </a:p>
        </p:txBody>
      </p:sp>
      <p:sp>
        <p:nvSpPr>
          <p:cNvPr id="8" name="Rectangle 3"/>
          <p:cNvSpPr>
            <a:spLocks noGrp="1"/>
          </p:cNvSpPr>
          <p:nvPr/>
        </p:nvSpPr>
        <p:spPr>
          <a:xfrm>
            <a:off x="623570" y="2839720"/>
            <a:ext cx="7211695" cy="5848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为检验反演规则的正确性，根据原函数有：</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789940" y="5715000"/>
            <a:ext cx="4135120" cy="58483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解：由反演规则可得：</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2466"/>
          <p:cNvGraphicFramePr>
            <a:graphicFrameLocks noChangeAspect="1"/>
          </p:cNvGraphicFramePr>
          <p:nvPr/>
        </p:nvGraphicFramePr>
        <p:xfrm>
          <a:off x="2971800" y="2438400"/>
          <a:ext cx="2783205" cy="438150"/>
        </p:xfrm>
        <a:graphic>
          <a:graphicData uri="http://schemas.openxmlformats.org/presentationml/2006/ole">
            <mc:AlternateContent xmlns:mc="http://schemas.openxmlformats.org/markup-compatibility/2006">
              <mc:Choice xmlns:v="urn:schemas-microsoft-com:vml" Requires="v">
                <p:oleObj spid="_x0000_s15" name="" r:id="rId3" imgW="1369695" imgH="215900" progId="Equation.DSMT4">
                  <p:embed/>
                </p:oleObj>
              </mc:Choice>
              <mc:Fallback>
                <p:oleObj name="" r:id="rId3" imgW="1369695" imgH="215900" progId="Equation.DSMT4">
                  <p:embed/>
                  <p:pic>
                    <p:nvPicPr>
                      <p:cNvPr id="0" name="图片 14"/>
                      <p:cNvPicPr/>
                      <p:nvPr/>
                    </p:nvPicPr>
                    <p:blipFill>
                      <a:blip r:embed="rId4"/>
                      <a:stretch>
                        <a:fillRect/>
                      </a:stretch>
                    </p:blipFill>
                    <p:spPr>
                      <a:xfrm>
                        <a:off x="2971800" y="2438400"/>
                        <a:ext cx="2783205" cy="438150"/>
                      </a:xfrm>
                      <a:prstGeom prst="rect">
                        <a:avLst/>
                      </a:prstGeom>
                      <a:noFill/>
                      <a:ln w="38100">
                        <a:noFill/>
                        <a:miter/>
                      </a:ln>
                    </p:spPr>
                  </p:pic>
                </p:oleObj>
              </mc:Fallback>
            </mc:AlternateContent>
          </a:graphicData>
        </a:graphic>
      </p:graphicFrame>
      <p:graphicFrame>
        <p:nvGraphicFramePr>
          <p:cNvPr id="4" name="对象 -2147482465"/>
          <p:cNvGraphicFramePr>
            <a:graphicFrameLocks noChangeAspect="1"/>
          </p:cNvGraphicFramePr>
          <p:nvPr/>
        </p:nvGraphicFramePr>
        <p:xfrm>
          <a:off x="2971800" y="3352800"/>
          <a:ext cx="2749550" cy="1842135"/>
        </p:xfrm>
        <a:graphic>
          <a:graphicData uri="http://schemas.openxmlformats.org/presentationml/2006/ole">
            <mc:AlternateContent xmlns:mc="http://schemas.openxmlformats.org/markup-compatibility/2006">
              <mc:Choice xmlns:v="urn:schemas-microsoft-com:vml" Requires="v">
                <p:oleObj spid="_x0000_s16" name="" r:id="rId5" imgW="1384300" imgH="927100" progId="Equation.DSMT4">
                  <p:embed/>
                </p:oleObj>
              </mc:Choice>
              <mc:Fallback>
                <p:oleObj name="" r:id="rId5" imgW="1384300" imgH="927100" progId="Equation.DSMT4">
                  <p:embed/>
                  <p:pic>
                    <p:nvPicPr>
                      <p:cNvPr id="0" name="图片 15"/>
                      <p:cNvPicPr/>
                      <p:nvPr/>
                    </p:nvPicPr>
                    <p:blipFill>
                      <a:blip r:embed="rId6"/>
                      <a:stretch>
                        <a:fillRect/>
                      </a:stretch>
                    </p:blipFill>
                    <p:spPr>
                      <a:xfrm>
                        <a:off x="2971800" y="3352800"/>
                        <a:ext cx="2749550" cy="1842135"/>
                      </a:xfrm>
                      <a:prstGeom prst="rect">
                        <a:avLst/>
                      </a:prstGeom>
                      <a:noFill/>
                      <a:ln w="38100">
                        <a:noFill/>
                        <a:miter/>
                      </a:ln>
                    </p:spPr>
                  </p:pic>
                </p:oleObj>
              </mc:Fallback>
            </mc:AlternateContent>
          </a:graphicData>
        </a:graphic>
      </p:graphicFrame>
      <p:grpSp>
        <p:nvGrpSpPr>
          <p:cNvPr id="19" name="组合 18"/>
          <p:cNvGrpSpPr/>
          <p:nvPr/>
        </p:nvGrpSpPr>
        <p:grpSpPr>
          <a:xfrm>
            <a:off x="685800" y="5181600"/>
            <a:ext cx="8003540" cy="584200"/>
            <a:chOff x="1080" y="8040"/>
            <a:chExt cx="12604" cy="920"/>
          </a:xfrm>
        </p:grpSpPr>
        <p:sp>
          <p:nvSpPr>
            <p:cNvPr id="13" name="Rectangle 3"/>
            <p:cNvSpPr>
              <a:spLocks noGrp="1"/>
            </p:cNvSpPr>
            <p:nvPr/>
          </p:nvSpPr>
          <p:spPr>
            <a:xfrm>
              <a:off x="1080" y="8040"/>
              <a:ext cx="12604" cy="92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【例2-10】</a:t>
              </a:r>
              <a:r>
                <a:rPr sz="2400" b="1" kern="1200" dirty="0">
                  <a:solidFill>
                    <a:srgbClr val="000066"/>
                  </a:solidFill>
                  <a:latin typeface="Arial" panose="020B0604020202020204" pitchFamily="34" charset="0"/>
                  <a:ea typeface="楷体_GB2312" pitchFamily="49" charset="-122"/>
                </a:rPr>
                <a:t>求</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的非函数</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6" name="对象 -2147482464"/>
            <p:cNvGraphicFramePr>
              <a:graphicFrameLocks noChangeAspect="1"/>
            </p:cNvGraphicFramePr>
            <p:nvPr/>
          </p:nvGraphicFramePr>
          <p:xfrm>
            <a:off x="5040" y="8040"/>
            <a:ext cx="3464" cy="693"/>
          </p:xfrm>
          <a:graphic>
            <a:graphicData uri="http://schemas.openxmlformats.org/presentationml/2006/ole">
              <mc:AlternateContent xmlns:mc="http://schemas.openxmlformats.org/markup-compatibility/2006">
                <mc:Choice xmlns:v="urn:schemas-microsoft-com:vml" Requires="v">
                  <p:oleObj spid="_x0000_s17" name="" r:id="rId7" imgW="1143000" imgH="228600" progId="Equation.DSMT4">
                    <p:embed/>
                  </p:oleObj>
                </mc:Choice>
                <mc:Fallback>
                  <p:oleObj name="" r:id="rId7" imgW="1143000" imgH="228600" progId="Equation.DSMT4">
                    <p:embed/>
                    <p:pic>
                      <p:nvPicPr>
                        <p:cNvPr id="0" name="图片 16"/>
                        <p:cNvPicPr/>
                        <p:nvPr/>
                      </p:nvPicPr>
                      <p:blipFill>
                        <a:blip r:embed="rId8"/>
                        <a:stretch>
                          <a:fillRect/>
                        </a:stretch>
                      </p:blipFill>
                      <p:spPr>
                        <a:xfrm>
                          <a:off x="5040" y="8040"/>
                          <a:ext cx="3464" cy="693"/>
                        </a:xfrm>
                        <a:prstGeom prst="rect">
                          <a:avLst/>
                        </a:prstGeom>
                        <a:noFill/>
                        <a:ln w="38100">
                          <a:noFill/>
                          <a:miter/>
                        </a:ln>
                      </p:spPr>
                    </p:pic>
                  </p:oleObj>
                </mc:Fallback>
              </mc:AlternateContent>
            </a:graphicData>
          </a:graphic>
        </p:graphicFrame>
      </p:grpSp>
      <p:graphicFrame>
        <p:nvGraphicFramePr>
          <p:cNvPr id="10" name="对象 -2147479975"/>
          <p:cNvGraphicFramePr>
            <a:graphicFrameLocks noChangeAspect="1"/>
          </p:cNvGraphicFramePr>
          <p:nvPr/>
        </p:nvGraphicFramePr>
        <p:xfrm>
          <a:off x="4453890" y="5742940"/>
          <a:ext cx="2520315" cy="462280"/>
        </p:xfrm>
        <a:graphic>
          <a:graphicData uri="http://schemas.openxmlformats.org/presentationml/2006/ole">
            <mc:AlternateContent xmlns:mc="http://schemas.openxmlformats.org/markup-compatibility/2006">
              <mc:Choice xmlns:v="urn:schemas-microsoft-com:vml" Requires="v">
                <p:oleObj spid="_x0000_s18" name="" r:id="rId9" imgW="1383030" imgH="254000" progId="Equation.DSMT4">
                  <p:embed/>
                </p:oleObj>
              </mc:Choice>
              <mc:Fallback>
                <p:oleObj name="" r:id="rId9" imgW="1383030" imgH="254000" progId="Equation.DSMT4">
                  <p:embed/>
                  <p:pic>
                    <p:nvPicPr>
                      <p:cNvPr id="0" name="图片 17"/>
                      <p:cNvPicPr/>
                      <p:nvPr/>
                    </p:nvPicPr>
                    <p:blipFill>
                      <a:blip r:embed="rId10"/>
                      <a:stretch>
                        <a:fillRect/>
                      </a:stretch>
                    </p:blipFill>
                    <p:spPr>
                      <a:xfrm>
                        <a:off x="4453890" y="5742940"/>
                        <a:ext cx="2520315" cy="4622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randombar(horizont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arn(inVertical)">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1000" fill="hold"/>
                                        <p:tgtEl>
                                          <p:spTgt spid="9"/>
                                        </p:tgtEl>
                                        <p:attrNameLst>
                                          <p:attrName>ppt_w</p:attrName>
                                        </p:attrNameLst>
                                      </p:cBhvr>
                                      <p:tavLst>
                                        <p:tav tm="0">
                                          <p:val>
                                            <p:strVal val="#ppt_w*0.70"/>
                                          </p:val>
                                        </p:tav>
                                        <p:tav tm="100000">
                                          <p:val>
                                            <p:strVal val="#ppt_w"/>
                                          </p:val>
                                        </p:tav>
                                      </p:tavLst>
                                    </p:anim>
                                    <p:anim calcmode="lin" valueType="num">
                                      <p:cBhvr>
                                        <p:cTn id="37" dur="1000" fill="hold"/>
                                        <p:tgtEl>
                                          <p:spTgt spid="9"/>
                                        </p:tgtEl>
                                        <p:attrNameLst>
                                          <p:attrName>ppt_h</p:attrName>
                                        </p:attrNameLst>
                                      </p:cBhvr>
                                      <p:tavLst>
                                        <p:tav tm="0">
                                          <p:val>
                                            <p:strVal val="#ppt_h"/>
                                          </p:val>
                                        </p:tav>
                                        <p:tav tm="100000">
                                          <p:val>
                                            <p:strVal val="#ppt_h"/>
                                          </p:val>
                                        </p:tav>
                                      </p:tavLst>
                                    </p:anim>
                                    <p:animEffect transition="in" filter="fade">
                                      <p:cBhvr>
                                        <p:cTn id="38" dur="10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752600"/>
            <a:ext cx="8003540" cy="18961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对于任意一个逻辑函数式</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，若将</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中所有的“</a:t>
            </a:r>
            <a:r>
              <a:rPr lang="zh-CN" altLang="en-US" sz="2400" b="1" kern="1200" dirty="0">
                <a:solidFill>
                  <a:srgbClr val="000066"/>
                </a:solidFill>
                <a:latin typeface="Arial" panose="020B0604020202020204" pitchFamily="34" charset="0"/>
                <a:ea typeface="楷体_GB2312" pitchFamily="49" charset="-122"/>
                <a:sym typeface="Symbol" panose="05050102010706020507" charset="0"/>
              </a:rPr>
              <a:t></a:t>
            </a:r>
            <a:r>
              <a:rPr lang="zh-CN" altLang="en-US" sz="2400" b="1" kern="1200" dirty="0">
                <a:solidFill>
                  <a:srgbClr val="000066"/>
                </a:solidFill>
                <a:latin typeface="Arial" panose="020B0604020202020204" pitchFamily="34" charset="0"/>
                <a:ea typeface="楷体_GB2312" pitchFamily="49" charset="-122"/>
              </a:rPr>
              <a:t>”换成“+”，“+”换成“</a:t>
            </a:r>
            <a:r>
              <a:rPr lang="zh-CN" altLang="en-US" sz="2400" b="1" kern="1200" dirty="0">
                <a:solidFill>
                  <a:srgbClr val="000066"/>
                </a:solidFill>
                <a:latin typeface="Arial" panose="020B0604020202020204" pitchFamily="34" charset="0"/>
                <a:ea typeface="楷体_GB2312" pitchFamily="49" charset="-122"/>
                <a:sym typeface="Symbol" panose="05050102010706020507" charset="0"/>
              </a:rPr>
              <a:t></a:t>
            </a:r>
            <a:r>
              <a:rPr lang="zh-CN" altLang="en-US" sz="2400" b="1" kern="1200" dirty="0">
                <a:solidFill>
                  <a:srgbClr val="000066"/>
                </a:solidFill>
                <a:latin typeface="Arial" panose="020B0604020202020204" pitchFamily="34" charset="0"/>
                <a:ea typeface="楷体_GB2312" pitchFamily="49" charset="-122"/>
              </a:rPr>
              <a:t>”，1换成0，0换成1，得到的逻辑函数式就是的对偶式，记作</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。对偶规则执行时要注意保持原函数运算的优先级。</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1046480" y="1219200"/>
            <a:ext cx="473900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对偶规则</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4" name="组合 3"/>
          <p:cNvGrpSpPr/>
          <p:nvPr/>
        </p:nvGrpSpPr>
        <p:grpSpPr>
          <a:xfrm>
            <a:off x="4668520" y="1870710"/>
            <a:ext cx="1555750" cy="1197610"/>
            <a:chOff x="7352" y="2946"/>
            <a:chExt cx="2450" cy="1886"/>
          </a:xfrm>
        </p:grpSpPr>
        <p:graphicFrame>
          <p:nvGraphicFramePr>
            <p:cNvPr id="3" name="对象 2">
              <a:hlinkClick r:id="" action="ppaction://ole?verb="/>
            </p:cNvPr>
            <p:cNvGraphicFramePr>
              <a:graphicFrameLocks noChangeAspect="1"/>
            </p:cNvGraphicFramePr>
            <p:nvPr/>
          </p:nvGraphicFramePr>
          <p:xfrm>
            <a:off x="7352" y="2946"/>
            <a:ext cx="432" cy="511"/>
          </p:xfrm>
          <a:graphic>
            <a:graphicData uri="http://schemas.openxmlformats.org/presentationml/2006/ole">
              <mc:AlternateContent xmlns:mc="http://schemas.openxmlformats.org/markup-compatibility/2006">
                <mc:Choice xmlns:v="urn:schemas-microsoft-com:vml" Requires="v">
                  <p:oleObj spid="_x0000_s1025" name="" r:id="rId1" imgW="139700" imgH="165100" progId="Equation.KSEE3">
                    <p:embed/>
                  </p:oleObj>
                </mc:Choice>
                <mc:Fallback>
                  <p:oleObj name="" r:id="rId1" imgW="139700" imgH="165100" progId="Equation.KSEE3">
                    <p:embed/>
                    <p:pic>
                      <p:nvPicPr>
                        <p:cNvPr id="0" name="图片 1024"/>
                        <p:cNvPicPr/>
                        <p:nvPr/>
                      </p:nvPicPr>
                      <p:blipFill>
                        <a:blip r:embed="rId2"/>
                        <a:stretch>
                          <a:fillRect/>
                        </a:stretch>
                      </p:blipFill>
                      <p:spPr>
                        <a:xfrm>
                          <a:off x="7352" y="2946"/>
                          <a:ext cx="432" cy="511"/>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9370" y="2946"/>
            <a:ext cx="432" cy="511"/>
          </p:xfrm>
          <a:graphic>
            <a:graphicData uri="http://schemas.openxmlformats.org/presentationml/2006/ole">
              <mc:AlternateContent xmlns:mc="http://schemas.openxmlformats.org/markup-compatibility/2006">
                <mc:Choice xmlns:v="urn:schemas-microsoft-com:vml" Requires="v">
                  <p:oleObj spid="_x0000_s8" name="" r:id="rId3" imgW="139700" imgH="165100" progId="Equation.KSEE3">
                    <p:embed/>
                  </p:oleObj>
                </mc:Choice>
                <mc:Fallback>
                  <p:oleObj name="" r:id="rId3" imgW="139700" imgH="165100" progId="Equation.KSEE3">
                    <p:embed/>
                    <p:pic>
                      <p:nvPicPr>
                        <p:cNvPr id="0" name="图片 1024"/>
                        <p:cNvPicPr/>
                        <p:nvPr/>
                      </p:nvPicPr>
                      <p:blipFill>
                        <a:blip r:embed="rId2"/>
                        <a:stretch>
                          <a:fillRect/>
                        </a:stretch>
                      </p:blipFill>
                      <p:spPr>
                        <a:xfrm>
                          <a:off x="9370" y="2946"/>
                          <a:ext cx="432" cy="511"/>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7408" y="4320"/>
            <a:ext cx="693" cy="512"/>
          </p:xfrm>
          <a:graphic>
            <a:graphicData uri="http://schemas.openxmlformats.org/presentationml/2006/ole">
              <mc:AlternateContent xmlns:mc="http://schemas.openxmlformats.org/markup-compatibility/2006">
                <mc:Choice xmlns:v="urn:schemas-microsoft-com:vml" Requires="v">
                  <p:oleObj spid="_x0000_s12" name="" r:id="rId4" imgW="177165" imgH="165100" progId="Equation.KSEE3">
                    <p:embed/>
                  </p:oleObj>
                </mc:Choice>
                <mc:Fallback>
                  <p:oleObj name="" r:id="rId4" imgW="177165" imgH="165100" progId="Equation.KSEE3">
                    <p:embed/>
                    <p:pic>
                      <p:nvPicPr>
                        <p:cNvPr id="0" name="图片 1024"/>
                        <p:cNvPicPr/>
                        <p:nvPr/>
                      </p:nvPicPr>
                      <p:blipFill>
                        <a:blip r:embed="rId5"/>
                        <a:stretch>
                          <a:fillRect/>
                        </a:stretch>
                      </p:blipFill>
                      <p:spPr>
                        <a:xfrm>
                          <a:off x="7408" y="4320"/>
                          <a:ext cx="693" cy="512"/>
                        </a:xfrm>
                        <a:prstGeom prst="rect">
                          <a:avLst/>
                        </a:prstGeom>
                      </p:spPr>
                    </p:pic>
                  </p:oleObj>
                </mc:Fallback>
              </mc:AlternateContent>
            </a:graphicData>
          </a:graphic>
        </p:graphicFrame>
      </p:grpSp>
      <p:sp>
        <p:nvSpPr>
          <p:cNvPr id="14" name="Rectangle 3"/>
          <p:cNvSpPr>
            <a:spLocks noGrp="1"/>
          </p:cNvSpPr>
          <p:nvPr/>
        </p:nvSpPr>
        <p:spPr>
          <a:xfrm>
            <a:off x="609600" y="3733800"/>
            <a:ext cx="8003540" cy="14427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对一个逻辑等式的两边分别求其对偶式，则所得到的对偶式也相等。因此，对偶规则也可用来证明逻辑等式是否成立。</a:t>
            </a:r>
            <a:endParaRPr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box(in)">
                                      <p:cBhvr>
                                        <p:cTn id="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524000"/>
            <a:ext cx="8003540" cy="63754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【例2-11】求</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的对偶式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981200" y="533400"/>
            <a:ext cx="54914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2.3 </a:t>
            </a:r>
            <a:r>
              <a:rPr lang="zh-CN" altLang="en-US" b="1" dirty="0">
                <a:solidFill>
                  <a:srgbClr val="FF0000"/>
                </a:solidFill>
                <a:latin typeface="黑体" panose="02010609060101010101" pitchFamily="49" charset="-122"/>
                <a:ea typeface="黑体" panose="02010609060101010101" pitchFamily="49" charset="-122"/>
              </a:rPr>
              <a:t>逻辑代数公式及规则</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11" name="对象 10">
            <a:hlinkClick r:id="" action="ppaction://ole?verb="/>
          </p:cNvPr>
          <p:cNvGraphicFramePr>
            <a:graphicFrameLocks noChangeAspect="1"/>
          </p:cNvGraphicFramePr>
          <p:nvPr/>
        </p:nvGraphicFramePr>
        <p:xfrm>
          <a:off x="6047740" y="1620520"/>
          <a:ext cx="440055" cy="325120"/>
        </p:xfrm>
        <a:graphic>
          <a:graphicData uri="http://schemas.openxmlformats.org/presentationml/2006/ole">
            <mc:AlternateContent xmlns:mc="http://schemas.openxmlformats.org/markup-compatibility/2006">
              <mc:Choice xmlns:v="urn:schemas-microsoft-com:vml" Requires="v">
                <p:oleObj spid="_x0000_s12" name="" r:id="rId1" imgW="177165" imgH="165100" progId="Equation.KSEE3">
                  <p:embed/>
                </p:oleObj>
              </mc:Choice>
              <mc:Fallback>
                <p:oleObj name="" r:id="rId1" imgW="177165" imgH="165100" progId="Equation.KSEE3">
                  <p:embed/>
                  <p:pic>
                    <p:nvPicPr>
                      <p:cNvPr id="0" name="图片 1024"/>
                      <p:cNvPicPr/>
                      <p:nvPr/>
                    </p:nvPicPr>
                    <p:blipFill>
                      <a:blip r:embed="rId2"/>
                      <a:stretch>
                        <a:fillRect/>
                      </a:stretch>
                    </p:blipFill>
                    <p:spPr>
                      <a:xfrm>
                        <a:off x="6047740" y="1620520"/>
                        <a:ext cx="440055" cy="325120"/>
                      </a:xfrm>
                      <a:prstGeom prst="rect">
                        <a:avLst/>
                      </a:prstGeom>
                    </p:spPr>
                  </p:pic>
                </p:oleObj>
              </mc:Fallback>
            </mc:AlternateContent>
          </a:graphicData>
        </a:graphic>
      </p:graphicFrame>
      <p:graphicFrame>
        <p:nvGraphicFramePr>
          <p:cNvPr id="2" name="对象 -2147482457"/>
          <p:cNvGraphicFramePr>
            <a:graphicFrameLocks noChangeAspect="1"/>
          </p:cNvGraphicFramePr>
          <p:nvPr/>
        </p:nvGraphicFramePr>
        <p:xfrm>
          <a:off x="3048000" y="1524000"/>
          <a:ext cx="1766570" cy="454660"/>
        </p:xfrm>
        <a:graphic>
          <a:graphicData uri="http://schemas.openxmlformats.org/presentationml/2006/ole">
            <mc:AlternateContent xmlns:mc="http://schemas.openxmlformats.org/markup-compatibility/2006">
              <mc:Choice xmlns:v="urn:schemas-microsoft-com:vml" Requires="v">
                <p:oleObj spid="_x0000_s3076" name="" r:id="rId3" imgW="836930" imgH="215900" progId="Equation.DSMT4">
                  <p:embed/>
                </p:oleObj>
              </mc:Choice>
              <mc:Fallback>
                <p:oleObj name="" r:id="rId3" imgW="836930" imgH="215900" progId="Equation.DSMT4">
                  <p:embed/>
                  <p:pic>
                    <p:nvPicPr>
                      <p:cNvPr id="0" name="图片 3075"/>
                      <p:cNvPicPr/>
                      <p:nvPr/>
                    </p:nvPicPr>
                    <p:blipFill>
                      <a:blip r:embed="rId4"/>
                      <a:stretch>
                        <a:fillRect/>
                      </a:stretch>
                    </p:blipFill>
                    <p:spPr>
                      <a:xfrm>
                        <a:off x="3048000" y="1524000"/>
                        <a:ext cx="1766570" cy="454660"/>
                      </a:xfrm>
                      <a:prstGeom prst="rect">
                        <a:avLst/>
                      </a:prstGeom>
                      <a:noFill/>
                      <a:ln w="38100">
                        <a:noFill/>
                        <a:miter/>
                      </a:ln>
                    </p:spPr>
                  </p:pic>
                </p:oleObj>
              </mc:Fallback>
            </mc:AlternateContent>
          </a:graphicData>
        </a:graphic>
      </p:graphicFrame>
      <p:sp>
        <p:nvSpPr>
          <p:cNvPr id="15" name="Rectangle 3"/>
          <p:cNvSpPr>
            <a:spLocks noGrp="1"/>
          </p:cNvSpPr>
          <p:nvPr/>
        </p:nvSpPr>
        <p:spPr>
          <a:xfrm>
            <a:off x="635000" y="2012950"/>
            <a:ext cx="3793490" cy="5842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解：由对偶规则可得：</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2455"/>
          <p:cNvGraphicFramePr>
            <a:graphicFrameLocks noChangeAspect="1"/>
          </p:cNvGraphicFramePr>
          <p:nvPr/>
        </p:nvGraphicFramePr>
        <p:xfrm>
          <a:off x="2209800" y="2514600"/>
          <a:ext cx="1808480" cy="502285"/>
        </p:xfrm>
        <a:graphic>
          <a:graphicData uri="http://schemas.openxmlformats.org/presentationml/2006/ole">
            <mc:AlternateContent xmlns:mc="http://schemas.openxmlformats.org/markup-compatibility/2006">
              <mc:Choice xmlns:v="urn:schemas-microsoft-com:vml" Requires="v">
                <p:oleObj spid="_x0000_s16" name="" r:id="rId5" imgW="913765" imgH="254000" progId="Equation.DSMT4">
                  <p:embed/>
                </p:oleObj>
              </mc:Choice>
              <mc:Fallback>
                <p:oleObj name="" r:id="rId5" imgW="913765" imgH="254000" progId="Equation.DSMT4">
                  <p:embed/>
                  <p:pic>
                    <p:nvPicPr>
                      <p:cNvPr id="0" name="图片 15"/>
                      <p:cNvPicPr/>
                      <p:nvPr/>
                    </p:nvPicPr>
                    <p:blipFill>
                      <a:blip r:embed="rId6"/>
                      <a:stretch>
                        <a:fillRect/>
                      </a:stretch>
                    </p:blipFill>
                    <p:spPr>
                      <a:xfrm>
                        <a:off x="2209800" y="2514600"/>
                        <a:ext cx="1808480" cy="502285"/>
                      </a:xfrm>
                      <a:prstGeom prst="rect">
                        <a:avLst/>
                      </a:prstGeom>
                      <a:noFill/>
                      <a:ln w="38100">
                        <a:noFill/>
                        <a:miter/>
                      </a:ln>
                    </p:spPr>
                  </p:pic>
                </p:oleObj>
              </mc:Fallback>
            </mc:AlternateContent>
          </a:graphicData>
        </a:graphic>
      </p:graphicFrame>
      <p:grpSp>
        <p:nvGrpSpPr>
          <p:cNvPr id="31" name="组合 30"/>
          <p:cNvGrpSpPr/>
          <p:nvPr/>
        </p:nvGrpSpPr>
        <p:grpSpPr>
          <a:xfrm>
            <a:off x="556260" y="3022600"/>
            <a:ext cx="8003540" cy="584200"/>
            <a:chOff x="876" y="4040"/>
            <a:chExt cx="12604" cy="920"/>
          </a:xfrm>
        </p:grpSpPr>
        <p:sp>
          <p:nvSpPr>
            <p:cNvPr id="6" name="Rectangle 3"/>
            <p:cNvSpPr>
              <a:spLocks noGrp="1"/>
            </p:cNvSpPr>
            <p:nvPr/>
          </p:nvSpPr>
          <p:spPr>
            <a:xfrm>
              <a:off x="876" y="4040"/>
              <a:ext cx="12604" cy="9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【例2-12】用对偶规则证明</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2454"/>
            <p:cNvGraphicFramePr>
              <a:graphicFrameLocks noChangeAspect="1"/>
            </p:cNvGraphicFramePr>
            <p:nvPr/>
          </p:nvGraphicFramePr>
          <p:xfrm>
            <a:off x="7680" y="4112"/>
            <a:ext cx="2941" cy="632"/>
          </p:xfrm>
          <a:graphic>
            <a:graphicData uri="http://schemas.openxmlformats.org/presentationml/2006/ole">
              <mc:AlternateContent xmlns:mc="http://schemas.openxmlformats.org/markup-compatibility/2006">
                <mc:Choice xmlns:v="urn:schemas-microsoft-com:vml" Requires="v">
                  <p:oleObj spid="_x0000_s17" name="" r:id="rId7" imgW="824230" imgH="177800" progId="Equation.DSMT4">
                    <p:embed/>
                  </p:oleObj>
                </mc:Choice>
                <mc:Fallback>
                  <p:oleObj name="" r:id="rId7" imgW="824230" imgH="177800" progId="Equation.DSMT4">
                    <p:embed/>
                    <p:pic>
                      <p:nvPicPr>
                        <p:cNvPr id="0" name="图片 16"/>
                        <p:cNvPicPr/>
                        <p:nvPr/>
                      </p:nvPicPr>
                      <p:blipFill>
                        <a:blip r:embed="rId8"/>
                        <a:stretch>
                          <a:fillRect/>
                        </a:stretch>
                      </p:blipFill>
                      <p:spPr>
                        <a:xfrm>
                          <a:off x="7680" y="4112"/>
                          <a:ext cx="2941" cy="632"/>
                        </a:xfrm>
                        <a:prstGeom prst="rect">
                          <a:avLst/>
                        </a:prstGeom>
                        <a:noFill/>
                        <a:ln w="38100">
                          <a:noFill/>
                          <a:miter/>
                        </a:ln>
                      </p:spPr>
                    </p:pic>
                  </p:oleObj>
                </mc:Fallback>
              </mc:AlternateContent>
            </a:graphicData>
          </a:graphic>
        </p:graphicFrame>
      </p:grpSp>
      <p:grpSp>
        <p:nvGrpSpPr>
          <p:cNvPr id="30" name="组合 29"/>
          <p:cNvGrpSpPr/>
          <p:nvPr/>
        </p:nvGrpSpPr>
        <p:grpSpPr>
          <a:xfrm>
            <a:off x="685800" y="3581400"/>
            <a:ext cx="4345940" cy="584200"/>
            <a:chOff x="1080" y="4920"/>
            <a:chExt cx="6844" cy="920"/>
          </a:xfrm>
        </p:grpSpPr>
        <p:sp>
          <p:nvSpPr>
            <p:cNvPr id="14" name="Rectangle 3"/>
            <p:cNvSpPr>
              <a:spLocks noGrp="1"/>
            </p:cNvSpPr>
            <p:nvPr/>
          </p:nvSpPr>
          <p:spPr>
            <a:xfrm>
              <a:off x="1080" y="4920"/>
              <a:ext cx="6845" cy="9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证明：</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的对偶式为</a:t>
              </a:r>
              <a:endParaRPr sz="2400" b="1" kern="1200" dirty="0">
                <a:solidFill>
                  <a:srgbClr val="000066"/>
                </a:solidFill>
                <a:latin typeface="Arial" panose="020B0604020202020204" pitchFamily="34" charset="0"/>
                <a:ea typeface="楷体_GB2312" pitchFamily="49" charset="-122"/>
              </a:endParaRPr>
            </a:p>
          </p:txBody>
        </p:sp>
        <p:graphicFrame>
          <p:nvGraphicFramePr>
            <p:cNvPr id="7" name="对象 -2147482453"/>
            <p:cNvGraphicFramePr>
              <a:graphicFrameLocks noChangeAspect="1"/>
            </p:cNvGraphicFramePr>
            <p:nvPr/>
          </p:nvGraphicFramePr>
          <p:xfrm>
            <a:off x="3404" y="4964"/>
            <a:ext cx="1546" cy="676"/>
          </p:xfrm>
          <a:graphic>
            <a:graphicData uri="http://schemas.openxmlformats.org/presentationml/2006/ole">
              <mc:AlternateContent xmlns:mc="http://schemas.openxmlformats.org/markup-compatibility/2006">
                <mc:Choice xmlns:v="urn:schemas-microsoft-com:vml" Requires="v">
                  <p:oleObj spid="_x0000_s18" name="" r:id="rId9" imgW="405765" imgH="177800" progId="Equation.DSMT4">
                    <p:embed/>
                  </p:oleObj>
                </mc:Choice>
                <mc:Fallback>
                  <p:oleObj name="" r:id="rId9" imgW="405765" imgH="177800" progId="Equation.DSMT4">
                    <p:embed/>
                    <p:pic>
                      <p:nvPicPr>
                        <p:cNvPr id="0" name="图片 17"/>
                        <p:cNvPicPr/>
                        <p:nvPr/>
                      </p:nvPicPr>
                      <p:blipFill>
                        <a:blip r:embed="rId10"/>
                        <a:stretch>
                          <a:fillRect/>
                        </a:stretch>
                      </p:blipFill>
                      <p:spPr>
                        <a:xfrm>
                          <a:off x="3404" y="4964"/>
                          <a:ext cx="1546" cy="676"/>
                        </a:xfrm>
                        <a:prstGeom prst="rect">
                          <a:avLst/>
                        </a:prstGeom>
                        <a:noFill/>
                        <a:ln w="38100">
                          <a:noFill/>
                          <a:miter/>
                        </a:ln>
                      </p:spPr>
                    </p:pic>
                  </p:oleObj>
                </mc:Fallback>
              </mc:AlternateContent>
            </a:graphicData>
          </a:graphic>
        </p:graphicFrame>
      </p:grpSp>
      <p:graphicFrame>
        <p:nvGraphicFramePr>
          <p:cNvPr id="8" name="对象 -2147482452"/>
          <p:cNvGraphicFramePr>
            <a:graphicFrameLocks noChangeAspect="1"/>
          </p:cNvGraphicFramePr>
          <p:nvPr/>
        </p:nvGraphicFramePr>
        <p:xfrm>
          <a:off x="4724400" y="3637280"/>
          <a:ext cx="2912110" cy="450215"/>
        </p:xfrm>
        <a:graphic>
          <a:graphicData uri="http://schemas.openxmlformats.org/presentationml/2006/ole">
            <mc:AlternateContent xmlns:mc="http://schemas.openxmlformats.org/markup-compatibility/2006">
              <mc:Choice xmlns:v="urn:schemas-microsoft-com:vml" Requires="v">
                <p:oleObj spid="_x0000_s19" name="" r:id="rId11" imgW="1395095" imgH="215900" progId="Equation.DSMT4">
                  <p:embed/>
                </p:oleObj>
              </mc:Choice>
              <mc:Fallback>
                <p:oleObj name="" r:id="rId11" imgW="1395095" imgH="215900" progId="Equation.DSMT4">
                  <p:embed/>
                  <p:pic>
                    <p:nvPicPr>
                      <p:cNvPr id="0" name="图片 18"/>
                      <p:cNvPicPr/>
                      <p:nvPr/>
                    </p:nvPicPr>
                    <p:blipFill>
                      <a:blip r:embed="rId12"/>
                      <a:stretch>
                        <a:fillRect/>
                      </a:stretch>
                    </p:blipFill>
                    <p:spPr>
                      <a:xfrm>
                        <a:off x="4724400" y="3637280"/>
                        <a:ext cx="2912110" cy="450215"/>
                      </a:xfrm>
                      <a:prstGeom prst="rect">
                        <a:avLst/>
                      </a:prstGeom>
                      <a:noFill/>
                      <a:ln w="38100">
                        <a:noFill/>
                        <a:miter/>
                      </a:ln>
                    </p:spPr>
                  </p:pic>
                </p:oleObj>
              </mc:Fallback>
            </mc:AlternateContent>
          </a:graphicData>
        </a:graphic>
      </p:graphicFrame>
      <p:grpSp>
        <p:nvGrpSpPr>
          <p:cNvPr id="29" name="组合 28"/>
          <p:cNvGrpSpPr/>
          <p:nvPr/>
        </p:nvGrpSpPr>
        <p:grpSpPr>
          <a:xfrm>
            <a:off x="1577340" y="4140200"/>
            <a:ext cx="3333750" cy="584200"/>
            <a:chOff x="2484" y="5800"/>
            <a:chExt cx="5250" cy="920"/>
          </a:xfrm>
        </p:grpSpPr>
        <p:sp>
          <p:nvSpPr>
            <p:cNvPr id="9" name="Rectangle 3"/>
            <p:cNvSpPr>
              <a:spLocks noGrp="1"/>
            </p:cNvSpPr>
            <p:nvPr/>
          </p:nvSpPr>
          <p:spPr>
            <a:xfrm>
              <a:off x="2484" y="5800"/>
              <a:ext cx="5250" cy="9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的对偶式为</a:t>
              </a:r>
              <a:endParaRPr sz="2400" b="1" kern="1200" dirty="0">
                <a:solidFill>
                  <a:srgbClr val="000066"/>
                </a:solidFill>
                <a:latin typeface="Arial" panose="020B0604020202020204" pitchFamily="34" charset="0"/>
                <a:ea typeface="楷体_GB2312" pitchFamily="49" charset="-122"/>
              </a:endParaRPr>
            </a:p>
          </p:txBody>
        </p:sp>
        <p:graphicFrame>
          <p:nvGraphicFramePr>
            <p:cNvPr id="10" name="对象 -2147482451"/>
            <p:cNvGraphicFramePr>
              <a:graphicFrameLocks noChangeAspect="1"/>
            </p:cNvGraphicFramePr>
            <p:nvPr/>
          </p:nvGraphicFramePr>
          <p:xfrm>
            <a:off x="3404" y="6000"/>
            <a:ext cx="1193" cy="505"/>
          </p:xfrm>
          <a:graphic>
            <a:graphicData uri="http://schemas.openxmlformats.org/presentationml/2006/ole">
              <mc:AlternateContent xmlns:mc="http://schemas.openxmlformats.org/markup-compatibility/2006">
                <mc:Choice xmlns:v="urn:schemas-microsoft-com:vml" Requires="v">
                  <p:oleObj spid="_x0000_s20" name="" r:id="rId13" imgW="330200" imgH="139700" progId="Equation.DSMT4">
                    <p:embed/>
                  </p:oleObj>
                </mc:Choice>
                <mc:Fallback>
                  <p:oleObj name="" r:id="rId13" imgW="330200" imgH="139700" progId="Equation.DSMT4">
                    <p:embed/>
                    <p:pic>
                      <p:nvPicPr>
                        <p:cNvPr id="0" name="图片 19"/>
                        <p:cNvPicPr/>
                        <p:nvPr/>
                      </p:nvPicPr>
                      <p:blipFill>
                        <a:blip r:embed="rId14"/>
                        <a:stretch>
                          <a:fillRect/>
                        </a:stretch>
                      </p:blipFill>
                      <p:spPr>
                        <a:xfrm>
                          <a:off x="3404" y="6000"/>
                          <a:ext cx="1193" cy="505"/>
                        </a:xfrm>
                        <a:prstGeom prst="rect">
                          <a:avLst/>
                        </a:prstGeom>
                        <a:noFill/>
                        <a:ln w="38100">
                          <a:noFill/>
                          <a:miter/>
                        </a:ln>
                      </p:spPr>
                    </p:pic>
                  </p:oleObj>
                </mc:Fallback>
              </mc:AlternateContent>
            </a:graphicData>
          </a:graphic>
        </p:graphicFrame>
      </p:grpSp>
      <p:graphicFrame>
        <p:nvGraphicFramePr>
          <p:cNvPr id="13" name="对象 -2147482450"/>
          <p:cNvGraphicFramePr>
            <a:graphicFrameLocks noChangeAspect="1"/>
          </p:cNvGraphicFramePr>
          <p:nvPr/>
        </p:nvGraphicFramePr>
        <p:xfrm>
          <a:off x="4572000" y="4267200"/>
          <a:ext cx="502920" cy="325755"/>
        </p:xfrm>
        <a:graphic>
          <a:graphicData uri="http://schemas.openxmlformats.org/presentationml/2006/ole">
            <mc:AlternateContent xmlns:mc="http://schemas.openxmlformats.org/markup-compatibility/2006">
              <mc:Choice xmlns:v="urn:schemas-microsoft-com:vml" Requires="v">
                <p:oleObj spid="_x0000_s21" name="" r:id="rId15" imgW="215900" imgH="139700" progId="Equation.DSMT4">
                  <p:embed/>
                </p:oleObj>
              </mc:Choice>
              <mc:Fallback>
                <p:oleObj name="" r:id="rId15" imgW="215900" imgH="139700" progId="Equation.DSMT4">
                  <p:embed/>
                  <p:pic>
                    <p:nvPicPr>
                      <p:cNvPr id="0" name="图片 20"/>
                      <p:cNvPicPr/>
                      <p:nvPr/>
                    </p:nvPicPr>
                    <p:blipFill>
                      <a:blip r:embed="rId16"/>
                      <a:stretch>
                        <a:fillRect/>
                      </a:stretch>
                    </p:blipFill>
                    <p:spPr>
                      <a:xfrm>
                        <a:off x="4572000" y="4267200"/>
                        <a:ext cx="502920" cy="325755"/>
                      </a:xfrm>
                      <a:prstGeom prst="rect">
                        <a:avLst/>
                      </a:prstGeom>
                      <a:noFill/>
                      <a:ln w="38100">
                        <a:noFill/>
                        <a:miter/>
                      </a:ln>
                    </p:spPr>
                  </p:pic>
                </p:oleObj>
              </mc:Fallback>
            </mc:AlternateContent>
          </a:graphicData>
        </a:graphic>
      </p:graphicFrame>
      <p:grpSp>
        <p:nvGrpSpPr>
          <p:cNvPr id="28" name="组合 27"/>
          <p:cNvGrpSpPr/>
          <p:nvPr/>
        </p:nvGrpSpPr>
        <p:grpSpPr>
          <a:xfrm>
            <a:off x="720090" y="4648200"/>
            <a:ext cx="8435340" cy="584200"/>
            <a:chOff x="1134" y="6600"/>
            <a:chExt cx="13284" cy="920"/>
          </a:xfrm>
        </p:grpSpPr>
        <p:sp>
          <p:nvSpPr>
            <p:cNvPr id="22" name="Rectangle 3"/>
            <p:cNvSpPr>
              <a:spLocks noGrp="1"/>
            </p:cNvSpPr>
            <p:nvPr/>
          </p:nvSpPr>
          <p:spPr>
            <a:xfrm>
              <a:off x="1134" y="6600"/>
              <a:ext cx="13285" cy="9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因为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的对偶式相等，所以</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3" name="对象 -2147482453"/>
            <p:cNvGraphicFramePr>
              <a:graphicFrameLocks noChangeAspect="1"/>
            </p:cNvGraphicFramePr>
            <p:nvPr/>
          </p:nvGraphicFramePr>
          <p:xfrm>
            <a:off x="3174" y="6632"/>
            <a:ext cx="1546" cy="676"/>
          </p:xfrm>
          <a:graphic>
            <a:graphicData uri="http://schemas.openxmlformats.org/presentationml/2006/ole">
              <mc:AlternateContent xmlns:mc="http://schemas.openxmlformats.org/markup-compatibility/2006">
                <mc:Choice xmlns:v="urn:schemas-microsoft-com:vml" Requires="v">
                  <p:oleObj spid="_x0000_s24" name="" r:id="rId17" imgW="405765" imgH="177800" progId="Equation.DSMT4">
                    <p:embed/>
                  </p:oleObj>
                </mc:Choice>
                <mc:Fallback>
                  <p:oleObj name="" r:id="rId17" imgW="405765" imgH="177800" progId="Equation.DSMT4">
                    <p:embed/>
                    <p:pic>
                      <p:nvPicPr>
                        <p:cNvPr id="0" name="图片 17"/>
                        <p:cNvPicPr/>
                        <p:nvPr/>
                      </p:nvPicPr>
                      <p:blipFill>
                        <a:blip r:embed="rId10"/>
                        <a:stretch>
                          <a:fillRect/>
                        </a:stretch>
                      </p:blipFill>
                      <p:spPr>
                        <a:xfrm>
                          <a:off x="3174" y="6632"/>
                          <a:ext cx="1546" cy="676"/>
                        </a:xfrm>
                        <a:prstGeom prst="rect">
                          <a:avLst/>
                        </a:prstGeom>
                        <a:noFill/>
                        <a:ln w="38100">
                          <a:noFill/>
                          <a:miter/>
                        </a:ln>
                      </p:spPr>
                    </p:pic>
                  </p:oleObj>
                </mc:Fallback>
              </mc:AlternateContent>
            </a:graphicData>
          </a:graphic>
        </p:graphicFrame>
        <p:graphicFrame>
          <p:nvGraphicFramePr>
            <p:cNvPr id="25" name="对象 -2147482451"/>
            <p:cNvGraphicFramePr>
              <a:graphicFrameLocks noChangeAspect="1"/>
            </p:cNvGraphicFramePr>
            <p:nvPr/>
          </p:nvGraphicFramePr>
          <p:xfrm>
            <a:off x="5378" y="6786"/>
            <a:ext cx="1193" cy="505"/>
          </p:xfrm>
          <a:graphic>
            <a:graphicData uri="http://schemas.openxmlformats.org/presentationml/2006/ole">
              <mc:AlternateContent xmlns:mc="http://schemas.openxmlformats.org/markup-compatibility/2006">
                <mc:Choice xmlns:v="urn:schemas-microsoft-com:vml" Requires="v">
                  <p:oleObj spid="_x0000_s26" name="" r:id="rId18" imgW="330200" imgH="139700" progId="Equation.DSMT4">
                    <p:embed/>
                  </p:oleObj>
                </mc:Choice>
                <mc:Fallback>
                  <p:oleObj name="" r:id="rId18" imgW="330200" imgH="139700" progId="Equation.DSMT4">
                    <p:embed/>
                    <p:pic>
                      <p:nvPicPr>
                        <p:cNvPr id="0" name="图片 19"/>
                        <p:cNvPicPr/>
                        <p:nvPr/>
                      </p:nvPicPr>
                      <p:blipFill>
                        <a:blip r:embed="rId14"/>
                        <a:stretch>
                          <a:fillRect/>
                        </a:stretch>
                      </p:blipFill>
                      <p:spPr>
                        <a:xfrm>
                          <a:off x="5378" y="6786"/>
                          <a:ext cx="1193" cy="505"/>
                        </a:xfrm>
                        <a:prstGeom prst="rect">
                          <a:avLst/>
                        </a:prstGeom>
                        <a:noFill/>
                        <a:ln w="38100">
                          <a:noFill/>
                          <a:miter/>
                        </a:ln>
                      </p:spPr>
                    </p:pic>
                  </p:oleObj>
                </mc:Fallback>
              </mc:AlternateContent>
            </a:graphicData>
          </a:graphic>
        </p:graphicFrame>
        <p:graphicFrame>
          <p:nvGraphicFramePr>
            <p:cNvPr id="27" name="对象 -2147482454"/>
            <p:cNvGraphicFramePr>
              <a:graphicFrameLocks noChangeAspect="1"/>
            </p:cNvGraphicFramePr>
            <p:nvPr/>
          </p:nvGraphicFramePr>
          <p:xfrm>
            <a:off x="10920" y="6644"/>
            <a:ext cx="2941" cy="632"/>
          </p:xfrm>
          <a:graphic>
            <a:graphicData uri="http://schemas.openxmlformats.org/presentationml/2006/ole">
              <mc:AlternateContent xmlns:mc="http://schemas.openxmlformats.org/markup-compatibility/2006">
                <mc:Choice xmlns:v="urn:schemas-microsoft-com:vml" Requires="v">
                  <p:oleObj spid="_x0000_s32" name="" r:id="rId19" imgW="824230" imgH="177800" progId="Equation.DSMT4">
                    <p:embed/>
                  </p:oleObj>
                </mc:Choice>
                <mc:Fallback>
                  <p:oleObj name="" r:id="rId19" imgW="824230" imgH="177800" progId="Equation.DSMT4">
                    <p:embed/>
                    <p:pic>
                      <p:nvPicPr>
                        <p:cNvPr id="0" name="图片 16"/>
                        <p:cNvPicPr/>
                        <p:nvPr/>
                      </p:nvPicPr>
                      <p:blipFill>
                        <a:blip r:embed="rId8"/>
                        <a:stretch>
                          <a:fillRect/>
                        </a:stretch>
                      </p:blipFill>
                      <p:spPr>
                        <a:xfrm>
                          <a:off x="10920" y="6644"/>
                          <a:ext cx="2941" cy="63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770" decel="100000"/>
                                        <p:tgtEl>
                                          <p:spTgt spid="31"/>
                                        </p:tgtEl>
                                      </p:cBhvr>
                                    </p:animEffect>
                                    <p:animScale>
                                      <p:cBhvr>
                                        <p:cTn id="19" dur="770" decel="100000"/>
                                        <p:tgtEl>
                                          <p:spTgt spid="31"/>
                                        </p:tgtEl>
                                      </p:cBhvr>
                                      <p:from x="10000" y="10000"/>
                                      <p:to x="200000" y="450000"/>
                                    </p:animScale>
                                    <p:animScale>
                                      <p:cBhvr>
                                        <p:cTn id="20" dur="1230" accel="100000" fill="hold">
                                          <p:stCondLst>
                                            <p:cond delay="770"/>
                                          </p:stCondLst>
                                        </p:cTn>
                                        <p:tgtEl>
                                          <p:spTgt spid="31"/>
                                        </p:tgtEl>
                                      </p:cBhvr>
                                      <p:from x="200000" y="450000"/>
                                      <p:to x="100000" y="100000"/>
                                    </p:animScale>
                                    <p:set>
                                      <p:cBhvr>
                                        <p:cTn id="21" dur="770" fill="hold"/>
                                        <p:tgtEl>
                                          <p:spTgt spid="31"/>
                                        </p:tgtEl>
                                        <p:attrNameLst>
                                          <p:attrName>ppt_x</p:attrName>
                                        </p:attrNameLst>
                                      </p:cBhvr>
                                      <p:to>
                                        <p:strVal val="(0.5)"/>
                                      </p:to>
                                    </p:set>
                                    <p:anim from="(0.5)" to="(#ppt_x)" calcmode="lin" valueType="num">
                                      <p:cBhvr>
                                        <p:cTn id="22" dur="1230" accel="100000" fill="hold">
                                          <p:stCondLst>
                                            <p:cond delay="770"/>
                                          </p:stCondLst>
                                        </p:cTn>
                                        <p:tgtEl>
                                          <p:spTgt spid="31"/>
                                        </p:tgtEl>
                                        <p:attrNameLst>
                                          <p:attrName>ppt_x</p:attrName>
                                        </p:attrNameLst>
                                      </p:cBhvr>
                                    </p:anim>
                                    <p:set>
                                      <p:cBhvr>
                                        <p:cTn id="23" dur="770" fill="hold"/>
                                        <p:tgtEl>
                                          <p:spTgt spid="31"/>
                                        </p:tgtEl>
                                        <p:attrNameLst>
                                          <p:attrName>ppt_y</p:attrName>
                                        </p:attrNameLst>
                                      </p:cBhvr>
                                      <p:to>
                                        <p:strVal val="(#ppt_y+0.4)"/>
                                      </p:to>
                                    </p:set>
                                    <p:anim from="(#ppt_y+0.4)" to="(#ppt_y)" calcmode="lin" valueType="num">
                                      <p:cBhvr>
                                        <p:cTn id="24" dur="1230" accel="100000" fill="hold">
                                          <p:stCondLst>
                                            <p:cond delay="770"/>
                                          </p:stCondLst>
                                        </p:cTn>
                                        <p:tgtEl>
                                          <p:spTgt spid="31"/>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nodeType="clickEffect">
                                  <p:stCondLst>
                                    <p:cond delay="0"/>
                                  </p:stCondLst>
                                  <p:childTnLst>
                                    <p:set>
                                      <p:cBhvr>
                                        <p:cTn id="28" dur="1000" fill="hold">
                                          <p:stCondLst>
                                            <p:cond delay="0"/>
                                          </p:stCondLst>
                                        </p:cTn>
                                        <p:tgtEl>
                                          <p:spTgt spid="30"/>
                                        </p:tgtEl>
                                        <p:attrNameLst>
                                          <p:attrName>style.visibility</p:attrName>
                                        </p:attrNameLst>
                                      </p:cBhvr>
                                      <p:to>
                                        <p:strVal val="visible"/>
                                      </p:to>
                                    </p:set>
                                    <p:animEffect transition="in" filter="diamond(in)">
                                      <p:cBhvr>
                                        <p:cTn id="29" dur="10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3"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
                                        <p:tgtEl>
                                          <p:spTgt spid="29"/>
                                        </p:tgtEl>
                                      </p:cBhvr>
                                    </p:animEffect>
                                    <p:anim calcmode="lin" valueType="num">
                                      <p:cBhvr>
                                        <p:cTn id="42" dur="400" fill="hold"/>
                                        <p:tgtEl>
                                          <p:spTgt spid="29"/>
                                        </p:tgtEl>
                                        <p:attrNameLst>
                                          <p:attrName>ppt_x</p:attrName>
                                        </p:attrNameLst>
                                      </p:cBhvr>
                                      <p:tavLst>
                                        <p:tav tm="0">
                                          <p:val>
                                            <p:strVal val="#ppt_x"/>
                                          </p:val>
                                        </p:tav>
                                        <p:tav tm="100000">
                                          <p:val>
                                            <p:strVal val="#ppt_x"/>
                                          </p:val>
                                        </p:tav>
                                      </p:tavLst>
                                    </p:anim>
                                    <p:anim calcmode="lin" valueType="num">
                                      <p:cBhvr>
                                        <p:cTn id="43" dur="400" fill="hold"/>
                                        <p:tgtEl>
                                          <p:spTgt spid="29"/>
                                        </p:tgtEl>
                                        <p:attrNameLst>
                                          <p:attrName>ppt_y</p:attrName>
                                        </p:attrNameLst>
                                      </p:cBhvr>
                                      <p:tavLst>
                                        <p:tav tm="0">
                                          <p:val>
                                            <p:strVal val="#ppt_y+0.31"/>
                                          </p:val>
                                        </p:tav>
                                        <p:tav tm="100000">
                                          <p:val>
                                            <p:strVal val="#ppt_y+0.31"/>
                                          </p:val>
                                        </p:tav>
                                      </p:tavLst>
                                    </p:anim>
                                    <p:anim calcmode="lin" valueType="num">
                                      <p:cBhvr>
                                        <p:cTn id="44" dur="600" decel="50000" fill="hold">
                                          <p:stCondLst>
                                            <p:cond delay="400"/>
                                          </p:stCondLst>
                                        </p:cTn>
                                        <p:tgtEl>
                                          <p:spTgt spid="2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5" dur="600" decel="50000" fill="hold">
                                          <p:stCondLst>
                                            <p:cond delay="400"/>
                                          </p:stCondLst>
                                        </p:cTn>
                                        <p:tgtEl>
                                          <p:spTgt spid="2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0" presetClass="entr" presetSubtype="0" decel="100000"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p:cTn id="56" dur="1000" fill="hold"/>
                                        <p:tgtEl>
                                          <p:spTgt spid="28"/>
                                        </p:tgtEl>
                                        <p:attrNameLst>
                                          <p:attrName>ppt_w</p:attrName>
                                        </p:attrNameLst>
                                      </p:cBhvr>
                                      <p:tavLst>
                                        <p:tav tm="0">
                                          <p:val>
                                            <p:strVal val="#ppt_w+.3"/>
                                          </p:val>
                                        </p:tav>
                                        <p:tav tm="100000">
                                          <p:val>
                                            <p:strVal val="#ppt_w"/>
                                          </p:val>
                                        </p:tav>
                                      </p:tavLst>
                                    </p:anim>
                                    <p:anim calcmode="lin" valueType="num">
                                      <p:cBhvr>
                                        <p:cTn id="57" dur="1000" fill="hold"/>
                                        <p:tgtEl>
                                          <p:spTgt spid="28"/>
                                        </p:tgtEl>
                                        <p:attrNameLst>
                                          <p:attrName>ppt_h</p:attrName>
                                        </p:attrNameLst>
                                      </p:cBhvr>
                                      <p:tavLst>
                                        <p:tav tm="0">
                                          <p:val>
                                            <p:strVal val="#ppt_h"/>
                                          </p:val>
                                        </p:tav>
                                        <p:tav tm="100000">
                                          <p:val>
                                            <p:strVal val="#ppt_h"/>
                                          </p:val>
                                        </p:tav>
                                      </p:tavLst>
                                    </p:anim>
                                    <p:animEffect transition="in" filter="fade">
                                      <p:cBhvr>
                                        <p:cTn id="58"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文本框 24"/>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870710"/>
            <a:ext cx="8003540" cy="1398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在一个有n个变量的逻辑函数中，若有一个乘积项包含了所有的n个变量，且每个变量都以它的原变量或反变量的形式唯一一次出现在乘积项中，则称该乘积项为最小项。</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685800" y="13512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2.4.1 </a:t>
            </a:r>
            <a:r>
              <a:rPr lang="zh-CN" altLang="en-US" sz="2800" i="0" dirty="0">
                <a:solidFill>
                  <a:srgbClr val="0070C0"/>
                </a:solidFill>
                <a:latin typeface="黑体" panose="02010609060101010101" pitchFamily="49" charset="-122"/>
                <a:ea typeface="黑体" panose="02010609060101010101" pitchFamily="49" charset="-122"/>
              </a:rPr>
              <a:t>最小项及其性质</a:t>
            </a:r>
            <a:endParaRPr lang="zh-CN" altLang="en-US" sz="2800" i="0" dirty="0">
              <a:solidFill>
                <a:srgbClr val="0070C0"/>
              </a:solidFill>
              <a:latin typeface="黑体" panose="02010609060101010101" pitchFamily="49" charset="-122"/>
              <a:ea typeface="黑体" panose="02010609060101010101" pitchFamily="49" charset="-122"/>
            </a:endParaRPr>
          </a:p>
        </p:txBody>
      </p:sp>
      <p:grpSp>
        <p:nvGrpSpPr>
          <p:cNvPr id="40" name="组合 39"/>
          <p:cNvGrpSpPr/>
          <p:nvPr/>
        </p:nvGrpSpPr>
        <p:grpSpPr>
          <a:xfrm>
            <a:off x="542290" y="3230880"/>
            <a:ext cx="8003540" cy="3601720"/>
            <a:chOff x="854" y="4914"/>
            <a:chExt cx="12604" cy="5672"/>
          </a:xfrm>
        </p:grpSpPr>
        <p:sp>
          <p:nvSpPr>
            <p:cNvPr id="24" name="Rectangle 3"/>
            <p:cNvSpPr>
              <a:spLocks noGrp="1"/>
            </p:cNvSpPr>
            <p:nvPr/>
          </p:nvSpPr>
          <p:spPr>
            <a:xfrm>
              <a:off x="854" y="4914"/>
              <a:ext cx="12604" cy="567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di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一般地，n个变量的最小项应有个</a:t>
              </a:r>
              <a:r>
                <a:rPr lang="en-US" altLang="zh-CN" sz="2400" b="1" kern="1200" dirty="0">
                  <a:solidFill>
                    <a:srgbClr val="000066"/>
                  </a:solidFill>
                  <a:latin typeface="Arial" panose="020B0604020202020204" pitchFamily="34" charset="0"/>
                  <a:ea typeface="楷体_GB2312" pitchFamily="49" charset="-122"/>
                </a:rPr>
                <a:t>2</a:t>
              </a:r>
              <a:r>
                <a:rPr lang="en-US" altLang="zh-CN" sz="2400" b="1" kern="1200" baseline="30000" dirty="0">
                  <a:solidFill>
                    <a:srgbClr val="000066"/>
                  </a:solidFill>
                  <a:latin typeface="Arial" panose="020B0604020202020204" pitchFamily="34" charset="0"/>
                  <a:ea typeface="楷体_GB2312" pitchFamily="49" charset="-122"/>
                </a:rPr>
                <a:t>n</a:t>
              </a:r>
              <a:r>
                <a:rPr lang="zh-CN" altLang="en-US" sz="2400" b="1" kern="1200" dirty="0">
                  <a:solidFill>
                    <a:srgbClr val="000066"/>
                  </a:solidFill>
                  <a:latin typeface="Arial" panose="020B0604020202020204" pitchFamily="34" charset="0"/>
                  <a:ea typeface="楷体_GB2312" pitchFamily="49" charset="-122"/>
                </a:rPr>
                <a:t>。例如：</a:t>
              </a:r>
              <a:r>
                <a:rPr lang="en-US" altLang="zh-CN" sz="2400" b="1" kern="1200" dirty="0">
                  <a:solidFill>
                    <a:srgbClr val="000066"/>
                  </a:solidFill>
                  <a:latin typeface="Arial" panose="020B0604020202020204" pitchFamily="34" charset="0"/>
                  <a:ea typeface="楷体_GB2312" pitchFamily="49" charset="-122"/>
                </a:rPr>
                <a:t>3</a:t>
              </a:r>
              <a:r>
                <a:rPr lang="zh-CN" altLang="en-US" sz="2400" b="1" kern="1200" dirty="0">
                  <a:solidFill>
                    <a:srgbClr val="000066"/>
                  </a:solidFill>
                  <a:latin typeface="Arial" panose="020B0604020202020204" pitchFamily="34" charset="0"/>
                  <a:ea typeface="楷体_GB2312" pitchFamily="49" charset="-122"/>
                </a:rPr>
                <a:t>个变量</a:t>
              </a:r>
              <a:endParaRPr lang="zh-CN" altLang="en-US" sz="2400" b="1" kern="1200" dirty="0">
                <a:solidFill>
                  <a:srgbClr val="000066"/>
                </a:solidFill>
                <a:latin typeface="Arial" panose="020B0604020202020204" pitchFamily="34" charset="0"/>
                <a:ea typeface="楷体_GB2312" pitchFamily="49" charset="-122"/>
              </a:endParaRPr>
            </a:p>
            <a:p>
              <a:pPr marL="0" indent="0" algn="di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A、B、C组成的最小项有8个，即</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 </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和</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。为了书写方便，将每个最小项进行编号，用</a:t>
              </a:r>
              <a:r>
                <a:rPr lang="en-US" altLang="zh-CN" sz="2400" b="1" kern="1200" dirty="0">
                  <a:solidFill>
                    <a:srgbClr val="000066"/>
                  </a:solidFill>
                  <a:latin typeface="Arial" panose="020B0604020202020204" pitchFamily="34" charset="0"/>
                  <a:ea typeface="楷体_GB2312" pitchFamily="49" charset="-122"/>
                </a:rPr>
                <a:t>   </a:t>
              </a:r>
              <a:r>
                <a:rPr lang="en-US" altLang="zh-CN" sz="2400" b="1" i="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来表示。其中，下标</a:t>
              </a:r>
              <a:endParaRPr lang="zh-CN" alt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的值是这样确定的：如果某个最小项中一个变量是以原变量的形式出现则对应值为1；如果以反变量的形式出现则对应值为0；将这n个变量都转换成1和0组成的二进制数后，该二进制数对应的十进制数的数值即为</a:t>
              </a:r>
              <a:r>
                <a:rPr lang="en-US" altLang="zh-CN" sz="2400" b="1" i="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的值。</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39" name="组合 38"/>
            <p:cNvGrpSpPr/>
            <p:nvPr/>
          </p:nvGrpSpPr>
          <p:grpSpPr>
            <a:xfrm>
              <a:off x="1090" y="5650"/>
              <a:ext cx="12145" cy="4853"/>
              <a:chOff x="1090" y="5650"/>
              <a:chExt cx="12145" cy="4853"/>
            </a:xfrm>
          </p:grpSpPr>
          <p:graphicFrame>
            <p:nvGraphicFramePr>
              <p:cNvPr id="2" name="对象 -2147482445"/>
              <p:cNvGraphicFramePr>
                <a:graphicFrameLocks noChangeAspect="1"/>
              </p:cNvGraphicFramePr>
              <p:nvPr/>
            </p:nvGraphicFramePr>
            <p:xfrm>
              <a:off x="8444" y="5662"/>
              <a:ext cx="1098" cy="661"/>
            </p:xfrm>
            <a:graphic>
              <a:graphicData uri="http://schemas.openxmlformats.org/presentationml/2006/ole">
                <mc:AlternateContent xmlns:mc="http://schemas.openxmlformats.org/markup-compatibility/2006">
                  <mc:Choice xmlns:v="urn:schemas-microsoft-com:vml" Requires="v">
                    <p:oleObj spid="_x0000_s26" name="" r:id="rId1" imgW="317500" imgH="190500" progId="Equation.DSMT4">
                      <p:embed/>
                    </p:oleObj>
                  </mc:Choice>
                  <mc:Fallback>
                    <p:oleObj name="" r:id="rId1" imgW="317500" imgH="190500" progId="Equation.DSMT4">
                      <p:embed/>
                      <p:pic>
                        <p:nvPicPr>
                          <p:cNvPr id="0" name="图片 25"/>
                          <p:cNvPicPr/>
                          <p:nvPr/>
                        </p:nvPicPr>
                        <p:blipFill>
                          <a:blip r:embed="rId2"/>
                          <a:stretch>
                            <a:fillRect/>
                          </a:stretch>
                        </p:blipFill>
                        <p:spPr>
                          <a:xfrm>
                            <a:off x="8444" y="5662"/>
                            <a:ext cx="1098" cy="661"/>
                          </a:xfrm>
                          <a:prstGeom prst="rect">
                            <a:avLst/>
                          </a:prstGeom>
                          <a:noFill/>
                          <a:ln w="38100">
                            <a:noFill/>
                            <a:miter/>
                          </a:ln>
                        </p:spPr>
                      </p:pic>
                    </p:oleObj>
                  </mc:Fallback>
                </mc:AlternateContent>
              </a:graphicData>
            </a:graphic>
          </p:graphicFrame>
          <p:graphicFrame>
            <p:nvGraphicFramePr>
              <p:cNvPr id="4" name="对象 -2147482444"/>
              <p:cNvGraphicFramePr>
                <a:graphicFrameLocks noChangeAspect="1"/>
              </p:cNvGraphicFramePr>
              <p:nvPr/>
            </p:nvGraphicFramePr>
            <p:xfrm>
              <a:off x="9884" y="5672"/>
              <a:ext cx="1241" cy="654"/>
            </p:xfrm>
            <a:graphic>
              <a:graphicData uri="http://schemas.openxmlformats.org/presentationml/2006/ole">
                <mc:AlternateContent xmlns:mc="http://schemas.openxmlformats.org/markup-compatibility/2006">
                  <mc:Choice xmlns:v="urn:schemas-microsoft-com:vml" Requires="v">
                    <p:oleObj spid="_x0000_s27" name="" r:id="rId3" imgW="304800" imgH="190500" progId="Equation.DSMT4">
                      <p:embed/>
                    </p:oleObj>
                  </mc:Choice>
                  <mc:Fallback>
                    <p:oleObj name="" r:id="rId3" imgW="304800" imgH="190500" progId="Equation.DSMT4">
                      <p:embed/>
                      <p:pic>
                        <p:nvPicPr>
                          <p:cNvPr id="0" name="图片 26"/>
                          <p:cNvPicPr/>
                          <p:nvPr/>
                        </p:nvPicPr>
                        <p:blipFill>
                          <a:blip r:embed="rId4"/>
                          <a:stretch>
                            <a:fillRect/>
                          </a:stretch>
                        </p:blipFill>
                        <p:spPr>
                          <a:xfrm>
                            <a:off x="9884" y="5672"/>
                            <a:ext cx="1241" cy="654"/>
                          </a:xfrm>
                          <a:prstGeom prst="rect">
                            <a:avLst/>
                          </a:prstGeom>
                          <a:noFill/>
                          <a:ln w="38100">
                            <a:noFill/>
                            <a:miter/>
                          </a:ln>
                        </p:spPr>
                      </p:pic>
                    </p:oleObj>
                  </mc:Fallback>
                </mc:AlternateContent>
              </a:graphicData>
            </a:graphic>
          </p:graphicFrame>
          <p:graphicFrame>
            <p:nvGraphicFramePr>
              <p:cNvPr id="6" name="对象 -2147482443"/>
              <p:cNvGraphicFramePr>
                <a:graphicFrameLocks noChangeAspect="1"/>
              </p:cNvGraphicFramePr>
              <p:nvPr/>
            </p:nvGraphicFramePr>
            <p:xfrm>
              <a:off x="11444" y="5650"/>
              <a:ext cx="1071" cy="669"/>
            </p:xfrm>
            <a:graphic>
              <a:graphicData uri="http://schemas.openxmlformats.org/presentationml/2006/ole">
                <mc:AlternateContent xmlns:mc="http://schemas.openxmlformats.org/markup-compatibility/2006">
                  <mc:Choice xmlns:v="urn:schemas-microsoft-com:vml" Requires="v">
                    <p:oleObj spid="_x0000_s28" name="" r:id="rId5" imgW="304800" imgH="190500" progId="Equation.DSMT4">
                      <p:embed/>
                    </p:oleObj>
                  </mc:Choice>
                  <mc:Fallback>
                    <p:oleObj name="" r:id="rId5" imgW="304800" imgH="190500" progId="Equation.DSMT4">
                      <p:embed/>
                      <p:pic>
                        <p:nvPicPr>
                          <p:cNvPr id="0" name="图片 27"/>
                          <p:cNvPicPr/>
                          <p:nvPr/>
                        </p:nvPicPr>
                        <p:blipFill>
                          <a:blip r:embed="rId6"/>
                          <a:stretch>
                            <a:fillRect/>
                          </a:stretch>
                        </p:blipFill>
                        <p:spPr>
                          <a:xfrm>
                            <a:off x="11444" y="5650"/>
                            <a:ext cx="1071" cy="669"/>
                          </a:xfrm>
                          <a:prstGeom prst="rect">
                            <a:avLst/>
                          </a:prstGeom>
                          <a:noFill/>
                          <a:ln w="38100">
                            <a:noFill/>
                            <a:miter/>
                          </a:ln>
                        </p:spPr>
                      </p:pic>
                    </p:oleObj>
                  </mc:Fallback>
                </mc:AlternateContent>
              </a:graphicData>
            </a:graphic>
          </p:graphicFrame>
          <p:graphicFrame>
            <p:nvGraphicFramePr>
              <p:cNvPr id="7" name="对象 -2147482442"/>
              <p:cNvGraphicFramePr>
                <a:graphicFrameLocks noChangeAspect="1"/>
              </p:cNvGraphicFramePr>
              <p:nvPr/>
            </p:nvGraphicFramePr>
            <p:xfrm>
              <a:off x="1090" y="6392"/>
              <a:ext cx="1057" cy="661"/>
            </p:xfrm>
            <a:graphic>
              <a:graphicData uri="http://schemas.openxmlformats.org/presentationml/2006/ole">
                <mc:AlternateContent xmlns:mc="http://schemas.openxmlformats.org/markup-compatibility/2006">
                  <mc:Choice xmlns:v="urn:schemas-microsoft-com:vml" Requires="v">
                    <p:oleObj spid="_x0000_s29" name="" r:id="rId7" imgW="304800" imgH="190500" progId="Equation.DSMT4">
                      <p:embed/>
                    </p:oleObj>
                  </mc:Choice>
                  <mc:Fallback>
                    <p:oleObj name="" r:id="rId7" imgW="304800" imgH="190500" progId="Equation.DSMT4">
                      <p:embed/>
                      <p:pic>
                        <p:nvPicPr>
                          <p:cNvPr id="0" name="图片 28"/>
                          <p:cNvPicPr/>
                          <p:nvPr/>
                        </p:nvPicPr>
                        <p:blipFill>
                          <a:blip r:embed="rId8"/>
                          <a:stretch>
                            <a:fillRect/>
                          </a:stretch>
                        </p:blipFill>
                        <p:spPr>
                          <a:xfrm>
                            <a:off x="1090" y="6392"/>
                            <a:ext cx="1057" cy="661"/>
                          </a:xfrm>
                          <a:prstGeom prst="rect">
                            <a:avLst/>
                          </a:prstGeom>
                          <a:noFill/>
                          <a:ln w="38100">
                            <a:noFill/>
                            <a:miter/>
                          </a:ln>
                        </p:spPr>
                      </p:pic>
                    </p:oleObj>
                  </mc:Fallback>
                </mc:AlternateContent>
              </a:graphicData>
            </a:graphic>
          </p:graphicFrame>
          <p:graphicFrame>
            <p:nvGraphicFramePr>
              <p:cNvPr id="8" name="对象 -2147482441"/>
              <p:cNvGraphicFramePr>
                <a:graphicFrameLocks noChangeAspect="1"/>
              </p:cNvGraphicFramePr>
              <p:nvPr/>
            </p:nvGraphicFramePr>
            <p:xfrm>
              <a:off x="2498" y="6392"/>
              <a:ext cx="1126" cy="678"/>
            </p:xfrm>
            <a:graphic>
              <a:graphicData uri="http://schemas.openxmlformats.org/presentationml/2006/ole">
                <mc:AlternateContent xmlns:mc="http://schemas.openxmlformats.org/markup-compatibility/2006">
                  <mc:Choice xmlns:v="urn:schemas-microsoft-com:vml" Requires="v">
                    <p:oleObj spid="_x0000_s30" name="" r:id="rId9" imgW="317500" imgH="190500" progId="Equation.DSMT4">
                      <p:embed/>
                    </p:oleObj>
                  </mc:Choice>
                  <mc:Fallback>
                    <p:oleObj name="" r:id="rId9" imgW="317500" imgH="190500" progId="Equation.DSMT4">
                      <p:embed/>
                      <p:pic>
                        <p:nvPicPr>
                          <p:cNvPr id="0" name="图片 29"/>
                          <p:cNvPicPr/>
                          <p:nvPr/>
                        </p:nvPicPr>
                        <p:blipFill>
                          <a:blip r:embed="rId10"/>
                          <a:stretch>
                            <a:fillRect/>
                          </a:stretch>
                        </p:blipFill>
                        <p:spPr>
                          <a:xfrm>
                            <a:off x="2498" y="6392"/>
                            <a:ext cx="1126" cy="678"/>
                          </a:xfrm>
                          <a:prstGeom prst="rect">
                            <a:avLst/>
                          </a:prstGeom>
                          <a:noFill/>
                          <a:ln w="38100">
                            <a:noFill/>
                            <a:miter/>
                          </a:ln>
                        </p:spPr>
                      </p:pic>
                    </p:oleObj>
                  </mc:Fallback>
                </mc:AlternateContent>
              </a:graphicData>
            </a:graphic>
          </p:graphicFrame>
          <p:graphicFrame>
            <p:nvGraphicFramePr>
              <p:cNvPr id="9" name="对象 -2147482440"/>
              <p:cNvGraphicFramePr>
                <a:graphicFrameLocks noChangeAspect="1"/>
              </p:cNvGraphicFramePr>
              <p:nvPr/>
            </p:nvGraphicFramePr>
            <p:xfrm>
              <a:off x="3840" y="6360"/>
              <a:ext cx="1077" cy="673"/>
            </p:xfrm>
            <a:graphic>
              <a:graphicData uri="http://schemas.openxmlformats.org/presentationml/2006/ole">
                <mc:AlternateContent xmlns:mc="http://schemas.openxmlformats.org/markup-compatibility/2006">
                  <mc:Choice xmlns:v="urn:schemas-microsoft-com:vml" Requires="v">
                    <p:oleObj spid="_x0000_s31" name="" r:id="rId11" imgW="304800" imgH="190500" progId="Equation.DSMT4">
                      <p:embed/>
                    </p:oleObj>
                  </mc:Choice>
                  <mc:Fallback>
                    <p:oleObj name="" r:id="rId11" imgW="304800" imgH="190500" progId="Equation.DSMT4">
                      <p:embed/>
                      <p:pic>
                        <p:nvPicPr>
                          <p:cNvPr id="0" name="图片 30"/>
                          <p:cNvPicPr/>
                          <p:nvPr/>
                        </p:nvPicPr>
                        <p:blipFill>
                          <a:blip r:embed="rId12"/>
                          <a:stretch>
                            <a:fillRect/>
                          </a:stretch>
                        </p:blipFill>
                        <p:spPr>
                          <a:xfrm>
                            <a:off x="3840" y="6360"/>
                            <a:ext cx="1077" cy="673"/>
                          </a:xfrm>
                          <a:prstGeom prst="rect">
                            <a:avLst/>
                          </a:prstGeom>
                          <a:noFill/>
                          <a:ln w="38100">
                            <a:noFill/>
                            <a:miter/>
                          </a:ln>
                        </p:spPr>
                      </p:pic>
                    </p:oleObj>
                  </mc:Fallback>
                </mc:AlternateContent>
              </a:graphicData>
            </a:graphic>
          </p:graphicFrame>
          <p:graphicFrame>
            <p:nvGraphicFramePr>
              <p:cNvPr id="10" name="对象 -2147482439"/>
              <p:cNvGraphicFramePr>
                <a:graphicFrameLocks noChangeAspect="1"/>
              </p:cNvGraphicFramePr>
              <p:nvPr/>
            </p:nvGraphicFramePr>
            <p:xfrm>
              <a:off x="5018" y="6360"/>
              <a:ext cx="1124" cy="703"/>
            </p:xfrm>
            <a:graphic>
              <a:graphicData uri="http://schemas.openxmlformats.org/presentationml/2006/ole">
                <mc:AlternateContent xmlns:mc="http://schemas.openxmlformats.org/markup-compatibility/2006">
                  <mc:Choice xmlns:v="urn:schemas-microsoft-com:vml" Requires="v">
                    <p:oleObj spid="_x0000_s32" name="" r:id="rId13" imgW="304800" imgH="190500" progId="Equation.DSMT4">
                      <p:embed/>
                    </p:oleObj>
                  </mc:Choice>
                  <mc:Fallback>
                    <p:oleObj name="" r:id="rId13" imgW="304800" imgH="190500" progId="Equation.DSMT4">
                      <p:embed/>
                      <p:pic>
                        <p:nvPicPr>
                          <p:cNvPr id="0" name="图片 31"/>
                          <p:cNvPicPr/>
                          <p:nvPr/>
                        </p:nvPicPr>
                        <p:blipFill>
                          <a:blip r:embed="rId14"/>
                          <a:stretch>
                            <a:fillRect/>
                          </a:stretch>
                        </p:blipFill>
                        <p:spPr>
                          <a:xfrm>
                            <a:off x="5018" y="6360"/>
                            <a:ext cx="1124" cy="703"/>
                          </a:xfrm>
                          <a:prstGeom prst="rect">
                            <a:avLst/>
                          </a:prstGeom>
                          <a:noFill/>
                          <a:ln w="38100">
                            <a:noFill/>
                            <a:miter/>
                          </a:ln>
                        </p:spPr>
                      </p:pic>
                    </p:oleObj>
                  </mc:Fallback>
                </mc:AlternateContent>
              </a:graphicData>
            </a:graphic>
          </p:graphicFrame>
          <p:graphicFrame>
            <p:nvGraphicFramePr>
              <p:cNvPr id="11" name="对象 -2147482438"/>
              <p:cNvGraphicFramePr>
                <a:graphicFrameLocks noChangeAspect="1"/>
              </p:cNvGraphicFramePr>
              <p:nvPr/>
            </p:nvGraphicFramePr>
            <p:xfrm>
              <a:off x="6444" y="6480"/>
              <a:ext cx="1139" cy="570"/>
            </p:xfrm>
            <a:graphic>
              <a:graphicData uri="http://schemas.openxmlformats.org/presentationml/2006/ole">
                <mc:AlternateContent xmlns:mc="http://schemas.openxmlformats.org/markup-compatibility/2006">
                  <mc:Choice xmlns:v="urn:schemas-microsoft-com:vml" Requires="v">
                    <p:oleObj spid="_x0000_s33" name="" r:id="rId15" imgW="304800" imgH="152400" progId="Equation.DSMT4">
                      <p:embed/>
                    </p:oleObj>
                  </mc:Choice>
                  <mc:Fallback>
                    <p:oleObj name="" r:id="rId15" imgW="304800" imgH="152400" progId="Equation.DSMT4">
                      <p:embed/>
                      <p:pic>
                        <p:nvPicPr>
                          <p:cNvPr id="0" name="图片 32"/>
                          <p:cNvPicPr/>
                          <p:nvPr/>
                        </p:nvPicPr>
                        <p:blipFill>
                          <a:blip r:embed="rId16"/>
                          <a:stretch>
                            <a:fillRect/>
                          </a:stretch>
                        </p:blipFill>
                        <p:spPr>
                          <a:xfrm>
                            <a:off x="6444" y="6480"/>
                            <a:ext cx="1139" cy="570"/>
                          </a:xfrm>
                          <a:prstGeom prst="rect">
                            <a:avLst/>
                          </a:prstGeom>
                          <a:noFill/>
                          <a:ln w="38100">
                            <a:noFill/>
                            <a:miter/>
                          </a:ln>
                        </p:spPr>
                      </p:pic>
                    </p:oleObj>
                  </mc:Fallback>
                </mc:AlternateContent>
              </a:graphicData>
            </a:graphic>
          </p:graphicFrame>
          <p:graphicFrame>
            <p:nvGraphicFramePr>
              <p:cNvPr id="12" name="对象 -2147482437"/>
              <p:cNvGraphicFramePr>
                <a:graphicFrameLocks noChangeAspect="1"/>
              </p:cNvGraphicFramePr>
              <p:nvPr/>
            </p:nvGraphicFramePr>
            <p:xfrm>
              <a:off x="4800" y="7080"/>
              <a:ext cx="3871" cy="737"/>
            </p:xfrm>
            <a:graphic>
              <a:graphicData uri="http://schemas.openxmlformats.org/presentationml/2006/ole">
                <mc:AlternateContent xmlns:mc="http://schemas.openxmlformats.org/markup-compatibility/2006">
                  <mc:Choice xmlns:v="urn:schemas-microsoft-com:vml" Requires="v">
                    <p:oleObj spid="_x0000_s34" name="" r:id="rId17" imgW="1066165" imgH="203200" progId="Equation.DSMT4">
                      <p:embed/>
                    </p:oleObj>
                  </mc:Choice>
                  <mc:Fallback>
                    <p:oleObj name="" r:id="rId17" imgW="1066165" imgH="203200" progId="Equation.DSMT4">
                      <p:embed/>
                      <p:pic>
                        <p:nvPicPr>
                          <p:cNvPr id="0" name="图片 33"/>
                          <p:cNvPicPr/>
                          <p:nvPr/>
                        </p:nvPicPr>
                        <p:blipFill>
                          <a:blip r:embed="rId18"/>
                          <a:stretch>
                            <a:fillRect/>
                          </a:stretch>
                        </p:blipFill>
                        <p:spPr>
                          <a:xfrm>
                            <a:off x="4800" y="7080"/>
                            <a:ext cx="3871" cy="737"/>
                          </a:xfrm>
                          <a:prstGeom prst="rect">
                            <a:avLst/>
                          </a:prstGeom>
                          <a:noFill/>
                          <a:ln w="38100">
                            <a:noFill/>
                            <a:miter/>
                          </a:ln>
                        </p:spPr>
                      </p:pic>
                    </p:oleObj>
                  </mc:Fallback>
                </mc:AlternateContent>
              </a:graphicData>
            </a:graphic>
          </p:graphicFrame>
          <p:graphicFrame>
            <p:nvGraphicFramePr>
              <p:cNvPr id="35" name="对象 34">
                <a:hlinkClick r:id="" action="ppaction://ole?verb="/>
              </p:cNvPr>
              <p:cNvGraphicFramePr>
                <a:graphicFrameLocks noChangeAspect="1"/>
              </p:cNvGraphicFramePr>
              <p:nvPr/>
            </p:nvGraphicFramePr>
            <p:xfrm>
              <a:off x="12928" y="7146"/>
              <a:ext cx="307" cy="575"/>
            </p:xfrm>
            <a:graphic>
              <a:graphicData uri="http://schemas.openxmlformats.org/presentationml/2006/ole">
                <mc:AlternateContent xmlns:mc="http://schemas.openxmlformats.org/markup-compatibility/2006">
                  <mc:Choice xmlns:v="urn:schemas-microsoft-com:vml" Requires="v">
                    <p:oleObj spid="_x0000_s2049" name="" r:id="rId19" imgW="88265" imgH="165100" progId="Equation.KSEE3">
                      <p:embed/>
                    </p:oleObj>
                  </mc:Choice>
                  <mc:Fallback>
                    <p:oleObj name="" r:id="rId19" imgW="88265" imgH="165100" progId="Equation.KSEE3">
                      <p:embed/>
                      <p:pic>
                        <p:nvPicPr>
                          <p:cNvPr id="0" name="图片 2048"/>
                          <p:cNvPicPr/>
                          <p:nvPr/>
                        </p:nvPicPr>
                        <p:blipFill>
                          <a:blip r:embed="rId20"/>
                          <a:stretch>
                            <a:fillRect/>
                          </a:stretch>
                        </p:blipFill>
                        <p:spPr>
                          <a:xfrm>
                            <a:off x="12928" y="7146"/>
                            <a:ext cx="307" cy="575"/>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nvGraphicFramePr>
            <p:xfrm>
              <a:off x="9186" y="9928"/>
              <a:ext cx="307" cy="575"/>
            </p:xfrm>
            <a:graphic>
              <a:graphicData uri="http://schemas.openxmlformats.org/presentationml/2006/ole">
                <mc:AlternateContent xmlns:mc="http://schemas.openxmlformats.org/markup-compatibility/2006">
                  <mc:Choice xmlns:v="urn:schemas-microsoft-com:vml" Requires="v">
                    <p:oleObj spid="_x0000_s13" name="" r:id="rId21" imgW="88265" imgH="165100" progId="Equation.KSEE3">
                      <p:embed/>
                    </p:oleObj>
                  </mc:Choice>
                  <mc:Fallback>
                    <p:oleObj name="" r:id="rId21" imgW="88265" imgH="165100" progId="Equation.KSEE3">
                      <p:embed/>
                      <p:pic>
                        <p:nvPicPr>
                          <p:cNvPr id="0" name="图片 2048"/>
                          <p:cNvPicPr/>
                          <p:nvPr/>
                        </p:nvPicPr>
                        <p:blipFill>
                          <a:blip r:embed="rId20"/>
                          <a:stretch>
                            <a:fillRect/>
                          </a:stretch>
                        </p:blipFill>
                        <p:spPr>
                          <a:xfrm>
                            <a:off x="9186" y="9928"/>
                            <a:ext cx="307" cy="575"/>
                          </a:xfrm>
                          <a:prstGeom prst="rect">
                            <a:avLst/>
                          </a:prstGeom>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800" decel="100000"/>
                                        <p:tgtEl>
                                          <p:spTgt spid="40"/>
                                        </p:tgtEl>
                                      </p:cBhvr>
                                    </p:animEffect>
                                    <p:anim calcmode="lin" valueType="num">
                                      <p:cBhvr>
                                        <p:cTn id="8" dur="800" decel="100000" fill="hold"/>
                                        <p:tgtEl>
                                          <p:spTgt spid="40"/>
                                        </p:tgtEl>
                                        <p:attrNameLst>
                                          <p:attrName>style.rotation</p:attrName>
                                        </p:attrNameLst>
                                      </p:cBhvr>
                                      <p:tavLst>
                                        <p:tav tm="0">
                                          <p:val>
                                            <p:fltVal val="-90"/>
                                          </p:val>
                                        </p:tav>
                                        <p:tav tm="100000">
                                          <p:val>
                                            <p:fltVal val="0"/>
                                          </p:val>
                                        </p:tav>
                                      </p:tavLst>
                                    </p:anim>
                                    <p:anim calcmode="lin" valueType="num">
                                      <p:cBhvr>
                                        <p:cTn id="9" dur="800" decel="100000" fill="hold"/>
                                        <p:tgtEl>
                                          <p:spTgt spid="40"/>
                                        </p:tgtEl>
                                        <p:attrNameLst>
                                          <p:attrName>ppt_x</p:attrName>
                                        </p:attrNameLst>
                                      </p:cBhvr>
                                      <p:tavLst>
                                        <p:tav tm="0">
                                          <p:val>
                                            <p:strVal val="#ppt_x+0.4"/>
                                          </p:val>
                                        </p:tav>
                                        <p:tav tm="100000">
                                          <p:val>
                                            <p:strVal val="#ppt_x-0.05"/>
                                          </p:val>
                                        </p:tav>
                                      </p:tavLst>
                                    </p:anim>
                                    <p:anim calcmode="lin" valueType="num">
                                      <p:cBhvr>
                                        <p:cTn id="10" dur="800" decel="100000" fill="hold"/>
                                        <p:tgtEl>
                                          <p:spTgt spid="4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143000"/>
            <a:ext cx="8003540" cy="9759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【例2-13】如何确定三变量A、B、C构成的最小项</a:t>
            </a:r>
            <a:r>
              <a:rPr lang="en-US" sz="2400" b="1" kern="1200" dirty="0">
                <a:solidFill>
                  <a:srgbClr val="000066"/>
                </a:solidFill>
                <a:latin typeface="Arial" panose="020B0604020202020204" pitchFamily="34" charset="0"/>
                <a:ea typeface="楷体_GB2312" pitchFamily="49" charset="-122"/>
              </a:rPr>
              <a:t>    </a:t>
            </a:r>
            <a:endParaRPr lang="en-US"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的编号？</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2" name="对象 -2147482436"/>
          <p:cNvGraphicFramePr>
            <a:graphicFrameLocks noChangeAspect="1"/>
          </p:cNvGraphicFramePr>
          <p:nvPr/>
        </p:nvGraphicFramePr>
        <p:xfrm>
          <a:off x="7931150" y="1183640"/>
          <a:ext cx="680085" cy="424815"/>
        </p:xfrm>
        <a:graphic>
          <a:graphicData uri="http://schemas.openxmlformats.org/presentationml/2006/ole">
            <mc:AlternateContent xmlns:mc="http://schemas.openxmlformats.org/markup-compatibility/2006">
              <mc:Choice xmlns:v="urn:schemas-microsoft-com:vml" Requires="v">
                <p:oleObj spid="_x0000_s3076" name="" r:id="rId1" imgW="304800" imgH="190500" progId="Equation.DSMT4">
                  <p:embed/>
                </p:oleObj>
              </mc:Choice>
              <mc:Fallback>
                <p:oleObj name="" r:id="rId1" imgW="304800" imgH="190500" progId="Equation.DSMT4">
                  <p:embed/>
                  <p:pic>
                    <p:nvPicPr>
                      <p:cNvPr id="0" name="图片 3075"/>
                      <p:cNvPicPr/>
                      <p:nvPr/>
                    </p:nvPicPr>
                    <p:blipFill>
                      <a:blip r:embed="rId2"/>
                      <a:stretch>
                        <a:fillRect/>
                      </a:stretch>
                    </p:blipFill>
                    <p:spPr>
                      <a:xfrm>
                        <a:off x="7931150" y="1183640"/>
                        <a:ext cx="680085" cy="424815"/>
                      </a:xfrm>
                      <a:prstGeom prst="rect">
                        <a:avLst/>
                      </a:prstGeom>
                      <a:noFill/>
                      <a:ln w="38100">
                        <a:noFill/>
                        <a:miter/>
                      </a:ln>
                    </p:spPr>
                  </p:pic>
                </p:oleObj>
              </mc:Fallback>
            </mc:AlternateContent>
          </a:graphicData>
        </a:graphic>
      </p:graphicFrame>
      <p:grpSp>
        <p:nvGrpSpPr>
          <p:cNvPr id="9" name="组合 8"/>
          <p:cNvGrpSpPr/>
          <p:nvPr/>
        </p:nvGrpSpPr>
        <p:grpSpPr>
          <a:xfrm>
            <a:off x="762000" y="1981200"/>
            <a:ext cx="8003540" cy="1394460"/>
            <a:chOff x="1200" y="3360"/>
            <a:chExt cx="12604" cy="2196"/>
          </a:xfrm>
        </p:grpSpPr>
        <p:sp>
          <p:nvSpPr>
            <p:cNvPr id="13" name="Rectangle 3"/>
            <p:cNvSpPr>
              <a:spLocks noGrp="1"/>
            </p:cNvSpPr>
            <p:nvPr/>
          </p:nvSpPr>
          <p:spPr>
            <a:xfrm>
              <a:off x="1200" y="3360"/>
              <a:ext cx="12604" cy="215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解：因为A和C都以原变量出现，取值为1，B以反变量出现，取值为0，故对应的二进制数为101，即下标值为十进制数5，所以</a:t>
              </a:r>
              <a:r>
                <a:rPr lang="zh-CN" sz="2400" b="1" kern="1200" dirty="0">
                  <a:solidFill>
                    <a:srgbClr val="000066"/>
                  </a:solidFill>
                  <a:latin typeface="Arial" panose="020B0604020202020204" pitchFamily="34" charset="0"/>
                  <a:ea typeface="楷体_GB2312" pitchFamily="49" charset="-122"/>
                </a:rPr>
                <a:t>该</a:t>
              </a:r>
              <a:r>
                <a:rPr sz="2400" b="1" kern="1200" dirty="0">
                  <a:solidFill>
                    <a:srgbClr val="000066"/>
                  </a:solidFill>
                  <a:latin typeface="Arial" panose="020B0604020202020204" pitchFamily="34" charset="0"/>
                  <a:ea typeface="楷体_GB2312" pitchFamily="49" charset="-122"/>
                </a:rPr>
                <a:t>最小项编号为</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3" name="对象 -2147482434"/>
            <p:cNvGraphicFramePr>
              <a:graphicFrameLocks noChangeAspect="1"/>
            </p:cNvGraphicFramePr>
            <p:nvPr/>
          </p:nvGraphicFramePr>
          <p:xfrm>
            <a:off x="7898" y="4888"/>
            <a:ext cx="733" cy="668"/>
          </p:xfrm>
          <a:graphic>
            <a:graphicData uri="http://schemas.openxmlformats.org/presentationml/2006/ole">
              <mc:AlternateContent xmlns:mc="http://schemas.openxmlformats.org/markup-compatibility/2006">
                <mc:Choice xmlns:v="urn:schemas-microsoft-com:vml" Requires="v">
                  <p:oleObj spid="_x0000_s4" name="" r:id="rId3" imgW="177800" imgH="189865" progId="Equation.DSMT4">
                    <p:embed/>
                  </p:oleObj>
                </mc:Choice>
                <mc:Fallback>
                  <p:oleObj name="" r:id="rId3" imgW="177800" imgH="189865" progId="Equation.DSMT4">
                    <p:embed/>
                    <p:pic>
                      <p:nvPicPr>
                        <p:cNvPr id="0" name="图片 3"/>
                        <p:cNvPicPr/>
                        <p:nvPr/>
                      </p:nvPicPr>
                      <p:blipFill>
                        <a:blip r:embed="rId4"/>
                        <a:stretch>
                          <a:fillRect/>
                        </a:stretch>
                      </p:blipFill>
                      <p:spPr>
                        <a:xfrm>
                          <a:off x="7898" y="4888"/>
                          <a:ext cx="733" cy="668"/>
                        </a:xfrm>
                        <a:prstGeom prst="rect">
                          <a:avLst/>
                        </a:prstGeom>
                        <a:noFill/>
                        <a:ln w="38100">
                          <a:noFill/>
                          <a:miter/>
                        </a:ln>
                      </p:spPr>
                    </p:pic>
                  </p:oleObj>
                </mc:Fallback>
              </mc:AlternateContent>
            </a:graphicData>
          </a:graphic>
        </p:graphicFrame>
      </p:grpSp>
      <p:pic>
        <p:nvPicPr>
          <p:cNvPr id="6" name="图片 5" descr="1S1ZY49VN%_5Y(BIR2B)@MF"/>
          <p:cNvPicPr>
            <a:picLocks noChangeAspect="1"/>
          </p:cNvPicPr>
          <p:nvPr/>
        </p:nvPicPr>
        <p:blipFill>
          <a:blip r:embed="rId5"/>
          <a:stretch>
            <a:fillRect/>
          </a:stretch>
        </p:blipFill>
        <p:spPr>
          <a:xfrm>
            <a:off x="914400" y="3886200"/>
            <a:ext cx="7581900" cy="2905125"/>
          </a:xfrm>
          <a:prstGeom prst="rect">
            <a:avLst/>
          </a:prstGeom>
        </p:spPr>
      </p:pic>
      <p:sp>
        <p:nvSpPr>
          <p:cNvPr id="15" name="Rectangle 3"/>
          <p:cNvSpPr>
            <a:spLocks noGrp="1"/>
          </p:cNvSpPr>
          <p:nvPr/>
        </p:nvSpPr>
        <p:spPr>
          <a:xfrm>
            <a:off x="753110" y="3336290"/>
            <a:ext cx="7798435" cy="609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三变量</a:t>
            </a:r>
            <a:r>
              <a:rPr sz="2400" b="1" kern="1200" dirty="0">
                <a:solidFill>
                  <a:srgbClr val="000066"/>
                </a:solidFill>
                <a:latin typeface="Arial" panose="020B0604020202020204" pitchFamily="34" charset="0"/>
                <a:ea typeface="楷体_GB2312" pitchFamily="49" charset="-122"/>
              </a:rPr>
              <a:t>A、B、C的所有最小项真值表如</a:t>
            </a:r>
            <a:r>
              <a:rPr lang="zh-CN" sz="2400" b="1" kern="1200" dirty="0">
                <a:solidFill>
                  <a:srgbClr val="000066"/>
                </a:solidFill>
                <a:latin typeface="Arial" panose="020B0604020202020204" pitchFamily="34" charset="0"/>
                <a:ea typeface="楷体_GB2312" pitchFamily="49" charset="-122"/>
              </a:rPr>
              <a:t>下</a:t>
            </a:r>
            <a:r>
              <a:rPr sz="2400" b="1" kern="1200" dirty="0">
                <a:solidFill>
                  <a:srgbClr val="000066"/>
                </a:solidFill>
                <a:latin typeface="Arial" panose="020B0604020202020204" pitchFamily="34" charset="0"/>
                <a:ea typeface="楷体_GB2312" pitchFamily="49" charset="-122"/>
              </a:rPr>
              <a:t>所示。</a:t>
            </a:r>
            <a:endParaRPr sz="2400" b="1" kern="1200" dirty="0">
              <a:solidFill>
                <a:srgbClr val="000066"/>
              </a:solidFill>
              <a:latin typeface="Arial" panose="020B0604020202020204" pitchFamily="34" charset="0"/>
              <a:ea typeface="楷体_GB2312" pitchFamily="49" charset="-122"/>
            </a:endParaRPr>
          </a:p>
        </p:txBody>
      </p:sp>
      <p:sp>
        <p:nvSpPr>
          <p:cNvPr id="10"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4"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from="(-#ppt_w/2)" to="(#ppt_x)" calcmode="lin" valueType="num">
                                      <p:cBhvr>
                                        <p:cTn id="12" dur="600" fill="hold">
                                          <p:stCondLst>
                                            <p:cond delay="0"/>
                                          </p:stCondLst>
                                        </p:cTn>
                                        <p:tgtEl>
                                          <p:spTgt spid="15"/>
                                        </p:tgtEl>
                                        <p:attrNameLst>
                                          <p:attrName>ppt_x</p:attrName>
                                        </p:attrNameLst>
                                      </p:cBhvr>
                                    </p:anim>
                                    <p:anim from="0" to="-1.0" calcmode="lin" valueType="num">
                                      <p:cBhvr>
                                        <p:cTn id="13" dur="200" decel="50000" autoRev="1" fill="hold">
                                          <p:stCondLst>
                                            <p:cond delay="600"/>
                                          </p:stCondLst>
                                        </p:cTn>
                                        <p:tgtEl>
                                          <p:spTgt spid="15"/>
                                        </p:tgtEl>
                                        <p:attrNameLst>
                                          <p:attrName>xshear</p:attrName>
                                        </p:attrNameLst>
                                      </p:cBhvr>
                                    </p:anim>
                                    <p:animScale>
                                      <p:cBhvr>
                                        <p:cTn id="14" dur="200" decel="100000" autoRev="1" fill="hold">
                                          <p:stCondLst>
                                            <p:cond delay="600"/>
                                          </p:stCondLst>
                                        </p:cTn>
                                        <p:tgtEl>
                                          <p:spTgt spid="15"/>
                                        </p:tgtEl>
                                      </p:cBhvr>
                                      <p:from x="100000" y="100000"/>
                                      <p:to x="80000" y="100000"/>
                                    </p:animScale>
                                    <p:anim by="(#ppt_h/3+#ppt_w*0.1)" calcmode="lin" valueType="num">
                                      <p:cBhvr additive="sum">
                                        <p:cTn id="15" dur="200" decel="100000" autoRev="1" fill="hold">
                                          <p:stCondLst>
                                            <p:cond delay="600"/>
                                          </p:stCondLst>
                                        </p:cTn>
                                        <p:tgtEl>
                                          <p:spTgt spid="15"/>
                                        </p:tgtEl>
                                        <p:attrNameLst>
                                          <p:attrName>ppt_x</p:attrName>
                                        </p:attrNameLst>
                                      </p:cBhvr>
                                    </p:anim>
                                  </p:childTnLst>
                                </p:cTn>
                              </p:par>
                              <p:par>
                                <p:cTn id="16" presetID="34"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 from="(-#ppt_w/2)" to="(#ppt_x)" calcmode="lin" valueType="num">
                                      <p:cBhvr>
                                        <p:cTn id="18" dur="600" fill="hold">
                                          <p:stCondLst>
                                            <p:cond delay="0"/>
                                          </p:stCondLst>
                                        </p:cTn>
                                        <p:tgtEl>
                                          <p:spTgt spid="6"/>
                                        </p:tgtEl>
                                        <p:attrNameLst>
                                          <p:attrName>ppt_x</p:attrName>
                                        </p:attrNameLst>
                                      </p:cBhvr>
                                    </p:anim>
                                    <p:anim from="0" to="-1.0" calcmode="lin" valueType="num">
                                      <p:cBhvr>
                                        <p:cTn id="19" dur="200" decel="50000" autoRev="1" fill="hold">
                                          <p:stCondLst>
                                            <p:cond delay="600"/>
                                          </p:stCondLst>
                                        </p:cTn>
                                        <p:tgtEl>
                                          <p:spTgt spid="6"/>
                                        </p:tgtEl>
                                        <p:attrNameLst>
                                          <p:attrName>xshear</p:attrName>
                                        </p:attrNameLst>
                                      </p:cBhvr>
                                    </p:anim>
                                    <p:animScale>
                                      <p:cBhvr>
                                        <p:cTn id="20" dur="200" decel="100000" autoRev="1" fill="hold">
                                          <p:stCondLst>
                                            <p:cond delay="600"/>
                                          </p:stCondLst>
                                        </p:cTn>
                                        <p:tgtEl>
                                          <p:spTgt spid="6"/>
                                        </p:tgtEl>
                                      </p:cBhvr>
                                      <p:from x="100000" y="100000"/>
                                      <p:to x="80000" y="100000"/>
                                    </p:animScale>
                                    <p:anim by="(#ppt_h/3+#ppt_w*0.1)" calcmode="lin" valueType="num">
                                      <p:cBhvr additive="sum">
                                        <p:cTn id="21"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143000"/>
            <a:ext cx="8003540" cy="289433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分析表2-16可得到最小项的下列性质：</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(1) 任意一组输入变量的取值，有且仅有一个最小项的值为1，</a:t>
            </a:r>
            <a:r>
              <a:rPr lang="zh-CN" sz="2400" b="1" kern="1200" dirty="0">
                <a:solidFill>
                  <a:srgbClr val="000066"/>
                </a:solidFill>
                <a:latin typeface="Arial" panose="020B0604020202020204" pitchFamily="34" charset="0"/>
                <a:ea typeface="楷体_GB2312" pitchFamily="49" charset="-122"/>
              </a:rPr>
              <a:t>其他</a:t>
            </a:r>
            <a:r>
              <a:rPr sz="2400" b="1" kern="1200" dirty="0">
                <a:solidFill>
                  <a:srgbClr val="000066"/>
                </a:solidFill>
                <a:latin typeface="Arial" panose="020B0604020202020204" pitchFamily="34" charset="0"/>
                <a:ea typeface="楷体_GB2312" pitchFamily="49" charset="-122"/>
              </a:rPr>
              <a:t>最小项的值均为0。</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任意两个不同的最小项乘积为0。</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全体最小项之和为1。</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具有相邻性的两个最小项之和可以合并成一项。</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09600" y="6096000"/>
            <a:ext cx="8084820" cy="609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合并</a:t>
            </a:r>
            <a:r>
              <a:rPr lang="zh-CN" sz="2400" b="1" dirty="0">
                <a:solidFill>
                  <a:srgbClr val="000066"/>
                </a:solidFill>
                <a:latin typeface="Arial" panose="020B0604020202020204" pitchFamily="34" charset="0"/>
                <a:ea typeface="楷体_GB2312" pitchFamily="49" charset="-122"/>
              </a:rPr>
              <a:t>之</a:t>
            </a:r>
            <a:r>
              <a:rPr sz="2400" b="1" dirty="0">
                <a:solidFill>
                  <a:srgbClr val="000066"/>
                </a:solidFill>
                <a:latin typeface="Arial" panose="020B0604020202020204" pitchFamily="34" charset="0"/>
                <a:ea typeface="楷体_GB2312" pitchFamily="49" charset="-122"/>
              </a:rPr>
              <a:t>后的结果就是消去</a:t>
            </a:r>
            <a:r>
              <a:rPr lang="zh-CN" sz="2400" b="1" dirty="0">
                <a:solidFill>
                  <a:srgbClr val="000066"/>
                </a:solidFill>
                <a:latin typeface="Arial" panose="020B0604020202020204" pitchFamily="34" charset="0"/>
                <a:ea typeface="楷体_GB2312" pitchFamily="49" charset="-122"/>
              </a:rPr>
              <a:t>了</a:t>
            </a:r>
            <a:r>
              <a:rPr sz="2400" b="1" dirty="0">
                <a:solidFill>
                  <a:srgbClr val="000066"/>
                </a:solidFill>
                <a:latin typeface="Arial" panose="020B0604020202020204" pitchFamily="34" charset="0"/>
                <a:ea typeface="楷体_GB2312" pitchFamily="49" charset="-122"/>
              </a:rPr>
              <a:t>两个最小项中不同的因子。</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6" name="组合 15"/>
          <p:cNvGrpSpPr/>
          <p:nvPr/>
        </p:nvGrpSpPr>
        <p:grpSpPr>
          <a:xfrm>
            <a:off x="609600" y="3810000"/>
            <a:ext cx="8003540" cy="1370330"/>
            <a:chOff x="960" y="6000"/>
            <a:chExt cx="12604" cy="2158"/>
          </a:xfrm>
        </p:grpSpPr>
        <p:sp>
          <p:nvSpPr>
            <p:cNvPr id="13" name="Rectangle 3"/>
            <p:cNvSpPr>
              <a:spLocks noGrp="1"/>
            </p:cNvSpPr>
            <p:nvPr/>
          </p:nvSpPr>
          <p:spPr>
            <a:xfrm>
              <a:off x="960" y="6000"/>
              <a:ext cx="12604" cy="215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相邻性的含义为：如果两个最小项中只有一个因子不同，则这两个最小项是相邻的。例如：在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两个最小项中，只有第二个因子</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不同，因此它们具有相邻性，因而它们相加时可以合并成一项。</a:t>
              </a:r>
              <a:endParaRPr sz="2400" b="1" kern="1200" dirty="0">
                <a:solidFill>
                  <a:srgbClr val="000066"/>
                </a:solidFill>
                <a:latin typeface="Arial" panose="020B0604020202020204" pitchFamily="34" charset="0"/>
                <a:ea typeface="楷体_GB2312" pitchFamily="49" charset="-122"/>
              </a:endParaRPr>
            </a:p>
          </p:txBody>
        </p:sp>
        <p:graphicFrame>
          <p:nvGraphicFramePr>
            <p:cNvPr id="2" name="对象 -2147482414"/>
            <p:cNvGraphicFramePr>
              <a:graphicFrameLocks noChangeAspect="1"/>
            </p:cNvGraphicFramePr>
            <p:nvPr/>
          </p:nvGraphicFramePr>
          <p:xfrm>
            <a:off x="9840" y="6840"/>
            <a:ext cx="1044" cy="628"/>
          </p:xfrm>
          <a:graphic>
            <a:graphicData uri="http://schemas.openxmlformats.org/presentationml/2006/ole">
              <mc:AlternateContent xmlns:mc="http://schemas.openxmlformats.org/markup-compatibility/2006">
                <mc:Choice xmlns:v="urn:schemas-microsoft-com:vml" Requires="v">
                  <p:oleObj spid="_x0000_s8" name="" r:id="rId1" imgW="317500" imgH="190500" progId="Equation.DSMT4">
                    <p:embed/>
                  </p:oleObj>
                </mc:Choice>
                <mc:Fallback>
                  <p:oleObj name="" r:id="rId1" imgW="317500" imgH="190500" progId="Equation.DSMT4">
                    <p:embed/>
                    <p:pic>
                      <p:nvPicPr>
                        <p:cNvPr id="0" name="图片 7"/>
                        <p:cNvPicPr/>
                        <p:nvPr/>
                      </p:nvPicPr>
                      <p:blipFill>
                        <a:blip r:embed="rId2"/>
                        <a:stretch>
                          <a:fillRect/>
                        </a:stretch>
                      </p:blipFill>
                      <p:spPr>
                        <a:xfrm>
                          <a:off x="9840" y="6840"/>
                          <a:ext cx="1044" cy="628"/>
                        </a:xfrm>
                        <a:prstGeom prst="rect">
                          <a:avLst/>
                        </a:prstGeom>
                        <a:noFill/>
                        <a:ln w="38100">
                          <a:noFill/>
                          <a:miter/>
                        </a:ln>
                      </p:spPr>
                    </p:pic>
                  </p:oleObj>
                </mc:Fallback>
              </mc:AlternateContent>
            </a:graphicData>
          </a:graphic>
        </p:graphicFrame>
        <p:graphicFrame>
          <p:nvGraphicFramePr>
            <p:cNvPr id="3" name="对象 -2147482413"/>
            <p:cNvGraphicFramePr>
              <a:graphicFrameLocks noChangeAspect="1"/>
            </p:cNvGraphicFramePr>
            <p:nvPr/>
          </p:nvGraphicFramePr>
          <p:xfrm>
            <a:off x="11400" y="6840"/>
            <a:ext cx="1022" cy="638"/>
          </p:xfrm>
          <a:graphic>
            <a:graphicData uri="http://schemas.openxmlformats.org/presentationml/2006/ole">
              <mc:AlternateContent xmlns:mc="http://schemas.openxmlformats.org/markup-compatibility/2006">
                <mc:Choice xmlns:v="urn:schemas-microsoft-com:vml" Requires="v">
                  <p:oleObj spid="_x0000_s10" name="" r:id="rId3" imgW="304800" imgH="190500" progId="Equation.DSMT4">
                    <p:embed/>
                  </p:oleObj>
                </mc:Choice>
                <mc:Fallback>
                  <p:oleObj name="" r:id="rId3" imgW="304800" imgH="190500" progId="Equation.DSMT4">
                    <p:embed/>
                    <p:pic>
                      <p:nvPicPr>
                        <p:cNvPr id="0" name="图片 9"/>
                        <p:cNvPicPr/>
                        <p:nvPr/>
                      </p:nvPicPr>
                      <p:blipFill>
                        <a:blip r:embed="rId4"/>
                        <a:stretch>
                          <a:fillRect/>
                        </a:stretch>
                      </p:blipFill>
                      <p:spPr>
                        <a:xfrm>
                          <a:off x="11400" y="6840"/>
                          <a:ext cx="1022" cy="638"/>
                        </a:xfrm>
                        <a:prstGeom prst="rect">
                          <a:avLst/>
                        </a:prstGeom>
                        <a:noFill/>
                        <a:ln w="38100">
                          <a:noFill/>
                          <a:miter/>
                        </a:ln>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8040" y="7560"/>
            <a:ext cx="491" cy="532"/>
          </p:xfrm>
          <a:graphic>
            <a:graphicData uri="http://schemas.openxmlformats.org/presentationml/2006/ole">
              <mc:AlternateContent xmlns:mc="http://schemas.openxmlformats.org/markup-compatibility/2006">
                <mc:Choice xmlns:v="urn:schemas-microsoft-com:vml" Requires="v">
                  <p:oleObj spid="_x0000_s1025" name="" r:id="rId5" imgW="152400" imgH="165100" progId="Equation.KSEE3">
                    <p:embed/>
                  </p:oleObj>
                </mc:Choice>
                <mc:Fallback>
                  <p:oleObj name="" r:id="rId5" imgW="152400" imgH="165100" progId="Equation.KSEE3">
                    <p:embed/>
                    <p:pic>
                      <p:nvPicPr>
                        <p:cNvPr id="0" name="图片 1024"/>
                        <p:cNvPicPr/>
                        <p:nvPr/>
                      </p:nvPicPr>
                      <p:blipFill>
                        <a:blip r:embed="rId6"/>
                        <a:stretch>
                          <a:fillRect/>
                        </a:stretch>
                      </p:blipFill>
                      <p:spPr>
                        <a:xfrm>
                          <a:off x="8040" y="7560"/>
                          <a:ext cx="491" cy="532"/>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7040" y="7435"/>
            <a:ext cx="491" cy="655"/>
          </p:xfrm>
          <a:graphic>
            <a:graphicData uri="http://schemas.openxmlformats.org/presentationml/2006/ole">
              <mc:AlternateContent xmlns:mc="http://schemas.openxmlformats.org/markup-compatibility/2006">
                <mc:Choice xmlns:v="urn:schemas-microsoft-com:vml" Requires="v">
                  <p:oleObj spid="_x0000_s4" name="" r:id="rId7" imgW="152400" imgH="203200" progId="Equation.KSEE3">
                    <p:embed/>
                  </p:oleObj>
                </mc:Choice>
                <mc:Fallback>
                  <p:oleObj name="" r:id="rId7" imgW="152400" imgH="203200" progId="Equation.KSEE3">
                    <p:embed/>
                    <p:pic>
                      <p:nvPicPr>
                        <p:cNvPr id="0" name="图片 1024"/>
                        <p:cNvPicPr/>
                        <p:nvPr/>
                      </p:nvPicPr>
                      <p:blipFill>
                        <a:blip r:embed="rId8"/>
                        <a:stretch>
                          <a:fillRect/>
                        </a:stretch>
                      </p:blipFill>
                      <p:spPr>
                        <a:xfrm>
                          <a:off x="7040" y="7435"/>
                          <a:ext cx="491" cy="655"/>
                        </a:xfrm>
                        <a:prstGeom prst="rect">
                          <a:avLst/>
                        </a:prstGeom>
                      </p:spPr>
                    </p:pic>
                  </p:oleObj>
                </mc:Fallback>
              </mc:AlternateContent>
            </a:graphicData>
          </a:graphic>
        </p:graphicFrame>
      </p:grpSp>
      <p:graphicFrame>
        <p:nvGraphicFramePr>
          <p:cNvPr id="5" name="对象 -2147482410"/>
          <p:cNvGraphicFramePr>
            <a:graphicFrameLocks noChangeAspect="1"/>
          </p:cNvGraphicFramePr>
          <p:nvPr/>
        </p:nvGraphicFramePr>
        <p:xfrm>
          <a:off x="3200400" y="5638800"/>
          <a:ext cx="3512820" cy="452755"/>
        </p:xfrm>
        <a:graphic>
          <a:graphicData uri="http://schemas.openxmlformats.org/presentationml/2006/ole">
            <mc:AlternateContent xmlns:mc="http://schemas.openxmlformats.org/markup-compatibility/2006">
              <mc:Choice xmlns:v="urn:schemas-microsoft-com:vml" Requires="v">
                <p:oleObj spid="_x0000_s14" name="" r:id="rId9" imgW="1674495" imgH="215900" progId="Equation.DSMT4">
                  <p:embed/>
                </p:oleObj>
              </mc:Choice>
              <mc:Fallback>
                <p:oleObj name="" r:id="rId9" imgW="1674495" imgH="215900" progId="Equation.DSMT4">
                  <p:embed/>
                  <p:pic>
                    <p:nvPicPr>
                      <p:cNvPr id="0" name="图片 13"/>
                      <p:cNvPicPr/>
                      <p:nvPr/>
                    </p:nvPicPr>
                    <p:blipFill>
                      <a:blip r:embed="rId10"/>
                      <a:stretch>
                        <a:fillRect/>
                      </a:stretch>
                    </p:blipFill>
                    <p:spPr>
                      <a:xfrm>
                        <a:off x="3200400" y="5638800"/>
                        <a:ext cx="3512820" cy="4527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 calcmode="lin" valueType="num">
                                      <p:cBhvr>
                                        <p:cTn id="9" dur="500" fill="hold"/>
                                        <p:tgtEl>
                                          <p:spTgt spid="16"/>
                                        </p:tgtEl>
                                        <p:attrNameLst>
                                          <p:attrName>style.rotation</p:attrName>
                                        </p:attrNameLst>
                                      </p:cBhvr>
                                      <p:tavLst>
                                        <p:tav tm="0">
                                          <p:val>
                                            <p:fltVal val="360"/>
                                          </p:val>
                                        </p:tav>
                                        <p:tav tm="100000">
                                          <p:val>
                                            <p:fltVal val="0"/>
                                          </p:val>
                                        </p:tav>
                                      </p:tavLst>
                                    </p:anim>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385" decel="100000"/>
                                        <p:tgtEl>
                                          <p:spTgt spid="15"/>
                                        </p:tgtEl>
                                      </p:cBhvr>
                                    </p:animEffect>
                                    <p:animScale>
                                      <p:cBhvr>
                                        <p:cTn id="22" dur="385" decel="100000"/>
                                        <p:tgtEl>
                                          <p:spTgt spid="15"/>
                                        </p:tgtEl>
                                      </p:cBhvr>
                                      <p:from x="10000" y="10000"/>
                                      <p:to x="200000" y="450000"/>
                                    </p:animScale>
                                    <p:animScale>
                                      <p:cBhvr>
                                        <p:cTn id="23" dur="615" accel="100000" fill="hold">
                                          <p:stCondLst>
                                            <p:cond delay="385"/>
                                          </p:stCondLst>
                                        </p:cTn>
                                        <p:tgtEl>
                                          <p:spTgt spid="15"/>
                                        </p:tgtEl>
                                      </p:cBhvr>
                                      <p:from x="200000" y="450000"/>
                                      <p:to x="100000" y="100000"/>
                                    </p:animScale>
                                    <p:set>
                                      <p:cBhvr>
                                        <p:cTn id="24" dur="385" fill="hold"/>
                                        <p:tgtEl>
                                          <p:spTgt spid="15"/>
                                        </p:tgtEl>
                                        <p:attrNameLst>
                                          <p:attrName>ppt_x</p:attrName>
                                        </p:attrNameLst>
                                      </p:cBhvr>
                                      <p:to>
                                        <p:strVal val="(0.5)"/>
                                      </p:to>
                                    </p:set>
                                    <p:anim from="(0.5)" to="(#ppt_x)" calcmode="lin" valueType="num">
                                      <p:cBhvr>
                                        <p:cTn id="25" dur="615" accel="100000" fill="hold">
                                          <p:stCondLst>
                                            <p:cond delay="385"/>
                                          </p:stCondLst>
                                        </p:cTn>
                                        <p:tgtEl>
                                          <p:spTgt spid="15"/>
                                        </p:tgtEl>
                                        <p:attrNameLst>
                                          <p:attrName>ppt_x</p:attrName>
                                        </p:attrNameLst>
                                      </p:cBhvr>
                                    </p:anim>
                                    <p:set>
                                      <p:cBhvr>
                                        <p:cTn id="26" dur="385" fill="hold"/>
                                        <p:tgtEl>
                                          <p:spTgt spid="15"/>
                                        </p:tgtEl>
                                        <p:attrNameLst>
                                          <p:attrName>ppt_y</p:attrName>
                                        </p:attrNameLst>
                                      </p:cBhvr>
                                      <p:to>
                                        <p:strVal val="(#ppt_y+0.4)"/>
                                      </p:to>
                                    </p:set>
                                    <p:anim from="(#ppt_y+0.4)" to="(#ppt_y)" calcmode="lin" valueType="num">
                                      <p:cBhvr>
                                        <p:cTn id="27" dur="615" accel="100000" fill="hold">
                                          <p:stCondLst>
                                            <p:cond delay="385"/>
                                          </p:stCondLst>
                                        </p:cTn>
                                        <p:tgtEl>
                                          <p:spTgt spid="1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143000"/>
            <a:ext cx="8003540" cy="97599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【例2-14】将逻辑函数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表示成最小项之和的形式。</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85800" y="4648200"/>
            <a:ext cx="8036560" cy="19462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上述表达式是由若干与项执行逻辑或运算构成的，这种类型的表达式称为与-或式，又因为所有的与项都是最小项，故称为标准与-或式。为简单起见，最小项用编号来表示，则上式可以写成</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3" name="对象 -2147482409"/>
          <p:cNvGraphicFramePr>
            <a:graphicFrameLocks noChangeAspect="1"/>
          </p:cNvGraphicFramePr>
          <p:nvPr/>
        </p:nvGraphicFramePr>
        <p:xfrm>
          <a:off x="4267200" y="1170940"/>
          <a:ext cx="2641600" cy="487680"/>
        </p:xfrm>
        <a:graphic>
          <a:graphicData uri="http://schemas.openxmlformats.org/presentationml/2006/ole">
            <mc:AlternateContent xmlns:mc="http://schemas.openxmlformats.org/markup-compatibility/2006">
              <mc:Choice xmlns:v="urn:schemas-microsoft-com:vml" Requires="v">
                <p:oleObj spid="_x0000_s5" name="" r:id="rId1" imgW="1167130" imgH="215900" progId="Equation.DSMT4">
                  <p:embed/>
                </p:oleObj>
              </mc:Choice>
              <mc:Fallback>
                <p:oleObj name="" r:id="rId1" imgW="1167130" imgH="215900" progId="Equation.DSMT4">
                  <p:embed/>
                  <p:pic>
                    <p:nvPicPr>
                      <p:cNvPr id="0" name="图片 4"/>
                      <p:cNvPicPr/>
                      <p:nvPr/>
                    </p:nvPicPr>
                    <p:blipFill>
                      <a:blip r:embed="rId2"/>
                      <a:stretch>
                        <a:fillRect/>
                      </a:stretch>
                    </p:blipFill>
                    <p:spPr>
                      <a:xfrm>
                        <a:off x="4267200" y="1170940"/>
                        <a:ext cx="2641600" cy="487680"/>
                      </a:xfrm>
                      <a:prstGeom prst="rect">
                        <a:avLst/>
                      </a:prstGeom>
                      <a:noFill/>
                      <a:ln w="38100">
                        <a:noFill/>
                        <a:miter/>
                      </a:ln>
                    </p:spPr>
                  </p:pic>
                </p:oleObj>
              </mc:Fallback>
            </mc:AlternateContent>
          </a:graphicData>
        </a:graphic>
      </p:graphicFrame>
      <p:grpSp>
        <p:nvGrpSpPr>
          <p:cNvPr id="35" name="组合 34"/>
          <p:cNvGrpSpPr/>
          <p:nvPr/>
        </p:nvGrpSpPr>
        <p:grpSpPr>
          <a:xfrm>
            <a:off x="547370" y="1981200"/>
            <a:ext cx="8101330" cy="1370330"/>
            <a:chOff x="862" y="3120"/>
            <a:chExt cx="12758" cy="2158"/>
          </a:xfrm>
        </p:grpSpPr>
        <p:sp>
          <p:nvSpPr>
            <p:cNvPr id="13" name="Rectangle 3"/>
            <p:cNvSpPr>
              <a:spLocks noGrp="1"/>
            </p:cNvSpPr>
            <p:nvPr/>
          </p:nvSpPr>
          <p:spPr>
            <a:xfrm>
              <a:off x="862" y="3120"/>
              <a:ext cx="12759" cy="215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解：由于每个变量必须以原变量或反变量的形式出现在最小项中，在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项中缺少变量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，而在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中缺少变量</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，因此可以在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中分别乘以</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，即</a:t>
              </a:r>
              <a:endParaRPr sz="2400" b="1" kern="1200" dirty="0">
                <a:solidFill>
                  <a:srgbClr val="000066"/>
                </a:solidFill>
                <a:latin typeface="Arial" panose="020B0604020202020204" pitchFamily="34" charset="0"/>
                <a:ea typeface="楷体_GB2312" pitchFamily="49" charset="-122"/>
              </a:endParaRPr>
            </a:p>
          </p:txBody>
        </p:sp>
        <p:grpSp>
          <p:nvGrpSpPr>
            <p:cNvPr id="34" name="组合 33"/>
            <p:cNvGrpSpPr/>
            <p:nvPr/>
          </p:nvGrpSpPr>
          <p:grpSpPr>
            <a:xfrm>
              <a:off x="3840" y="3894"/>
              <a:ext cx="9736" cy="1380"/>
              <a:chOff x="3840" y="3894"/>
              <a:chExt cx="9736" cy="1380"/>
            </a:xfrm>
          </p:grpSpPr>
          <p:graphicFrame>
            <p:nvGraphicFramePr>
              <p:cNvPr id="12" name="对象 -2147482405"/>
              <p:cNvGraphicFramePr>
                <a:graphicFrameLocks noChangeAspect="1"/>
              </p:cNvGraphicFramePr>
              <p:nvPr/>
            </p:nvGraphicFramePr>
            <p:xfrm>
              <a:off x="13080" y="3960"/>
              <a:ext cx="496" cy="515"/>
            </p:xfrm>
            <a:graphic>
              <a:graphicData uri="http://schemas.openxmlformats.org/presentationml/2006/ole">
                <mc:AlternateContent xmlns:mc="http://schemas.openxmlformats.org/markup-compatibility/2006">
                  <mc:Choice xmlns:v="urn:schemas-microsoft-com:vml" Requires="v">
                    <p:oleObj spid="_x0000_s14" name="" r:id="rId3" imgW="139700" imgH="139700" progId="Equation.DSMT4">
                      <p:embed/>
                    </p:oleObj>
                  </mc:Choice>
                  <mc:Fallback>
                    <p:oleObj name="" r:id="rId3" imgW="139700" imgH="139700" progId="Equation.DSMT4">
                      <p:embed/>
                      <p:pic>
                        <p:nvPicPr>
                          <p:cNvPr id="0" name="图片 11"/>
                          <p:cNvPicPr/>
                          <p:nvPr/>
                        </p:nvPicPr>
                        <p:blipFill>
                          <a:blip r:embed="rId4"/>
                          <a:stretch>
                            <a:fillRect/>
                          </a:stretch>
                        </p:blipFill>
                        <p:spPr>
                          <a:xfrm>
                            <a:off x="13080" y="3960"/>
                            <a:ext cx="496" cy="515"/>
                          </a:xfrm>
                          <a:prstGeom prst="rect">
                            <a:avLst/>
                          </a:prstGeom>
                          <a:noFill/>
                          <a:ln w="38100">
                            <a:noFill/>
                            <a:miter/>
                          </a:ln>
                        </p:spPr>
                      </p:pic>
                    </p:oleObj>
                  </mc:Fallback>
                </mc:AlternateContent>
              </a:graphicData>
            </a:graphic>
          </p:graphicFrame>
          <p:grpSp>
            <p:nvGrpSpPr>
              <p:cNvPr id="33" name="组合 32"/>
              <p:cNvGrpSpPr/>
              <p:nvPr/>
            </p:nvGrpSpPr>
            <p:grpSpPr>
              <a:xfrm>
                <a:off x="3840" y="3894"/>
                <a:ext cx="7724" cy="1380"/>
                <a:chOff x="3840" y="3894"/>
                <a:chExt cx="7724" cy="1380"/>
              </a:xfrm>
            </p:grpSpPr>
            <p:graphicFrame>
              <p:nvGraphicFramePr>
                <p:cNvPr id="4" name="对象 -2147482408"/>
                <p:cNvGraphicFramePr>
                  <a:graphicFrameLocks noChangeAspect="1"/>
                </p:cNvGraphicFramePr>
                <p:nvPr/>
              </p:nvGraphicFramePr>
              <p:xfrm>
                <a:off x="4330" y="3960"/>
                <a:ext cx="859" cy="573"/>
              </p:xfrm>
              <a:graphic>
                <a:graphicData uri="http://schemas.openxmlformats.org/presentationml/2006/ole">
                  <mc:AlternateContent xmlns:mc="http://schemas.openxmlformats.org/markup-compatibility/2006">
                    <mc:Choice xmlns:v="urn:schemas-microsoft-com:vml" Requires="v">
                      <p:oleObj spid="_x0000_s8" name="" r:id="rId5" imgW="228600" imgH="152400" progId="Equation.DSMT4">
                        <p:embed/>
                      </p:oleObj>
                    </mc:Choice>
                    <mc:Fallback>
                      <p:oleObj name="" r:id="rId5" imgW="228600" imgH="152400" progId="Equation.DSMT4">
                        <p:embed/>
                        <p:pic>
                          <p:nvPicPr>
                            <p:cNvPr id="0" name="图片 7"/>
                            <p:cNvPicPr/>
                            <p:nvPr/>
                          </p:nvPicPr>
                          <p:blipFill>
                            <a:blip r:embed="rId6"/>
                            <a:stretch>
                              <a:fillRect/>
                            </a:stretch>
                          </p:blipFill>
                          <p:spPr>
                            <a:xfrm>
                              <a:off x="4330" y="3960"/>
                              <a:ext cx="859" cy="573"/>
                            </a:xfrm>
                            <a:prstGeom prst="rect">
                              <a:avLst/>
                            </a:prstGeom>
                            <a:noFill/>
                            <a:ln w="38100">
                              <a:noFill/>
                              <a:miter/>
                            </a:ln>
                          </p:spPr>
                        </p:pic>
                      </p:oleObj>
                    </mc:Fallback>
                  </mc:AlternateContent>
                </a:graphicData>
              </a:graphic>
            </p:graphicFrame>
            <p:graphicFrame>
              <p:nvGraphicFramePr>
                <p:cNvPr id="6" name="对象 -2147482407"/>
                <p:cNvGraphicFramePr>
                  <a:graphicFrameLocks noChangeAspect="1"/>
                </p:cNvGraphicFramePr>
                <p:nvPr/>
              </p:nvGraphicFramePr>
              <p:xfrm>
                <a:off x="8040" y="3960"/>
                <a:ext cx="523" cy="523"/>
              </p:xfrm>
              <a:graphic>
                <a:graphicData uri="http://schemas.openxmlformats.org/presentationml/2006/ole">
                  <mc:AlternateContent xmlns:mc="http://schemas.openxmlformats.org/markup-compatibility/2006">
                    <mc:Choice xmlns:v="urn:schemas-microsoft-com:vml" Requires="v">
                      <p:oleObj spid="_x0000_s10" name="" r:id="rId7" imgW="139700" imgH="139700" progId="Equation.DSMT4">
                        <p:embed/>
                      </p:oleObj>
                    </mc:Choice>
                    <mc:Fallback>
                      <p:oleObj name="" r:id="rId7" imgW="139700" imgH="139700" progId="Equation.DSMT4">
                        <p:embed/>
                        <p:pic>
                          <p:nvPicPr>
                            <p:cNvPr id="0" name="图片 9"/>
                            <p:cNvPicPr/>
                            <p:nvPr/>
                          </p:nvPicPr>
                          <p:blipFill>
                            <a:blip r:embed="rId8"/>
                            <a:stretch>
                              <a:fillRect/>
                            </a:stretch>
                          </p:blipFill>
                          <p:spPr>
                            <a:xfrm>
                              <a:off x="8040" y="3960"/>
                              <a:ext cx="523" cy="523"/>
                            </a:xfrm>
                            <a:prstGeom prst="rect">
                              <a:avLst/>
                            </a:prstGeom>
                            <a:noFill/>
                            <a:ln w="38100">
                              <a:noFill/>
                              <a:miter/>
                            </a:ln>
                          </p:spPr>
                        </p:pic>
                      </p:oleObj>
                    </mc:Fallback>
                  </mc:AlternateContent>
                </a:graphicData>
              </a:graphic>
            </p:graphicFrame>
            <p:graphicFrame>
              <p:nvGraphicFramePr>
                <p:cNvPr id="9" name="对象 -2147482406"/>
                <p:cNvGraphicFramePr>
                  <a:graphicFrameLocks noChangeAspect="1"/>
                </p:cNvGraphicFramePr>
                <p:nvPr/>
              </p:nvGraphicFramePr>
              <p:xfrm>
                <a:off x="9840" y="3894"/>
                <a:ext cx="779" cy="649"/>
              </p:xfrm>
              <a:graphic>
                <a:graphicData uri="http://schemas.openxmlformats.org/presentationml/2006/ole">
                  <mc:AlternateContent xmlns:mc="http://schemas.openxmlformats.org/markup-compatibility/2006">
                    <mc:Choice xmlns:v="urn:schemas-microsoft-com:vml" Requires="v">
                      <p:oleObj spid="_x0000_s11" name="" r:id="rId9" imgW="228600" imgH="190500" progId="Equation.DSMT4">
                        <p:embed/>
                      </p:oleObj>
                    </mc:Choice>
                    <mc:Fallback>
                      <p:oleObj name="" r:id="rId9" imgW="228600" imgH="190500" progId="Equation.DSMT4">
                        <p:embed/>
                        <p:pic>
                          <p:nvPicPr>
                            <p:cNvPr id="0" name="图片 10"/>
                            <p:cNvPicPr/>
                            <p:nvPr/>
                          </p:nvPicPr>
                          <p:blipFill>
                            <a:blip r:embed="rId10"/>
                            <a:stretch>
                              <a:fillRect/>
                            </a:stretch>
                          </p:blipFill>
                          <p:spPr>
                            <a:xfrm>
                              <a:off x="9840" y="3894"/>
                              <a:ext cx="779" cy="649"/>
                            </a:xfrm>
                            <a:prstGeom prst="rect">
                              <a:avLst/>
                            </a:prstGeom>
                            <a:noFill/>
                            <a:ln w="38100">
                              <a:noFill/>
                              <a:miter/>
                            </a:ln>
                          </p:spPr>
                        </p:pic>
                      </p:oleObj>
                    </mc:Fallback>
                  </mc:AlternateContent>
                </a:graphicData>
              </a:graphic>
            </p:graphicFrame>
            <p:graphicFrame>
              <p:nvGraphicFramePr>
                <p:cNvPr id="16" name="对象 -2147482408"/>
                <p:cNvGraphicFramePr>
                  <a:graphicFrameLocks noChangeAspect="1"/>
                </p:cNvGraphicFramePr>
                <p:nvPr/>
              </p:nvGraphicFramePr>
              <p:xfrm>
                <a:off x="3840" y="4680"/>
                <a:ext cx="882" cy="588"/>
              </p:xfrm>
              <a:graphic>
                <a:graphicData uri="http://schemas.openxmlformats.org/presentationml/2006/ole">
                  <mc:AlternateContent xmlns:mc="http://schemas.openxmlformats.org/markup-compatibility/2006">
                    <mc:Choice xmlns:v="urn:schemas-microsoft-com:vml" Requires="v">
                      <p:oleObj spid="_x0000_s18" name="" r:id="rId11" imgW="228600" imgH="152400" progId="Equation.DSMT4">
                        <p:embed/>
                      </p:oleObj>
                    </mc:Choice>
                    <mc:Fallback>
                      <p:oleObj name="" r:id="rId11" imgW="228600" imgH="152400" progId="Equation.DSMT4">
                        <p:embed/>
                        <p:pic>
                          <p:nvPicPr>
                            <p:cNvPr id="0" name="图片 7"/>
                            <p:cNvPicPr/>
                            <p:nvPr/>
                          </p:nvPicPr>
                          <p:blipFill>
                            <a:blip r:embed="rId6"/>
                            <a:stretch>
                              <a:fillRect/>
                            </a:stretch>
                          </p:blipFill>
                          <p:spPr>
                            <a:xfrm>
                              <a:off x="3840" y="4680"/>
                              <a:ext cx="882" cy="588"/>
                            </a:xfrm>
                            <a:prstGeom prst="rect">
                              <a:avLst/>
                            </a:prstGeom>
                            <a:noFill/>
                            <a:ln w="38100">
                              <a:noFill/>
                              <a:miter/>
                            </a:ln>
                          </p:spPr>
                        </p:pic>
                      </p:oleObj>
                    </mc:Fallback>
                  </mc:AlternateContent>
                </a:graphicData>
              </a:graphic>
            </p:graphicFrame>
            <p:graphicFrame>
              <p:nvGraphicFramePr>
                <p:cNvPr id="19" name="对象 -2147482406"/>
                <p:cNvGraphicFramePr>
                  <a:graphicFrameLocks noChangeAspect="1"/>
                </p:cNvGraphicFramePr>
                <p:nvPr/>
              </p:nvGraphicFramePr>
              <p:xfrm>
                <a:off x="5236" y="4592"/>
                <a:ext cx="779" cy="649"/>
              </p:xfrm>
              <a:graphic>
                <a:graphicData uri="http://schemas.openxmlformats.org/presentationml/2006/ole">
                  <mc:AlternateContent xmlns:mc="http://schemas.openxmlformats.org/markup-compatibility/2006">
                    <mc:Choice xmlns:v="urn:schemas-microsoft-com:vml" Requires="v">
                      <p:oleObj spid="_x0000_s20" name="" r:id="rId12" imgW="228600" imgH="190500" progId="Equation.DSMT4">
                        <p:embed/>
                      </p:oleObj>
                    </mc:Choice>
                    <mc:Fallback>
                      <p:oleObj name="" r:id="rId12" imgW="228600" imgH="190500" progId="Equation.DSMT4">
                        <p:embed/>
                        <p:pic>
                          <p:nvPicPr>
                            <p:cNvPr id="0" name="图片 10"/>
                            <p:cNvPicPr/>
                            <p:nvPr/>
                          </p:nvPicPr>
                          <p:blipFill>
                            <a:blip r:embed="rId10"/>
                            <a:stretch>
                              <a:fillRect/>
                            </a:stretch>
                          </p:blipFill>
                          <p:spPr>
                            <a:xfrm>
                              <a:off x="5236" y="4592"/>
                              <a:ext cx="779" cy="649"/>
                            </a:xfrm>
                            <a:prstGeom prst="rect">
                              <a:avLst/>
                            </a:prstGeom>
                            <a:noFill/>
                            <a:ln w="38100">
                              <a:noFill/>
                              <a:miter/>
                            </a:ln>
                          </p:spPr>
                        </p:pic>
                      </p:oleObj>
                    </mc:Fallback>
                  </mc:AlternateContent>
                </a:graphicData>
              </a:graphic>
            </p:graphicFrame>
            <p:graphicFrame>
              <p:nvGraphicFramePr>
                <p:cNvPr id="21" name="对象 -2147482402"/>
                <p:cNvGraphicFramePr>
                  <a:graphicFrameLocks noChangeAspect="1"/>
                </p:cNvGraphicFramePr>
                <p:nvPr/>
              </p:nvGraphicFramePr>
              <p:xfrm>
                <a:off x="8400" y="4582"/>
                <a:ext cx="1287" cy="663"/>
              </p:xfrm>
              <a:graphic>
                <a:graphicData uri="http://schemas.openxmlformats.org/presentationml/2006/ole">
                  <mc:AlternateContent xmlns:mc="http://schemas.openxmlformats.org/markup-compatibility/2006">
                    <mc:Choice xmlns:v="urn:schemas-microsoft-com:vml" Requires="v">
                      <p:oleObj spid="_x0000_s22" name="" r:id="rId13" imgW="418465" imgH="215900" progId="Equation.DSMT4">
                        <p:embed/>
                      </p:oleObj>
                    </mc:Choice>
                    <mc:Fallback>
                      <p:oleObj name="" r:id="rId13" imgW="418465" imgH="215900" progId="Equation.DSMT4">
                        <p:embed/>
                        <p:pic>
                          <p:nvPicPr>
                            <p:cNvPr id="0" name="图片 19"/>
                            <p:cNvPicPr/>
                            <p:nvPr/>
                          </p:nvPicPr>
                          <p:blipFill>
                            <a:blip r:embed="rId14"/>
                            <a:stretch>
                              <a:fillRect/>
                            </a:stretch>
                          </p:blipFill>
                          <p:spPr>
                            <a:xfrm>
                              <a:off x="8400" y="4582"/>
                              <a:ext cx="1287" cy="663"/>
                            </a:xfrm>
                            <a:prstGeom prst="rect">
                              <a:avLst/>
                            </a:prstGeom>
                            <a:noFill/>
                            <a:ln w="38100">
                              <a:noFill/>
                              <a:miter/>
                            </a:ln>
                          </p:spPr>
                        </p:pic>
                      </p:oleObj>
                    </mc:Fallback>
                  </mc:AlternateContent>
                </a:graphicData>
              </a:graphic>
            </p:graphicFrame>
            <p:graphicFrame>
              <p:nvGraphicFramePr>
                <p:cNvPr id="23" name="对象 -2147482401"/>
                <p:cNvGraphicFramePr>
                  <a:graphicFrameLocks noChangeAspect="1"/>
                </p:cNvGraphicFramePr>
                <p:nvPr/>
              </p:nvGraphicFramePr>
              <p:xfrm>
                <a:off x="10200" y="4572"/>
                <a:ext cx="1365" cy="703"/>
              </p:xfrm>
              <a:graphic>
                <a:graphicData uri="http://schemas.openxmlformats.org/presentationml/2006/ole">
                  <mc:AlternateContent xmlns:mc="http://schemas.openxmlformats.org/markup-compatibility/2006">
                    <mc:Choice xmlns:v="urn:schemas-microsoft-com:vml" Requires="v">
                      <p:oleObj spid="_x0000_s24" name="" r:id="rId15" imgW="418465" imgH="215900" progId="Equation.DSMT4">
                        <p:embed/>
                      </p:oleObj>
                    </mc:Choice>
                    <mc:Fallback>
                      <p:oleObj name="" r:id="rId15" imgW="418465" imgH="215900" progId="Equation.DSMT4">
                        <p:embed/>
                        <p:pic>
                          <p:nvPicPr>
                            <p:cNvPr id="0" name="图片 20"/>
                            <p:cNvPicPr/>
                            <p:nvPr/>
                          </p:nvPicPr>
                          <p:blipFill>
                            <a:blip r:embed="rId16"/>
                            <a:stretch>
                              <a:fillRect/>
                            </a:stretch>
                          </p:blipFill>
                          <p:spPr>
                            <a:xfrm>
                              <a:off x="10200" y="4572"/>
                              <a:ext cx="1365" cy="703"/>
                            </a:xfrm>
                            <a:prstGeom prst="rect">
                              <a:avLst/>
                            </a:prstGeom>
                            <a:noFill/>
                            <a:ln w="38100">
                              <a:noFill/>
                              <a:miter/>
                            </a:ln>
                          </p:spPr>
                        </p:pic>
                      </p:oleObj>
                    </mc:Fallback>
                  </mc:AlternateContent>
                </a:graphicData>
              </a:graphic>
            </p:graphicFrame>
          </p:grpSp>
        </p:grpSp>
      </p:grpSp>
      <p:graphicFrame>
        <p:nvGraphicFramePr>
          <p:cNvPr id="25" name="对象 -2147482400"/>
          <p:cNvGraphicFramePr>
            <a:graphicFrameLocks noChangeAspect="1"/>
          </p:cNvGraphicFramePr>
          <p:nvPr/>
        </p:nvGraphicFramePr>
        <p:xfrm>
          <a:off x="2819400" y="3429000"/>
          <a:ext cx="2567305" cy="474980"/>
        </p:xfrm>
        <a:graphic>
          <a:graphicData uri="http://schemas.openxmlformats.org/presentationml/2006/ole">
            <mc:AlternateContent xmlns:mc="http://schemas.openxmlformats.org/markup-compatibility/2006">
              <mc:Choice xmlns:v="urn:schemas-microsoft-com:vml" Requires="v">
                <p:oleObj spid="_x0000_s26" name="" r:id="rId17" imgW="1167130" imgH="215900" progId="Equation.DSMT4">
                  <p:embed/>
                </p:oleObj>
              </mc:Choice>
              <mc:Fallback>
                <p:oleObj name="" r:id="rId17" imgW="1167130" imgH="215900" progId="Equation.DSMT4">
                  <p:embed/>
                  <p:pic>
                    <p:nvPicPr>
                      <p:cNvPr id="0" name="图片 21"/>
                      <p:cNvPicPr/>
                      <p:nvPr/>
                    </p:nvPicPr>
                    <p:blipFill>
                      <a:blip r:embed="rId18"/>
                      <a:stretch>
                        <a:fillRect/>
                      </a:stretch>
                    </p:blipFill>
                    <p:spPr>
                      <a:xfrm>
                        <a:off x="2819400" y="3429000"/>
                        <a:ext cx="2567305" cy="474980"/>
                      </a:xfrm>
                      <a:prstGeom prst="rect">
                        <a:avLst/>
                      </a:prstGeom>
                      <a:noFill/>
                      <a:ln w="38100">
                        <a:noFill/>
                        <a:miter/>
                      </a:ln>
                    </p:spPr>
                  </p:pic>
                </p:oleObj>
              </mc:Fallback>
            </mc:AlternateContent>
          </a:graphicData>
        </a:graphic>
      </p:graphicFrame>
      <p:graphicFrame>
        <p:nvGraphicFramePr>
          <p:cNvPr id="27" name="对象 -2147482399"/>
          <p:cNvGraphicFramePr>
            <a:graphicFrameLocks noChangeAspect="1"/>
          </p:cNvGraphicFramePr>
          <p:nvPr/>
        </p:nvGraphicFramePr>
        <p:xfrm>
          <a:off x="4038600" y="3886200"/>
          <a:ext cx="2726690" cy="429260"/>
        </p:xfrm>
        <a:graphic>
          <a:graphicData uri="http://schemas.openxmlformats.org/presentationml/2006/ole">
            <mc:AlternateContent xmlns:mc="http://schemas.openxmlformats.org/markup-compatibility/2006">
              <mc:Choice xmlns:v="urn:schemas-microsoft-com:vml" Requires="v">
                <p:oleObj spid="_x0000_s28" name="" r:id="rId19" imgW="1369695" imgH="215900" progId="Equation.DSMT4">
                  <p:embed/>
                </p:oleObj>
              </mc:Choice>
              <mc:Fallback>
                <p:oleObj name="" r:id="rId19" imgW="1369695" imgH="215900" progId="Equation.DSMT4">
                  <p:embed/>
                  <p:pic>
                    <p:nvPicPr>
                      <p:cNvPr id="0" name="图片 22"/>
                      <p:cNvPicPr/>
                      <p:nvPr/>
                    </p:nvPicPr>
                    <p:blipFill>
                      <a:blip r:embed="rId20"/>
                      <a:stretch>
                        <a:fillRect/>
                      </a:stretch>
                    </p:blipFill>
                    <p:spPr>
                      <a:xfrm>
                        <a:off x="4038600" y="3886200"/>
                        <a:ext cx="2726690" cy="429260"/>
                      </a:xfrm>
                      <a:prstGeom prst="rect">
                        <a:avLst/>
                      </a:prstGeom>
                      <a:noFill/>
                      <a:ln w="38100">
                        <a:noFill/>
                        <a:miter/>
                      </a:ln>
                    </p:spPr>
                  </p:pic>
                </p:oleObj>
              </mc:Fallback>
            </mc:AlternateContent>
          </a:graphicData>
        </a:graphic>
      </p:graphicFrame>
      <p:graphicFrame>
        <p:nvGraphicFramePr>
          <p:cNvPr id="29" name="对象 -2147482398"/>
          <p:cNvGraphicFramePr>
            <a:graphicFrameLocks noChangeAspect="1"/>
          </p:cNvGraphicFramePr>
          <p:nvPr/>
        </p:nvGraphicFramePr>
        <p:xfrm>
          <a:off x="4038600" y="4267200"/>
          <a:ext cx="3058795" cy="382905"/>
        </p:xfrm>
        <a:graphic>
          <a:graphicData uri="http://schemas.openxmlformats.org/presentationml/2006/ole">
            <mc:AlternateContent xmlns:mc="http://schemas.openxmlformats.org/markup-compatibility/2006">
              <mc:Choice xmlns:v="urn:schemas-microsoft-com:vml" Requires="v">
                <p:oleObj spid="_x0000_s30" name="" r:id="rId21" imgW="1523365" imgH="190500" progId="Equation.DSMT4">
                  <p:embed/>
                </p:oleObj>
              </mc:Choice>
              <mc:Fallback>
                <p:oleObj name="" r:id="rId21" imgW="1523365" imgH="190500" progId="Equation.DSMT4">
                  <p:embed/>
                  <p:pic>
                    <p:nvPicPr>
                      <p:cNvPr id="0" name="图片 23"/>
                      <p:cNvPicPr/>
                      <p:nvPr/>
                    </p:nvPicPr>
                    <p:blipFill>
                      <a:blip r:embed="rId22"/>
                      <a:stretch>
                        <a:fillRect/>
                      </a:stretch>
                    </p:blipFill>
                    <p:spPr>
                      <a:xfrm>
                        <a:off x="4038600" y="4267200"/>
                        <a:ext cx="3058795" cy="382905"/>
                      </a:xfrm>
                      <a:prstGeom prst="rect">
                        <a:avLst/>
                      </a:prstGeom>
                      <a:noFill/>
                      <a:ln w="38100">
                        <a:noFill/>
                        <a:miter/>
                      </a:ln>
                    </p:spPr>
                  </p:pic>
                </p:oleObj>
              </mc:Fallback>
            </mc:AlternateContent>
          </a:graphicData>
        </a:graphic>
      </p:graphicFrame>
      <p:graphicFrame>
        <p:nvGraphicFramePr>
          <p:cNvPr id="31" name="对象 -2147482397"/>
          <p:cNvGraphicFramePr>
            <a:graphicFrameLocks noChangeAspect="1"/>
          </p:cNvGraphicFramePr>
          <p:nvPr/>
        </p:nvGraphicFramePr>
        <p:xfrm>
          <a:off x="3282950" y="6054090"/>
          <a:ext cx="5096510" cy="447040"/>
        </p:xfrm>
        <a:graphic>
          <a:graphicData uri="http://schemas.openxmlformats.org/presentationml/2006/ole">
            <mc:AlternateContent xmlns:mc="http://schemas.openxmlformats.org/markup-compatibility/2006">
              <mc:Choice xmlns:v="urn:schemas-microsoft-com:vml" Requires="v">
                <p:oleObj spid="_x0000_s32" name="" r:id="rId23" imgW="2460625" imgH="215900" progId="Equation.DSMT4">
                  <p:embed/>
                </p:oleObj>
              </mc:Choice>
              <mc:Fallback>
                <p:oleObj name="" r:id="rId23" imgW="2460625" imgH="215900" progId="Equation.DSMT4">
                  <p:embed/>
                  <p:pic>
                    <p:nvPicPr>
                      <p:cNvPr id="0" name="图片 24"/>
                      <p:cNvPicPr/>
                      <p:nvPr/>
                    </p:nvPicPr>
                    <p:blipFill>
                      <a:blip r:embed="rId24"/>
                      <a:stretch>
                        <a:fillRect/>
                      </a:stretch>
                    </p:blipFill>
                    <p:spPr>
                      <a:xfrm>
                        <a:off x="3282950" y="6054090"/>
                        <a:ext cx="5096510" cy="4470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900" decel="100000" fill="hold"/>
                                        <p:tgtEl>
                                          <p:spTgt spid="35"/>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5"/>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8" presetClass="entr" presetSubtype="0" accel="10000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ppt_w</p:attrName>
                                        </p:attrNameLst>
                                      </p:cBhvr>
                                      <p:tavLst>
                                        <p:tav tm="0">
                                          <p:val>
                                            <p:strVal val="#ppt_w*2.5"/>
                                          </p:val>
                                        </p:tav>
                                        <p:tav tm="100000">
                                          <p:val>
                                            <p:strVal val="#ppt_w"/>
                                          </p:val>
                                        </p:tav>
                                      </p:tavLst>
                                    </p:anim>
                                    <p:anim calcmode="lin" valueType="num">
                                      <p:cBhvr>
                                        <p:cTn id="22" dur="500" fill="hold"/>
                                        <p:tgtEl>
                                          <p:spTgt spid="27"/>
                                        </p:tgtEl>
                                        <p:attrNameLst>
                                          <p:attrName>ppt_h</p:attrName>
                                        </p:attrNameLst>
                                      </p:cBhvr>
                                      <p:tavLst>
                                        <p:tav tm="0">
                                          <p:val>
                                            <p:strVal val="#ppt_h*0.01"/>
                                          </p:val>
                                        </p:tav>
                                        <p:tav tm="100000">
                                          <p:val>
                                            <p:strVal val="#ppt_h"/>
                                          </p:val>
                                        </p:tav>
                                      </p:tavLst>
                                    </p:anim>
                                    <p:anim calcmode="lin" valueType="num">
                                      <p:cBhvr>
                                        <p:cTn id="23" dur="500" fill="hold"/>
                                        <p:tgtEl>
                                          <p:spTgt spid="27"/>
                                        </p:tgtEl>
                                        <p:attrNameLst>
                                          <p:attrName>ppt_x</p:attrName>
                                        </p:attrNameLst>
                                      </p:cBhvr>
                                      <p:tavLst>
                                        <p:tav tm="0">
                                          <p:val>
                                            <p:strVal val="#ppt_x"/>
                                          </p:val>
                                        </p:tav>
                                        <p:tav tm="100000">
                                          <p:val>
                                            <p:strVal val="#ppt_x"/>
                                          </p:val>
                                        </p:tav>
                                      </p:tavLst>
                                    </p:anim>
                                    <p:anim calcmode="lin" valueType="num">
                                      <p:cBhvr>
                                        <p:cTn id="24" dur="500" fill="hold"/>
                                        <p:tgtEl>
                                          <p:spTgt spid="27"/>
                                        </p:tgtEl>
                                        <p:attrNameLst>
                                          <p:attrName>ppt_y</p:attrName>
                                        </p:attrNameLst>
                                      </p:cBhvr>
                                      <p:tavLst>
                                        <p:tav tm="0">
                                          <p:val>
                                            <p:strVal val="#ppt_h+1"/>
                                          </p:val>
                                        </p:tav>
                                        <p:tav tm="100000">
                                          <p:val>
                                            <p:strVal val="#ppt_y"/>
                                          </p:val>
                                        </p:tav>
                                      </p:tavLst>
                                    </p:anim>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up)">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5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85" decel="100000"/>
                                        <p:tgtEl>
                                          <p:spTgt spid="15"/>
                                        </p:tgtEl>
                                      </p:cBhvr>
                                    </p:animEffect>
                                    <p:animScale>
                                      <p:cBhvr>
                                        <p:cTn id="36" dur="385" decel="100000"/>
                                        <p:tgtEl>
                                          <p:spTgt spid="15"/>
                                        </p:tgtEl>
                                      </p:cBhvr>
                                      <p:from x="10000" y="10000"/>
                                      <p:to x="200000" y="450000"/>
                                    </p:animScale>
                                    <p:animScale>
                                      <p:cBhvr>
                                        <p:cTn id="37" dur="615" accel="100000" fill="hold">
                                          <p:stCondLst>
                                            <p:cond delay="385"/>
                                          </p:stCondLst>
                                        </p:cTn>
                                        <p:tgtEl>
                                          <p:spTgt spid="15"/>
                                        </p:tgtEl>
                                      </p:cBhvr>
                                      <p:from x="200000" y="450000"/>
                                      <p:to x="100000" y="100000"/>
                                    </p:animScale>
                                    <p:set>
                                      <p:cBhvr>
                                        <p:cTn id="38" dur="385" fill="hold"/>
                                        <p:tgtEl>
                                          <p:spTgt spid="15"/>
                                        </p:tgtEl>
                                        <p:attrNameLst>
                                          <p:attrName>ppt_x</p:attrName>
                                        </p:attrNameLst>
                                      </p:cBhvr>
                                      <p:to>
                                        <p:strVal val="(0.5)"/>
                                      </p:to>
                                    </p:set>
                                    <p:anim from="(0.5)" to="(#ppt_x)" calcmode="lin" valueType="num">
                                      <p:cBhvr>
                                        <p:cTn id="39" dur="615" accel="100000" fill="hold">
                                          <p:stCondLst>
                                            <p:cond delay="385"/>
                                          </p:stCondLst>
                                        </p:cTn>
                                        <p:tgtEl>
                                          <p:spTgt spid="15"/>
                                        </p:tgtEl>
                                        <p:attrNameLst>
                                          <p:attrName>ppt_x</p:attrName>
                                        </p:attrNameLst>
                                      </p:cBhvr>
                                    </p:anim>
                                    <p:set>
                                      <p:cBhvr>
                                        <p:cTn id="40" dur="385" fill="hold"/>
                                        <p:tgtEl>
                                          <p:spTgt spid="15"/>
                                        </p:tgtEl>
                                        <p:attrNameLst>
                                          <p:attrName>ppt_y</p:attrName>
                                        </p:attrNameLst>
                                      </p:cBhvr>
                                      <p:to>
                                        <p:strVal val="(#ppt_y+0.4)"/>
                                      </p:to>
                                    </p:set>
                                    <p:anim from="(#ppt_y+0.4)" to="(#ppt_y)" calcmode="lin" valueType="num">
                                      <p:cBhvr>
                                        <p:cTn id="41" dur="615" accel="100000" fill="hold">
                                          <p:stCondLst>
                                            <p:cond delay="385"/>
                                          </p:stCondLst>
                                        </p:cTn>
                                        <p:tgtEl>
                                          <p:spTgt spid="15"/>
                                        </p:tgtEl>
                                        <p:attrNameLst>
                                          <p:attrName>ppt_y</p:attrName>
                                        </p:attrNameLst>
                                      </p:cBhvr>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additive="base">
                                        <p:cTn id="46" dur="500" fill="hold"/>
                                        <p:tgtEl>
                                          <p:spTgt spid="31"/>
                                        </p:tgtEl>
                                        <p:attrNameLst>
                                          <p:attrName>ppt_x</p:attrName>
                                        </p:attrNameLst>
                                      </p:cBhvr>
                                      <p:tavLst>
                                        <p:tav tm="0">
                                          <p:val>
                                            <p:strVal val="#ppt_x"/>
                                          </p:val>
                                        </p:tav>
                                        <p:tav tm="100000">
                                          <p:val>
                                            <p:strVal val="#ppt_x"/>
                                          </p:val>
                                        </p:tav>
                                      </p:tavLst>
                                    </p:anim>
                                    <p:anim calcmode="lin" valueType="num">
                                      <p:cBhvr additive="base">
                                        <p:cTn id="4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文本框 24"/>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794510"/>
            <a:ext cx="8003540" cy="1398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在一个有n个变量的逻辑函数中，若有一个或项包含了所有的n个变量，且每个变量都以它的原变量或反变量的形式唯一一次出现在或项中，则称该或项为最大项。</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11988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2.4.2 </a:t>
            </a:r>
            <a:r>
              <a:rPr lang="zh-CN" altLang="en-US" sz="2800" i="0" dirty="0">
                <a:solidFill>
                  <a:srgbClr val="0070C0"/>
                </a:solidFill>
                <a:latin typeface="黑体" panose="02010609060101010101" pitchFamily="49" charset="-122"/>
                <a:ea typeface="黑体" panose="02010609060101010101" pitchFamily="49" charset="-122"/>
              </a:rPr>
              <a:t>最大项及其性质</a:t>
            </a:r>
            <a:endParaRPr lang="zh-CN" altLang="en-US" sz="2800" i="0" dirty="0">
              <a:solidFill>
                <a:srgbClr val="0070C0"/>
              </a:solidFill>
              <a:latin typeface="黑体" panose="02010609060101010101" pitchFamily="49" charset="-122"/>
              <a:ea typeface="黑体" panose="02010609060101010101" pitchFamily="49" charset="-122"/>
            </a:endParaRPr>
          </a:p>
        </p:txBody>
      </p:sp>
      <p:grpSp>
        <p:nvGrpSpPr>
          <p:cNvPr id="6" name="组合 5"/>
          <p:cNvGrpSpPr/>
          <p:nvPr/>
        </p:nvGrpSpPr>
        <p:grpSpPr>
          <a:xfrm>
            <a:off x="542290" y="3230880"/>
            <a:ext cx="8003540" cy="3601720"/>
            <a:chOff x="854" y="5088"/>
            <a:chExt cx="12604" cy="5672"/>
          </a:xfrm>
        </p:grpSpPr>
        <p:sp>
          <p:nvSpPr>
            <p:cNvPr id="24" name="Rectangle 3"/>
            <p:cNvSpPr>
              <a:spLocks noGrp="1"/>
            </p:cNvSpPr>
            <p:nvPr/>
          </p:nvSpPr>
          <p:spPr>
            <a:xfrm>
              <a:off x="854" y="5088"/>
              <a:ext cx="12604" cy="567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一般地，</a:t>
              </a:r>
              <a:r>
                <a:rPr sz="2400" b="1" kern="1200" dirty="0">
                  <a:solidFill>
                    <a:srgbClr val="000066"/>
                  </a:solidFill>
                  <a:latin typeface="Arial" panose="020B0604020202020204" pitchFamily="34" charset="0"/>
                  <a:ea typeface="楷体_GB2312" pitchFamily="49" charset="-122"/>
                </a:rPr>
                <a:t>n个变量的最大项应有</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个。为了书写方便，最大项用</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来表示。其中，下标</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的值是这样确定的：一组输入变量取值使某个最大项对应二进制数取值为0，则该二进制数对应的十进制数即为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的值。例如：三变量</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的最大项的编号为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，因为只有A、B、C取值分别为0、1、0时，</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的值为0，而二进制数010对应的十进制数位2，故下标</a:t>
              </a:r>
              <a:r>
                <a:rPr lang="en-US"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的</a:t>
              </a:r>
              <a:r>
                <a:rPr sz="2400" b="1" kern="1200" dirty="0">
                  <a:solidFill>
                    <a:srgbClr val="000066"/>
                  </a:solidFill>
                  <a:latin typeface="Arial" panose="020B0604020202020204" pitchFamily="34" charset="0"/>
                  <a:ea typeface="楷体_GB2312" pitchFamily="49" charset="-122"/>
                </a:rPr>
                <a:t>值为2。</a:t>
              </a:r>
              <a:endParaRPr sz="2400" b="1" kern="1200" dirty="0">
                <a:solidFill>
                  <a:srgbClr val="000066"/>
                </a:solidFill>
                <a:latin typeface="Arial" panose="020B0604020202020204" pitchFamily="34" charset="0"/>
                <a:ea typeface="楷体_GB2312" pitchFamily="49" charset="-122"/>
              </a:endParaRPr>
            </a:p>
          </p:txBody>
        </p:sp>
        <p:graphicFrame>
          <p:nvGraphicFramePr>
            <p:cNvPr id="35" name="对象 34">
              <a:hlinkClick r:id="" action="ppaction://ole?verb="/>
            </p:cNvPr>
            <p:cNvGraphicFramePr>
              <a:graphicFrameLocks noChangeAspect="1"/>
            </p:cNvGraphicFramePr>
            <p:nvPr/>
          </p:nvGraphicFramePr>
          <p:xfrm>
            <a:off x="11018" y="5956"/>
            <a:ext cx="307" cy="575"/>
          </p:xfrm>
          <a:graphic>
            <a:graphicData uri="http://schemas.openxmlformats.org/presentationml/2006/ole">
              <mc:AlternateContent xmlns:mc="http://schemas.openxmlformats.org/markup-compatibility/2006">
                <mc:Choice xmlns:v="urn:schemas-microsoft-com:vml" Requires="v">
                  <p:oleObj spid="_x0000_s2049" name="" r:id="rId1" imgW="88265" imgH="165100" progId="Equation.KSEE3">
                    <p:embed/>
                  </p:oleObj>
                </mc:Choice>
                <mc:Fallback>
                  <p:oleObj name="" r:id="rId1" imgW="88265" imgH="165100" progId="Equation.KSEE3">
                    <p:embed/>
                    <p:pic>
                      <p:nvPicPr>
                        <p:cNvPr id="0" name="图片 2048"/>
                        <p:cNvPicPr/>
                        <p:nvPr/>
                      </p:nvPicPr>
                      <p:blipFill>
                        <a:blip r:embed="rId2"/>
                        <a:stretch>
                          <a:fillRect/>
                        </a:stretch>
                      </p:blipFill>
                      <p:spPr>
                        <a:xfrm>
                          <a:off x="11018" y="5956"/>
                          <a:ext cx="307" cy="575"/>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nvGraphicFramePr>
          <p:xfrm>
            <a:off x="10516" y="7354"/>
            <a:ext cx="307" cy="575"/>
          </p:xfrm>
          <a:graphic>
            <a:graphicData uri="http://schemas.openxmlformats.org/presentationml/2006/ole">
              <mc:AlternateContent xmlns:mc="http://schemas.openxmlformats.org/markup-compatibility/2006">
                <mc:Choice xmlns:v="urn:schemas-microsoft-com:vml" Requires="v">
                  <p:oleObj spid="_x0000_s13" name="" r:id="rId3" imgW="88265" imgH="165100" progId="Equation.KSEE3">
                    <p:embed/>
                  </p:oleObj>
                </mc:Choice>
                <mc:Fallback>
                  <p:oleObj name="" r:id="rId3" imgW="88265" imgH="165100" progId="Equation.KSEE3">
                    <p:embed/>
                    <p:pic>
                      <p:nvPicPr>
                        <p:cNvPr id="0" name="图片 2048"/>
                        <p:cNvPicPr/>
                        <p:nvPr/>
                      </p:nvPicPr>
                      <p:blipFill>
                        <a:blip r:embed="rId4"/>
                        <a:stretch>
                          <a:fillRect/>
                        </a:stretch>
                      </p:blipFill>
                      <p:spPr>
                        <a:xfrm>
                          <a:off x="10516" y="7354"/>
                          <a:ext cx="307" cy="57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8400" y="5160"/>
            <a:ext cx="617" cy="664"/>
          </p:xfrm>
          <a:graphic>
            <a:graphicData uri="http://schemas.openxmlformats.org/presentationml/2006/ole">
              <mc:AlternateContent xmlns:mc="http://schemas.openxmlformats.org/markup-compatibility/2006">
                <mc:Choice xmlns:v="urn:schemas-microsoft-com:vml" Requires="v">
                  <p:oleObj spid="_x0000_s16" name="" r:id="rId5" imgW="177165" imgH="190500" progId="Equation.KSEE3">
                    <p:embed/>
                  </p:oleObj>
                </mc:Choice>
                <mc:Fallback>
                  <p:oleObj name="" r:id="rId5" imgW="177165" imgH="190500" progId="Equation.KSEE3">
                    <p:embed/>
                    <p:pic>
                      <p:nvPicPr>
                        <p:cNvPr id="0" name="图片 2048"/>
                        <p:cNvPicPr/>
                        <p:nvPr/>
                      </p:nvPicPr>
                      <p:blipFill>
                        <a:blip r:embed="rId6"/>
                        <a:stretch>
                          <a:fillRect/>
                        </a:stretch>
                      </p:blipFill>
                      <p:spPr>
                        <a:xfrm>
                          <a:off x="8400" y="5160"/>
                          <a:ext cx="617" cy="664"/>
                        </a:xfrm>
                        <a:prstGeom prst="rect">
                          <a:avLst/>
                        </a:prstGeom>
                      </p:spPr>
                    </p:pic>
                  </p:oleObj>
                </mc:Fallback>
              </mc:AlternateContent>
            </a:graphicData>
          </a:graphic>
        </p:graphicFrame>
        <p:graphicFrame>
          <p:nvGraphicFramePr>
            <p:cNvPr id="2" name="对象 -2147482395"/>
            <p:cNvGraphicFramePr>
              <a:graphicFrameLocks noChangeAspect="1"/>
            </p:cNvGraphicFramePr>
            <p:nvPr/>
          </p:nvGraphicFramePr>
          <p:xfrm>
            <a:off x="3066" y="5880"/>
            <a:ext cx="3551" cy="661"/>
          </p:xfrm>
          <a:graphic>
            <a:graphicData uri="http://schemas.openxmlformats.org/presentationml/2006/ole">
              <mc:AlternateContent xmlns:mc="http://schemas.openxmlformats.org/markup-compatibility/2006">
                <mc:Choice xmlns:v="urn:schemas-microsoft-com:vml" Requires="v">
                  <p:oleObj spid="_x0000_s3076" name="" r:id="rId7" imgW="1091565" imgH="203200" progId="Equation.DSMT4">
                    <p:embed/>
                  </p:oleObj>
                </mc:Choice>
                <mc:Fallback>
                  <p:oleObj name="" r:id="rId7" imgW="1091565" imgH="203200" progId="Equation.DSMT4">
                    <p:embed/>
                    <p:pic>
                      <p:nvPicPr>
                        <p:cNvPr id="0" name="图片 3075"/>
                        <p:cNvPicPr/>
                        <p:nvPr/>
                      </p:nvPicPr>
                      <p:blipFill>
                        <a:blip r:embed="rId8"/>
                        <a:stretch>
                          <a:fillRect/>
                        </a:stretch>
                      </p:blipFill>
                      <p:spPr>
                        <a:xfrm>
                          <a:off x="3066" y="5880"/>
                          <a:ext cx="3551" cy="661"/>
                        </a:xfrm>
                        <a:prstGeom prst="rect">
                          <a:avLst/>
                        </a:prstGeom>
                        <a:noFill/>
                        <a:ln w="38100">
                          <a:noFill/>
                          <a:miter/>
                        </a:ln>
                      </p:spPr>
                    </p:pic>
                  </p:oleObj>
                </mc:Fallback>
              </mc:AlternateContent>
            </a:graphicData>
          </a:graphic>
        </p:graphicFrame>
        <p:graphicFrame>
          <p:nvGraphicFramePr>
            <p:cNvPr id="3" name="对象 -2147482394"/>
            <p:cNvGraphicFramePr>
              <a:graphicFrameLocks noChangeAspect="1"/>
            </p:cNvGraphicFramePr>
            <p:nvPr/>
          </p:nvGraphicFramePr>
          <p:xfrm>
            <a:off x="2520" y="7920"/>
            <a:ext cx="1803" cy="644"/>
          </p:xfrm>
          <a:graphic>
            <a:graphicData uri="http://schemas.openxmlformats.org/presentationml/2006/ole">
              <mc:AlternateContent xmlns:mc="http://schemas.openxmlformats.org/markup-compatibility/2006">
                <mc:Choice xmlns:v="urn:schemas-microsoft-com:vml" Requires="v">
                  <p:oleObj spid="_x0000_s17" name="" r:id="rId9" imgW="533400" imgH="190500" progId="Equation.DSMT4">
                    <p:embed/>
                  </p:oleObj>
                </mc:Choice>
                <mc:Fallback>
                  <p:oleObj name="" r:id="rId9" imgW="533400" imgH="190500" progId="Equation.DSMT4">
                    <p:embed/>
                    <p:pic>
                      <p:nvPicPr>
                        <p:cNvPr id="0" name="图片 16"/>
                        <p:cNvPicPr/>
                        <p:nvPr/>
                      </p:nvPicPr>
                      <p:blipFill>
                        <a:blip r:embed="rId10"/>
                        <a:stretch>
                          <a:fillRect/>
                        </a:stretch>
                      </p:blipFill>
                      <p:spPr>
                        <a:xfrm>
                          <a:off x="2520" y="7920"/>
                          <a:ext cx="1803" cy="644"/>
                        </a:xfrm>
                        <a:prstGeom prst="rect">
                          <a:avLst/>
                        </a:prstGeom>
                        <a:noFill/>
                        <a:ln w="38100">
                          <a:noFill/>
                          <a:miter/>
                        </a:ln>
                      </p:spPr>
                    </p:pic>
                  </p:oleObj>
                </mc:Fallback>
              </mc:AlternateContent>
            </a:graphicData>
          </a:graphic>
        </p:graphicFrame>
        <p:graphicFrame>
          <p:nvGraphicFramePr>
            <p:cNvPr id="4" name="对象 -2147479975"/>
            <p:cNvGraphicFramePr>
              <a:graphicFrameLocks noChangeAspect="1"/>
            </p:cNvGraphicFramePr>
            <p:nvPr/>
          </p:nvGraphicFramePr>
          <p:xfrm>
            <a:off x="8204" y="8030"/>
            <a:ext cx="694" cy="651"/>
          </p:xfrm>
          <a:graphic>
            <a:graphicData uri="http://schemas.openxmlformats.org/presentationml/2006/ole">
              <mc:AlternateContent xmlns:mc="http://schemas.openxmlformats.org/markup-compatibility/2006">
                <mc:Choice xmlns:v="urn:schemas-microsoft-com:vml" Requires="v">
                  <p:oleObj spid="_x0000_s18" name="" r:id="rId11" imgW="203200" imgH="190500" progId="Equation.DSMT4">
                    <p:embed/>
                  </p:oleObj>
                </mc:Choice>
                <mc:Fallback>
                  <p:oleObj name="" r:id="rId11" imgW="203200" imgH="190500" progId="Equation.DSMT4">
                    <p:embed/>
                    <p:pic>
                      <p:nvPicPr>
                        <p:cNvPr id="0" name="图片 17"/>
                        <p:cNvPicPr/>
                        <p:nvPr/>
                      </p:nvPicPr>
                      <p:blipFill>
                        <a:blip r:embed="rId12"/>
                        <a:stretch>
                          <a:fillRect/>
                        </a:stretch>
                      </p:blipFill>
                      <p:spPr>
                        <a:xfrm>
                          <a:off x="8204" y="8030"/>
                          <a:ext cx="694" cy="651"/>
                        </a:xfrm>
                        <a:prstGeom prst="rect">
                          <a:avLst/>
                        </a:prstGeom>
                        <a:noFill/>
                        <a:ln w="38100">
                          <a:noFill/>
                          <a:miter/>
                        </a:ln>
                      </p:spPr>
                    </p:pic>
                  </p:oleObj>
                </mc:Fallback>
              </mc:AlternateContent>
            </a:graphicData>
          </a:graphic>
        </p:graphicFrame>
        <p:graphicFrame>
          <p:nvGraphicFramePr>
            <p:cNvPr id="19" name="对象 -2147482394"/>
            <p:cNvGraphicFramePr>
              <a:graphicFrameLocks noChangeAspect="1"/>
            </p:cNvGraphicFramePr>
            <p:nvPr/>
          </p:nvGraphicFramePr>
          <p:xfrm>
            <a:off x="6000" y="8640"/>
            <a:ext cx="1803" cy="644"/>
          </p:xfrm>
          <a:graphic>
            <a:graphicData uri="http://schemas.openxmlformats.org/presentationml/2006/ole">
              <mc:AlternateContent xmlns:mc="http://schemas.openxmlformats.org/markup-compatibility/2006">
                <mc:Choice xmlns:v="urn:schemas-microsoft-com:vml" Requires="v">
                  <p:oleObj spid="_x0000_s20" name="" r:id="rId13" imgW="533400" imgH="190500" progId="Equation.DSMT4">
                    <p:embed/>
                  </p:oleObj>
                </mc:Choice>
                <mc:Fallback>
                  <p:oleObj name="" r:id="rId13" imgW="533400" imgH="190500" progId="Equation.DSMT4">
                    <p:embed/>
                    <p:pic>
                      <p:nvPicPr>
                        <p:cNvPr id="0" name="图片 16"/>
                        <p:cNvPicPr/>
                        <p:nvPr/>
                      </p:nvPicPr>
                      <p:blipFill>
                        <a:blip r:embed="rId10"/>
                        <a:stretch>
                          <a:fillRect/>
                        </a:stretch>
                      </p:blipFill>
                      <p:spPr>
                        <a:xfrm>
                          <a:off x="6000" y="8640"/>
                          <a:ext cx="1803" cy="644"/>
                        </a:xfrm>
                        <a:prstGeom prst="rect">
                          <a:avLst/>
                        </a:prstGeom>
                        <a:noFill/>
                        <a:ln w="38100">
                          <a:noFill/>
                          <a:miter/>
                        </a:ln>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7080" y="9360"/>
            <a:ext cx="307" cy="575"/>
          </p:xfrm>
          <a:graphic>
            <a:graphicData uri="http://schemas.openxmlformats.org/presentationml/2006/ole">
              <mc:AlternateContent xmlns:mc="http://schemas.openxmlformats.org/markup-compatibility/2006">
                <mc:Choice xmlns:v="urn:schemas-microsoft-com:vml" Requires="v">
                  <p:oleObj spid="_x0000_s22" name="" r:id="rId14" imgW="88265" imgH="165100" progId="Equation.KSEE3">
                    <p:embed/>
                  </p:oleObj>
                </mc:Choice>
                <mc:Fallback>
                  <p:oleObj name="" r:id="rId14" imgW="88265" imgH="165100" progId="Equation.KSEE3">
                    <p:embed/>
                    <p:pic>
                      <p:nvPicPr>
                        <p:cNvPr id="0" name="图片 2048"/>
                        <p:cNvPicPr/>
                        <p:nvPr/>
                      </p:nvPicPr>
                      <p:blipFill>
                        <a:blip r:embed="rId4"/>
                        <a:stretch>
                          <a:fillRect/>
                        </a:stretch>
                      </p:blipFill>
                      <p:spPr>
                        <a:xfrm>
                          <a:off x="7080" y="9360"/>
                          <a:ext cx="307" cy="575"/>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文本框 24"/>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533400" y="1219200"/>
            <a:ext cx="8003540" cy="1100455"/>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为了比较最小项和最大项编号不同，三变量A、B、C的最小项和最大项编号如表2-17所示。</a:t>
            </a:r>
            <a:endParaRPr lang="zh-CN" altLang="en-US"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5"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8" name="组合 17"/>
          <p:cNvGrpSpPr/>
          <p:nvPr/>
        </p:nvGrpSpPr>
        <p:grpSpPr>
          <a:xfrm>
            <a:off x="766445" y="2171700"/>
            <a:ext cx="7609840" cy="3657600"/>
            <a:chOff x="1207" y="3660"/>
            <a:chExt cx="11984" cy="5760"/>
          </a:xfrm>
        </p:grpSpPr>
        <p:pic>
          <p:nvPicPr>
            <p:cNvPr id="15" name="图片 14" descr="HFU~B0%]GDHBWC@S00BRLB9"/>
            <p:cNvPicPr>
              <a:picLocks noChangeAspect="1"/>
            </p:cNvPicPr>
            <p:nvPr>
              <p:custDataLst>
                <p:tags r:id="rId1"/>
              </p:custDataLst>
            </p:nvPr>
          </p:nvPicPr>
          <p:blipFill>
            <a:blip r:embed="rId2"/>
            <a:stretch>
              <a:fillRect/>
            </a:stretch>
          </p:blipFill>
          <p:spPr>
            <a:xfrm>
              <a:off x="1207" y="3660"/>
              <a:ext cx="11985" cy="3240"/>
            </a:xfrm>
            <a:prstGeom prst="rect">
              <a:avLst/>
            </a:prstGeom>
          </p:spPr>
        </p:pic>
        <p:pic>
          <p:nvPicPr>
            <p:cNvPr id="17" name="图片 16" descr="X)J~V{10K95})S)FSV4TFWQ"/>
            <p:cNvPicPr>
              <a:picLocks noChangeAspect="1"/>
            </p:cNvPicPr>
            <p:nvPr/>
          </p:nvPicPr>
          <p:blipFill>
            <a:blip r:embed="rId3"/>
            <a:stretch>
              <a:fillRect/>
            </a:stretch>
          </p:blipFill>
          <p:spPr>
            <a:xfrm>
              <a:off x="1259" y="6766"/>
              <a:ext cx="11925" cy="2655"/>
            </a:xfrm>
            <a:prstGeom prst="rect">
              <a:avLst/>
            </a:prstGeom>
          </p:spPr>
        </p:pic>
      </p:grpSp>
      <p:sp>
        <p:nvSpPr>
          <p:cNvPr id="19" name="Rectangle 3"/>
          <p:cNvSpPr>
            <a:spLocks noGrp="1"/>
          </p:cNvSpPr>
          <p:nvPr/>
        </p:nvSpPr>
        <p:spPr>
          <a:xfrm>
            <a:off x="521970" y="5765800"/>
            <a:ext cx="8003540" cy="5829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相同变量的最小项和最大项之间是非函数的关系，即</a:t>
            </a:r>
            <a:endParaRPr lang="en-US" altLang="zh-CN" sz="2400" b="1" kern="1200" dirty="0">
              <a:solidFill>
                <a:srgbClr val="000066"/>
              </a:solidFill>
              <a:latin typeface="Arial" panose="020B0604020202020204" pitchFamily="34" charset="0"/>
              <a:ea typeface="楷体_GB2312" pitchFamily="49" charset="-122"/>
            </a:endParaRPr>
          </a:p>
        </p:txBody>
      </p:sp>
      <p:grpSp>
        <p:nvGrpSpPr>
          <p:cNvPr id="22" name="组合 21"/>
          <p:cNvGrpSpPr/>
          <p:nvPr/>
        </p:nvGrpSpPr>
        <p:grpSpPr>
          <a:xfrm>
            <a:off x="3124200" y="6228080"/>
            <a:ext cx="2528570" cy="582930"/>
            <a:chOff x="4920" y="9928"/>
            <a:chExt cx="3982" cy="918"/>
          </a:xfrm>
        </p:grpSpPr>
        <p:graphicFrame>
          <p:nvGraphicFramePr>
            <p:cNvPr id="2" name="对象 -2147482372"/>
            <p:cNvGraphicFramePr>
              <a:graphicFrameLocks noChangeAspect="1"/>
            </p:cNvGraphicFramePr>
            <p:nvPr/>
          </p:nvGraphicFramePr>
          <p:xfrm>
            <a:off x="4920" y="9960"/>
            <a:ext cx="1570" cy="721"/>
          </p:xfrm>
          <a:graphic>
            <a:graphicData uri="http://schemas.openxmlformats.org/presentationml/2006/ole">
              <mc:AlternateContent xmlns:mc="http://schemas.openxmlformats.org/markup-compatibility/2006">
                <mc:Choice xmlns:v="urn:schemas-microsoft-com:vml" Requires="v">
                  <p:oleObj spid="_x0000_s3076" name="" r:id="rId4" imgW="469265" imgH="215900" progId="Equation.DSMT4">
                    <p:embed/>
                  </p:oleObj>
                </mc:Choice>
                <mc:Fallback>
                  <p:oleObj name="" r:id="rId4" imgW="469265" imgH="215900" progId="Equation.DSMT4">
                    <p:embed/>
                    <p:pic>
                      <p:nvPicPr>
                        <p:cNvPr id="0" name="图片 3075"/>
                        <p:cNvPicPr/>
                        <p:nvPr/>
                      </p:nvPicPr>
                      <p:blipFill>
                        <a:blip r:embed="rId5"/>
                        <a:stretch>
                          <a:fillRect/>
                        </a:stretch>
                      </p:blipFill>
                      <p:spPr>
                        <a:xfrm>
                          <a:off x="4920" y="9960"/>
                          <a:ext cx="1570" cy="721"/>
                        </a:xfrm>
                        <a:prstGeom prst="rect">
                          <a:avLst/>
                        </a:prstGeom>
                        <a:noFill/>
                        <a:ln w="38100">
                          <a:noFill/>
                          <a:miter/>
                        </a:ln>
                      </p:spPr>
                    </p:pic>
                  </p:oleObj>
                </mc:Fallback>
              </mc:AlternateContent>
            </a:graphicData>
          </a:graphic>
        </p:graphicFrame>
        <p:sp>
          <p:nvSpPr>
            <p:cNvPr id="20" name="Rectangle 3"/>
            <p:cNvSpPr>
              <a:spLocks noGrp="1"/>
            </p:cNvSpPr>
            <p:nvPr/>
          </p:nvSpPr>
          <p:spPr>
            <a:xfrm>
              <a:off x="6512" y="9928"/>
              <a:ext cx="992" cy="91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zh-CN" altLang="en-US" sz="2400" b="1" kern="1200" dirty="0">
                  <a:solidFill>
                    <a:srgbClr val="000066"/>
                  </a:solidFill>
                  <a:latin typeface="Arial" panose="020B0604020202020204" pitchFamily="34" charset="0"/>
                  <a:ea typeface="楷体_GB2312" pitchFamily="49" charset="-122"/>
                </a:rPr>
                <a:t>或</a:t>
              </a:r>
              <a:endParaRPr lang="en-US" altLang="zh-CN" sz="2400" b="1" kern="1200" dirty="0">
                <a:solidFill>
                  <a:srgbClr val="000066"/>
                </a:solidFill>
                <a:latin typeface="Arial" panose="020B0604020202020204" pitchFamily="34" charset="0"/>
                <a:ea typeface="楷体_GB2312" pitchFamily="49" charset="-122"/>
              </a:endParaRPr>
            </a:p>
          </p:txBody>
        </p:sp>
        <p:graphicFrame>
          <p:nvGraphicFramePr>
            <p:cNvPr id="3" name="对象 -2147482371"/>
            <p:cNvGraphicFramePr>
              <a:graphicFrameLocks noChangeAspect="1"/>
            </p:cNvGraphicFramePr>
            <p:nvPr/>
          </p:nvGraphicFramePr>
          <p:xfrm>
            <a:off x="7352" y="10014"/>
            <a:ext cx="1550" cy="712"/>
          </p:xfrm>
          <a:graphic>
            <a:graphicData uri="http://schemas.openxmlformats.org/presentationml/2006/ole">
              <mc:AlternateContent xmlns:mc="http://schemas.openxmlformats.org/markup-compatibility/2006">
                <mc:Choice xmlns:v="urn:schemas-microsoft-com:vml" Requires="v">
                  <p:oleObj spid="_x0000_s21" name="" r:id="rId6" imgW="469265" imgH="215900" progId="Equation.DSMT4">
                    <p:embed/>
                  </p:oleObj>
                </mc:Choice>
                <mc:Fallback>
                  <p:oleObj name="" r:id="rId6" imgW="469265" imgH="215900" progId="Equation.DSMT4">
                    <p:embed/>
                    <p:pic>
                      <p:nvPicPr>
                        <p:cNvPr id="0" name="图片 20"/>
                        <p:cNvPicPr/>
                        <p:nvPr/>
                      </p:nvPicPr>
                      <p:blipFill>
                        <a:blip r:embed="rId7"/>
                        <a:stretch>
                          <a:fillRect/>
                        </a:stretch>
                      </p:blipFill>
                      <p:spPr>
                        <a:xfrm>
                          <a:off x="7352" y="10014"/>
                          <a:ext cx="1550" cy="71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000"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ppt_w</p:attrName>
                                        </p:attrNameLst>
                                      </p:cBhvr>
                                      <p:tavLst>
                                        <p:tav tm="0" fmla="#ppt_w*sin(2.5*pi*$)">
                                          <p:val>
                                            <p:fltVal val="0"/>
                                          </p:val>
                                        </p:tav>
                                        <p:tav tm="100000">
                                          <p:val>
                                            <p:fltVal val="1"/>
                                          </p:val>
                                        </p:tav>
                                      </p:tavLst>
                                    </p:anim>
                                    <p:anim calcmode="lin" valueType="num">
                                      <p:cBhvr>
                                        <p:cTn id="9" dur="1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Scale>
                                      <p:cBhvr>
                                        <p:cTn id="14" dur="1000" decel="50000" fill="hold">
                                          <p:stCondLst>
                                            <p:cond delay="0"/>
                                          </p:stCondLst>
                                        </p:cTn>
                                        <p:tgtEl>
                                          <p:spTgt spid="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22"/>
                                        </p:tgtEl>
                                        <p:attrNameLst>
                                          <p:attrName>ppt_x</p:attrName>
                                          <p:attrName>ppt_y</p:attrName>
                                        </p:attrNameLst>
                                      </p:cBhvr>
                                    </p:animMotion>
                                    <p:animEffect transition="in" filter="fade">
                                      <p:cBhvr>
                                        <p:cTn id="16"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762000" y="1066800"/>
            <a:ext cx="7798435" cy="609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sym typeface="+mn-ea"/>
              </a:rPr>
              <a:t>三变量</a:t>
            </a:r>
            <a:r>
              <a:rPr sz="2400" b="1" kern="1200" dirty="0">
                <a:solidFill>
                  <a:srgbClr val="000066"/>
                </a:solidFill>
                <a:latin typeface="Arial" panose="020B0604020202020204" pitchFamily="34" charset="0"/>
                <a:ea typeface="楷体_GB2312" pitchFamily="49" charset="-122"/>
              </a:rPr>
              <a:t>A、B、C的所有最</a:t>
            </a:r>
            <a:r>
              <a:rPr lang="zh-CN" sz="2400" b="1" kern="1200" dirty="0">
                <a:solidFill>
                  <a:srgbClr val="000066"/>
                </a:solidFill>
                <a:latin typeface="Arial" panose="020B0604020202020204" pitchFamily="34" charset="0"/>
                <a:ea typeface="楷体_GB2312" pitchFamily="49" charset="-122"/>
              </a:rPr>
              <a:t>大</a:t>
            </a:r>
            <a:r>
              <a:rPr sz="2400" b="1" kern="1200" dirty="0">
                <a:solidFill>
                  <a:srgbClr val="000066"/>
                </a:solidFill>
                <a:latin typeface="Arial" panose="020B0604020202020204" pitchFamily="34" charset="0"/>
                <a:ea typeface="楷体_GB2312" pitchFamily="49" charset="-122"/>
              </a:rPr>
              <a:t>项真值表如</a:t>
            </a:r>
            <a:r>
              <a:rPr lang="zh-CN" sz="2400" b="1" kern="1200" dirty="0">
                <a:solidFill>
                  <a:srgbClr val="000066"/>
                </a:solidFill>
                <a:latin typeface="Arial" panose="020B0604020202020204" pitchFamily="34" charset="0"/>
                <a:ea typeface="楷体_GB2312" pitchFamily="49" charset="-122"/>
              </a:rPr>
              <a:t>下</a:t>
            </a:r>
            <a:r>
              <a:rPr sz="2400" b="1" kern="1200" dirty="0">
                <a:solidFill>
                  <a:srgbClr val="000066"/>
                </a:solidFill>
                <a:latin typeface="Arial" panose="020B0604020202020204" pitchFamily="34" charset="0"/>
                <a:ea typeface="楷体_GB2312" pitchFamily="49" charset="-122"/>
              </a:rPr>
              <a:t>所示。</a:t>
            </a:r>
            <a:endParaRPr sz="2400" b="1" kern="1200"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8" name="图片 7" descr="1S2BUHMS[%1%JSNIKZM~8FN"/>
          <p:cNvPicPr>
            <a:picLocks noChangeAspect="1"/>
          </p:cNvPicPr>
          <p:nvPr/>
        </p:nvPicPr>
        <p:blipFill>
          <a:blip r:embed="rId1"/>
          <a:stretch>
            <a:fillRect/>
          </a:stretch>
        </p:blipFill>
        <p:spPr>
          <a:xfrm>
            <a:off x="775970" y="1576070"/>
            <a:ext cx="7591425" cy="3552825"/>
          </a:xfrm>
          <a:prstGeom prst="rect">
            <a:avLst/>
          </a:prstGeom>
        </p:spPr>
      </p:pic>
      <p:sp>
        <p:nvSpPr>
          <p:cNvPr id="10" name="Rectangle 3"/>
          <p:cNvSpPr>
            <a:spLocks noGrp="1"/>
          </p:cNvSpPr>
          <p:nvPr/>
        </p:nvSpPr>
        <p:spPr>
          <a:xfrm>
            <a:off x="812800" y="5003800"/>
            <a:ext cx="7798435" cy="1824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任意一组输入变量的取值，有且仅有一个最大项的值为0，其他最大项的值均为1。</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任意两个不同的最大项之和为1。</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(3) 全体最大项之积为0。</a:t>
            </a:r>
            <a:endParaRPr sz="2400" b="1"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297180" y="1143000"/>
            <a:ext cx="8531860" cy="61341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【例2-15】将</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表示成最大项之积的形式。</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449580" y="1662430"/>
            <a:ext cx="1479550" cy="609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447800" y="533400"/>
            <a:ext cx="69195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2.4 </a:t>
            </a:r>
            <a:r>
              <a:rPr lang="zh-CN" altLang="en-US" b="1" dirty="0">
                <a:solidFill>
                  <a:srgbClr val="FF0000"/>
                </a:solidFill>
                <a:latin typeface="黑体" panose="02010609060101010101" pitchFamily="49" charset="-122"/>
                <a:ea typeface="黑体" panose="02010609060101010101" pitchFamily="49" charset="-122"/>
              </a:rPr>
              <a:t>逻辑函数最小项和最大项形式</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 name="对象 -2147482348"/>
          <p:cNvGraphicFramePr>
            <a:graphicFrameLocks noChangeAspect="1"/>
          </p:cNvGraphicFramePr>
          <p:nvPr/>
        </p:nvGraphicFramePr>
        <p:xfrm>
          <a:off x="1696720" y="1626870"/>
          <a:ext cx="3680460" cy="594995"/>
        </p:xfrm>
        <a:graphic>
          <a:graphicData uri="http://schemas.openxmlformats.org/presentationml/2006/ole">
            <mc:AlternateContent xmlns:mc="http://schemas.openxmlformats.org/markup-compatibility/2006">
              <mc:Choice xmlns:v="urn:schemas-microsoft-com:vml" Requires="v">
                <p:oleObj spid="_x0000_s5" name="" r:id="rId1" imgW="1727200" imgH="279400" progId="Equation.DSMT4">
                  <p:embed/>
                </p:oleObj>
              </mc:Choice>
              <mc:Fallback>
                <p:oleObj name="" r:id="rId1" imgW="1727200" imgH="279400" progId="Equation.DSMT4">
                  <p:embed/>
                  <p:pic>
                    <p:nvPicPr>
                      <p:cNvPr id="0" name="图片 4"/>
                      <p:cNvPicPr/>
                      <p:nvPr/>
                    </p:nvPicPr>
                    <p:blipFill>
                      <a:blip r:embed="rId2"/>
                      <a:stretch>
                        <a:fillRect/>
                      </a:stretch>
                    </p:blipFill>
                    <p:spPr>
                      <a:xfrm>
                        <a:off x="1696720" y="1626870"/>
                        <a:ext cx="3680460" cy="594995"/>
                      </a:xfrm>
                      <a:prstGeom prst="rect">
                        <a:avLst/>
                      </a:prstGeom>
                      <a:noFill/>
                      <a:ln w="38100">
                        <a:noFill/>
                        <a:miter/>
                      </a:ln>
                    </p:spPr>
                  </p:pic>
                </p:oleObj>
              </mc:Fallback>
            </mc:AlternateContent>
          </a:graphicData>
        </a:graphic>
      </p:graphicFrame>
      <p:graphicFrame>
        <p:nvGraphicFramePr>
          <p:cNvPr id="3" name="对象 -2147482349"/>
          <p:cNvGraphicFramePr>
            <a:graphicFrameLocks noChangeAspect="1"/>
          </p:cNvGraphicFramePr>
          <p:nvPr/>
        </p:nvGraphicFramePr>
        <p:xfrm>
          <a:off x="2743200" y="1198880"/>
          <a:ext cx="2540000" cy="469265"/>
        </p:xfrm>
        <a:graphic>
          <a:graphicData uri="http://schemas.openxmlformats.org/presentationml/2006/ole">
            <mc:AlternateContent xmlns:mc="http://schemas.openxmlformats.org/markup-compatibility/2006">
              <mc:Choice xmlns:v="urn:schemas-microsoft-com:vml" Requires="v">
                <p:oleObj spid="_x0000_s8" name="" r:id="rId3" imgW="1167130" imgH="215900" progId="Equation.DSMT4">
                  <p:embed/>
                </p:oleObj>
              </mc:Choice>
              <mc:Fallback>
                <p:oleObj name="" r:id="rId3" imgW="1167130" imgH="215900" progId="Equation.DSMT4">
                  <p:embed/>
                  <p:pic>
                    <p:nvPicPr>
                      <p:cNvPr id="0" name="图片 7"/>
                      <p:cNvPicPr/>
                      <p:nvPr/>
                    </p:nvPicPr>
                    <p:blipFill>
                      <a:blip r:embed="rId4"/>
                      <a:stretch>
                        <a:fillRect/>
                      </a:stretch>
                    </p:blipFill>
                    <p:spPr>
                      <a:xfrm>
                        <a:off x="2743200" y="1198880"/>
                        <a:ext cx="2540000" cy="469265"/>
                      </a:xfrm>
                      <a:prstGeom prst="rect">
                        <a:avLst/>
                      </a:prstGeom>
                      <a:noFill/>
                      <a:ln w="38100">
                        <a:noFill/>
                        <a:miter/>
                      </a:ln>
                    </p:spPr>
                  </p:pic>
                </p:oleObj>
              </mc:Fallback>
            </mc:AlternateContent>
          </a:graphicData>
        </a:graphic>
      </p:graphicFrame>
      <p:graphicFrame>
        <p:nvGraphicFramePr>
          <p:cNvPr id="4" name="对象 -2147482347"/>
          <p:cNvGraphicFramePr>
            <a:graphicFrameLocks noChangeAspect="1"/>
          </p:cNvGraphicFramePr>
          <p:nvPr/>
        </p:nvGraphicFramePr>
        <p:xfrm>
          <a:off x="2895600" y="2133600"/>
          <a:ext cx="3717290" cy="512445"/>
        </p:xfrm>
        <a:graphic>
          <a:graphicData uri="http://schemas.openxmlformats.org/presentationml/2006/ole">
            <mc:AlternateContent xmlns:mc="http://schemas.openxmlformats.org/markup-compatibility/2006">
              <mc:Choice xmlns:v="urn:schemas-microsoft-com:vml" Requires="v">
                <p:oleObj spid="_x0000_s10" name="" r:id="rId5" imgW="1839595" imgH="254000" progId="Equation.DSMT4">
                  <p:embed/>
                </p:oleObj>
              </mc:Choice>
              <mc:Fallback>
                <p:oleObj name="" r:id="rId5" imgW="1839595" imgH="254000" progId="Equation.DSMT4">
                  <p:embed/>
                  <p:pic>
                    <p:nvPicPr>
                      <p:cNvPr id="0" name="图片 9"/>
                      <p:cNvPicPr/>
                      <p:nvPr/>
                    </p:nvPicPr>
                    <p:blipFill>
                      <a:blip r:embed="rId6"/>
                      <a:stretch>
                        <a:fillRect/>
                      </a:stretch>
                    </p:blipFill>
                    <p:spPr>
                      <a:xfrm>
                        <a:off x="2895600" y="2133600"/>
                        <a:ext cx="3717290" cy="512445"/>
                      </a:xfrm>
                      <a:prstGeom prst="rect">
                        <a:avLst/>
                      </a:prstGeom>
                      <a:noFill/>
                      <a:ln w="38100">
                        <a:noFill/>
                        <a:miter/>
                      </a:ln>
                    </p:spPr>
                  </p:pic>
                </p:oleObj>
              </mc:Fallback>
            </mc:AlternateContent>
          </a:graphicData>
        </a:graphic>
      </p:graphicFrame>
      <p:graphicFrame>
        <p:nvGraphicFramePr>
          <p:cNvPr id="6" name="对象 -2147482346"/>
          <p:cNvGraphicFramePr>
            <a:graphicFrameLocks noChangeAspect="1"/>
          </p:cNvGraphicFramePr>
          <p:nvPr/>
        </p:nvGraphicFramePr>
        <p:xfrm>
          <a:off x="2895600" y="2590800"/>
          <a:ext cx="3971925" cy="496570"/>
        </p:xfrm>
        <a:graphic>
          <a:graphicData uri="http://schemas.openxmlformats.org/presentationml/2006/ole">
            <mc:AlternateContent xmlns:mc="http://schemas.openxmlformats.org/markup-compatibility/2006">
              <mc:Choice xmlns:v="urn:schemas-microsoft-com:vml" Requires="v">
                <p:oleObj spid="_x0000_s11" name="" r:id="rId7" imgW="2030095" imgH="254000" progId="Equation.DSMT4">
                  <p:embed/>
                </p:oleObj>
              </mc:Choice>
              <mc:Fallback>
                <p:oleObj name="" r:id="rId7" imgW="2030095" imgH="254000" progId="Equation.DSMT4">
                  <p:embed/>
                  <p:pic>
                    <p:nvPicPr>
                      <p:cNvPr id="0" name="图片 10"/>
                      <p:cNvPicPr/>
                      <p:nvPr/>
                    </p:nvPicPr>
                    <p:blipFill>
                      <a:blip r:embed="rId8"/>
                      <a:stretch>
                        <a:fillRect/>
                      </a:stretch>
                    </p:blipFill>
                    <p:spPr>
                      <a:xfrm>
                        <a:off x="2895600" y="2590800"/>
                        <a:ext cx="3971925" cy="496570"/>
                      </a:xfrm>
                      <a:prstGeom prst="rect">
                        <a:avLst/>
                      </a:prstGeom>
                      <a:noFill/>
                      <a:ln w="38100">
                        <a:noFill/>
                        <a:miter/>
                      </a:ln>
                    </p:spPr>
                  </p:pic>
                </p:oleObj>
              </mc:Fallback>
            </mc:AlternateContent>
          </a:graphicData>
        </a:graphic>
      </p:graphicFrame>
      <p:graphicFrame>
        <p:nvGraphicFramePr>
          <p:cNvPr id="9" name="对象 -2147482345"/>
          <p:cNvGraphicFramePr>
            <a:graphicFrameLocks noChangeAspect="1"/>
          </p:cNvGraphicFramePr>
          <p:nvPr/>
        </p:nvGraphicFramePr>
        <p:xfrm>
          <a:off x="2895600" y="3124200"/>
          <a:ext cx="4769485" cy="479425"/>
        </p:xfrm>
        <a:graphic>
          <a:graphicData uri="http://schemas.openxmlformats.org/presentationml/2006/ole">
            <mc:AlternateContent xmlns:mc="http://schemas.openxmlformats.org/markup-compatibility/2006">
              <mc:Choice xmlns:v="urn:schemas-microsoft-com:vml" Requires="v">
                <p:oleObj spid="_x0000_s12" name="" r:id="rId9" imgW="2273300" imgH="228600" progId="Equation.DSMT4">
                  <p:embed/>
                </p:oleObj>
              </mc:Choice>
              <mc:Fallback>
                <p:oleObj name="" r:id="rId9" imgW="2273300" imgH="228600" progId="Equation.DSMT4">
                  <p:embed/>
                  <p:pic>
                    <p:nvPicPr>
                      <p:cNvPr id="0" name="图片 11"/>
                      <p:cNvPicPr/>
                      <p:nvPr/>
                    </p:nvPicPr>
                    <p:blipFill>
                      <a:blip r:embed="rId10"/>
                      <a:stretch>
                        <a:fillRect/>
                      </a:stretch>
                    </p:blipFill>
                    <p:spPr>
                      <a:xfrm>
                        <a:off x="2895600" y="3124200"/>
                        <a:ext cx="4769485" cy="479425"/>
                      </a:xfrm>
                      <a:prstGeom prst="rect">
                        <a:avLst/>
                      </a:prstGeom>
                      <a:noFill/>
                      <a:ln w="38100">
                        <a:noFill/>
                        <a:miter/>
                      </a:ln>
                    </p:spPr>
                  </p:pic>
                </p:oleObj>
              </mc:Fallback>
            </mc:AlternateContent>
          </a:graphicData>
        </a:graphic>
      </p:graphicFrame>
      <p:graphicFrame>
        <p:nvGraphicFramePr>
          <p:cNvPr id="13" name="对象 -2147482344"/>
          <p:cNvGraphicFramePr>
            <a:graphicFrameLocks noChangeAspect="1"/>
          </p:cNvGraphicFramePr>
          <p:nvPr/>
        </p:nvGraphicFramePr>
        <p:xfrm>
          <a:off x="2895600" y="3581400"/>
          <a:ext cx="3216910" cy="481965"/>
        </p:xfrm>
        <a:graphic>
          <a:graphicData uri="http://schemas.openxmlformats.org/presentationml/2006/ole">
            <mc:AlternateContent xmlns:mc="http://schemas.openxmlformats.org/markup-compatibility/2006">
              <mc:Choice xmlns:v="urn:schemas-microsoft-com:vml" Requires="v">
                <p:oleObj spid="_x0000_s14" name="" r:id="rId11" imgW="1524000" imgH="228600" progId="Equation.DSMT4">
                  <p:embed/>
                </p:oleObj>
              </mc:Choice>
              <mc:Fallback>
                <p:oleObj name="" r:id="rId11" imgW="1524000" imgH="228600" progId="Equation.DSMT4">
                  <p:embed/>
                  <p:pic>
                    <p:nvPicPr>
                      <p:cNvPr id="0" name="图片 13"/>
                      <p:cNvPicPr/>
                      <p:nvPr/>
                    </p:nvPicPr>
                    <p:blipFill>
                      <a:blip r:embed="rId12"/>
                      <a:stretch>
                        <a:fillRect/>
                      </a:stretch>
                    </p:blipFill>
                    <p:spPr>
                      <a:xfrm>
                        <a:off x="2895600" y="3581400"/>
                        <a:ext cx="3216910" cy="481965"/>
                      </a:xfrm>
                      <a:prstGeom prst="rect">
                        <a:avLst/>
                      </a:prstGeom>
                      <a:noFill/>
                      <a:ln w="38100">
                        <a:noFill/>
                        <a:miter/>
                      </a:ln>
                    </p:spPr>
                  </p:pic>
                </p:oleObj>
              </mc:Fallback>
            </mc:AlternateContent>
          </a:graphicData>
        </a:graphic>
      </p:graphicFrame>
      <p:graphicFrame>
        <p:nvGraphicFramePr>
          <p:cNvPr id="16" name="对象 -2147482343"/>
          <p:cNvGraphicFramePr>
            <a:graphicFrameLocks noChangeAspect="1"/>
          </p:cNvGraphicFramePr>
          <p:nvPr/>
        </p:nvGraphicFramePr>
        <p:xfrm>
          <a:off x="2895600" y="4114800"/>
          <a:ext cx="2746375" cy="457835"/>
        </p:xfrm>
        <a:graphic>
          <a:graphicData uri="http://schemas.openxmlformats.org/presentationml/2006/ole">
            <mc:AlternateContent xmlns:mc="http://schemas.openxmlformats.org/markup-compatibility/2006">
              <mc:Choice xmlns:v="urn:schemas-microsoft-com:vml" Requires="v">
                <p:oleObj spid="_x0000_s18" name="" r:id="rId13" imgW="1371600" imgH="228600" progId="Equation.DSMT4">
                  <p:embed/>
                </p:oleObj>
              </mc:Choice>
              <mc:Fallback>
                <p:oleObj name="" r:id="rId13" imgW="1371600" imgH="228600" progId="Equation.DSMT4">
                  <p:embed/>
                  <p:pic>
                    <p:nvPicPr>
                      <p:cNvPr id="0" name="图片 15"/>
                      <p:cNvPicPr/>
                      <p:nvPr/>
                    </p:nvPicPr>
                    <p:blipFill>
                      <a:blip r:embed="rId14"/>
                      <a:stretch>
                        <a:fillRect/>
                      </a:stretch>
                    </p:blipFill>
                    <p:spPr>
                      <a:xfrm>
                        <a:off x="2895600" y="4114800"/>
                        <a:ext cx="2746375" cy="457835"/>
                      </a:xfrm>
                      <a:prstGeom prst="rect">
                        <a:avLst/>
                      </a:prstGeom>
                      <a:noFill/>
                      <a:ln w="38100">
                        <a:noFill/>
                        <a:miter/>
                      </a:ln>
                    </p:spPr>
                  </p:pic>
                </p:oleObj>
              </mc:Fallback>
            </mc:AlternateContent>
          </a:graphicData>
        </a:graphic>
      </p:graphicFrame>
      <p:graphicFrame>
        <p:nvGraphicFramePr>
          <p:cNvPr id="19" name="对象 -2147482342"/>
          <p:cNvGraphicFramePr>
            <a:graphicFrameLocks noChangeAspect="1"/>
          </p:cNvGraphicFramePr>
          <p:nvPr/>
        </p:nvGraphicFramePr>
        <p:xfrm>
          <a:off x="2895600" y="4572000"/>
          <a:ext cx="5041900" cy="444500"/>
        </p:xfrm>
        <a:graphic>
          <a:graphicData uri="http://schemas.openxmlformats.org/presentationml/2006/ole">
            <mc:AlternateContent xmlns:mc="http://schemas.openxmlformats.org/markup-compatibility/2006">
              <mc:Choice xmlns:v="urn:schemas-microsoft-com:vml" Requires="v">
                <p:oleObj spid="_x0000_s20" name="" r:id="rId15" imgW="2447925" imgH="215900" progId="Equation.DSMT4">
                  <p:embed/>
                </p:oleObj>
              </mc:Choice>
              <mc:Fallback>
                <p:oleObj name="" r:id="rId15" imgW="2447925" imgH="215900" progId="Equation.DSMT4">
                  <p:embed/>
                  <p:pic>
                    <p:nvPicPr>
                      <p:cNvPr id="0" name="图片 17"/>
                      <p:cNvPicPr/>
                      <p:nvPr/>
                    </p:nvPicPr>
                    <p:blipFill>
                      <a:blip r:embed="rId16"/>
                      <a:stretch>
                        <a:fillRect/>
                      </a:stretch>
                    </p:blipFill>
                    <p:spPr>
                      <a:xfrm>
                        <a:off x="2895600" y="4572000"/>
                        <a:ext cx="5041900" cy="444500"/>
                      </a:xfrm>
                      <a:prstGeom prst="rect">
                        <a:avLst/>
                      </a:prstGeom>
                      <a:noFill/>
                      <a:ln w="38100">
                        <a:noFill/>
                        <a:miter/>
                      </a:ln>
                    </p:spPr>
                  </p:pic>
                </p:oleObj>
              </mc:Fallback>
            </mc:AlternateContent>
          </a:graphicData>
        </a:graphic>
      </p:graphicFrame>
      <p:sp>
        <p:nvSpPr>
          <p:cNvPr id="21" name="Rectangle 3"/>
          <p:cNvSpPr>
            <a:spLocks noGrp="1"/>
          </p:cNvSpPr>
          <p:nvPr/>
        </p:nvSpPr>
        <p:spPr>
          <a:xfrm>
            <a:off x="508000" y="4927600"/>
            <a:ext cx="8103870" cy="18243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上述表达式是由若干或项执行逻辑与运算构成的，这类表达式称为或-与式，又因为所有的或项都是最大项，故称为标准或-与式。为简单起见，最大项用编号表示，则上式可以写成：</a:t>
            </a:r>
            <a:endParaRPr sz="2400" b="1" dirty="0">
              <a:solidFill>
                <a:srgbClr val="000066"/>
              </a:solidFill>
              <a:latin typeface="Arial" panose="020B0604020202020204" pitchFamily="34" charset="0"/>
              <a:ea typeface="楷体_GB2312" pitchFamily="49" charset="-122"/>
            </a:endParaRPr>
          </a:p>
        </p:txBody>
      </p:sp>
      <p:graphicFrame>
        <p:nvGraphicFramePr>
          <p:cNvPr id="22" name="对象 -2147482341"/>
          <p:cNvGraphicFramePr>
            <a:graphicFrameLocks noChangeAspect="1"/>
          </p:cNvGraphicFramePr>
          <p:nvPr/>
        </p:nvGraphicFramePr>
        <p:xfrm>
          <a:off x="2438400" y="6324600"/>
          <a:ext cx="5126990" cy="454025"/>
        </p:xfrm>
        <a:graphic>
          <a:graphicData uri="http://schemas.openxmlformats.org/presentationml/2006/ole">
            <mc:AlternateContent xmlns:mc="http://schemas.openxmlformats.org/markup-compatibility/2006">
              <mc:Choice xmlns:v="urn:schemas-microsoft-com:vml" Requires="v">
                <p:oleObj spid="_x0000_s23" name="" r:id="rId17" imgW="2435225" imgH="215900" progId="Equation.DSMT4">
                  <p:embed/>
                </p:oleObj>
              </mc:Choice>
              <mc:Fallback>
                <p:oleObj name="" r:id="rId17" imgW="2435225" imgH="215900" progId="Equation.DSMT4">
                  <p:embed/>
                  <p:pic>
                    <p:nvPicPr>
                      <p:cNvPr id="0" name="图片 19"/>
                      <p:cNvPicPr/>
                      <p:nvPr/>
                    </p:nvPicPr>
                    <p:blipFill>
                      <a:blip r:embed="rId18"/>
                      <a:stretch>
                        <a:fillRect/>
                      </a:stretch>
                    </p:blipFill>
                    <p:spPr>
                      <a:xfrm>
                        <a:off x="2438400" y="6324600"/>
                        <a:ext cx="5126990" cy="4540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0.70"/>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par>
                                <p:cTn id="10" presetID="55"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1000" fill="hold"/>
                                        <p:tgtEl>
                                          <p:spTgt spid="13"/>
                                        </p:tgtEl>
                                        <p:attrNameLst>
                                          <p:attrName>ppt_w</p:attrName>
                                        </p:attrNameLst>
                                      </p:cBhvr>
                                      <p:tavLst>
                                        <p:tav tm="0">
                                          <p:val>
                                            <p:fltVal val="0"/>
                                          </p:val>
                                        </p:tav>
                                        <p:tav tm="100000">
                                          <p:val>
                                            <p:strVal val="#ppt_w"/>
                                          </p:val>
                                        </p:tav>
                                      </p:tavLst>
                                    </p:anim>
                                    <p:anim calcmode="lin" valueType="num">
                                      <p:cBhvr>
                                        <p:cTn id="39" dur="1000" fill="hold"/>
                                        <p:tgtEl>
                                          <p:spTgt spid="13"/>
                                        </p:tgtEl>
                                        <p:attrNameLst>
                                          <p:attrName>ppt_h</p:attrName>
                                        </p:attrNameLst>
                                      </p:cBhvr>
                                      <p:tavLst>
                                        <p:tav tm="0">
                                          <p:val>
                                            <p:fltVal val="0"/>
                                          </p:val>
                                        </p:tav>
                                        <p:tav tm="100000">
                                          <p:val>
                                            <p:strVal val="#ppt_h"/>
                                          </p:val>
                                        </p:tav>
                                      </p:tavLst>
                                    </p:anim>
                                    <p:anim calcmode="lin" valueType="num">
                                      <p:cBhvr>
                                        <p:cTn id="40" dur="1000" fill="hold"/>
                                        <p:tgtEl>
                                          <p:spTgt spid="13"/>
                                        </p:tgtEl>
                                        <p:attrNameLst>
                                          <p:attrName>style.rotation</p:attrName>
                                        </p:attrNameLst>
                                      </p:cBhvr>
                                      <p:tavLst>
                                        <p:tav tm="0">
                                          <p:val>
                                            <p:fltVal val="90"/>
                                          </p:val>
                                        </p:tav>
                                        <p:tav tm="100000">
                                          <p:val>
                                            <p:fltVal val="0"/>
                                          </p:val>
                                        </p:tav>
                                      </p:tavLst>
                                    </p:anim>
                                    <p:animEffect transition="in" filter="fade">
                                      <p:cBhvr>
                                        <p:cTn id="41" dur="10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5" presetClass="entr" presetSubtype="0" fill="hold" grpId="0" nodeType="clickEffect">
                                  <p:stCondLst>
                                    <p:cond delay="0"/>
                                  </p:stCondLst>
                                  <p:childTnLst>
                                    <p:set>
                                      <p:cBhvr>
                                        <p:cTn id="56" dur="1000"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style.rotation</p:attrName>
                                        </p:attrNameLst>
                                      </p:cBhvr>
                                      <p:tavLst>
                                        <p:tav tm="0">
                                          <p:val>
                                            <p:fltVal val="720"/>
                                          </p:val>
                                        </p:tav>
                                        <p:tav tm="100000">
                                          <p:val>
                                            <p:fltVal val="0"/>
                                          </p:val>
                                        </p:tav>
                                      </p:tavLst>
                                    </p:anim>
                                    <p:anim calcmode="lin" valueType="num">
                                      <p:cBhvr>
                                        <p:cTn id="59" dur="1000" fill="hold"/>
                                        <p:tgtEl>
                                          <p:spTgt spid="21"/>
                                        </p:tgtEl>
                                        <p:attrNameLst>
                                          <p:attrName>ppt_h</p:attrName>
                                        </p:attrNameLst>
                                      </p:cBhvr>
                                      <p:tavLst>
                                        <p:tav tm="0">
                                          <p:val>
                                            <p:fltVal val="0"/>
                                          </p:val>
                                        </p:tav>
                                        <p:tav tm="100000">
                                          <p:val>
                                            <p:strVal val="#ppt_h"/>
                                          </p:val>
                                        </p:tav>
                                      </p:tavLst>
                                    </p:anim>
                                    <p:anim calcmode="lin" valueType="num">
                                      <p:cBhvr>
                                        <p:cTn id="60" dur="1000" fill="hold"/>
                                        <p:tgtEl>
                                          <p:spTgt spid="21"/>
                                        </p:tgtEl>
                                        <p:attrNameLst>
                                          <p:attrName>ppt_w</p:attrName>
                                        </p:attrNameLst>
                                      </p:cBhvr>
                                      <p:tavLst>
                                        <p:tav tm="0">
                                          <p:val>
                                            <p:fltVal val="0"/>
                                          </p:val>
                                        </p:tav>
                                        <p:tav tm="100000">
                                          <p:val>
                                            <p:strVal val="#ppt_w"/>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barn(inVertical)">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09600" y="1447800"/>
            <a:ext cx="6294120" cy="509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逻辑函数为什么要化简</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4008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41" name="组合 40"/>
          <p:cNvGrpSpPr/>
          <p:nvPr/>
        </p:nvGrpSpPr>
        <p:grpSpPr>
          <a:xfrm>
            <a:off x="533400" y="2133600"/>
            <a:ext cx="8116570" cy="1064260"/>
            <a:chOff x="840" y="3360"/>
            <a:chExt cx="12782" cy="1676"/>
          </a:xfrm>
        </p:grpSpPr>
        <p:sp>
          <p:nvSpPr>
            <p:cNvPr id="38" name="Rectangle 3"/>
            <p:cNvSpPr>
              <a:spLocks noGrp="1"/>
            </p:cNvSpPr>
            <p:nvPr/>
          </p:nvSpPr>
          <p:spPr>
            <a:xfrm>
              <a:off x="840" y="3360"/>
              <a:ext cx="12782" cy="167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比较两个逻辑函数式</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和</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可知</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rPr>
                <a:t>，显然</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更为简单。</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340"/>
            <p:cNvGraphicFramePr>
              <a:graphicFrameLocks noChangeAspect="1"/>
            </p:cNvGraphicFramePr>
            <p:nvPr/>
          </p:nvGraphicFramePr>
          <p:xfrm>
            <a:off x="6284" y="3458"/>
            <a:ext cx="2023" cy="689"/>
          </p:xfrm>
          <a:graphic>
            <a:graphicData uri="http://schemas.openxmlformats.org/presentationml/2006/ole">
              <mc:AlternateContent xmlns:mc="http://schemas.openxmlformats.org/markup-compatibility/2006">
                <mc:Choice xmlns:v="urn:schemas-microsoft-com:vml" Requires="v">
                  <p:oleObj spid="_x0000_s32" name="" r:id="rId1" imgW="634365" imgH="215900" progId="Equation.DSMT4">
                    <p:embed/>
                  </p:oleObj>
                </mc:Choice>
                <mc:Fallback>
                  <p:oleObj name="" r:id="rId1" imgW="634365" imgH="215900" progId="Equation.DSMT4">
                    <p:embed/>
                    <p:pic>
                      <p:nvPicPr>
                        <p:cNvPr id="0" name="图片 31"/>
                        <p:cNvPicPr/>
                        <p:nvPr/>
                      </p:nvPicPr>
                      <p:blipFill>
                        <a:blip r:embed="rId2"/>
                        <a:stretch>
                          <a:fillRect/>
                        </a:stretch>
                      </p:blipFill>
                      <p:spPr>
                        <a:xfrm>
                          <a:off x="6284" y="3458"/>
                          <a:ext cx="2023" cy="689"/>
                        </a:xfrm>
                        <a:prstGeom prst="rect">
                          <a:avLst/>
                        </a:prstGeom>
                        <a:noFill/>
                        <a:ln w="38100">
                          <a:noFill/>
                          <a:miter/>
                        </a:ln>
                      </p:spPr>
                    </p:pic>
                  </p:oleObj>
                </mc:Fallback>
              </mc:AlternateContent>
            </a:graphicData>
          </a:graphic>
        </p:graphicFrame>
        <p:graphicFrame>
          <p:nvGraphicFramePr>
            <p:cNvPr id="3" name="对象 -2147479975"/>
            <p:cNvGraphicFramePr>
              <a:graphicFrameLocks noChangeAspect="1"/>
            </p:cNvGraphicFramePr>
            <p:nvPr/>
          </p:nvGraphicFramePr>
          <p:xfrm>
            <a:off x="8880" y="3480"/>
            <a:ext cx="2032" cy="677"/>
          </p:xfrm>
          <a:graphic>
            <a:graphicData uri="http://schemas.openxmlformats.org/presentationml/2006/ole">
              <mc:AlternateContent xmlns:mc="http://schemas.openxmlformats.org/markup-compatibility/2006">
                <mc:Choice xmlns:v="urn:schemas-microsoft-com:vml" Requires="v">
                  <p:oleObj spid="_x0000_s34" name="" r:id="rId3" imgW="571500" imgH="190500" progId="Equation.DSMT4">
                    <p:embed/>
                  </p:oleObj>
                </mc:Choice>
                <mc:Fallback>
                  <p:oleObj name="" r:id="rId3" imgW="571500" imgH="190500" progId="Equation.DSMT4">
                    <p:embed/>
                    <p:pic>
                      <p:nvPicPr>
                        <p:cNvPr id="0" name="图片 33"/>
                        <p:cNvPicPr/>
                        <p:nvPr/>
                      </p:nvPicPr>
                      <p:blipFill>
                        <a:blip r:embed="rId4"/>
                        <a:stretch>
                          <a:fillRect/>
                        </a:stretch>
                      </p:blipFill>
                      <p:spPr>
                        <a:xfrm>
                          <a:off x="8880" y="3480"/>
                          <a:ext cx="2032" cy="677"/>
                        </a:xfrm>
                        <a:prstGeom prst="rect">
                          <a:avLst/>
                        </a:prstGeom>
                        <a:noFill/>
                        <a:ln w="38100">
                          <a:noFill/>
                          <a:miter/>
                        </a:ln>
                      </p:spPr>
                    </p:pic>
                  </p:oleObj>
                </mc:Fallback>
              </mc:AlternateContent>
            </a:graphicData>
          </a:graphic>
        </p:graphicFrame>
      </p:grpSp>
      <p:graphicFrame>
        <p:nvGraphicFramePr>
          <p:cNvPr id="4" name="对象 -2147482338"/>
          <p:cNvGraphicFramePr>
            <a:graphicFrameLocks noChangeAspect="1"/>
          </p:cNvGraphicFramePr>
          <p:nvPr/>
        </p:nvGraphicFramePr>
        <p:xfrm>
          <a:off x="7696200" y="2209800"/>
          <a:ext cx="838200" cy="433705"/>
        </p:xfrm>
        <a:graphic>
          <a:graphicData uri="http://schemas.openxmlformats.org/presentationml/2006/ole">
            <mc:AlternateContent xmlns:mc="http://schemas.openxmlformats.org/markup-compatibility/2006">
              <mc:Choice xmlns:v="urn:schemas-microsoft-com:vml" Requires="v">
                <p:oleObj spid="_x0000_s35" name="" r:id="rId5" imgW="368300" imgH="190500" progId="Equation.DSMT4">
                  <p:embed/>
                </p:oleObj>
              </mc:Choice>
              <mc:Fallback>
                <p:oleObj name="" r:id="rId5" imgW="368300" imgH="190500" progId="Equation.DSMT4">
                  <p:embed/>
                  <p:pic>
                    <p:nvPicPr>
                      <p:cNvPr id="0" name="图片 34"/>
                      <p:cNvPicPr/>
                      <p:nvPr/>
                    </p:nvPicPr>
                    <p:blipFill>
                      <a:blip r:embed="rId6"/>
                      <a:stretch>
                        <a:fillRect/>
                      </a:stretch>
                    </p:blipFill>
                    <p:spPr>
                      <a:xfrm>
                        <a:off x="7696200" y="2209800"/>
                        <a:ext cx="838200" cy="433705"/>
                      </a:xfrm>
                      <a:prstGeom prst="rect">
                        <a:avLst/>
                      </a:prstGeom>
                      <a:noFill/>
                      <a:ln w="38100">
                        <a:noFill/>
                        <a:miter/>
                      </a:ln>
                    </p:spPr>
                  </p:pic>
                </p:oleObj>
              </mc:Fallback>
            </mc:AlternateContent>
          </a:graphicData>
        </a:graphic>
      </p:graphicFrame>
      <p:graphicFrame>
        <p:nvGraphicFramePr>
          <p:cNvPr id="5" name="对象 -2147482337"/>
          <p:cNvGraphicFramePr>
            <a:graphicFrameLocks noChangeAspect="1"/>
          </p:cNvGraphicFramePr>
          <p:nvPr/>
        </p:nvGraphicFramePr>
        <p:xfrm>
          <a:off x="1676400" y="2667000"/>
          <a:ext cx="304800" cy="415925"/>
        </p:xfrm>
        <a:graphic>
          <a:graphicData uri="http://schemas.openxmlformats.org/presentationml/2006/ole">
            <mc:AlternateContent xmlns:mc="http://schemas.openxmlformats.org/markup-compatibility/2006">
              <mc:Choice xmlns:v="urn:schemas-microsoft-com:vml" Requires="v">
                <p:oleObj spid="_x0000_s36" name="" r:id="rId7" imgW="139700" imgH="190500" progId="Equation.DSMT4">
                  <p:embed/>
                </p:oleObj>
              </mc:Choice>
              <mc:Fallback>
                <p:oleObj name="" r:id="rId7" imgW="139700" imgH="190500" progId="Equation.DSMT4">
                  <p:embed/>
                  <p:pic>
                    <p:nvPicPr>
                      <p:cNvPr id="0" name="图片 35"/>
                      <p:cNvPicPr/>
                      <p:nvPr/>
                    </p:nvPicPr>
                    <p:blipFill>
                      <a:blip r:embed="rId8"/>
                      <a:stretch>
                        <a:fillRect/>
                      </a:stretch>
                    </p:blipFill>
                    <p:spPr>
                      <a:xfrm>
                        <a:off x="1676400" y="2667000"/>
                        <a:ext cx="304800" cy="415925"/>
                      </a:xfrm>
                      <a:prstGeom prst="rect">
                        <a:avLst/>
                      </a:prstGeom>
                      <a:noFill/>
                      <a:ln w="38100">
                        <a:noFill/>
                        <a:miter/>
                      </a:ln>
                    </p:spPr>
                  </p:pic>
                </p:oleObj>
              </mc:Fallback>
            </mc:AlternateContent>
          </a:graphicData>
        </a:graphic>
      </p:graphicFrame>
      <p:grpSp>
        <p:nvGrpSpPr>
          <p:cNvPr id="42" name="组合 41"/>
          <p:cNvGrpSpPr/>
          <p:nvPr/>
        </p:nvGrpSpPr>
        <p:grpSpPr>
          <a:xfrm>
            <a:off x="609600" y="3124200"/>
            <a:ext cx="7797800" cy="2595880"/>
            <a:chOff x="960" y="4920"/>
            <a:chExt cx="12280" cy="4088"/>
          </a:xfrm>
        </p:grpSpPr>
        <p:sp>
          <p:nvSpPr>
            <p:cNvPr id="31" name="Rectangle 3"/>
            <p:cNvSpPr>
              <a:spLocks noGrp="1"/>
            </p:cNvSpPr>
            <p:nvPr/>
          </p:nvSpPr>
          <p:spPr>
            <a:xfrm>
              <a:off x="960" y="4920"/>
              <a:ext cx="12281" cy="408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如果用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实现逻辑电路则需要一个非门、一个与门和一个或门，而用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实现只需一个或门。因此，采用简单的逻辑函数式实现逻辑电路可以减少电路占用的体积，降低电路设计的成本和复杂性。因而，需要通过化简的方法求得逻辑函数的最简形式。</a:t>
              </a:r>
              <a:endParaRPr sz="2400" b="1" dirty="0">
                <a:solidFill>
                  <a:srgbClr val="000066"/>
                </a:solidFill>
                <a:latin typeface="Arial" panose="020B0604020202020204" pitchFamily="34" charset="0"/>
                <a:ea typeface="楷体_GB2312" pitchFamily="49" charset="-122"/>
              </a:endParaRPr>
            </a:p>
          </p:txBody>
        </p:sp>
        <p:graphicFrame>
          <p:nvGraphicFramePr>
            <p:cNvPr id="6" name="对象 -2147482336"/>
            <p:cNvGraphicFramePr>
              <a:graphicFrameLocks noChangeAspect="1"/>
            </p:cNvGraphicFramePr>
            <p:nvPr/>
          </p:nvGraphicFramePr>
          <p:xfrm>
            <a:off x="3600" y="5040"/>
            <a:ext cx="450" cy="677"/>
          </p:xfrm>
          <a:graphic>
            <a:graphicData uri="http://schemas.openxmlformats.org/presentationml/2006/ole">
              <mc:AlternateContent xmlns:mc="http://schemas.openxmlformats.org/markup-compatibility/2006">
                <mc:Choice xmlns:v="urn:schemas-microsoft-com:vml" Requires="v">
                  <p:oleObj spid="_x0000_s37" name="" r:id="rId9" imgW="127000" imgH="189865" progId="Equation.DSMT4">
                    <p:embed/>
                  </p:oleObj>
                </mc:Choice>
                <mc:Fallback>
                  <p:oleObj name="" r:id="rId9" imgW="127000" imgH="189865" progId="Equation.DSMT4">
                    <p:embed/>
                    <p:pic>
                      <p:nvPicPr>
                        <p:cNvPr id="0" name="图片 36"/>
                        <p:cNvPicPr/>
                        <p:nvPr/>
                      </p:nvPicPr>
                      <p:blipFill>
                        <a:blip r:embed="rId10"/>
                        <a:stretch>
                          <a:fillRect/>
                        </a:stretch>
                      </p:blipFill>
                      <p:spPr>
                        <a:xfrm>
                          <a:off x="3600" y="5040"/>
                          <a:ext cx="450" cy="677"/>
                        </a:xfrm>
                        <a:prstGeom prst="rect">
                          <a:avLst/>
                        </a:prstGeom>
                        <a:noFill/>
                        <a:ln w="38100">
                          <a:noFill/>
                          <a:miter/>
                        </a:ln>
                      </p:spPr>
                    </p:pic>
                  </p:oleObj>
                </mc:Fallback>
              </mc:AlternateContent>
            </a:graphicData>
          </a:graphic>
        </p:graphicFrame>
        <p:graphicFrame>
          <p:nvGraphicFramePr>
            <p:cNvPr id="39" name="对象 -2147482337"/>
            <p:cNvGraphicFramePr>
              <a:graphicFrameLocks noChangeAspect="1"/>
            </p:cNvGraphicFramePr>
            <p:nvPr/>
          </p:nvGraphicFramePr>
          <p:xfrm>
            <a:off x="5160" y="5760"/>
            <a:ext cx="480" cy="655"/>
          </p:xfrm>
          <a:graphic>
            <a:graphicData uri="http://schemas.openxmlformats.org/presentationml/2006/ole">
              <mc:AlternateContent xmlns:mc="http://schemas.openxmlformats.org/markup-compatibility/2006">
                <mc:Choice xmlns:v="urn:schemas-microsoft-com:vml" Requires="v">
                  <p:oleObj spid="_x0000_s40" name="" r:id="rId11" imgW="139700" imgH="190500" progId="Equation.DSMT4">
                    <p:embed/>
                  </p:oleObj>
                </mc:Choice>
                <mc:Fallback>
                  <p:oleObj name="" r:id="rId11" imgW="139700" imgH="190500" progId="Equation.DSMT4">
                    <p:embed/>
                    <p:pic>
                      <p:nvPicPr>
                        <p:cNvPr id="0" name="图片 35"/>
                        <p:cNvPicPr/>
                        <p:nvPr/>
                      </p:nvPicPr>
                      <p:blipFill>
                        <a:blip r:embed="rId8"/>
                        <a:stretch>
                          <a:fillRect/>
                        </a:stretch>
                      </p:blipFill>
                      <p:spPr>
                        <a:xfrm>
                          <a:off x="5160" y="5760"/>
                          <a:ext cx="480" cy="65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3" presetClass="entr" presetSubtype="16" fill="hold" nodeType="clickEffect">
                                  <p:stCondLst>
                                    <p:cond delay="0"/>
                                  </p:stCondLst>
                                  <p:childTnLst>
                                    <p:set>
                                      <p:cBhvr>
                                        <p:cTn id="22" dur="1000" fill="hold">
                                          <p:stCondLst>
                                            <p:cond delay="0"/>
                                          </p:stCondLst>
                                        </p:cTn>
                                        <p:tgtEl>
                                          <p:spTgt spid="42"/>
                                        </p:tgtEl>
                                        <p:attrNameLst>
                                          <p:attrName>style.visibility</p:attrName>
                                        </p:attrNameLst>
                                      </p:cBhvr>
                                      <p:to>
                                        <p:strVal val="visible"/>
                                      </p:to>
                                    </p:set>
                                    <p:animEffect transition="in" filter="plus(in)">
                                      <p:cBhvr>
                                        <p:cTn id="23"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008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00710" y="1736090"/>
            <a:ext cx="7798435" cy="9829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同一个逻辑函数可以用不同类型的逻辑表达式进行表示，下面以</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为例进行说明。</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609600" y="11988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2.5.1 </a:t>
            </a:r>
            <a:r>
              <a:rPr lang="zh-CN" altLang="en-US" sz="2800" i="0" dirty="0">
                <a:solidFill>
                  <a:srgbClr val="0070C0"/>
                </a:solidFill>
                <a:latin typeface="黑体" panose="02010609060101010101" pitchFamily="49" charset="-122"/>
                <a:ea typeface="黑体" panose="02010609060101010101" pitchFamily="49" charset="-122"/>
              </a:rPr>
              <a:t>逻辑函数的最简形式</a:t>
            </a:r>
            <a:endParaRPr lang="zh-CN" altLang="en-US" sz="2800" i="0" dirty="0">
              <a:solidFill>
                <a:srgbClr val="0070C0"/>
              </a:solidFill>
              <a:latin typeface="黑体" panose="02010609060101010101" pitchFamily="49" charset="-122"/>
              <a:ea typeface="黑体" panose="02010609060101010101" pitchFamily="49" charset="-122"/>
            </a:endParaRPr>
          </a:p>
        </p:txBody>
      </p:sp>
      <p:graphicFrame>
        <p:nvGraphicFramePr>
          <p:cNvPr id="2" name="对象 -2147482334"/>
          <p:cNvGraphicFramePr>
            <a:graphicFrameLocks noChangeAspect="1"/>
          </p:cNvGraphicFramePr>
          <p:nvPr/>
        </p:nvGraphicFramePr>
        <p:xfrm>
          <a:off x="2299970" y="2230120"/>
          <a:ext cx="1579880" cy="408305"/>
        </p:xfrm>
        <a:graphic>
          <a:graphicData uri="http://schemas.openxmlformats.org/presentationml/2006/ole">
            <mc:AlternateContent xmlns:mc="http://schemas.openxmlformats.org/markup-compatibility/2006">
              <mc:Choice xmlns:v="urn:schemas-microsoft-com:vml" Requires="v">
                <p:oleObj spid="_x0000_s5" name="" r:id="rId1" imgW="735965" imgH="190500" progId="Equation.DSMT4">
                  <p:embed/>
                </p:oleObj>
              </mc:Choice>
              <mc:Fallback>
                <p:oleObj name="" r:id="rId1" imgW="735965" imgH="190500" progId="Equation.DSMT4">
                  <p:embed/>
                  <p:pic>
                    <p:nvPicPr>
                      <p:cNvPr id="0" name="图片 4"/>
                      <p:cNvPicPr/>
                      <p:nvPr/>
                    </p:nvPicPr>
                    <p:blipFill>
                      <a:blip r:embed="rId2"/>
                      <a:stretch>
                        <a:fillRect/>
                      </a:stretch>
                    </p:blipFill>
                    <p:spPr>
                      <a:xfrm>
                        <a:off x="2299970" y="2230120"/>
                        <a:ext cx="1579880" cy="408305"/>
                      </a:xfrm>
                      <a:prstGeom prst="rect">
                        <a:avLst/>
                      </a:prstGeom>
                      <a:noFill/>
                      <a:ln w="38100">
                        <a:noFill/>
                        <a:miter/>
                      </a:ln>
                    </p:spPr>
                  </p:pic>
                </p:oleObj>
              </mc:Fallback>
            </mc:AlternateContent>
          </a:graphicData>
        </a:graphic>
      </p:graphicFrame>
      <p:sp>
        <p:nvSpPr>
          <p:cNvPr id="8" name="Rectangle 3"/>
          <p:cNvSpPr>
            <a:spLocks noGrp="1"/>
          </p:cNvSpPr>
          <p:nvPr/>
        </p:nvSpPr>
        <p:spPr>
          <a:xfrm>
            <a:off x="2743200" y="2743200"/>
            <a:ext cx="195262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与-或式</a:t>
            </a:r>
            <a:endParaRPr sz="2400" b="1" kern="1200" dirty="0">
              <a:solidFill>
                <a:srgbClr val="000066"/>
              </a:solidFill>
              <a:latin typeface="Arial" panose="020B0604020202020204" pitchFamily="34" charset="0"/>
              <a:ea typeface="楷体_GB2312" pitchFamily="49" charset="-122"/>
            </a:endParaRPr>
          </a:p>
        </p:txBody>
      </p:sp>
      <p:sp>
        <p:nvSpPr>
          <p:cNvPr id="10" name="Rectangle 3"/>
          <p:cNvSpPr>
            <a:spLocks noGrp="1"/>
          </p:cNvSpPr>
          <p:nvPr/>
        </p:nvSpPr>
        <p:spPr>
          <a:xfrm>
            <a:off x="6096000" y="2743200"/>
            <a:ext cx="250253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与非-与非式</a:t>
            </a:r>
            <a:endParaRPr sz="2400" b="1" kern="1200" dirty="0">
              <a:solidFill>
                <a:srgbClr val="000066"/>
              </a:solidFill>
              <a:latin typeface="Arial" panose="020B0604020202020204" pitchFamily="34" charset="0"/>
              <a:ea typeface="楷体_GB2312" pitchFamily="49" charset="-122"/>
            </a:endParaRPr>
          </a:p>
        </p:txBody>
      </p:sp>
      <p:sp>
        <p:nvSpPr>
          <p:cNvPr id="11" name="Rectangle 3"/>
          <p:cNvSpPr>
            <a:spLocks noGrp="1"/>
          </p:cNvSpPr>
          <p:nvPr/>
        </p:nvSpPr>
        <p:spPr>
          <a:xfrm>
            <a:off x="2701290" y="3276600"/>
            <a:ext cx="1793240"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与非-与式</a:t>
            </a:r>
            <a:endParaRPr sz="2400" b="1" kern="1200" dirty="0">
              <a:solidFill>
                <a:srgbClr val="000066"/>
              </a:solidFill>
              <a:latin typeface="Arial" panose="020B0604020202020204" pitchFamily="34" charset="0"/>
              <a:ea typeface="楷体_GB2312" pitchFamily="49" charset="-122"/>
            </a:endParaRPr>
          </a:p>
        </p:txBody>
      </p:sp>
      <p:sp>
        <p:nvSpPr>
          <p:cNvPr id="14" name="Rectangle 3"/>
          <p:cNvSpPr>
            <a:spLocks noGrp="1"/>
          </p:cNvSpPr>
          <p:nvPr/>
        </p:nvSpPr>
        <p:spPr>
          <a:xfrm>
            <a:off x="406400" y="4953000"/>
            <a:ext cx="8165465" cy="17424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对于一个与-或表达式，若式中含有的乘积项最少，并且每个乘积项中的因子个数也最少，则称该逻辑表达式为最简与-或式。通过最简与-或式，再经过相应的变换就能得到其他类型的逻辑表达式。</a:t>
            </a:r>
            <a:endParaRPr sz="2400" b="1" kern="1200" dirty="0">
              <a:solidFill>
                <a:srgbClr val="000066"/>
              </a:solidFill>
              <a:latin typeface="Arial" panose="020B0604020202020204" pitchFamily="34" charset="0"/>
              <a:ea typeface="楷体_GB2312" pitchFamily="49" charset="-122"/>
            </a:endParaRPr>
          </a:p>
        </p:txBody>
      </p:sp>
      <p:sp>
        <p:nvSpPr>
          <p:cNvPr id="16" name="Rectangle 3"/>
          <p:cNvSpPr>
            <a:spLocks noGrp="1"/>
          </p:cNvSpPr>
          <p:nvPr/>
        </p:nvSpPr>
        <p:spPr>
          <a:xfrm>
            <a:off x="6248400" y="3248660"/>
            <a:ext cx="176974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与-或非式</a:t>
            </a:r>
            <a:endParaRPr sz="2400" b="1" kern="1200" dirty="0">
              <a:solidFill>
                <a:srgbClr val="000066"/>
              </a:solidFill>
              <a:latin typeface="Arial" panose="020B0604020202020204" pitchFamily="34" charset="0"/>
              <a:ea typeface="楷体_GB2312" pitchFamily="49" charset="-122"/>
            </a:endParaRPr>
          </a:p>
        </p:txBody>
      </p:sp>
      <p:sp>
        <p:nvSpPr>
          <p:cNvPr id="18" name="Rectangle 3"/>
          <p:cNvSpPr>
            <a:spLocks noGrp="1"/>
          </p:cNvSpPr>
          <p:nvPr/>
        </p:nvSpPr>
        <p:spPr>
          <a:xfrm>
            <a:off x="3352800" y="3810000"/>
            <a:ext cx="141795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或-与式</a:t>
            </a:r>
            <a:endParaRPr sz="2400" b="1" kern="1200" dirty="0">
              <a:solidFill>
                <a:srgbClr val="000066"/>
              </a:solidFill>
              <a:latin typeface="Arial" panose="020B0604020202020204" pitchFamily="34" charset="0"/>
              <a:ea typeface="楷体_GB2312" pitchFamily="49" charset="-122"/>
            </a:endParaRPr>
          </a:p>
        </p:txBody>
      </p:sp>
      <p:sp>
        <p:nvSpPr>
          <p:cNvPr id="19" name="Rectangle 3"/>
          <p:cNvSpPr>
            <a:spLocks noGrp="1"/>
          </p:cNvSpPr>
          <p:nvPr/>
        </p:nvSpPr>
        <p:spPr>
          <a:xfrm>
            <a:off x="6705600" y="4343400"/>
            <a:ext cx="186499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或非-或非式 </a:t>
            </a:r>
            <a:endParaRPr sz="2400" b="1" kern="1200" dirty="0">
              <a:solidFill>
                <a:srgbClr val="000066"/>
              </a:solidFill>
              <a:latin typeface="Arial" panose="020B0604020202020204" pitchFamily="34" charset="0"/>
              <a:ea typeface="楷体_GB2312" pitchFamily="49" charset="-122"/>
            </a:endParaRPr>
          </a:p>
        </p:txBody>
      </p:sp>
      <p:sp>
        <p:nvSpPr>
          <p:cNvPr id="20" name="Rectangle 3"/>
          <p:cNvSpPr>
            <a:spLocks noGrp="1"/>
          </p:cNvSpPr>
          <p:nvPr/>
        </p:nvSpPr>
        <p:spPr>
          <a:xfrm>
            <a:off x="3200400" y="4391660"/>
            <a:ext cx="1579245"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或非-或式</a:t>
            </a:r>
            <a:endParaRPr sz="2400" b="1" kern="1200" dirty="0">
              <a:solidFill>
                <a:srgbClr val="000066"/>
              </a:solidFill>
              <a:latin typeface="Arial" panose="020B0604020202020204" pitchFamily="34" charset="0"/>
              <a:ea typeface="楷体_GB2312" pitchFamily="49" charset="-122"/>
            </a:endParaRPr>
          </a:p>
        </p:txBody>
      </p:sp>
      <p:sp>
        <p:nvSpPr>
          <p:cNvPr id="21" name="Rectangle 3"/>
          <p:cNvSpPr>
            <a:spLocks noGrp="1"/>
          </p:cNvSpPr>
          <p:nvPr/>
        </p:nvSpPr>
        <p:spPr>
          <a:xfrm>
            <a:off x="7010400" y="3810000"/>
            <a:ext cx="1776730" cy="5092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或-与非式</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2333"/>
          <p:cNvGraphicFramePr>
            <a:graphicFrameLocks noChangeAspect="1"/>
          </p:cNvGraphicFramePr>
          <p:nvPr/>
        </p:nvGraphicFramePr>
        <p:xfrm>
          <a:off x="1295400" y="2819400"/>
          <a:ext cx="1534795" cy="397510"/>
        </p:xfrm>
        <a:graphic>
          <a:graphicData uri="http://schemas.openxmlformats.org/presentationml/2006/ole">
            <mc:AlternateContent xmlns:mc="http://schemas.openxmlformats.org/markup-compatibility/2006">
              <mc:Choice xmlns:v="urn:schemas-microsoft-com:vml" Requires="v">
                <p:oleObj spid="_x0000_s22" name="" r:id="rId3" imgW="735965" imgH="190500" progId="Equation.DSMT4">
                  <p:embed/>
                </p:oleObj>
              </mc:Choice>
              <mc:Fallback>
                <p:oleObj name="" r:id="rId3" imgW="735965" imgH="190500" progId="Equation.DSMT4">
                  <p:embed/>
                  <p:pic>
                    <p:nvPicPr>
                      <p:cNvPr id="0" name="图片 21"/>
                      <p:cNvPicPr/>
                      <p:nvPr/>
                    </p:nvPicPr>
                    <p:blipFill>
                      <a:blip r:embed="rId2"/>
                      <a:stretch>
                        <a:fillRect/>
                      </a:stretch>
                    </p:blipFill>
                    <p:spPr>
                      <a:xfrm>
                        <a:off x="1295400" y="2819400"/>
                        <a:ext cx="1534795" cy="397510"/>
                      </a:xfrm>
                      <a:prstGeom prst="rect">
                        <a:avLst/>
                      </a:prstGeom>
                      <a:noFill/>
                      <a:ln w="38100">
                        <a:noFill/>
                        <a:miter/>
                      </a:ln>
                    </p:spPr>
                  </p:pic>
                </p:oleObj>
              </mc:Fallback>
            </mc:AlternateContent>
          </a:graphicData>
        </a:graphic>
      </p:graphicFrame>
      <p:graphicFrame>
        <p:nvGraphicFramePr>
          <p:cNvPr id="4" name="对象 -2147482332"/>
          <p:cNvGraphicFramePr>
            <a:graphicFrameLocks noChangeAspect="1"/>
          </p:cNvGraphicFramePr>
          <p:nvPr/>
        </p:nvGraphicFramePr>
        <p:xfrm>
          <a:off x="4704080" y="2708910"/>
          <a:ext cx="1361440" cy="504190"/>
        </p:xfrm>
        <a:graphic>
          <a:graphicData uri="http://schemas.openxmlformats.org/presentationml/2006/ole">
            <mc:AlternateContent xmlns:mc="http://schemas.openxmlformats.org/markup-compatibility/2006">
              <mc:Choice xmlns:v="urn:schemas-microsoft-com:vml" Requires="v">
                <p:oleObj spid="_x0000_s3076" name="" r:id="rId4" imgW="685165" imgH="254000" progId="Equation.DSMT4">
                  <p:embed/>
                </p:oleObj>
              </mc:Choice>
              <mc:Fallback>
                <p:oleObj name="" r:id="rId4" imgW="685165" imgH="254000" progId="Equation.DSMT4">
                  <p:embed/>
                  <p:pic>
                    <p:nvPicPr>
                      <p:cNvPr id="0" name="图片 3075"/>
                      <p:cNvPicPr/>
                      <p:nvPr/>
                    </p:nvPicPr>
                    <p:blipFill>
                      <a:blip r:embed="rId5"/>
                      <a:stretch>
                        <a:fillRect/>
                      </a:stretch>
                    </p:blipFill>
                    <p:spPr>
                      <a:xfrm>
                        <a:off x="4704080" y="2708910"/>
                        <a:ext cx="1361440" cy="504190"/>
                      </a:xfrm>
                      <a:prstGeom prst="rect">
                        <a:avLst/>
                      </a:prstGeom>
                      <a:noFill/>
                      <a:ln w="38100">
                        <a:noFill/>
                        <a:miter/>
                      </a:ln>
                    </p:spPr>
                  </p:pic>
                </p:oleObj>
              </mc:Fallback>
            </mc:AlternateContent>
          </a:graphicData>
        </a:graphic>
      </p:graphicFrame>
      <p:graphicFrame>
        <p:nvGraphicFramePr>
          <p:cNvPr id="6" name="对象 -2147482331"/>
          <p:cNvGraphicFramePr>
            <a:graphicFrameLocks noChangeAspect="1"/>
          </p:cNvGraphicFramePr>
          <p:nvPr/>
        </p:nvGraphicFramePr>
        <p:xfrm>
          <a:off x="1295400" y="3276600"/>
          <a:ext cx="1365250" cy="472440"/>
        </p:xfrm>
        <a:graphic>
          <a:graphicData uri="http://schemas.openxmlformats.org/presentationml/2006/ole">
            <mc:AlternateContent xmlns:mc="http://schemas.openxmlformats.org/markup-compatibility/2006">
              <mc:Choice xmlns:v="urn:schemas-microsoft-com:vml" Requires="v">
                <p:oleObj spid="_x0000_s9" name="" r:id="rId6" imgW="660400" imgH="228600" progId="Equation.DSMT4">
                  <p:embed/>
                </p:oleObj>
              </mc:Choice>
              <mc:Fallback>
                <p:oleObj name="" r:id="rId6" imgW="660400" imgH="228600" progId="Equation.DSMT4">
                  <p:embed/>
                  <p:pic>
                    <p:nvPicPr>
                      <p:cNvPr id="0" name="图片 3"/>
                      <p:cNvPicPr/>
                      <p:nvPr/>
                    </p:nvPicPr>
                    <p:blipFill>
                      <a:blip r:embed="rId7"/>
                      <a:stretch>
                        <a:fillRect/>
                      </a:stretch>
                    </p:blipFill>
                    <p:spPr>
                      <a:xfrm>
                        <a:off x="1295400" y="3276600"/>
                        <a:ext cx="1365250" cy="472440"/>
                      </a:xfrm>
                      <a:prstGeom prst="rect">
                        <a:avLst/>
                      </a:prstGeom>
                      <a:noFill/>
                      <a:ln w="38100">
                        <a:noFill/>
                        <a:miter/>
                      </a:ln>
                    </p:spPr>
                  </p:pic>
                </p:oleObj>
              </mc:Fallback>
            </mc:AlternateContent>
          </a:graphicData>
        </a:graphic>
      </p:graphicFrame>
      <p:graphicFrame>
        <p:nvGraphicFramePr>
          <p:cNvPr id="12" name="对象 -2147482330"/>
          <p:cNvGraphicFramePr>
            <a:graphicFrameLocks noChangeAspect="1"/>
          </p:cNvGraphicFramePr>
          <p:nvPr/>
        </p:nvGraphicFramePr>
        <p:xfrm>
          <a:off x="4752340" y="3248660"/>
          <a:ext cx="1600200" cy="505460"/>
        </p:xfrm>
        <a:graphic>
          <a:graphicData uri="http://schemas.openxmlformats.org/presentationml/2006/ole">
            <mc:AlternateContent xmlns:mc="http://schemas.openxmlformats.org/markup-compatibility/2006">
              <mc:Choice xmlns:v="urn:schemas-microsoft-com:vml" Requires="v">
                <p:oleObj spid="_x0000_s13" name="" r:id="rId8" imgW="723900" imgH="228600" progId="Equation.DSMT4">
                  <p:embed/>
                </p:oleObj>
              </mc:Choice>
              <mc:Fallback>
                <p:oleObj name="" r:id="rId8" imgW="723900" imgH="228600" progId="Equation.DSMT4">
                  <p:embed/>
                  <p:pic>
                    <p:nvPicPr>
                      <p:cNvPr id="0" name="图片 5"/>
                      <p:cNvPicPr/>
                      <p:nvPr/>
                    </p:nvPicPr>
                    <p:blipFill>
                      <a:blip r:embed="rId9"/>
                      <a:stretch>
                        <a:fillRect/>
                      </a:stretch>
                    </p:blipFill>
                    <p:spPr>
                      <a:xfrm>
                        <a:off x="4752340" y="3248660"/>
                        <a:ext cx="1600200" cy="505460"/>
                      </a:xfrm>
                      <a:prstGeom prst="rect">
                        <a:avLst/>
                      </a:prstGeom>
                      <a:noFill/>
                      <a:ln w="38100">
                        <a:noFill/>
                        <a:miter/>
                      </a:ln>
                    </p:spPr>
                  </p:pic>
                </p:oleObj>
              </mc:Fallback>
            </mc:AlternateContent>
          </a:graphicData>
        </a:graphic>
      </p:graphicFrame>
      <p:graphicFrame>
        <p:nvGraphicFramePr>
          <p:cNvPr id="23" name="对象 -2147482329"/>
          <p:cNvGraphicFramePr>
            <a:graphicFrameLocks noChangeAspect="1"/>
          </p:cNvGraphicFramePr>
          <p:nvPr/>
        </p:nvGraphicFramePr>
        <p:xfrm>
          <a:off x="1295400" y="3886200"/>
          <a:ext cx="2179955" cy="463550"/>
        </p:xfrm>
        <a:graphic>
          <a:graphicData uri="http://schemas.openxmlformats.org/presentationml/2006/ole">
            <mc:AlternateContent xmlns:mc="http://schemas.openxmlformats.org/markup-compatibility/2006">
              <mc:Choice xmlns:v="urn:schemas-microsoft-com:vml" Requires="v">
                <p:oleObj spid="_x0000_s24" name="" r:id="rId10" imgW="1014730" imgH="215900" progId="Equation.DSMT4">
                  <p:embed/>
                </p:oleObj>
              </mc:Choice>
              <mc:Fallback>
                <p:oleObj name="" r:id="rId10" imgW="1014730" imgH="215900" progId="Equation.DSMT4">
                  <p:embed/>
                  <p:pic>
                    <p:nvPicPr>
                      <p:cNvPr id="0" name="图片 8"/>
                      <p:cNvPicPr/>
                      <p:nvPr/>
                    </p:nvPicPr>
                    <p:blipFill>
                      <a:blip r:embed="rId11"/>
                      <a:stretch>
                        <a:fillRect/>
                      </a:stretch>
                    </p:blipFill>
                    <p:spPr>
                      <a:xfrm>
                        <a:off x="1295400" y="3886200"/>
                        <a:ext cx="2179955" cy="463550"/>
                      </a:xfrm>
                      <a:prstGeom prst="rect">
                        <a:avLst/>
                      </a:prstGeom>
                      <a:noFill/>
                      <a:ln w="38100">
                        <a:noFill/>
                        <a:miter/>
                      </a:ln>
                    </p:spPr>
                  </p:pic>
                </p:oleObj>
              </mc:Fallback>
            </mc:AlternateContent>
          </a:graphicData>
        </a:graphic>
      </p:graphicFrame>
      <p:graphicFrame>
        <p:nvGraphicFramePr>
          <p:cNvPr id="25" name="对象 -2147482328"/>
          <p:cNvGraphicFramePr>
            <a:graphicFrameLocks noChangeAspect="1"/>
          </p:cNvGraphicFramePr>
          <p:nvPr/>
        </p:nvGraphicFramePr>
        <p:xfrm>
          <a:off x="4800600" y="3810000"/>
          <a:ext cx="2249170" cy="529590"/>
        </p:xfrm>
        <a:graphic>
          <a:graphicData uri="http://schemas.openxmlformats.org/presentationml/2006/ole">
            <mc:AlternateContent xmlns:mc="http://schemas.openxmlformats.org/markup-compatibility/2006">
              <mc:Choice xmlns:v="urn:schemas-microsoft-com:vml" Requires="v">
                <p:oleObj spid="_x0000_s26" name="" r:id="rId12" imgW="1078865" imgH="254000" progId="Equation.DSMT4">
                  <p:embed/>
                </p:oleObj>
              </mc:Choice>
              <mc:Fallback>
                <p:oleObj name="" r:id="rId12" imgW="1078865" imgH="254000" progId="Equation.DSMT4">
                  <p:embed/>
                  <p:pic>
                    <p:nvPicPr>
                      <p:cNvPr id="0" name="图片 11"/>
                      <p:cNvPicPr/>
                      <p:nvPr/>
                    </p:nvPicPr>
                    <p:blipFill>
                      <a:blip r:embed="rId13"/>
                      <a:stretch>
                        <a:fillRect/>
                      </a:stretch>
                    </p:blipFill>
                    <p:spPr>
                      <a:xfrm>
                        <a:off x="4800600" y="3810000"/>
                        <a:ext cx="2249170" cy="529590"/>
                      </a:xfrm>
                      <a:prstGeom prst="rect">
                        <a:avLst/>
                      </a:prstGeom>
                      <a:noFill/>
                      <a:ln w="38100">
                        <a:noFill/>
                        <a:miter/>
                      </a:ln>
                    </p:spPr>
                  </p:pic>
                </p:oleObj>
              </mc:Fallback>
            </mc:AlternateContent>
          </a:graphicData>
        </a:graphic>
      </p:graphicFrame>
      <p:graphicFrame>
        <p:nvGraphicFramePr>
          <p:cNvPr id="27" name="对象 -2147482327"/>
          <p:cNvGraphicFramePr>
            <a:graphicFrameLocks noChangeAspect="1"/>
          </p:cNvGraphicFramePr>
          <p:nvPr/>
        </p:nvGraphicFramePr>
        <p:xfrm>
          <a:off x="1219200" y="4419600"/>
          <a:ext cx="1946275" cy="467360"/>
        </p:xfrm>
        <a:graphic>
          <a:graphicData uri="http://schemas.openxmlformats.org/presentationml/2006/ole">
            <mc:AlternateContent xmlns:mc="http://schemas.openxmlformats.org/markup-compatibility/2006">
              <mc:Choice xmlns:v="urn:schemas-microsoft-com:vml" Requires="v">
                <p:oleObj spid="_x0000_s28" name="" r:id="rId14" imgW="951865" imgH="228600" progId="Equation.DSMT4">
                  <p:embed/>
                </p:oleObj>
              </mc:Choice>
              <mc:Fallback>
                <p:oleObj name="" r:id="rId14" imgW="951865" imgH="228600" progId="Equation.DSMT4">
                  <p:embed/>
                  <p:pic>
                    <p:nvPicPr>
                      <p:cNvPr id="0" name="图片 12"/>
                      <p:cNvPicPr/>
                      <p:nvPr/>
                    </p:nvPicPr>
                    <p:blipFill>
                      <a:blip r:embed="rId15"/>
                      <a:stretch>
                        <a:fillRect/>
                      </a:stretch>
                    </p:blipFill>
                    <p:spPr>
                      <a:xfrm>
                        <a:off x="1219200" y="4419600"/>
                        <a:ext cx="1946275" cy="467360"/>
                      </a:xfrm>
                      <a:prstGeom prst="rect">
                        <a:avLst/>
                      </a:prstGeom>
                      <a:noFill/>
                      <a:ln w="38100">
                        <a:noFill/>
                        <a:miter/>
                      </a:ln>
                    </p:spPr>
                  </p:pic>
                </p:oleObj>
              </mc:Fallback>
            </mc:AlternateContent>
          </a:graphicData>
        </a:graphic>
      </p:graphicFrame>
      <p:graphicFrame>
        <p:nvGraphicFramePr>
          <p:cNvPr id="29" name="对象 -2147482326"/>
          <p:cNvGraphicFramePr>
            <a:graphicFrameLocks noChangeAspect="1"/>
          </p:cNvGraphicFramePr>
          <p:nvPr/>
        </p:nvGraphicFramePr>
        <p:xfrm>
          <a:off x="4800600" y="4343400"/>
          <a:ext cx="1874520" cy="513715"/>
        </p:xfrm>
        <a:graphic>
          <a:graphicData uri="http://schemas.openxmlformats.org/presentationml/2006/ole">
            <mc:AlternateContent xmlns:mc="http://schemas.openxmlformats.org/markup-compatibility/2006">
              <mc:Choice xmlns:v="urn:schemas-microsoft-com:vml" Requires="v">
                <p:oleObj spid="_x0000_s30" name="" r:id="rId16" imgW="926465" imgH="254000" progId="Equation.DSMT4">
                  <p:embed/>
                </p:oleObj>
              </mc:Choice>
              <mc:Fallback>
                <p:oleObj name="" r:id="rId16" imgW="926465" imgH="254000" progId="Equation.DSMT4">
                  <p:embed/>
                  <p:pic>
                    <p:nvPicPr>
                      <p:cNvPr id="0" name="图片 22"/>
                      <p:cNvPicPr/>
                      <p:nvPr/>
                    </p:nvPicPr>
                    <p:blipFill>
                      <a:blip r:embed="rId17"/>
                      <a:stretch>
                        <a:fillRect/>
                      </a:stretch>
                    </p:blipFill>
                    <p:spPr>
                      <a:xfrm>
                        <a:off x="4800600" y="4343400"/>
                        <a:ext cx="1874520" cy="5137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par>
                                <p:cTn id="8" presetID="8" presetClass="entr" presetSubtype="16" fill="hold" grpId="0" nodeType="withEffect">
                                  <p:stCondLst>
                                    <p:cond delay="0"/>
                                  </p:stCondLst>
                                  <p:childTnLst>
                                    <p:set>
                                      <p:cBhvr>
                                        <p:cTn id="9" dur="1000" fill="hold">
                                          <p:stCondLst>
                                            <p:cond delay="0"/>
                                          </p:stCondLst>
                                        </p:cTn>
                                        <p:tgtEl>
                                          <p:spTgt spid="15"/>
                                        </p:tgtEl>
                                        <p:attrNameLst>
                                          <p:attrName>style.visibility</p:attrName>
                                        </p:attrNameLst>
                                      </p:cBhvr>
                                      <p:to>
                                        <p:strVal val="visible"/>
                                      </p:to>
                                    </p:set>
                                    <p:animEffect transition="in" filter="diamond(in)">
                                      <p:cBhvr>
                                        <p:cTn id="10" dur="1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3" presetClass="entr" presetSubtype="16" fill="hold" nodeType="clickEffect">
                                  <p:stCondLst>
                                    <p:cond delay="0"/>
                                  </p:stCondLst>
                                  <p:childTnLst>
                                    <p:set>
                                      <p:cBhvr>
                                        <p:cTn id="14" dur="1000" fill="hold">
                                          <p:stCondLst>
                                            <p:cond delay="0"/>
                                          </p:stCondLst>
                                        </p:cTn>
                                        <p:tgtEl>
                                          <p:spTgt spid="3"/>
                                        </p:tgtEl>
                                        <p:attrNameLst>
                                          <p:attrName>style.visibility</p:attrName>
                                        </p:attrNameLst>
                                      </p:cBhvr>
                                      <p:to>
                                        <p:strVal val="visible"/>
                                      </p:to>
                                    </p:set>
                                    <p:animEffect transition="in" filter="plus(in)">
                                      <p:cBhvr>
                                        <p:cTn id="15" dur="1000"/>
                                        <p:tgtEl>
                                          <p:spTgt spid="3"/>
                                        </p:tgtEl>
                                      </p:cBhvr>
                                    </p:animEffect>
                                  </p:childTnLst>
                                </p:cTn>
                              </p:par>
                              <p:par>
                                <p:cTn id="16" presetID="13" presetClass="entr" presetSubtype="16" fill="hold" nodeType="withEffect">
                                  <p:stCondLst>
                                    <p:cond delay="0"/>
                                  </p:stCondLst>
                                  <p:childTnLst>
                                    <p:set>
                                      <p:cBhvr>
                                        <p:cTn id="17" dur="1000" fill="hold">
                                          <p:stCondLst>
                                            <p:cond delay="0"/>
                                          </p:stCondLst>
                                        </p:cTn>
                                        <p:tgtEl>
                                          <p:spTgt spid="6"/>
                                        </p:tgtEl>
                                        <p:attrNameLst>
                                          <p:attrName>style.visibility</p:attrName>
                                        </p:attrNameLst>
                                      </p:cBhvr>
                                      <p:to>
                                        <p:strVal val="visible"/>
                                      </p:to>
                                    </p:set>
                                    <p:animEffect transition="in" filter="plus(in)">
                                      <p:cBhvr>
                                        <p:cTn id="18" dur="1000"/>
                                        <p:tgtEl>
                                          <p:spTgt spid="6"/>
                                        </p:tgtEl>
                                      </p:cBhvr>
                                    </p:animEffect>
                                  </p:childTnLst>
                                </p:cTn>
                              </p:par>
                              <p:par>
                                <p:cTn id="19" presetID="13" presetClass="entr" presetSubtype="16" fill="hold" nodeType="withEffect">
                                  <p:stCondLst>
                                    <p:cond delay="0"/>
                                  </p:stCondLst>
                                  <p:childTnLst>
                                    <p:set>
                                      <p:cBhvr>
                                        <p:cTn id="20" dur="1000" fill="hold">
                                          <p:stCondLst>
                                            <p:cond delay="0"/>
                                          </p:stCondLst>
                                        </p:cTn>
                                        <p:tgtEl>
                                          <p:spTgt spid="23"/>
                                        </p:tgtEl>
                                        <p:attrNameLst>
                                          <p:attrName>style.visibility</p:attrName>
                                        </p:attrNameLst>
                                      </p:cBhvr>
                                      <p:to>
                                        <p:strVal val="visible"/>
                                      </p:to>
                                    </p:set>
                                    <p:animEffect transition="in" filter="plus(in)">
                                      <p:cBhvr>
                                        <p:cTn id="21" dur="1000"/>
                                        <p:tgtEl>
                                          <p:spTgt spid="23"/>
                                        </p:tgtEl>
                                      </p:cBhvr>
                                    </p:animEffect>
                                  </p:childTnLst>
                                </p:cTn>
                              </p:par>
                              <p:par>
                                <p:cTn id="22" presetID="13" presetClass="entr" presetSubtype="16" fill="hold" nodeType="withEffect">
                                  <p:stCondLst>
                                    <p:cond delay="0"/>
                                  </p:stCondLst>
                                  <p:childTnLst>
                                    <p:set>
                                      <p:cBhvr>
                                        <p:cTn id="23" dur="1000" fill="hold">
                                          <p:stCondLst>
                                            <p:cond delay="0"/>
                                          </p:stCondLst>
                                        </p:cTn>
                                        <p:tgtEl>
                                          <p:spTgt spid="27"/>
                                        </p:tgtEl>
                                        <p:attrNameLst>
                                          <p:attrName>style.visibility</p:attrName>
                                        </p:attrNameLst>
                                      </p:cBhvr>
                                      <p:to>
                                        <p:strVal val="visible"/>
                                      </p:to>
                                    </p:set>
                                    <p:animEffect transition="in" filter="plus(in)">
                                      <p:cBhvr>
                                        <p:cTn id="24" dur="1000"/>
                                        <p:tgtEl>
                                          <p:spTgt spid="27"/>
                                        </p:tgtEl>
                                      </p:cBhvr>
                                    </p:animEffect>
                                  </p:childTnLst>
                                </p:cTn>
                              </p:par>
                              <p:par>
                                <p:cTn id="25" presetID="13" presetClass="entr" presetSubtype="16" fill="hold" nodeType="withEffect">
                                  <p:stCondLst>
                                    <p:cond delay="0"/>
                                  </p:stCondLst>
                                  <p:childTnLst>
                                    <p:set>
                                      <p:cBhvr>
                                        <p:cTn id="26" dur="1000" fill="hold">
                                          <p:stCondLst>
                                            <p:cond delay="0"/>
                                          </p:stCondLst>
                                        </p:cTn>
                                        <p:tgtEl>
                                          <p:spTgt spid="4"/>
                                        </p:tgtEl>
                                        <p:attrNameLst>
                                          <p:attrName>style.visibility</p:attrName>
                                        </p:attrNameLst>
                                      </p:cBhvr>
                                      <p:to>
                                        <p:strVal val="visible"/>
                                      </p:to>
                                    </p:set>
                                    <p:animEffect transition="in" filter="plus(in)">
                                      <p:cBhvr>
                                        <p:cTn id="27" dur="1000"/>
                                        <p:tgtEl>
                                          <p:spTgt spid="4"/>
                                        </p:tgtEl>
                                      </p:cBhvr>
                                    </p:animEffect>
                                  </p:childTnLst>
                                </p:cTn>
                              </p:par>
                              <p:par>
                                <p:cTn id="28" presetID="13" presetClass="entr" presetSubtype="16" fill="hold" nodeType="withEffect">
                                  <p:stCondLst>
                                    <p:cond delay="0"/>
                                  </p:stCondLst>
                                  <p:childTnLst>
                                    <p:set>
                                      <p:cBhvr>
                                        <p:cTn id="29" dur="1000" fill="hold">
                                          <p:stCondLst>
                                            <p:cond delay="0"/>
                                          </p:stCondLst>
                                        </p:cTn>
                                        <p:tgtEl>
                                          <p:spTgt spid="12"/>
                                        </p:tgtEl>
                                        <p:attrNameLst>
                                          <p:attrName>style.visibility</p:attrName>
                                        </p:attrNameLst>
                                      </p:cBhvr>
                                      <p:to>
                                        <p:strVal val="visible"/>
                                      </p:to>
                                    </p:set>
                                    <p:animEffect transition="in" filter="plus(in)">
                                      <p:cBhvr>
                                        <p:cTn id="30" dur="1000"/>
                                        <p:tgtEl>
                                          <p:spTgt spid="12"/>
                                        </p:tgtEl>
                                      </p:cBhvr>
                                    </p:animEffect>
                                  </p:childTnLst>
                                </p:cTn>
                              </p:par>
                              <p:par>
                                <p:cTn id="31" presetID="13" presetClass="entr" presetSubtype="16" fill="hold" nodeType="withEffect">
                                  <p:stCondLst>
                                    <p:cond delay="0"/>
                                  </p:stCondLst>
                                  <p:childTnLst>
                                    <p:set>
                                      <p:cBhvr>
                                        <p:cTn id="32" dur="1000" fill="hold">
                                          <p:stCondLst>
                                            <p:cond delay="0"/>
                                          </p:stCondLst>
                                        </p:cTn>
                                        <p:tgtEl>
                                          <p:spTgt spid="25"/>
                                        </p:tgtEl>
                                        <p:attrNameLst>
                                          <p:attrName>style.visibility</p:attrName>
                                        </p:attrNameLst>
                                      </p:cBhvr>
                                      <p:to>
                                        <p:strVal val="visible"/>
                                      </p:to>
                                    </p:set>
                                    <p:animEffect transition="in" filter="plus(in)">
                                      <p:cBhvr>
                                        <p:cTn id="33" dur="1000"/>
                                        <p:tgtEl>
                                          <p:spTgt spid="25"/>
                                        </p:tgtEl>
                                      </p:cBhvr>
                                    </p:animEffect>
                                  </p:childTnLst>
                                </p:cTn>
                              </p:par>
                              <p:par>
                                <p:cTn id="34" presetID="13" presetClass="entr" presetSubtype="16" fill="hold" nodeType="withEffect">
                                  <p:stCondLst>
                                    <p:cond delay="0"/>
                                  </p:stCondLst>
                                  <p:childTnLst>
                                    <p:set>
                                      <p:cBhvr>
                                        <p:cTn id="35" dur="1000" fill="hold">
                                          <p:stCondLst>
                                            <p:cond delay="0"/>
                                          </p:stCondLst>
                                        </p:cTn>
                                        <p:tgtEl>
                                          <p:spTgt spid="29"/>
                                        </p:tgtEl>
                                        <p:attrNameLst>
                                          <p:attrName>style.visibility</p:attrName>
                                        </p:attrNameLst>
                                      </p:cBhvr>
                                      <p:to>
                                        <p:strVal val="visible"/>
                                      </p:to>
                                    </p:set>
                                    <p:animEffect transition="in" filter="plus(in)">
                                      <p:cBhvr>
                                        <p:cTn id="36" dur="10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arn(inVertical)">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5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385" decel="100000"/>
                                        <p:tgtEl>
                                          <p:spTgt spid="16"/>
                                        </p:tgtEl>
                                      </p:cBhvr>
                                    </p:animEffect>
                                    <p:animScale>
                                      <p:cBhvr>
                                        <p:cTn id="58" dur="385" decel="100000"/>
                                        <p:tgtEl>
                                          <p:spTgt spid="16"/>
                                        </p:tgtEl>
                                      </p:cBhvr>
                                      <p:from x="10000" y="10000"/>
                                      <p:to x="200000" y="450000"/>
                                    </p:animScale>
                                    <p:animScale>
                                      <p:cBhvr>
                                        <p:cTn id="59" dur="615" accel="100000" fill="hold">
                                          <p:stCondLst>
                                            <p:cond delay="385"/>
                                          </p:stCondLst>
                                        </p:cTn>
                                        <p:tgtEl>
                                          <p:spTgt spid="16"/>
                                        </p:tgtEl>
                                      </p:cBhvr>
                                      <p:from x="200000" y="450000"/>
                                      <p:to x="100000" y="100000"/>
                                    </p:animScale>
                                    <p:set>
                                      <p:cBhvr>
                                        <p:cTn id="60" dur="385" fill="hold"/>
                                        <p:tgtEl>
                                          <p:spTgt spid="16"/>
                                        </p:tgtEl>
                                        <p:attrNameLst>
                                          <p:attrName>ppt_x</p:attrName>
                                        </p:attrNameLst>
                                      </p:cBhvr>
                                      <p:to>
                                        <p:strVal val="(0.5)"/>
                                      </p:to>
                                    </p:set>
                                    <p:anim from="(0.5)" to="(#ppt_x)" calcmode="lin" valueType="num">
                                      <p:cBhvr>
                                        <p:cTn id="61" dur="615" accel="100000" fill="hold">
                                          <p:stCondLst>
                                            <p:cond delay="385"/>
                                          </p:stCondLst>
                                        </p:cTn>
                                        <p:tgtEl>
                                          <p:spTgt spid="16"/>
                                        </p:tgtEl>
                                        <p:attrNameLst>
                                          <p:attrName>ppt_x</p:attrName>
                                        </p:attrNameLst>
                                      </p:cBhvr>
                                    </p:anim>
                                    <p:set>
                                      <p:cBhvr>
                                        <p:cTn id="62" dur="385" fill="hold"/>
                                        <p:tgtEl>
                                          <p:spTgt spid="16"/>
                                        </p:tgtEl>
                                        <p:attrNameLst>
                                          <p:attrName>ppt_y</p:attrName>
                                        </p:attrNameLst>
                                      </p:cBhvr>
                                      <p:to>
                                        <p:strVal val="(#ppt_y+0.4)"/>
                                      </p:to>
                                    </p:set>
                                    <p:anim from="(#ppt_y+0.4)" to="(#ppt_y)" calcmode="lin" valueType="num">
                                      <p:cBhvr>
                                        <p:cTn id="63" dur="615" accel="100000" fill="hold">
                                          <p:stCondLst>
                                            <p:cond delay="385"/>
                                          </p:stCondLst>
                                        </p:cTn>
                                        <p:tgtEl>
                                          <p:spTgt spid="16"/>
                                        </p:tgtEl>
                                        <p:attrNameLst>
                                          <p:attrName>ppt_y</p:attrName>
                                        </p:attrNameLst>
                                      </p:cBhvr>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1000"/>
                                        <p:tgtEl>
                                          <p:spTgt spid="18"/>
                                        </p:tgtEl>
                                      </p:cBhvr>
                                    </p:animEffect>
                                    <p:anim calcmode="lin" valueType="num">
                                      <p:cBhvr>
                                        <p:cTn id="69" dur="1000" fill="hold"/>
                                        <p:tgtEl>
                                          <p:spTgt spid="18"/>
                                        </p:tgtEl>
                                        <p:attrNameLst>
                                          <p:attrName>ppt_x</p:attrName>
                                        </p:attrNameLst>
                                      </p:cBhvr>
                                      <p:tavLst>
                                        <p:tav tm="0">
                                          <p:val>
                                            <p:strVal val="#ppt_x"/>
                                          </p:val>
                                        </p:tav>
                                        <p:tav tm="100000">
                                          <p:val>
                                            <p:strVal val="#ppt_x"/>
                                          </p:val>
                                        </p:tav>
                                      </p:tavLst>
                                    </p:anim>
                                    <p:anim calcmode="lin" valueType="num">
                                      <p:cBhvr>
                                        <p:cTn id="7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7" presetClass="entr" presetSubtype="0" fill="hold" grpId="0" nodeType="clickEffect">
                                  <p:stCondLst>
                                    <p:cond delay="0"/>
                                  </p:stCondLst>
                                  <p:iterate type="lt">
                                    <p:tmPct val="50000"/>
                                  </p:iterate>
                                  <p:childTnLst>
                                    <p:set>
                                      <p:cBhvr>
                                        <p:cTn id="80" dur="1" fill="hold">
                                          <p:stCondLst>
                                            <p:cond delay="0"/>
                                          </p:stCondLst>
                                        </p:cTn>
                                        <p:tgtEl>
                                          <p:spTgt spid="20"/>
                                        </p:tgtEl>
                                        <p:attrNameLst>
                                          <p:attrName>style.visibility</p:attrName>
                                        </p:attrNameLst>
                                      </p:cBhvr>
                                      <p:to>
                                        <p:strVal val="visible"/>
                                      </p:to>
                                    </p:set>
                                    <p:anim calcmode="discrete" valueType="clr">
                                      <p:cBhvr override="childStyle">
                                        <p:cTn id="81" dur="80"/>
                                        <p:tgtEl>
                                          <p:spTgt spid="20"/>
                                        </p:tgtEl>
                                        <p:attrNameLst>
                                          <p:attrName>style.color</p:attrName>
                                        </p:attrNameLst>
                                      </p:cBhvr>
                                      <p:tavLst>
                                        <p:tav tm="0">
                                          <p:val>
                                            <p:clrVal>
                                              <a:schemeClr val="accent2"/>
                                            </p:clrVal>
                                          </p:val>
                                        </p:tav>
                                        <p:tav tm="50000">
                                          <p:val>
                                            <p:clrVal>
                                              <a:schemeClr val="hlink"/>
                                            </p:clrVal>
                                          </p:val>
                                        </p:tav>
                                      </p:tavLst>
                                    </p:anim>
                                    <p:anim calcmode="discrete" valueType="clr">
                                      <p:cBhvr>
                                        <p:cTn id="82" dur="80"/>
                                        <p:tgtEl>
                                          <p:spTgt spid="20"/>
                                        </p:tgtEl>
                                        <p:attrNameLst>
                                          <p:attrName>fillcolor</p:attrName>
                                        </p:attrNameLst>
                                      </p:cBhvr>
                                      <p:tavLst>
                                        <p:tav tm="0">
                                          <p:val>
                                            <p:clrVal>
                                              <a:schemeClr val="accent2"/>
                                            </p:clrVal>
                                          </p:val>
                                        </p:tav>
                                        <p:tav tm="50000">
                                          <p:val>
                                            <p:clrVal>
                                              <a:schemeClr val="hlink"/>
                                            </p:clrVal>
                                          </p:val>
                                        </p:tav>
                                      </p:tavLst>
                                    </p:anim>
                                    <p:set>
                                      <p:cBhvr>
                                        <p:cTn id="83" dur="80"/>
                                        <p:tgtEl>
                                          <p:spTgt spid="20"/>
                                        </p:tgtEl>
                                        <p:attrNameLst>
                                          <p:attrName>fill.type</p:attrName>
                                        </p:attrNameLst>
                                      </p:cBhvr>
                                      <p:to>
                                        <p:strVal val="solid"/>
                                      </p:to>
                                    </p:se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dissolve">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34" presetClass="entr" presetSubtype="0" fill="hold" grpId="0" nodeType="clickEffect">
                                  <p:stCondLst>
                                    <p:cond delay="0"/>
                                  </p:stCondLst>
                                  <p:childTnLst>
                                    <p:set>
                                      <p:cBhvr>
                                        <p:cTn id="92" dur="1" fill="hold">
                                          <p:stCondLst>
                                            <p:cond delay="0"/>
                                          </p:stCondLst>
                                        </p:cTn>
                                        <p:tgtEl>
                                          <p:spTgt spid="14"/>
                                        </p:tgtEl>
                                        <p:attrNameLst>
                                          <p:attrName>style.visibility</p:attrName>
                                        </p:attrNameLst>
                                      </p:cBhvr>
                                      <p:to>
                                        <p:strVal val="visible"/>
                                      </p:to>
                                    </p:set>
                                    <p:anim from="(-#ppt_w/2)" to="(#ppt_x)" calcmode="lin" valueType="num">
                                      <p:cBhvr>
                                        <p:cTn id="93" dur="600" fill="hold">
                                          <p:stCondLst>
                                            <p:cond delay="0"/>
                                          </p:stCondLst>
                                        </p:cTn>
                                        <p:tgtEl>
                                          <p:spTgt spid="14"/>
                                        </p:tgtEl>
                                        <p:attrNameLst>
                                          <p:attrName>ppt_x</p:attrName>
                                        </p:attrNameLst>
                                      </p:cBhvr>
                                    </p:anim>
                                    <p:anim from="0" to="-1.0" calcmode="lin" valueType="num">
                                      <p:cBhvr>
                                        <p:cTn id="94" dur="200" decel="50000" autoRev="1" fill="hold">
                                          <p:stCondLst>
                                            <p:cond delay="600"/>
                                          </p:stCondLst>
                                        </p:cTn>
                                        <p:tgtEl>
                                          <p:spTgt spid="14"/>
                                        </p:tgtEl>
                                        <p:attrNameLst>
                                          <p:attrName>xshear</p:attrName>
                                        </p:attrNameLst>
                                      </p:cBhvr>
                                    </p:anim>
                                    <p:animScale>
                                      <p:cBhvr>
                                        <p:cTn id="95" dur="200" decel="100000" autoRev="1" fill="hold">
                                          <p:stCondLst>
                                            <p:cond delay="600"/>
                                          </p:stCondLst>
                                        </p:cTn>
                                        <p:tgtEl>
                                          <p:spTgt spid="14"/>
                                        </p:tgtEl>
                                      </p:cBhvr>
                                      <p:from x="100000" y="100000"/>
                                      <p:to x="80000" y="100000"/>
                                    </p:animScale>
                                    <p:anim by="(#ppt_h/3+#ppt_w*0.1)" calcmode="lin" valueType="num">
                                      <p:cBhvr additive="sum">
                                        <p:cTn id="96" dur="200" decel="100000" autoRev="1" fill="hold">
                                          <p:stCondLst>
                                            <p:cond delay="600"/>
                                          </p:stCondLst>
                                        </p:cTn>
                                        <p:tgtEl>
                                          <p:spTgt spid="14"/>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10" grpId="0"/>
      <p:bldP spid="11" grpId="0"/>
      <p:bldP spid="16" grpId="0"/>
      <p:bldP spid="18" grpId="0"/>
      <p:bldP spid="21" grpId="0"/>
      <p:bldP spid="20" grpId="0"/>
      <p:bldP spid="19" grpId="0"/>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09600" y="1371600"/>
            <a:ext cx="8021955" cy="50927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【例2-16】将</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转换为与-或非表达式。</a:t>
            </a:r>
            <a:endParaRPr sz="2400" b="1" kern="1200" dirty="0">
              <a:solidFill>
                <a:srgbClr val="000066"/>
              </a:solidFill>
              <a:latin typeface="Arial" panose="020B0604020202020204" pitchFamily="34" charset="0"/>
              <a:ea typeface="楷体_GB2312"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753110" y="2103120"/>
            <a:ext cx="1389380" cy="6572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2" name="对象 -2147482325"/>
          <p:cNvGraphicFramePr>
            <a:graphicFrameLocks noChangeAspect="1"/>
          </p:cNvGraphicFramePr>
          <p:nvPr/>
        </p:nvGraphicFramePr>
        <p:xfrm>
          <a:off x="3124200" y="1447800"/>
          <a:ext cx="2226945" cy="383540"/>
        </p:xfrm>
        <a:graphic>
          <a:graphicData uri="http://schemas.openxmlformats.org/presentationml/2006/ole">
            <mc:AlternateContent xmlns:mc="http://schemas.openxmlformats.org/markup-compatibility/2006">
              <mc:Choice xmlns:v="urn:schemas-microsoft-com:vml" Requires="v">
                <p:oleObj spid="_x0000_s32" name="" r:id="rId1" imgW="1104265" imgH="190500" progId="Equation.DSMT4">
                  <p:embed/>
                </p:oleObj>
              </mc:Choice>
              <mc:Fallback>
                <p:oleObj name="" r:id="rId1" imgW="1104265" imgH="190500" progId="Equation.DSMT4">
                  <p:embed/>
                  <p:pic>
                    <p:nvPicPr>
                      <p:cNvPr id="0" name="图片 31"/>
                      <p:cNvPicPr/>
                      <p:nvPr/>
                    </p:nvPicPr>
                    <p:blipFill>
                      <a:blip r:embed="rId2"/>
                      <a:stretch>
                        <a:fillRect/>
                      </a:stretch>
                    </p:blipFill>
                    <p:spPr>
                      <a:xfrm>
                        <a:off x="3124200" y="1447800"/>
                        <a:ext cx="2226945" cy="383540"/>
                      </a:xfrm>
                      <a:prstGeom prst="rect">
                        <a:avLst/>
                      </a:prstGeom>
                      <a:noFill/>
                      <a:ln w="38100">
                        <a:noFill/>
                        <a:miter/>
                      </a:ln>
                    </p:spPr>
                  </p:pic>
                </p:oleObj>
              </mc:Fallback>
            </mc:AlternateContent>
          </a:graphicData>
        </a:graphic>
      </p:graphicFrame>
      <p:graphicFrame>
        <p:nvGraphicFramePr>
          <p:cNvPr id="3" name="对象 -2147482324"/>
          <p:cNvGraphicFramePr>
            <a:graphicFrameLocks noChangeAspect="1"/>
          </p:cNvGraphicFramePr>
          <p:nvPr/>
        </p:nvGraphicFramePr>
        <p:xfrm>
          <a:off x="2133600" y="2057400"/>
          <a:ext cx="2301875" cy="528955"/>
        </p:xfrm>
        <a:graphic>
          <a:graphicData uri="http://schemas.openxmlformats.org/presentationml/2006/ole">
            <mc:AlternateContent xmlns:mc="http://schemas.openxmlformats.org/markup-compatibility/2006">
              <mc:Choice xmlns:v="urn:schemas-microsoft-com:vml" Requires="v">
                <p:oleObj spid="_x0000_s33" name="" r:id="rId3" imgW="1103630" imgH="254000" progId="Equation.DSMT4">
                  <p:embed/>
                </p:oleObj>
              </mc:Choice>
              <mc:Fallback>
                <p:oleObj name="" r:id="rId3" imgW="1103630" imgH="254000" progId="Equation.DSMT4">
                  <p:embed/>
                  <p:pic>
                    <p:nvPicPr>
                      <p:cNvPr id="0" name="图片 32"/>
                      <p:cNvPicPr/>
                      <p:nvPr/>
                    </p:nvPicPr>
                    <p:blipFill>
                      <a:blip r:embed="rId4"/>
                      <a:stretch>
                        <a:fillRect/>
                      </a:stretch>
                    </p:blipFill>
                    <p:spPr>
                      <a:xfrm>
                        <a:off x="2133600" y="2057400"/>
                        <a:ext cx="2301875" cy="528955"/>
                      </a:xfrm>
                      <a:prstGeom prst="rect">
                        <a:avLst/>
                      </a:prstGeom>
                      <a:noFill/>
                      <a:ln w="38100">
                        <a:noFill/>
                        <a:miter/>
                      </a:ln>
                    </p:spPr>
                  </p:pic>
                </p:oleObj>
              </mc:Fallback>
            </mc:AlternateContent>
          </a:graphicData>
        </a:graphic>
      </p:graphicFrame>
      <p:graphicFrame>
        <p:nvGraphicFramePr>
          <p:cNvPr id="4" name="对象 -2147482323"/>
          <p:cNvGraphicFramePr>
            <a:graphicFrameLocks noChangeAspect="1"/>
          </p:cNvGraphicFramePr>
          <p:nvPr/>
        </p:nvGraphicFramePr>
        <p:xfrm>
          <a:off x="2362200" y="2667000"/>
          <a:ext cx="1935480" cy="553085"/>
        </p:xfrm>
        <a:graphic>
          <a:graphicData uri="http://schemas.openxmlformats.org/presentationml/2006/ole">
            <mc:AlternateContent xmlns:mc="http://schemas.openxmlformats.org/markup-compatibility/2006">
              <mc:Choice xmlns:v="urn:schemas-microsoft-com:vml" Requires="v">
                <p:oleObj spid="_x0000_s34" name="" r:id="rId5" imgW="888365" imgH="254000" progId="Equation.DSMT4">
                  <p:embed/>
                </p:oleObj>
              </mc:Choice>
              <mc:Fallback>
                <p:oleObj name="" r:id="rId5" imgW="888365" imgH="254000" progId="Equation.DSMT4">
                  <p:embed/>
                  <p:pic>
                    <p:nvPicPr>
                      <p:cNvPr id="0" name="图片 33"/>
                      <p:cNvPicPr/>
                      <p:nvPr/>
                    </p:nvPicPr>
                    <p:blipFill>
                      <a:blip r:embed="rId6"/>
                      <a:stretch>
                        <a:fillRect/>
                      </a:stretch>
                    </p:blipFill>
                    <p:spPr>
                      <a:xfrm>
                        <a:off x="2362200" y="2667000"/>
                        <a:ext cx="1935480" cy="553085"/>
                      </a:xfrm>
                      <a:prstGeom prst="rect">
                        <a:avLst/>
                      </a:prstGeom>
                      <a:noFill/>
                      <a:ln w="38100">
                        <a:noFill/>
                        <a:miter/>
                      </a:ln>
                    </p:spPr>
                  </p:pic>
                </p:oleObj>
              </mc:Fallback>
            </mc:AlternateContent>
          </a:graphicData>
        </a:graphic>
      </p:graphicFrame>
      <p:graphicFrame>
        <p:nvGraphicFramePr>
          <p:cNvPr id="5" name="对象 -2147482322"/>
          <p:cNvGraphicFramePr>
            <a:graphicFrameLocks noChangeAspect="1"/>
          </p:cNvGraphicFramePr>
          <p:nvPr/>
        </p:nvGraphicFramePr>
        <p:xfrm>
          <a:off x="2362200" y="3276600"/>
          <a:ext cx="3441700" cy="538480"/>
        </p:xfrm>
        <a:graphic>
          <a:graphicData uri="http://schemas.openxmlformats.org/presentationml/2006/ole">
            <mc:AlternateContent xmlns:mc="http://schemas.openxmlformats.org/markup-compatibility/2006">
              <mc:Choice xmlns:v="urn:schemas-microsoft-com:vml" Requires="v">
                <p:oleObj spid="_x0000_s35" name="" r:id="rId7" imgW="1624330" imgH="254000" progId="Equation.DSMT4">
                  <p:embed/>
                </p:oleObj>
              </mc:Choice>
              <mc:Fallback>
                <p:oleObj name="" r:id="rId7" imgW="1624330" imgH="254000" progId="Equation.DSMT4">
                  <p:embed/>
                  <p:pic>
                    <p:nvPicPr>
                      <p:cNvPr id="0" name="图片 34"/>
                      <p:cNvPicPr/>
                      <p:nvPr/>
                    </p:nvPicPr>
                    <p:blipFill>
                      <a:blip r:embed="rId8"/>
                      <a:stretch>
                        <a:fillRect/>
                      </a:stretch>
                    </p:blipFill>
                    <p:spPr>
                      <a:xfrm>
                        <a:off x="2362200" y="3276600"/>
                        <a:ext cx="3441700" cy="538480"/>
                      </a:xfrm>
                      <a:prstGeom prst="rect">
                        <a:avLst/>
                      </a:prstGeom>
                      <a:noFill/>
                      <a:ln w="38100">
                        <a:noFill/>
                        <a:miter/>
                      </a:ln>
                    </p:spPr>
                  </p:pic>
                </p:oleObj>
              </mc:Fallback>
            </mc:AlternateContent>
          </a:graphicData>
        </a:graphic>
      </p:graphicFrame>
      <p:graphicFrame>
        <p:nvGraphicFramePr>
          <p:cNvPr id="6" name="对象 -2147482321"/>
          <p:cNvGraphicFramePr>
            <a:graphicFrameLocks noChangeAspect="1"/>
          </p:cNvGraphicFramePr>
          <p:nvPr/>
        </p:nvGraphicFramePr>
        <p:xfrm>
          <a:off x="2362200" y="3962400"/>
          <a:ext cx="4278630" cy="528320"/>
        </p:xfrm>
        <a:graphic>
          <a:graphicData uri="http://schemas.openxmlformats.org/presentationml/2006/ole">
            <mc:AlternateContent xmlns:mc="http://schemas.openxmlformats.org/markup-compatibility/2006">
              <mc:Choice xmlns:v="urn:schemas-microsoft-com:vml" Requires="v">
                <p:oleObj spid="_x0000_s36" name="" r:id="rId9" imgW="2055495" imgH="254000" progId="Equation.DSMT4">
                  <p:embed/>
                </p:oleObj>
              </mc:Choice>
              <mc:Fallback>
                <p:oleObj name="" r:id="rId9" imgW="2055495" imgH="254000" progId="Equation.DSMT4">
                  <p:embed/>
                  <p:pic>
                    <p:nvPicPr>
                      <p:cNvPr id="0" name="图片 35"/>
                      <p:cNvPicPr/>
                      <p:nvPr/>
                    </p:nvPicPr>
                    <p:blipFill>
                      <a:blip r:embed="rId10"/>
                      <a:stretch>
                        <a:fillRect/>
                      </a:stretch>
                    </p:blipFill>
                    <p:spPr>
                      <a:xfrm>
                        <a:off x="2362200" y="3962400"/>
                        <a:ext cx="4278630" cy="528320"/>
                      </a:xfrm>
                      <a:prstGeom prst="rect">
                        <a:avLst/>
                      </a:prstGeom>
                      <a:noFill/>
                      <a:ln w="38100">
                        <a:noFill/>
                        <a:miter/>
                      </a:ln>
                    </p:spPr>
                  </p:pic>
                </p:oleObj>
              </mc:Fallback>
            </mc:AlternateContent>
          </a:graphicData>
        </a:graphic>
      </p:graphicFrame>
      <p:graphicFrame>
        <p:nvGraphicFramePr>
          <p:cNvPr id="8" name="对象 -2147482320"/>
          <p:cNvGraphicFramePr>
            <a:graphicFrameLocks noChangeAspect="1"/>
          </p:cNvGraphicFramePr>
          <p:nvPr/>
        </p:nvGraphicFramePr>
        <p:xfrm>
          <a:off x="2362200" y="4648200"/>
          <a:ext cx="4281805" cy="500380"/>
        </p:xfrm>
        <a:graphic>
          <a:graphicData uri="http://schemas.openxmlformats.org/presentationml/2006/ole">
            <mc:AlternateContent xmlns:mc="http://schemas.openxmlformats.org/markup-compatibility/2006">
              <mc:Choice xmlns:v="urn:schemas-microsoft-com:vml" Requires="v">
                <p:oleObj spid="_x0000_s37" name="" r:id="rId11" imgW="1955800" imgH="228600" progId="Equation.DSMT4">
                  <p:embed/>
                </p:oleObj>
              </mc:Choice>
              <mc:Fallback>
                <p:oleObj name="" r:id="rId11" imgW="1955800" imgH="228600" progId="Equation.DSMT4">
                  <p:embed/>
                  <p:pic>
                    <p:nvPicPr>
                      <p:cNvPr id="0" name="图片 36"/>
                      <p:cNvPicPr/>
                      <p:nvPr/>
                    </p:nvPicPr>
                    <p:blipFill>
                      <a:blip r:embed="rId12"/>
                      <a:stretch>
                        <a:fillRect/>
                      </a:stretch>
                    </p:blipFill>
                    <p:spPr>
                      <a:xfrm>
                        <a:off x="2362200" y="4648200"/>
                        <a:ext cx="4281805" cy="5003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9" presetClass="entr" presetSubtype="0" decel="10000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 calcmode="lin" valueType="num">
                                      <p:cBhvr>
                                        <p:cTn id="30" dur="500" fill="hold"/>
                                        <p:tgtEl>
                                          <p:spTgt spid="6"/>
                                        </p:tgtEl>
                                        <p:attrNameLst>
                                          <p:attrName>style.rotation</p:attrName>
                                        </p:attrNameLst>
                                      </p:cBhvr>
                                      <p:tavLst>
                                        <p:tav tm="0">
                                          <p:val>
                                            <p:fltVal val="360"/>
                                          </p:val>
                                        </p:tav>
                                        <p:tav tm="100000">
                                          <p:val>
                                            <p:fltVal val="0"/>
                                          </p:val>
                                        </p:tav>
                                      </p:tavLst>
                                    </p:anim>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arn(inVertical)">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2193290"/>
            <a:ext cx="7798435" cy="9829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zh-CN" sz="2400" b="1" dirty="0">
                <a:solidFill>
                  <a:srgbClr val="000066"/>
                </a:solidFill>
                <a:latin typeface="Arial" panose="020B0604020202020204" pitchFamily="34" charset="0"/>
                <a:ea typeface="楷体_GB2312" pitchFamily="49" charset="-122"/>
              </a:rPr>
              <a:t>可得</a:t>
            </a:r>
            <a:r>
              <a:rPr lang="en-US" altLang="zh-CN"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，从而将两项合并成一项，这种化简方法称为并项法。</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226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2.5.2 </a:t>
            </a:r>
            <a:r>
              <a:rPr lang="zh-CN" altLang="en-US" sz="2800" i="0" dirty="0">
                <a:solidFill>
                  <a:srgbClr val="0070C0"/>
                </a:solidFill>
                <a:latin typeface="黑体" panose="02010609060101010101" pitchFamily="49" charset="-122"/>
                <a:ea typeface="黑体" panose="02010609060101010101" pitchFamily="49" charset="-122"/>
              </a:rPr>
              <a:t>逻辑函数的公式化简方法</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14" name="Rectangle 3"/>
          <p:cNvSpPr>
            <a:spLocks noGrp="1"/>
          </p:cNvSpPr>
          <p:nvPr/>
        </p:nvSpPr>
        <p:spPr>
          <a:xfrm>
            <a:off x="482600" y="3048000"/>
            <a:ext cx="8165465"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【例2-17】用并项法化简以下逻辑函数式：</a:t>
            </a:r>
            <a:endParaRPr sz="2400" b="1" kern="1200" dirty="0">
              <a:solidFill>
                <a:srgbClr val="000066"/>
              </a:solidFill>
              <a:latin typeface="Arial" panose="020B0604020202020204" pitchFamily="34" charset="0"/>
              <a:ea typeface="楷体_GB2312" pitchFamily="49" charset="-122"/>
            </a:endParaRPr>
          </a:p>
        </p:txBody>
      </p:sp>
      <p:sp>
        <p:nvSpPr>
          <p:cNvPr id="32" name="Rectangle 3"/>
          <p:cNvSpPr>
            <a:spLocks noGrp="1"/>
          </p:cNvSpPr>
          <p:nvPr/>
        </p:nvSpPr>
        <p:spPr>
          <a:xfrm>
            <a:off x="1219200" y="1676400"/>
            <a:ext cx="16186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并项法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aphicFrame>
        <p:nvGraphicFramePr>
          <p:cNvPr id="2" name="对象 -2147482319"/>
          <p:cNvGraphicFramePr>
            <a:graphicFrameLocks noChangeAspect="1"/>
          </p:cNvGraphicFramePr>
          <p:nvPr/>
        </p:nvGraphicFramePr>
        <p:xfrm>
          <a:off x="1828800" y="2223770"/>
          <a:ext cx="1174115" cy="409575"/>
        </p:xfrm>
        <a:graphic>
          <a:graphicData uri="http://schemas.openxmlformats.org/presentationml/2006/ole">
            <mc:AlternateContent xmlns:mc="http://schemas.openxmlformats.org/markup-compatibility/2006">
              <mc:Choice xmlns:v="urn:schemas-microsoft-com:vml" Requires="v">
                <p:oleObj spid="_x0000_s33" name="" r:id="rId1" imgW="507365" imgH="177800" progId="Equation.DSMT4">
                  <p:embed/>
                </p:oleObj>
              </mc:Choice>
              <mc:Fallback>
                <p:oleObj name="" r:id="rId1" imgW="507365" imgH="177800" progId="Equation.DSMT4">
                  <p:embed/>
                  <p:pic>
                    <p:nvPicPr>
                      <p:cNvPr id="0" name="图片 32"/>
                      <p:cNvPicPr/>
                      <p:nvPr/>
                    </p:nvPicPr>
                    <p:blipFill>
                      <a:blip r:embed="rId2"/>
                      <a:stretch>
                        <a:fillRect/>
                      </a:stretch>
                    </p:blipFill>
                    <p:spPr>
                      <a:xfrm>
                        <a:off x="1828800" y="2223770"/>
                        <a:ext cx="1174115" cy="409575"/>
                      </a:xfrm>
                      <a:prstGeom prst="rect">
                        <a:avLst/>
                      </a:prstGeom>
                      <a:noFill/>
                      <a:ln w="38100">
                        <a:noFill/>
                        <a:miter/>
                      </a:ln>
                    </p:spPr>
                  </p:pic>
                </p:oleObj>
              </mc:Fallback>
            </mc:AlternateContent>
          </a:graphicData>
        </a:graphic>
      </p:graphicFrame>
      <p:graphicFrame>
        <p:nvGraphicFramePr>
          <p:cNvPr id="3" name="对象 -2147482318"/>
          <p:cNvGraphicFramePr>
            <a:graphicFrameLocks noChangeAspect="1"/>
          </p:cNvGraphicFramePr>
          <p:nvPr/>
        </p:nvGraphicFramePr>
        <p:xfrm>
          <a:off x="3962400" y="2209800"/>
          <a:ext cx="1607820" cy="400685"/>
        </p:xfrm>
        <a:graphic>
          <a:graphicData uri="http://schemas.openxmlformats.org/presentationml/2006/ole">
            <mc:AlternateContent xmlns:mc="http://schemas.openxmlformats.org/markup-compatibility/2006">
              <mc:Choice xmlns:v="urn:schemas-microsoft-com:vml" Requires="v">
                <p:oleObj spid="_x0000_s34" name="" r:id="rId3" imgW="709930" imgH="177800" progId="Equation.DSMT4">
                  <p:embed/>
                </p:oleObj>
              </mc:Choice>
              <mc:Fallback>
                <p:oleObj name="" r:id="rId3" imgW="709930" imgH="177800" progId="Equation.DSMT4">
                  <p:embed/>
                  <p:pic>
                    <p:nvPicPr>
                      <p:cNvPr id="0" name="图片 33"/>
                      <p:cNvPicPr/>
                      <p:nvPr/>
                    </p:nvPicPr>
                    <p:blipFill>
                      <a:blip r:embed="rId4"/>
                      <a:stretch>
                        <a:fillRect/>
                      </a:stretch>
                    </p:blipFill>
                    <p:spPr>
                      <a:xfrm>
                        <a:off x="3962400" y="2209800"/>
                        <a:ext cx="1607820" cy="400685"/>
                      </a:xfrm>
                      <a:prstGeom prst="rect">
                        <a:avLst/>
                      </a:prstGeom>
                      <a:noFill/>
                      <a:ln w="38100">
                        <a:noFill/>
                        <a:miter/>
                      </a:ln>
                    </p:spPr>
                  </p:pic>
                </p:oleObj>
              </mc:Fallback>
            </mc:AlternateContent>
          </a:graphicData>
        </a:graphic>
      </p:graphicFrame>
      <p:graphicFrame>
        <p:nvGraphicFramePr>
          <p:cNvPr id="4" name="对象 -2147482317"/>
          <p:cNvGraphicFramePr>
            <a:graphicFrameLocks noChangeAspect="1"/>
          </p:cNvGraphicFramePr>
          <p:nvPr/>
        </p:nvGraphicFramePr>
        <p:xfrm>
          <a:off x="1371600" y="3581400"/>
          <a:ext cx="1958975" cy="462280"/>
        </p:xfrm>
        <a:graphic>
          <a:graphicData uri="http://schemas.openxmlformats.org/presentationml/2006/ole">
            <mc:AlternateContent xmlns:mc="http://schemas.openxmlformats.org/markup-compatibility/2006">
              <mc:Choice xmlns:v="urn:schemas-microsoft-com:vml" Requires="v">
                <p:oleObj spid="_x0000_s35" name="" r:id="rId5" imgW="913130" imgH="215900" progId="Equation.DSMT4">
                  <p:embed/>
                </p:oleObj>
              </mc:Choice>
              <mc:Fallback>
                <p:oleObj name="" r:id="rId5" imgW="913130" imgH="215900" progId="Equation.DSMT4">
                  <p:embed/>
                  <p:pic>
                    <p:nvPicPr>
                      <p:cNvPr id="0" name="图片 34"/>
                      <p:cNvPicPr/>
                      <p:nvPr/>
                    </p:nvPicPr>
                    <p:blipFill>
                      <a:blip r:embed="rId6"/>
                      <a:stretch>
                        <a:fillRect/>
                      </a:stretch>
                    </p:blipFill>
                    <p:spPr>
                      <a:xfrm>
                        <a:off x="1371600" y="3581400"/>
                        <a:ext cx="1958975" cy="462280"/>
                      </a:xfrm>
                      <a:prstGeom prst="rect">
                        <a:avLst/>
                      </a:prstGeom>
                      <a:noFill/>
                      <a:ln w="38100">
                        <a:noFill/>
                        <a:miter/>
                      </a:ln>
                    </p:spPr>
                  </p:pic>
                </p:oleObj>
              </mc:Fallback>
            </mc:AlternateContent>
          </a:graphicData>
        </a:graphic>
      </p:graphicFrame>
      <p:graphicFrame>
        <p:nvGraphicFramePr>
          <p:cNvPr id="5" name="对象 -2147482316"/>
          <p:cNvGraphicFramePr>
            <a:graphicFrameLocks noChangeAspect="1"/>
          </p:cNvGraphicFramePr>
          <p:nvPr/>
        </p:nvGraphicFramePr>
        <p:xfrm>
          <a:off x="1371600" y="4114800"/>
          <a:ext cx="4384675" cy="423545"/>
        </p:xfrm>
        <a:graphic>
          <a:graphicData uri="http://schemas.openxmlformats.org/presentationml/2006/ole">
            <mc:AlternateContent xmlns:mc="http://schemas.openxmlformats.org/markup-compatibility/2006">
              <mc:Choice xmlns:v="urn:schemas-microsoft-com:vml" Requires="v">
                <p:oleObj spid="_x0000_s36" name="" r:id="rId7" imgW="2232025" imgH="215900" progId="Equation.DSMT4">
                  <p:embed/>
                </p:oleObj>
              </mc:Choice>
              <mc:Fallback>
                <p:oleObj name="" r:id="rId7" imgW="2232025" imgH="215900" progId="Equation.DSMT4">
                  <p:embed/>
                  <p:pic>
                    <p:nvPicPr>
                      <p:cNvPr id="0" name="图片 35"/>
                      <p:cNvPicPr/>
                      <p:nvPr/>
                    </p:nvPicPr>
                    <p:blipFill>
                      <a:blip r:embed="rId8"/>
                      <a:stretch>
                        <a:fillRect/>
                      </a:stretch>
                    </p:blipFill>
                    <p:spPr>
                      <a:xfrm>
                        <a:off x="1371600" y="4114800"/>
                        <a:ext cx="4384675" cy="423545"/>
                      </a:xfrm>
                      <a:prstGeom prst="rect">
                        <a:avLst/>
                      </a:prstGeom>
                      <a:noFill/>
                      <a:ln w="38100">
                        <a:noFill/>
                        <a:miter/>
                      </a:ln>
                    </p:spPr>
                  </p:pic>
                </p:oleObj>
              </mc:Fallback>
            </mc:AlternateContent>
          </a:graphicData>
        </a:graphic>
      </p:graphicFrame>
      <p:sp>
        <p:nvSpPr>
          <p:cNvPr id="37" name="Rectangle 3"/>
          <p:cNvSpPr>
            <a:spLocks noGrp="1"/>
          </p:cNvSpPr>
          <p:nvPr/>
        </p:nvSpPr>
        <p:spPr>
          <a:xfrm>
            <a:off x="561340" y="45466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6" name="对象 -2147482315"/>
          <p:cNvGraphicFramePr>
            <a:graphicFrameLocks noChangeAspect="1"/>
          </p:cNvGraphicFramePr>
          <p:nvPr/>
        </p:nvGraphicFramePr>
        <p:xfrm>
          <a:off x="1905000" y="4648200"/>
          <a:ext cx="2290445" cy="437515"/>
        </p:xfrm>
        <a:graphic>
          <a:graphicData uri="http://schemas.openxmlformats.org/presentationml/2006/ole">
            <mc:AlternateContent xmlns:mc="http://schemas.openxmlformats.org/markup-compatibility/2006">
              <mc:Choice xmlns:v="urn:schemas-microsoft-com:vml" Requires="v">
                <p:oleObj spid="_x0000_s38" name="" r:id="rId9" imgW="1129030" imgH="215900" progId="Equation.DSMT4">
                  <p:embed/>
                </p:oleObj>
              </mc:Choice>
              <mc:Fallback>
                <p:oleObj name="" r:id="rId9" imgW="1129030" imgH="215900" progId="Equation.DSMT4">
                  <p:embed/>
                  <p:pic>
                    <p:nvPicPr>
                      <p:cNvPr id="0" name="图片 37"/>
                      <p:cNvPicPr/>
                      <p:nvPr/>
                    </p:nvPicPr>
                    <p:blipFill>
                      <a:blip r:embed="rId10"/>
                      <a:stretch>
                        <a:fillRect/>
                      </a:stretch>
                    </p:blipFill>
                    <p:spPr>
                      <a:xfrm>
                        <a:off x="1905000" y="4648200"/>
                        <a:ext cx="2290445" cy="437515"/>
                      </a:xfrm>
                      <a:prstGeom prst="rect">
                        <a:avLst/>
                      </a:prstGeom>
                      <a:noFill/>
                      <a:ln w="38100">
                        <a:noFill/>
                        <a:miter/>
                      </a:ln>
                    </p:spPr>
                  </p:pic>
                </p:oleObj>
              </mc:Fallback>
            </mc:AlternateContent>
          </a:graphicData>
        </a:graphic>
      </p:graphicFrame>
      <p:graphicFrame>
        <p:nvGraphicFramePr>
          <p:cNvPr id="8" name="对象 -2147482314"/>
          <p:cNvGraphicFramePr>
            <a:graphicFrameLocks noChangeAspect="1"/>
          </p:cNvGraphicFramePr>
          <p:nvPr/>
        </p:nvGraphicFramePr>
        <p:xfrm>
          <a:off x="1905000" y="5105400"/>
          <a:ext cx="4168140" cy="434975"/>
        </p:xfrm>
        <a:graphic>
          <a:graphicData uri="http://schemas.openxmlformats.org/presentationml/2006/ole">
            <mc:AlternateContent xmlns:mc="http://schemas.openxmlformats.org/markup-compatibility/2006">
              <mc:Choice xmlns:v="urn:schemas-microsoft-com:vml" Requires="v">
                <p:oleObj spid="_x0000_s39" name="" r:id="rId11" imgW="2067560" imgH="215900" progId="Equation.DSMT4">
                  <p:embed/>
                </p:oleObj>
              </mc:Choice>
              <mc:Fallback>
                <p:oleObj name="" r:id="rId11" imgW="2067560" imgH="215900" progId="Equation.DSMT4">
                  <p:embed/>
                  <p:pic>
                    <p:nvPicPr>
                      <p:cNvPr id="0" name="图片 38"/>
                      <p:cNvPicPr/>
                      <p:nvPr/>
                    </p:nvPicPr>
                    <p:blipFill>
                      <a:blip r:embed="rId12"/>
                      <a:stretch>
                        <a:fillRect/>
                      </a:stretch>
                    </p:blipFill>
                    <p:spPr>
                      <a:xfrm>
                        <a:off x="1905000" y="5105400"/>
                        <a:ext cx="4168140" cy="434975"/>
                      </a:xfrm>
                      <a:prstGeom prst="rect">
                        <a:avLst/>
                      </a:prstGeom>
                      <a:noFill/>
                      <a:ln w="38100">
                        <a:noFill/>
                        <a:miter/>
                      </a:ln>
                    </p:spPr>
                  </p:pic>
                </p:oleObj>
              </mc:Fallback>
            </mc:AlternateContent>
          </a:graphicData>
        </a:graphic>
      </p:graphicFrame>
      <p:graphicFrame>
        <p:nvGraphicFramePr>
          <p:cNvPr id="9" name="对象 -2147482313"/>
          <p:cNvGraphicFramePr>
            <a:graphicFrameLocks noChangeAspect="1"/>
          </p:cNvGraphicFramePr>
          <p:nvPr/>
        </p:nvGraphicFramePr>
        <p:xfrm>
          <a:off x="2209800" y="5562600"/>
          <a:ext cx="2687955" cy="423545"/>
        </p:xfrm>
        <a:graphic>
          <a:graphicData uri="http://schemas.openxmlformats.org/presentationml/2006/ole">
            <mc:AlternateContent xmlns:mc="http://schemas.openxmlformats.org/markup-compatibility/2006">
              <mc:Choice xmlns:v="urn:schemas-microsoft-com:vml" Requires="v">
                <p:oleObj spid="_x0000_s40" name="" r:id="rId13" imgW="1369695" imgH="215900" progId="Equation.DSMT4">
                  <p:embed/>
                </p:oleObj>
              </mc:Choice>
              <mc:Fallback>
                <p:oleObj name="" r:id="rId13" imgW="1369695" imgH="215900" progId="Equation.DSMT4">
                  <p:embed/>
                  <p:pic>
                    <p:nvPicPr>
                      <p:cNvPr id="0" name="图片 39"/>
                      <p:cNvPicPr/>
                      <p:nvPr/>
                    </p:nvPicPr>
                    <p:blipFill>
                      <a:blip r:embed="rId14"/>
                      <a:stretch>
                        <a:fillRect/>
                      </a:stretch>
                    </p:blipFill>
                    <p:spPr>
                      <a:xfrm>
                        <a:off x="2209800" y="5562600"/>
                        <a:ext cx="2687955" cy="423545"/>
                      </a:xfrm>
                      <a:prstGeom prst="rect">
                        <a:avLst/>
                      </a:prstGeom>
                      <a:noFill/>
                      <a:ln w="38100">
                        <a:noFill/>
                        <a:miter/>
                      </a:ln>
                    </p:spPr>
                  </p:pic>
                </p:oleObj>
              </mc:Fallback>
            </mc:AlternateContent>
          </a:graphicData>
        </a:graphic>
      </p:graphicFrame>
      <p:graphicFrame>
        <p:nvGraphicFramePr>
          <p:cNvPr id="10" name="对象 -2147482312"/>
          <p:cNvGraphicFramePr>
            <a:graphicFrameLocks noChangeAspect="1"/>
          </p:cNvGraphicFramePr>
          <p:nvPr/>
        </p:nvGraphicFramePr>
        <p:xfrm>
          <a:off x="2209800" y="6019800"/>
          <a:ext cx="1768475" cy="455295"/>
        </p:xfrm>
        <a:graphic>
          <a:graphicData uri="http://schemas.openxmlformats.org/presentationml/2006/ole">
            <mc:AlternateContent xmlns:mc="http://schemas.openxmlformats.org/markup-compatibility/2006">
              <mc:Choice xmlns:v="urn:schemas-microsoft-com:vml" Requires="v">
                <p:oleObj spid="_x0000_s41" name="" r:id="rId15" imgW="836930" imgH="215900" progId="Equation.DSMT4">
                  <p:embed/>
                </p:oleObj>
              </mc:Choice>
              <mc:Fallback>
                <p:oleObj name="" r:id="rId15" imgW="836930" imgH="215900" progId="Equation.DSMT4">
                  <p:embed/>
                  <p:pic>
                    <p:nvPicPr>
                      <p:cNvPr id="0" name="图片 40"/>
                      <p:cNvPicPr/>
                      <p:nvPr/>
                    </p:nvPicPr>
                    <p:blipFill>
                      <a:blip r:embed="rId16"/>
                      <a:stretch>
                        <a:fillRect/>
                      </a:stretch>
                    </p:blipFill>
                    <p:spPr>
                      <a:xfrm>
                        <a:off x="2209800" y="6019800"/>
                        <a:ext cx="1768475" cy="4552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500" fill="hold"/>
                                        <p:tgtEl>
                                          <p:spTgt spid="37"/>
                                        </p:tgtEl>
                                        <p:attrNameLst>
                                          <p:attrName>ppt_x</p:attrName>
                                        </p:attrNameLst>
                                      </p:cBhvr>
                                      <p:tavLst>
                                        <p:tav tm="0">
                                          <p:val>
                                            <p:strVal val="#ppt_x"/>
                                          </p:val>
                                        </p:tav>
                                        <p:tav tm="100000">
                                          <p:val>
                                            <p:strVal val="#ppt_x"/>
                                          </p:val>
                                        </p:tav>
                                      </p:tavLst>
                                    </p:anim>
                                    <p:anim calcmode="lin" valueType="num">
                                      <p:cBhvr additive="base">
                                        <p:cTn id="25" dur="50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4"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from="(-#ppt_w/2)" to="(#ppt_x)" calcmode="lin" valueType="num">
                                      <p:cBhvr>
                                        <p:cTn id="34" dur="600" fill="hold">
                                          <p:stCondLst>
                                            <p:cond delay="0"/>
                                          </p:stCondLst>
                                        </p:cTn>
                                        <p:tgtEl>
                                          <p:spTgt spid="8"/>
                                        </p:tgtEl>
                                        <p:attrNameLst>
                                          <p:attrName>ppt_x</p:attrName>
                                        </p:attrNameLst>
                                      </p:cBhvr>
                                    </p:anim>
                                    <p:anim from="0" to="-1.0" calcmode="lin" valueType="num">
                                      <p:cBhvr>
                                        <p:cTn id="35" dur="200" decel="50000" autoRev="1" fill="hold">
                                          <p:stCondLst>
                                            <p:cond delay="600"/>
                                          </p:stCondLst>
                                        </p:cTn>
                                        <p:tgtEl>
                                          <p:spTgt spid="8"/>
                                        </p:tgtEl>
                                        <p:attrNameLst>
                                          <p:attrName>xshear</p:attrName>
                                        </p:attrNameLst>
                                      </p:cBhvr>
                                    </p:anim>
                                    <p:animScale>
                                      <p:cBhvr>
                                        <p:cTn id="36" dur="200" decel="100000" autoRev="1" fill="hold">
                                          <p:stCondLst>
                                            <p:cond delay="600"/>
                                          </p:stCondLst>
                                        </p:cTn>
                                        <p:tgtEl>
                                          <p:spTgt spid="8"/>
                                        </p:tgtEl>
                                      </p:cBhvr>
                                      <p:from x="100000" y="100000"/>
                                      <p:to x="80000" y="100000"/>
                                    </p:animScale>
                                    <p:anim by="(#ppt_h/3+#ppt_w*0.1)" calcmode="lin" valueType="num">
                                      <p:cBhvr additive="sum">
                                        <p:cTn id="37" dur="200" decel="100000" autoRev="1" fill="hold">
                                          <p:stCondLst>
                                            <p:cond delay="600"/>
                                          </p:stCondLst>
                                        </p:cTn>
                                        <p:tgtEl>
                                          <p:spTgt spid="8"/>
                                        </p:tgtEl>
                                        <p:attrNameLst>
                                          <p:attrName>ppt_x</p:attrName>
                                        </p:attrNameLst>
                                      </p:cBhvr>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up)">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3"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1+#ppt_w/2"/>
                                          </p:val>
                                        </p:tav>
                                        <p:tav tm="100000">
                                          <p:val>
                                            <p:strVal val="#ppt_x"/>
                                          </p:val>
                                        </p:tav>
                                      </p:tavLst>
                                    </p:anim>
                                    <p:anim calcmode="lin" valueType="num">
                                      <p:cBhvr additive="base">
                                        <p:cTn id="4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1812290"/>
            <a:ext cx="7798435" cy="9829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利用吸收律</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消去</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项。</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消去</a:t>
            </a:r>
            <a:r>
              <a:rPr lang="en-US"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项。</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4" name="Rectangle 3"/>
          <p:cNvSpPr>
            <a:spLocks noGrp="1"/>
          </p:cNvSpPr>
          <p:nvPr/>
        </p:nvSpPr>
        <p:spPr>
          <a:xfrm>
            <a:off x="381000" y="2895600"/>
            <a:ext cx="8165465"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【例2-18】用吸收法化简以下逻辑函数式：</a:t>
            </a:r>
            <a:endParaRPr sz="2400" b="1" kern="1200" dirty="0">
              <a:solidFill>
                <a:srgbClr val="000066"/>
              </a:solidFill>
              <a:latin typeface="Arial" panose="020B0604020202020204" pitchFamily="34" charset="0"/>
              <a:ea typeface="楷体_GB2312" pitchFamily="49" charset="-122"/>
            </a:endParaRPr>
          </a:p>
        </p:txBody>
      </p:sp>
      <p:sp>
        <p:nvSpPr>
          <p:cNvPr id="32" name="Rectangle 3"/>
          <p:cNvSpPr>
            <a:spLocks noGrp="1"/>
          </p:cNvSpPr>
          <p:nvPr/>
        </p:nvSpPr>
        <p:spPr>
          <a:xfrm>
            <a:off x="1219200" y="1295400"/>
            <a:ext cx="16186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吸收法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7" name="Rectangle 3"/>
          <p:cNvSpPr>
            <a:spLocks noGrp="1"/>
          </p:cNvSpPr>
          <p:nvPr/>
        </p:nvSpPr>
        <p:spPr>
          <a:xfrm>
            <a:off x="561340" y="47752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82311"/>
          <p:cNvGraphicFramePr>
            <a:graphicFrameLocks noChangeAspect="1"/>
          </p:cNvGraphicFramePr>
          <p:nvPr/>
        </p:nvGraphicFramePr>
        <p:xfrm>
          <a:off x="3352800" y="1905000"/>
          <a:ext cx="1454150" cy="320675"/>
        </p:xfrm>
        <a:graphic>
          <a:graphicData uri="http://schemas.openxmlformats.org/presentationml/2006/ole">
            <mc:AlternateContent xmlns:mc="http://schemas.openxmlformats.org/markup-compatibility/2006">
              <mc:Choice xmlns:v="urn:schemas-microsoft-com:vml" Requires="v">
                <p:oleObj spid="_x0000_s3076" name="" r:id="rId1" imgW="635000" imgH="139700" progId="Equation.DSMT4">
                  <p:embed/>
                </p:oleObj>
              </mc:Choice>
              <mc:Fallback>
                <p:oleObj name="" r:id="rId1" imgW="635000" imgH="139700" progId="Equation.DSMT4">
                  <p:embed/>
                  <p:pic>
                    <p:nvPicPr>
                      <p:cNvPr id="0" name="图片 3075"/>
                      <p:cNvPicPr/>
                      <p:nvPr/>
                    </p:nvPicPr>
                    <p:blipFill>
                      <a:blip r:embed="rId2"/>
                      <a:stretch>
                        <a:fillRect/>
                      </a:stretch>
                    </p:blipFill>
                    <p:spPr>
                      <a:xfrm>
                        <a:off x="3352800" y="1905000"/>
                        <a:ext cx="1454150" cy="320675"/>
                      </a:xfrm>
                      <a:prstGeom prst="rect">
                        <a:avLst/>
                      </a:prstGeom>
                      <a:noFill/>
                      <a:ln w="38100">
                        <a:noFill/>
                        <a:miter/>
                      </a:ln>
                    </p:spPr>
                  </p:pic>
                </p:oleObj>
              </mc:Fallback>
            </mc:AlternateContent>
          </a:graphicData>
        </a:graphic>
      </p:graphicFrame>
      <p:graphicFrame>
        <p:nvGraphicFramePr>
          <p:cNvPr id="3" name="对象 -2147482310"/>
          <p:cNvGraphicFramePr>
            <a:graphicFrameLocks noChangeAspect="1"/>
          </p:cNvGraphicFramePr>
          <p:nvPr/>
        </p:nvGraphicFramePr>
        <p:xfrm>
          <a:off x="5486400" y="1905000"/>
          <a:ext cx="503555" cy="325755"/>
        </p:xfrm>
        <a:graphic>
          <a:graphicData uri="http://schemas.openxmlformats.org/presentationml/2006/ole">
            <mc:AlternateContent xmlns:mc="http://schemas.openxmlformats.org/markup-compatibility/2006">
              <mc:Choice xmlns:v="urn:schemas-microsoft-com:vml" Requires="v">
                <p:oleObj spid="_x0000_s12" name="" r:id="rId3" imgW="215900" imgH="139700" progId="Equation.DSMT4">
                  <p:embed/>
                </p:oleObj>
              </mc:Choice>
              <mc:Fallback>
                <p:oleObj name="" r:id="rId3" imgW="215900" imgH="139700" progId="Equation.DSMT4">
                  <p:embed/>
                  <p:pic>
                    <p:nvPicPr>
                      <p:cNvPr id="0" name="图片 11"/>
                      <p:cNvPicPr/>
                      <p:nvPr/>
                    </p:nvPicPr>
                    <p:blipFill>
                      <a:blip r:embed="rId4"/>
                      <a:stretch>
                        <a:fillRect/>
                      </a:stretch>
                    </p:blipFill>
                    <p:spPr>
                      <a:xfrm>
                        <a:off x="5486400" y="1905000"/>
                        <a:ext cx="503555" cy="325755"/>
                      </a:xfrm>
                      <a:prstGeom prst="rect">
                        <a:avLst/>
                      </a:prstGeom>
                      <a:noFill/>
                      <a:ln w="38100">
                        <a:noFill/>
                        <a:miter/>
                      </a:ln>
                    </p:spPr>
                  </p:pic>
                </p:oleObj>
              </mc:Fallback>
            </mc:AlternateContent>
          </a:graphicData>
        </a:graphic>
      </p:graphicFrame>
      <p:graphicFrame>
        <p:nvGraphicFramePr>
          <p:cNvPr id="4" name="对象 -2147482309"/>
          <p:cNvGraphicFramePr>
            <a:graphicFrameLocks noChangeAspect="1"/>
          </p:cNvGraphicFramePr>
          <p:nvPr/>
        </p:nvGraphicFramePr>
        <p:xfrm>
          <a:off x="2410460" y="2313940"/>
          <a:ext cx="1673225" cy="440055"/>
        </p:xfrm>
        <a:graphic>
          <a:graphicData uri="http://schemas.openxmlformats.org/presentationml/2006/ole">
            <mc:AlternateContent xmlns:mc="http://schemas.openxmlformats.org/markup-compatibility/2006">
              <mc:Choice xmlns:v="urn:schemas-microsoft-com:vml" Requires="v">
                <p:oleObj spid="_x0000_s13" name="" r:id="rId5" imgW="723900" imgH="190500" progId="Equation.DSMT4">
                  <p:embed/>
                </p:oleObj>
              </mc:Choice>
              <mc:Fallback>
                <p:oleObj name="" r:id="rId5" imgW="723900" imgH="190500" progId="Equation.DSMT4">
                  <p:embed/>
                  <p:pic>
                    <p:nvPicPr>
                      <p:cNvPr id="0" name="图片 12"/>
                      <p:cNvPicPr/>
                      <p:nvPr/>
                    </p:nvPicPr>
                    <p:blipFill>
                      <a:blip r:embed="rId6"/>
                      <a:stretch>
                        <a:fillRect/>
                      </a:stretch>
                    </p:blipFill>
                    <p:spPr>
                      <a:xfrm>
                        <a:off x="2410460" y="2313940"/>
                        <a:ext cx="1673225" cy="440055"/>
                      </a:xfrm>
                      <a:prstGeom prst="rect">
                        <a:avLst/>
                      </a:prstGeom>
                      <a:noFill/>
                      <a:ln w="38100">
                        <a:noFill/>
                        <a:miter/>
                      </a:ln>
                    </p:spPr>
                  </p:pic>
                </p:oleObj>
              </mc:Fallback>
            </mc:AlternateContent>
          </a:graphicData>
        </a:graphic>
      </p:graphicFrame>
      <p:graphicFrame>
        <p:nvGraphicFramePr>
          <p:cNvPr id="5" name="对象 -2147482308"/>
          <p:cNvGraphicFramePr>
            <a:graphicFrameLocks noChangeAspect="1"/>
          </p:cNvGraphicFramePr>
          <p:nvPr/>
        </p:nvGraphicFramePr>
        <p:xfrm>
          <a:off x="4752340" y="2341880"/>
          <a:ext cx="928370" cy="422275"/>
        </p:xfrm>
        <a:graphic>
          <a:graphicData uri="http://schemas.openxmlformats.org/presentationml/2006/ole">
            <mc:AlternateContent xmlns:mc="http://schemas.openxmlformats.org/markup-compatibility/2006">
              <mc:Choice xmlns:v="urn:schemas-microsoft-com:vml" Requires="v">
                <p:oleObj spid="_x0000_s16" name="" r:id="rId7" imgW="419100" imgH="190500" progId="Equation.DSMT4">
                  <p:embed/>
                </p:oleObj>
              </mc:Choice>
              <mc:Fallback>
                <p:oleObj name="" r:id="rId7" imgW="419100" imgH="190500" progId="Equation.DSMT4">
                  <p:embed/>
                  <p:pic>
                    <p:nvPicPr>
                      <p:cNvPr id="0" name="图片 15"/>
                      <p:cNvPicPr/>
                      <p:nvPr/>
                    </p:nvPicPr>
                    <p:blipFill>
                      <a:blip r:embed="rId8"/>
                      <a:stretch>
                        <a:fillRect/>
                      </a:stretch>
                    </p:blipFill>
                    <p:spPr>
                      <a:xfrm>
                        <a:off x="4752340" y="2341880"/>
                        <a:ext cx="928370" cy="422275"/>
                      </a:xfrm>
                      <a:prstGeom prst="rect">
                        <a:avLst/>
                      </a:prstGeom>
                      <a:noFill/>
                      <a:ln w="38100">
                        <a:noFill/>
                        <a:miter/>
                      </a:ln>
                    </p:spPr>
                  </p:pic>
                </p:oleObj>
              </mc:Fallback>
            </mc:AlternateContent>
          </a:graphicData>
        </a:graphic>
      </p:graphicFrame>
      <p:graphicFrame>
        <p:nvGraphicFramePr>
          <p:cNvPr id="6" name="对象 -2147482307"/>
          <p:cNvGraphicFramePr>
            <a:graphicFrameLocks noChangeAspect="1"/>
          </p:cNvGraphicFramePr>
          <p:nvPr/>
        </p:nvGraphicFramePr>
        <p:xfrm>
          <a:off x="1371600" y="3505200"/>
          <a:ext cx="3020695" cy="549275"/>
        </p:xfrm>
        <a:graphic>
          <a:graphicData uri="http://schemas.openxmlformats.org/presentationml/2006/ole">
            <mc:AlternateContent xmlns:mc="http://schemas.openxmlformats.org/markup-compatibility/2006">
              <mc:Choice xmlns:v="urn:schemas-microsoft-com:vml" Requires="v">
                <p:oleObj spid="_x0000_s18" name="" r:id="rId9" imgW="1395730" imgH="254000" progId="Equation.DSMT4">
                  <p:embed/>
                </p:oleObj>
              </mc:Choice>
              <mc:Fallback>
                <p:oleObj name="" r:id="rId9" imgW="1395730" imgH="254000" progId="Equation.DSMT4">
                  <p:embed/>
                  <p:pic>
                    <p:nvPicPr>
                      <p:cNvPr id="0" name="图片 17"/>
                      <p:cNvPicPr/>
                      <p:nvPr/>
                    </p:nvPicPr>
                    <p:blipFill>
                      <a:blip r:embed="rId10"/>
                      <a:stretch>
                        <a:fillRect/>
                      </a:stretch>
                    </p:blipFill>
                    <p:spPr>
                      <a:xfrm>
                        <a:off x="1371600" y="3505200"/>
                        <a:ext cx="3020695" cy="549275"/>
                      </a:xfrm>
                      <a:prstGeom prst="rect">
                        <a:avLst/>
                      </a:prstGeom>
                      <a:noFill/>
                      <a:ln w="38100">
                        <a:noFill/>
                        <a:miter/>
                      </a:ln>
                    </p:spPr>
                  </p:pic>
                </p:oleObj>
              </mc:Fallback>
            </mc:AlternateContent>
          </a:graphicData>
        </a:graphic>
      </p:graphicFrame>
      <p:graphicFrame>
        <p:nvGraphicFramePr>
          <p:cNvPr id="8" name="对象 -2147482306"/>
          <p:cNvGraphicFramePr>
            <a:graphicFrameLocks noChangeAspect="1"/>
          </p:cNvGraphicFramePr>
          <p:nvPr/>
        </p:nvGraphicFramePr>
        <p:xfrm>
          <a:off x="1371600" y="4114800"/>
          <a:ext cx="1922780" cy="574040"/>
        </p:xfrm>
        <a:graphic>
          <a:graphicData uri="http://schemas.openxmlformats.org/presentationml/2006/ole">
            <mc:AlternateContent xmlns:mc="http://schemas.openxmlformats.org/markup-compatibility/2006">
              <mc:Choice xmlns:v="urn:schemas-microsoft-com:vml" Requires="v">
                <p:oleObj spid="_x0000_s19" name="" r:id="rId11" imgW="850265" imgH="254000" progId="Equation.DSMT4">
                  <p:embed/>
                </p:oleObj>
              </mc:Choice>
              <mc:Fallback>
                <p:oleObj name="" r:id="rId11" imgW="850265" imgH="254000" progId="Equation.DSMT4">
                  <p:embed/>
                  <p:pic>
                    <p:nvPicPr>
                      <p:cNvPr id="0" name="图片 18"/>
                      <p:cNvPicPr/>
                      <p:nvPr/>
                    </p:nvPicPr>
                    <p:blipFill>
                      <a:blip r:embed="rId12"/>
                      <a:stretch>
                        <a:fillRect/>
                      </a:stretch>
                    </p:blipFill>
                    <p:spPr>
                      <a:xfrm>
                        <a:off x="1371600" y="4114800"/>
                        <a:ext cx="1922780" cy="574040"/>
                      </a:xfrm>
                      <a:prstGeom prst="rect">
                        <a:avLst/>
                      </a:prstGeom>
                      <a:noFill/>
                      <a:ln w="38100">
                        <a:noFill/>
                        <a:miter/>
                      </a:ln>
                    </p:spPr>
                  </p:pic>
                </p:oleObj>
              </mc:Fallback>
            </mc:AlternateContent>
          </a:graphicData>
        </a:graphic>
      </p:graphicFrame>
      <p:graphicFrame>
        <p:nvGraphicFramePr>
          <p:cNvPr id="9" name="对象 -2147482305"/>
          <p:cNvGraphicFramePr>
            <a:graphicFrameLocks noChangeAspect="1"/>
          </p:cNvGraphicFramePr>
          <p:nvPr/>
        </p:nvGraphicFramePr>
        <p:xfrm>
          <a:off x="1981200" y="4800600"/>
          <a:ext cx="3357880" cy="483870"/>
        </p:xfrm>
        <a:graphic>
          <a:graphicData uri="http://schemas.openxmlformats.org/presentationml/2006/ole">
            <mc:AlternateContent xmlns:mc="http://schemas.openxmlformats.org/markup-compatibility/2006">
              <mc:Choice xmlns:v="urn:schemas-microsoft-com:vml" Requires="v">
                <p:oleObj spid="_x0000_s20" name="" r:id="rId13" imgW="1496695" imgH="215900" progId="Equation.DSMT4">
                  <p:embed/>
                </p:oleObj>
              </mc:Choice>
              <mc:Fallback>
                <p:oleObj name="" r:id="rId13" imgW="1496695" imgH="215900" progId="Equation.DSMT4">
                  <p:embed/>
                  <p:pic>
                    <p:nvPicPr>
                      <p:cNvPr id="0" name="图片 19"/>
                      <p:cNvPicPr/>
                      <p:nvPr/>
                    </p:nvPicPr>
                    <p:blipFill>
                      <a:blip r:embed="rId14"/>
                      <a:stretch>
                        <a:fillRect/>
                      </a:stretch>
                    </p:blipFill>
                    <p:spPr>
                      <a:xfrm>
                        <a:off x="1981200" y="4800600"/>
                        <a:ext cx="3357880" cy="483870"/>
                      </a:xfrm>
                      <a:prstGeom prst="rect">
                        <a:avLst/>
                      </a:prstGeom>
                      <a:noFill/>
                      <a:ln w="38100">
                        <a:noFill/>
                        <a:miter/>
                      </a:ln>
                    </p:spPr>
                  </p:pic>
                </p:oleObj>
              </mc:Fallback>
            </mc:AlternateContent>
          </a:graphicData>
        </a:graphic>
      </p:graphicFrame>
      <p:graphicFrame>
        <p:nvGraphicFramePr>
          <p:cNvPr id="10" name="对象 -2147482304"/>
          <p:cNvGraphicFramePr>
            <a:graphicFrameLocks noChangeAspect="1"/>
          </p:cNvGraphicFramePr>
          <p:nvPr/>
        </p:nvGraphicFramePr>
        <p:xfrm>
          <a:off x="1981200" y="5486400"/>
          <a:ext cx="2658745" cy="485775"/>
        </p:xfrm>
        <a:graphic>
          <a:graphicData uri="http://schemas.openxmlformats.org/presentationml/2006/ole">
            <mc:AlternateContent xmlns:mc="http://schemas.openxmlformats.org/markup-compatibility/2006">
              <mc:Choice xmlns:v="urn:schemas-microsoft-com:vml" Requires="v">
                <p:oleObj spid="_x0000_s21" name="" r:id="rId15" imgW="1179830" imgH="215900" progId="Equation.DSMT4">
                  <p:embed/>
                </p:oleObj>
              </mc:Choice>
              <mc:Fallback>
                <p:oleObj name="" r:id="rId15" imgW="1179830" imgH="215900" progId="Equation.DSMT4">
                  <p:embed/>
                  <p:pic>
                    <p:nvPicPr>
                      <p:cNvPr id="0" name="图片 20"/>
                      <p:cNvPicPr/>
                      <p:nvPr/>
                    </p:nvPicPr>
                    <p:blipFill>
                      <a:blip r:embed="rId16"/>
                      <a:stretch>
                        <a:fillRect/>
                      </a:stretch>
                    </p:blipFill>
                    <p:spPr>
                      <a:xfrm>
                        <a:off x="1981200" y="5486400"/>
                        <a:ext cx="2658745" cy="485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additive="base">
                                        <p:cTn id="18" dur="500" fill="hold"/>
                                        <p:tgtEl>
                                          <p:spTgt spid="37"/>
                                        </p:tgtEl>
                                        <p:attrNameLst>
                                          <p:attrName>ppt_x</p:attrName>
                                        </p:attrNameLst>
                                      </p:cBhvr>
                                      <p:tavLst>
                                        <p:tav tm="0">
                                          <p:val>
                                            <p:strVal val="#ppt_x"/>
                                          </p:val>
                                        </p:tav>
                                        <p:tav tm="100000">
                                          <p:val>
                                            <p:strVal val="#ppt_x"/>
                                          </p:val>
                                        </p:tav>
                                      </p:tavLst>
                                    </p:anim>
                                    <p:anim calcmode="lin" valueType="num">
                                      <p:cBhvr additive="base">
                                        <p:cTn id="19" dur="500" fill="hold"/>
                                        <p:tgtEl>
                                          <p:spTgt spid="37"/>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4"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 from="(-#ppt_w/2)" to="(#ppt_x)" calcmode="lin" valueType="num">
                                      <p:cBhvr>
                                        <p:cTn id="28" dur="600" fill="hold">
                                          <p:stCondLst>
                                            <p:cond delay="0"/>
                                          </p:stCondLst>
                                        </p:cTn>
                                        <p:tgtEl>
                                          <p:spTgt spid="10"/>
                                        </p:tgtEl>
                                        <p:attrNameLst>
                                          <p:attrName>ppt_x</p:attrName>
                                        </p:attrNameLst>
                                      </p:cBhvr>
                                    </p:anim>
                                    <p:anim from="0" to="-1.0" calcmode="lin" valueType="num">
                                      <p:cBhvr>
                                        <p:cTn id="29" dur="200" decel="50000" autoRev="1" fill="hold">
                                          <p:stCondLst>
                                            <p:cond delay="600"/>
                                          </p:stCondLst>
                                        </p:cTn>
                                        <p:tgtEl>
                                          <p:spTgt spid="10"/>
                                        </p:tgtEl>
                                        <p:attrNameLst>
                                          <p:attrName>xshear</p:attrName>
                                        </p:attrNameLst>
                                      </p:cBhvr>
                                    </p:anim>
                                    <p:animScale>
                                      <p:cBhvr>
                                        <p:cTn id="30" dur="200" decel="100000" autoRev="1" fill="hold">
                                          <p:stCondLst>
                                            <p:cond delay="600"/>
                                          </p:stCondLst>
                                        </p:cTn>
                                        <p:tgtEl>
                                          <p:spTgt spid="10"/>
                                        </p:tgtEl>
                                      </p:cBhvr>
                                      <p:from x="100000" y="100000"/>
                                      <p:to x="80000" y="100000"/>
                                    </p:animScale>
                                    <p:anim by="(#ppt_h/3+#ppt_w*0.1)" calcmode="lin" valueType="num">
                                      <p:cBhvr additive="sum">
                                        <p:cTn id="31"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1583690"/>
            <a:ext cx="7798435" cy="9829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可以消去项</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中因子</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可以消去</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项。</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4" name="Rectangle 3"/>
          <p:cNvSpPr>
            <a:spLocks noGrp="1"/>
          </p:cNvSpPr>
          <p:nvPr/>
        </p:nvSpPr>
        <p:spPr>
          <a:xfrm>
            <a:off x="381000" y="2590800"/>
            <a:ext cx="8165465"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【例2-19】用消去法将下列逻辑函数式化为与-或式：</a:t>
            </a:r>
            <a:endParaRPr sz="2400" b="1" kern="1200" dirty="0">
              <a:solidFill>
                <a:srgbClr val="000066"/>
              </a:solidFill>
              <a:latin typeface="Arial" panose="020B0604020202020204" pitchFamily="34" charset="0"/>
              <a:ea typeface="楷体_GB2312" pitchFamily="49" charset="-122"/>
            </a:endParaRPr>
          </a:p>
        </p:txBody>
      </p:sp>
      <p:sp>
        <p:nvSpPr>
          <p:cNvPr id="32" name="Rectangle 3"/>
          <p:cNvSpPr>
            <a:spLocks noGrp="1"/>
          </p:cNvSpPr>
          <p:nvPr/>
        </p:nvSpPr>
        <p:spPr>
          <a:xfrm>
            <a:off x="1219200" y="1143000"/>
            <a:ext cx="16186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消去法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7" name="Rectangle 3"/>
          <p:cNvSpPr>
            <a:spLocks noGrp="1"/>
          </p:cNvSpPr>
          <p:nvPr/>
        </p:nvSpPr>
        <p:spPr>
          <a:xfrm>
            <a:off x="561340" y="41656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82303"/>
          <p:cNvGraphicFramePr>
            <a:graphicFrameLocks noChangeAspect="1"/>
          </p:cNvGraphicFramePr>
          <p:nvPr/>
        </p:nvGraphicFramePr>
        <p:xfrm>
          <a:off x="2286000" y="1600200"/>
          <a:ext cx="2046605" cy="438785"/>
        </p:xfrm>
        <a:graphic>
          <a:graphicData uri="http://schemas.openxmlformats.org/presentationml/2006/ole">
            <mc:AlternateContent xmlns:mc="http://schemas.openxmlformats.org/markup-compatibility/2006">
              <mc:Choice xmlns:v="urn:schemas-microsoft-com:vml" Requires="v">
                <p:oleObj spid="_x0000_s11" name="" r:id="rId1" imgW="824230" imgH="177800" progId="Equation.DSMT4">
                  <p:embed/>
                </p:oleObj>
              </mc:Choice>
              <mc:Fallback>
                <p:oleObj name="" r:id="rId1" imgW="824230" imgH="177800" progId="Equation.DSMT4">
                  <p:embed/>
                  <p:pic>
                    <p:nvPicPr>
                      <p:cNvPr id="0" name="图片 10"/>
                      <p:cNvPicPr/>
                      <p:nvPr/>
                    </p:nvPicPr>
                    <p:blipFill>
                      <a:blip r:embed="rId2"/>
                      <a:stretch>
                        <a:fillRect/>
                      </a:stretch>
                    </p:blipFill>
                    <p:spPr>
                      <a:xfrm>
                        <a:off x="2286000" y="1600200"/>
                        <a:ext cx="2046605" cy="438785"/>
                      </a:xfrm>
                      <a:prstGeom prst="rect">
                        <a:avLst/>
                      </a:prstGeom>
                      <a:noFill/>
                      <a:ln w="38100">
                        <a:noFill/>
                        <a:miter/>
                      </a:ln>
                    </p:spPr>
                  </p:pic>
                </p:oleObj>
              </mc:Fallback>
            </mc:AlternateContent>
          </a:graphicData>
        </a:graphic>
      </p:graphicFrame>
      <p:graphicFrame>
        <p:nvGraphicFramePr>
          <p:cNvPr id="3" name="对象 -2147482302"/>
          <p:cNvGraphicFramePr>
            <a:graphicFrameLocks noChangeAspect="1"/>
          </p:cNvGraphicFramePr>
          <p:nvPr/>
        </p:nvGraphicFramePr>
        <p:xfrm>
          <a:off x="5943600" y="1620520"/>
          <a:ext cx="510540" cy="419100"/>
        </p:xfrm>
        <a:graphic>
          <a:graphicData uri="http://schemas.openxmlformats.org/presentationml/2006/ole">
            <mc:AlternateContent xmlns:mc="http://schemas.openxmlformats.org/markup-compatibility/2006">
              <mc:Choice xmlns:v="urn:schemas-microsoft-com:vml" Requires="v">
                <p:oleObj spid="_x0000_s22" name="" r:id="rId3" imgW="215265" imgH="177800" progId="Equation.DSMT4">
                  <p:embed/>
                </p:oleObj>
              </mc:Choice>
              <mc:Fallback>
                <p:oleObj name="" r:id="rId3" imgW="215265" imgH="177800" progId="Equation.DSMT4">
                  <p:embed/>
                  <p:pic>
                    <p:nvPicPr>
                      <p:cNvPr id="0" name="图片 21"/>
                      <p:cNvPicPr/>
                      <p:nvPr/>
                    </p:nvPicPr>
                    <p:blipFill>
                      <a:blip r:embed="rId4"/>
                      <a:stretch>
                        <a:fillRect/>
                      </a:stretch>
                    </p:blipFill>
                    <p:spPr>
                      <a:xfrm>
                        <a:off x="5943600" y="1620520"/>
                        <a:ext cx="510540" cy="419100"/>
                      </a:xfrm>
                      <a:prstGeom prst="rect">
                        <a:avLst/>
                      </a:prstGeom>
                      <a:noFill/>
                      <a:ln w="38100">
                        <a:noFill/>
                        <a:miter/>
                      </a:ln>
                    </p:spPr>
                  </p:pic>
                </p:oleObj>
              </mc:Fallback>
            </mc:AlternateContent>
          </a:graphicData>
        </a:graphic>
      </p:graphicFrame>
      <p:graphicFrame>
        <p:nvGraphicFramePr>
          <p:cNvPr id="4" name="对象 -2147482301"/>
          <p:cNvGraphicFramePr>
            <a:graphicFrameLocks noChangeAspect="1"/>
          </p:cNvGraphicFramePr>
          <p:nvPr/>
        </p:nvGraphicFramePr>
        <p:xfrm>
          <a:off x="7391400" y="1600200"/>
          <a:ext cx="366395" cy="466090"/>
        </p:xfrm>
        <a:graphic>
          <a:graphicData uri="http://schemas.openxmlformats.org/presentationml/2006/ole">
            <mc:AlternateContent xmlns:mc="http://schemas.openxmlformats.org/markup-compatibility/2006">
              <mc:Choice xmlns:v="urn:schemas-microsoft-com:vml" Requires="v">
                <p:oleObj spid="_x0000_s23" name="" r:id="rId5" imgW="139700" imgH="177800" progId="Equation.DSMT4">
                  <p:embed/>
                </p:oleObj>
              </mc:Choice>
              <mc:Fallback>
                <p:oleObj name="" r:id="rId5" imgW="139700" imgH="177800" progId="Equation.DSMT4">
                  <p:embed/>
                  <p:pic>
                    <p:nvPicPr>
                      <p:cNvPr id="0" name="图片 22"/>
                      <p:cNvPicPr/>
                      <p:nvPr/>
                    </p:nvPicPr>
                    <p:blipFill>
                      <a:blip r:embed="rId6"/>
                      <a:stretch>
                        <a:fillRect/>
                      </a:stretch>
                    </p:blipFill>
                    <p:spPr>
                      <a:xfrm>
                        <a:off x="7391400" y="1600200"/>
                        <a:ext cx="366395" cy="466090"/>
                      </a:xfrm>
                      <a:prstGeom prst="rect">
                        <a:avLst/>
                      </a:prstGeom>
                      <a:noFill/>
                      <a:ln w="38100">
                        <a:noFill/>
                        <a:miter/>
                      </a:ln>
                    </p:spPr>
                  </p:pic>
                </p:oleObj>
              </mc:Fallback>
            </mc:AlternateContent>
          </a:graphicData>
        </a:graphic>
      </p:graphicFrame>
      <p:graphicFrame>
        <p:nvGraphicFramePr>
          <p:cNvPr id="5" name="对象 -2147482300"/>
          <p:cNvGraphicFramePr>
            <a:graphicFrameLocks noChangeAspect="1"/>
          </p:cNvGraphicFramePr>
          <p:nvPr/>
        </p:nvGraphicFramePr>
        <p:xfrm>
          <a:off x="2286000" y="2057400"/>
          <a:ext cx="3224530" cy="447675"/>
        </p:xfrm>
        <a:graphic>
          <a:graphicData uri="http://schemas.openxmlformats.org/presentationml/2006/ole">
            <mc:AlternateContent xmlns:mc="http://schemas.openxmlformats.org/markup-compatibility/2006">
              <mc:Choice xmlns:v="urn:schemas-microsoft-com:vml" Requires="v">
                <p:oleObj spid="_x0000_s24" name="" r:id="rId7" imgW="1370965" imgH="190500" progId="Equation.DSMT4">
                  <p:embed/>
                </p:oleObj>
              </mc:Choice>
              <mc:Fallback>
                <p:oleObj name="" r:id="rId7" imgW="1370965" imgH="190500" progId="Equation.DSMT4">
                  <p:embed/>
                  <p:pic>
                    <p:nvPicPr>
                      <p:cNvPr id="0" name="图片 23"/>
                      <p:cNvPicPr/>
                      <p:nvPr/>
                    </p:nvPicPr>
                    <p:blipFill>
                      <a:blip r:embed="rId8"/>
                      <a:stretch>
                        <a:fillRect/>
                      </a:stretch>
                    </p:blipFill>
                    <p:spPr>
                      <a:xfrm>
                        <a:off x="2286000" y="2057400"/>
                        <a:ext cx="3224530" cy="447675"/>
                      </a:xfrm>
                      <a:prstGeom prst="rect">
                        <a:avLst/>
                      </a:prstGeom>
                      <a:noFill/>
                      <a:ln w="38100">
                        <a:noFill/>
                        <a:miter/>
                      </a:ln>
                    </p:spPr>
                  </p:pic>
                </p:oleObj>
              </mc:Fallback>
            </mc:AlternateContent>
          </a:graphicData>
        </a:graphic>
      </p:graphicFrame>
      <p:graphicFrame>
        <p:nvGraphicFramePr>
          <p:cNvPr id="6" name="对象 -2147482299"/>
          <p:cNvGraphicFramePr>
            <a:graphicFrameLocks noChangeAspect="1"/>
          </p:cNvGraphicFramePr>
          <p:nvPr/>
        </p:nvGraphicFramePr>
        <p:xfrm>
          <a:off x="6761480" y="2105660"/>
          <a:ext cx="547370" cy="365760"/>
        </p:xfrm>
        <a:graphic>
          <a:graphicData uri="http://schemas.openxmlformats.org/presentationml/2006/ole">
            <mc:AlternateContent xmlns:mc="http://schemas.openxmlformats.org/markup-compatibility/2006">
              <mc:Choice xmlns:v="urn:schemas-microsoft-com:vml" Requires="v">
                <p:oleObj spid="_x0000_s25" name="" r:id="rId9" imgW="228600" imgH="152400" progId="Equation.DSMT4">
                  <p:embed/>
                </p:oleObj>
              </mc:Choice>
              <mc:Fallback>
                <p:oleObj name="" r:id="rId9" imgW="228600" imgH="152400" progId="Equation.DSMT4">
                  <p:embed/>
                  <p:pic>
                    <p:nvPicPr>
                      <p:cNvPr id="0" name="图片 24"/>
                      <p:cNvPicPr/>
                      <p:nvPr/>
                    </p:nvPicPr>
                    <p:blipFill>
                      <a:blip r:embed="rId10"/>
                      <a:stretch>
                        <a:fillRect/>
                      </a:stretch>
                    </p:blipFill>
                    <p:spPr>
                      <a:xfrm>
                        <a:off x="6761480" y="2105660"/>
                        <a:ext cx="547370" cy="365760"/>
                      </a:xfrm>
                      <a:prstGeom prst="rect">
                        <a:avLst/>
                      </a:prstGeom>
                      <a:noFill/>
                      <a:ln w="38100">
                        <a:noFill/>
                        <a:miter/>
                      </a:ln>
                    </p:spPr>
                  </p:pic>
                </p:oleObj>
              </mc:Fallback>
            </mc:AlternateContent>
          </a:graphicData>
        </a:graphic>
      </p:graphicFrame>
      <p:graphicFrame>
        <p:nvGraphicFramePr>
          <p:cNvPr id="8" name="对象 -2147482298"/>
          <p:cNvGraphicFramePr>
            <a:graphicFrameLocks noChangeAspect="1"/>
          </p:cNvGraphicFramePr>
          <p:nvPr/>
        </p:nvGraphicFramePr>
        <p:xfrm>
          <a:off x="1295400" y="3124200"/>
          <a:ext cx="1896110" cy="481330"/>
        </p:xfrm>
        <a:graphic>
          <a:graphicData uri="http://schemas.openxmlformats.org/presentationml/2006/ole">
            <mc:AlternateContent xmlns:mc="http://schemas.openxmlformats.org/markup-compatibility/2006">
              <mc:Choice xmlns:v="urn:schemas-microsoft-com:vml" Requires="v">
                <p:oleObj spid="_x0000_s26" name="" r:id="rId11" imgW="849630" imgH="215900" progId="Equation.DSMT4">
                  <p:embed/>
                </p:oleObj>
              </mc:Choice>
              <mc:Fallback>
                <p:oleObj name="" r:id="rId11" imgW="849630" imgH="215900" progId="Equation.DSMT4">
                  <p:embed/>
                  <p:pic>
                    <p:nvPicPr>
                      <p:cNvPr id="0" name="图片 25"/>
                      <p:cNvPicPr/>
                      <p:nvPr/>
                    </p:nvPicPr>
                    <p:blipFill>
                      <a:blip r:embed="rId12"/>
                      <a:stretch>
                        <a:fillRect/>
                      </a:stretch>
                    </p:blipFill>
                    <p:spPr>
                      <a:xfrm>
                        <a:off x="1295400" y="3124200"/>
                        <a:ext cx="1896110" cy="481330"/>
                      </a:xfrm>
                      <a:prstGeom prst="rect">
                        <a:avLst/>
                      </a:prstGeom>
                      <a:noFill/>
                      <a:ln w="38100">
                        <a:noFill/>
                        <a:miter/>
                      </a:ln>
                    </p:spPr>
                  </p:pic>
                </p:oleObj>
              </mc:Fallback>
            </mc:AlternateContent>
          </a:graphicData>
        </a:graphic>
      </p:graphicFrame>
      <p:graphicFrame>
        <p:nvGraphicFramePr>
          <p:cNvPr id="9" name="对象 -2147482297"/>
          <p:cNvGraphicFramePr>
            <a:graphicFrameLocks noChangeAspect="1"/>
          </p:cNvGraphicFramePr>
          <p:nvPr/>
        </p:nvGraphicFramePr>
        <p:xfrm>
          <a:off x="1295400" y="3657600"/>
          <a:ext cx="2629535" cy="480060"/>
        </p:xfrm>
        <a:graphic>
          <a:graphicData uri="http://schemas.openxmlformats.org/presentationml/2006/ole">
            <mc:AlternateContent xmlns:mc="http://schemas.openxmlformats.org/markup-compatibility/2006">
              <mc:Choice xmlns:v="urn:schemas-microsoft-com:vml" Requires="v">
                <p:oleObj spid="_x0000_s27" name="" r:id="rId13" imgW="1420495" imgH="215900" progId="Equation.DSMT4">
                  <p:embed/>
                </p:oleObj>
              </mc:Choice>
              <mc:Fallback>
                <p:oleObj name="" r:id="rId13" imgW="1420495" imgH="215900" progId="Equation.DSMT4">
                  <p:embed/>
                  <p:pic>
                    <p:nvPicPr>
                      <p:cNvPr id="0" name="图片 26"/>
                      <p:cNvPicPr/>
                      <p:nvPr/>
                    </p:nvPicPr>
                    <p:blipFill>
                      <a:blip r:embed="rId14"/>
                      <a:stretch>
                        <a:fillRect/>
                      </a:stretch>
                    </p:blipFill>
                    <p:spPr>
                      <a:xfrm>
                        <a:off x="1295400" y="3657600"/>
                        <a:ext cx="2629535" cy="480060"/>
                      </a:xfrm>
                      <a:prstGeom prst="rect">
                        <a:avLst/>
                      </a:prstGeom>
                      <a:noFill/>
                      <a:ln w="38100">
                        <a:noFill/>
                        <a:miter/>
                      </a:ln>
                    </p:spPr>
                  </p:pic>
                </p:oleObj>
              </mc:Fallback>
            </mc:AlternateContent>
          </a:graphicData>
        </a:graphic>
      </p:graphicFrame>
      <p:graphicFrame>
        <p:nvGraphicFramePr>
          <p:cNvPr id="10" name="对象 -2147482296"/>
          <p:cNvGraphicFramePr>
            <a:graphicFrameLocks noChangeAspect="1"/>
          </p:cNvGraphicFramePr>
          <p:nvPr/>
        </p:nvGraphicFramePr>
        <p:xfrm>
          <a:off x="1905000" y="4183380"/>
          <a:ext cx="2435860" cy="487045"/>
        </p:xfrm>
        <a:graphic>
          <a:graphicData uri="http://schemas.openxmlformats.org/presentationml/2006/ole">
            <mc:AlternateContent xmlns:mc="http://schemas.openxmlformats.org/markup-compatibility/2006">
              <mc:Choice xmlns:v="urn:schemas-microsoft-com:vml" Requires="v">
                <p:oleObj spid="_x0000_s28" name="" r:id="rId15" imgW="1078230" imgH="215900" progId="Equation.DSMT4">
                  <p:embed/>
                </p:oleObj>
              </mc:Choice>
              <mc:Fallback>
                <p:oleObj name="" r:id="rId15" imgW="1078230" imgH="215900" progId="Equation.DSMT4">
                  <p:embed/>
                  <p:pic>
                    <p:nvPicPr>
                      <p:cNvPr id="0" name="图片 27"/>
                      <p:cNvPicPr/>
                      <p:nvPr/>
                    </p:nvPicPr>
                    <p:blipFill>
                      <a:blip r:embed="rId16"/>
                      <a:stretch>
                        <a:fillRect/>
                      </a:stretch>
                    </p:blipFill>
                    <p:spPr>
                      <a:xfrm>
                        <a:off x="1905000" y="4183380"/>
                        <a:ext cx="2435860" cy="487045"/>
                      </a:xfrm>
                      <a:prstGeom prst="rect">
                        <a:avLst/>
                      </a:prstGeom>
                      <a:noFill/>
                      <a:ln w="38100">
                        <a:noFill/>
                        <a:miter/>
                      </a:ln>
                    </p:spPr>
                  </p:pic>
                </p:oleObj>
              </mc:Fallback>
            </mc:AlternateContent>
          </a:graphicData>
        </a:graphic>
      </p:graphicFrame>
      <p:graphicFrame>
        <p:nvGraphicFramePr>
          <p:cNvPr id="12" name="对象 -2147479975"/>
          <p:cNvGraphicFramePr>
            <a:graphicFrameLocks noChangeAspect="1"/>
          </p:cNvGraphicFramePr>
          <p:nvPr/>
        </p:nvGraphicFramePr>
        <p:xfrm>
          <a:off x="1905000" y="4800600"/>
          <a:ext cx="3068320" cy="465455"/>
        </p:xfrm>
        <a:graphic>
          <a:graphicData uri="http://schemas.openxmlformats.org/presentationml/2006/ole">
            <mc:AlternateContent xmlns:mc="http://schemas.openxmlformats.org/markup-compatibility/2006">
              <mc:Choice xmlns:v="urn:schemas-microsoft-com:vml" Requires="v">
                <p:oleObj spid="_x0000_s29" name="" r:id="rId17" imgW="1420495" imgH="215900" progId="Equation.DSMT4">
                  <p:embed/>
                </p:oleObj>
              </mc:Choice>
              <mc:Fallback>
                <p:oleObj name="" r:id="rId17" imgW="1420495" imgH="215900" progId="Equation.DSMT4">
                  <p:embed/>
                  <p:pic>
                    <p:nvPicPr>
                      <p:cNvPr id="0" name="图片 28"/>
                      <p:cNvPicPr/>
                      <p:nvPr/>
                    </p:nvPicPr>
                    <p:blipFill>
                      <a:blip r:embed="rId18"/>
                      <a:stretch>
                        <a:fillRect/>
                      </a:stretch>
                    </p:blipFill>
                    <p:spPr>
                      <a:xfrm>
                        <a:off x="1905000" y="4800600"/>
                        <a:ext cx="3068320" cy="465455"/>
                      </a:xfrm>
                      <a:prstGeom prst="rect">
                        <a:avLst/>
                      </a:prstGeom>
                      <a:noFill/>
                      <a:ln w="38100">
                        <a:noFill/>
                        <a:miter/>
                      </a:ln>
                    </p:spPr>
                  </p:pic>
                </p:oleObj>
              </mc:Fallback>
            </mc:AlternateContent>
          </a:graphicData>
        </a:graphic>
      </p:graphicFrame>
      <p:graphicFrame>
        <p:nvGraphicFramePr>
          <p:cNvPr id="13" name="对象 -2147482294"/>
          <p:cNvGraphicFramePr>
            <a:graphicFrameLocks noChangeAspect="1"/>
          </p:cNvGraphicFramePr>
          <p:nvPr/>
        </p:nvGraphicFramePr>
        <p:xfrm>
          <a:off x="2209800" y="5334000"/>
          <a:ext cx="2426970" cy="400050"/>
        </p:xfrm>
        <a:graphic>
          <a:graphicData uri="http://schemas.openxmlformats.org/presentationml/2006/ole">
            <mc:AlternateContent xmlns:mc="http://schemas.openxmlformats.org/markup-compatibility/2006">
              <mc:Choice xmlns:v="urn:schemas-microsoft-com:vml" Requires="v">
                <p:oleObj spid="_x0000_s30" name="" r:id="rId19" imgW="1155065" imgH="190500" progId="Equation.DSMT4">
                  <p:embed/>
                </p:oleObj>
              </mc:Choice>
              <mc:Fallback>
                <p:oleObj name="" r:id="rId19" imgW="1155065" imgH="190500" progId="Equation.DSMT4">
                  <p:embed/>
                  <p:pic>
                    <p:nvPicPr>
                      <p:cNvPr id="0" name="图片 29"/>
                      <p:cNvPicPr/>
                      <p:nvPr/>
                    </p:nvPicPr>
                    <p:blipFill>
                      <a:blip r:embed="rId20"/>
                      <a:stretch>
                        <a:fillRect/>
                      </a:stretch>
                    </p:blipFill>
                    <p:spPr>
                      <a:xfrm>
                        <a:off x="2209800" y="5334000"/>
                        <a:ext cx="2426970" cy="400050"/>
                      </a:xfrm>
                      <a:prstGeom prst="rect">
                        <a:avLst/>
                      </a:prstGeom>
                      <a:noFill/>
                      <a:ln w="38100">
                        <a:noFill/>
                        <a:miter/>
                      </a:ln>
                    </p:spPr>
                  </p:pic>
                </p:oleObj>
              </mc:Fallback>
            </mc:AlternateContent>
          </a:graphicData>
        </a:graphic>
      </p:graphicFrame>
      <p:graphicFrame>
        <p:nvGraphicFramePr>
          <p:cNvPr id="16" name="对象 -2147482293"/>
          <p:cNvGraphicFramePr>
            <a:graphicFrameLocks noChangeAspect="1"/>
          </p:cNvGraphicFramePr>
          <p:nvPr/>
        </p:nvGraphicFramePr>
        <p:xfrm>
          <a:off x="2209800" y="5791200"/>
          <a:ext cx="1783715" cy="393700"/>
        </p:xfrm>
        <a:graphic>
          <a:graphicData uri="http://schemas.openxmlformats.org/presentationml/2006/ole">
            <mc:AlternateContent xmlns:mc="http://schemas.openxmlformats.org/markup-compatibility/2006">
              <mc:Choice xmlns:v="urn:schemas-microsoft-com:vml" Requires="v">
                <p:oleObj spid="_x0000_s31" name="" r:id="rId21" imgW="862965" imgH="190500" progId="Equation.DSMT4">
                  <p:embed/>
                </p:oleObj>
              </mc:Choice>
              <mc:Fallback>
                <p:oleObj name="" r:id="rId21" imgW="862965" imgH="190500" progId="Equation.DSMT4">
                  <p:embed/>
                  <p:pic>
                    <p:nvPicPr>
                      <p:cNvPr id="0" name="图片 30"/>
                      <p:cNvPicPr/>
                      <p:nvPr/>
                    </p:nvPicPr>
                    <p:blipFill>
                      <a:blip r:embed="rId22"/>
                      <a:stretch>
                        <a:fillRect/>
                      </a:stretch>
                    </p:blipFill>
                    <p:spPr>
                      <a:xfrm>
                        <a:off x="2209800" y="5791200"/>
                        <a:ext cx="1783715" cy="393700"/>
                      </a:xfrm>
                      <a:prstGeom prst="rect">
                        <a:avLst/>
                      </a:prstGeom>
                      <a:noFill/>
                      <a:ln w="38100">
                        <a:noFill/>
                        <a:miter/>
                      </a:ln>
                    </p:spPr>
                  </p:pic>
                </p:oleObj>
              </mc:Fallback>
            </mc:AlternateContent>
          </a:graphicData>
        </a:graphic>
      </p:graphicFrame>
      <p:graphicFrame>
        <p:nvGraphicFramePr>
          <p:cNvPr id="18" name="对象 -2147482292"/>
          <p:cNvGraphicFramePr>
            <a:graphicFrameLocks noChangeAspect="1"/>
          </p:cNvGraphicFramePr>
          <p:nvPr/>
        </p:nvGraphicFramePr>
        <p:xfrm>
          <a:off x="2209800" y="6248400"/>
          <a:ext cx="2026920" cy="389255"/>
        </p:xfrm>
        <a:graphic>
          <a:graphicData uri="http://schemas.openxmlformats.org/presentationml/2006/ole">
            <mc:AlternateContent xmlns:mc="http://schemas.openxmlformats.org/markup-compatibility/2006">
              <mc:Choice xmlns:v="urn:schemas-microsoft-com:vml" Requires="v">
                <p:oleObj spid="_x0000_s33" name="" r:id="rId23" imgW="989965" imgH="190500" progId="Equation.DSMT4">
                  <p:embed/>
                </p:oleObj>
              </mc:Choice>
              <mc:Fallback>
                <p:oleObj name="" r:id="rId23" imgW="989965" imgH="190500" progId="Equation.DSMT4">
                  <p:embed/>
                  <p:pic>
                    <p:nvPicPr>
                      <p:cNvPr id="0" name="图片 32"/>
                      <p:cNvPicPr/>
                      <p:nvPr/>
                    </p:nvPicPr>
                    <p:blipFill>
                      <a:blip r:embed="rId24"/>
                      <a:stretch>
                        <a:fillRect/>
                      </a:stretch>
                    </p:blipFill>
                    <p:spPr>
                      <a:xfrm>
                        <a:off x="2209800" y="6248400"/>
                        <a:ext cx="2026920" cy="3892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000"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ppt_w</p:attrName>
                                        </p:attrNameLst>
                                      </p:cBhvr>
                                      <p:tavLst>
                                        <p:tav tm="0" fmla="#ppt_w*sin(2.5*pi*$)">
                                          <p:val>
                                            <p:fltVal val="0"/>
                                          </p:val>
                                        </p:tav>
                                        <p:tav tm="100000">
                                          <p:val>
                                            <p:fltVal val="1"/>
                                          </p:val>
                                        </p:tav>
                                      </p:tavLst>
                                    </p:anim>
                                    <p:anim calcmode="lin" valueType="num">
                                      <p:cBhvr>
                                        <p:cTn id="9" dur="1000" fill="hold"/>
                                        <p:tgtEl>
                                          <p:spTgt spid="14"/>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000"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ppt_w</p:attrName>
                                        </p:attrNameLst>
                                      </p:cBhvr>
                                      <p:tavLst>
                                        <p:tav tm="0" fmla="#ppt_w*sin(2.5*pi*$)">
                                          <p:val>
                                            <p:fltVal val="0"/>
                                          </p:val>
                                        </p:tav>
                                        <p:tav tm="100000">
                                          <p:val>
                                            <p:fltVal val="1"/>
                                          </p:val>
                                        </p:tav>
                                      </p:tavLst>
                                    </p:anim>
                                    <p:anim calcmode="lin" valueType="num">
                                      <p:cBhvr>
                                        <p:cTn id="14" dur="1000" fill="hold"/>
                                        <p:tgtEl>
                                          <p:spTgt spid="8"/>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000"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ppt_w</p:attrName>
                                        </p:attrNameLst>
                                      </p:cBhvr>
                                      <p:tavLst>
                                        <p:tav tm="0" fmla="#ppt_w*sin(2.5*pi*$)">
                                          <p:val>
                                            <p:fltVal val="0"/>
                                          </p:val>
                                        </p:tav>
                                        <p:tav tm="100000">
                                          <p:val>
                                            <p:fltVal val="1"/>
                                          </p:val>
                                        </p:tav>
                                      </p:tavLst>
                                    </p:anim>
                                    <p:anim calcmode="lin" valueType="num">
                                      <p:cBhvr>
                                        <p:cTn id="19" dur="1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500" fill="hold"/>
                                        <p:tgtEl>
                                          <p:spTgt spid="37"/>
                                        </p:tgtEl>
                                        <p:attrNameLst>
                                          <p:attrName>ppt_x</p:attrName>
                                        </p:attrNameLst>
                                      </p:cBhvr>
                                      <p:tavLst>
                                        <p:tav tm="0">
                                          <p:val>
                                            <p:strVal val="#ppt_x"/>
                                          </p:val>
                                        </p:tav>
                                        <p:tav tm="100000">
                                          <p:val>
                                            <p:strVal val="#ppt_x"/>
                                          </p:val>
                                        </p:tav>
                                      </p:tavLst>
                                    </p:anim>
                                    <p:anim calcmode="lin" valueType="num">
                                      <p:cBhvr additive="base">
                                        <p:cTn id="25" dur="500" fill="hold"/>
                                        <p:tgtEl>
                                          <p:spTgt spid="3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0" presetClass="entr" presetSubtype="0" decel="10000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1000" fill="hold"/>
                                        <p:tgtEl>
                                          <p:spTgt spid="13"/>
                                        </p:tgtEl>
                                        <p:attrNameLst>
                                          <p:attrName>ppt_w</p:attrName>
                                        </p:attrNameLst>
                                      </p:cBhvr>
                                      <p:tavLst>
                                        <p:tav tm="0">
                                          <p:val>
                                            <p:strVal val="#ppt_w+.3"/>
                                          </p:val>
                                        </p:tav>
                                        <p:tav tm="100000">
                                          <p:val>
                                            <p:strVal val="#ppt_w"/>
                                          </p:val>
                                        </p:tav>
                                      </p:tavLst>
                                    </p:anim>
                                    <p:anim calcmode="lin" valueType="num">
                                      <p:cBhvr>
                                        <p:cTn id="42" dur="1000" fill="hold"/>
                                        <p:tgtEl>
                                          <p:spTgt spid="13"/>
                                        </p:tgtEl>
                                        <p:attrNameLst>
                                          <p:attrName>ppt_h</p:attrName>
                                        </p:attrNameLst>
                                      </p:cBhvr>
                                      <p:tavLst>
                                        <p:tav tm="0">
                                          <p:val>
                                            <p:strVal val="#ppt_h"/>
                                          </p:val>
                                        </p:tav>
                                        <p:tav tm="100000">
                                          <p:val>
                                            <p:strVal val="#ppt_h"/>
                                          </p:val>
                                        </p:tav>
                                      </p:tavLst>
                                    </p:anim>
                                    <p:animEffect transition="in" filter="fade">
                                      <p:cBhvr>
                                        <p:cTn id="43" dur="10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anim calcmode="lin" valueType="num">
                                      <p:cBhvr>
                                        <p:cTn id="49" dur="1000" fill="hold"/>
                                        <p:tgtEl>
                                          <p:spTgt spid="16"/>
                                        </p:tgtEl>
                                        <p:attrNameLst>
                                          <p:attrName>ppt_x</p:attrName>
                                        </p:attrNameLst>
                                      </p:cBhvr>
                                      <p:tavLst>
                                        <p:tav tm="0">
                                          <p:val>
                                            <p:strVal val="#ppt_x"/>
                                          </p:val>
                                        </p:tav>
                                        <p:tav tm="100000">
                                          <p:val>
                                            <p:strVal val="#ppt_x"/>
                                          </p:val>
                                        </p:tav>
                                      </p:tavLst>
                                    </p:anim>
                                    <p:anim calcmode="lin" valueType="num">
                                      <p:cBhvr>
                                        <p:cTn id="5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59436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1507490"/>
            <a:ext cx="8174355" cy="9829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重复写入某一项来进行化简。</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利用</a:t>
            </a:r>
            <a:r>
              <a:rPr lang="en-US" sz="2400" b="1" dirty="0">
                <a:solidFill>
                  <a:srgbClr val="000066"/>
                </a:solidFill>
                <a:latin typeface="Arial" panose="020B0604020202020204" pitchFamily="34" charset="0"/>
                <a:ea typeface="楷体_GB2312" pitchFamily="49" charset="-122"/>
              </a:rPr>
              <a:t>                     </a:t>
            </a:r>
            <a:r>
              <a:rPr lang="zh-CN" sz="2400" b="1" dirty="0">
                <a:solidFill>
                  <a:srgbClr val="000066"/>
                </a:solidFill>
                <a:latin typeface="Arial" panose="020B0604020202020204" pitchFamily="34" charset="0"/>
                <a:ea typeface="楷体_GB2312" pitchFamily="49" charset="-122"/>
              </a:rPr>
              <a:t>将</a:t>
            </a:r>
            <a:r>
              <a:rPr sz="2400" b="1" dirty="0">
                <a:solidFill>
                  <a:srgbClr val="000066"/>
                </a:solidFill>
                <a:latin typeface="Arial" panose="020B0604020202020204" pitchFamily="34" charset="0"/>
                <a:ea typeface="楷体_GB2312" pitchFamily="49" charset="-122"/>
              </a:rPr>
              <a:t>某一项乘以</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来进行化简。</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4" name="Rectangle 3"/>
          <p:cNvSpPr>
            <a:spLocks noGrp="1"/>
          </p:cNvSpPr>
          <p:nvPr/>
        </p:nvSpPr>
        <p:spPr>
          <a:xfrm>
            <a:off x="406400" y="2438400"/>
            <a:ext cx="8165465"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【例2-20】用配项法化简以下逻辑函数式：</a:t>
            </a:r>
            <a:endParaRPr sz="2400" b="1" kern="1200" dirty="0">
              <a:solidFill>
                <a:srgbClr val="000066"/>
              </a:solidFill>
              <a:latin typeface="Arial" panose="020B0604020202020204" pitchFamily="34" charset="0"/>
              <a:ea typeface="楷体_GB2312" pitchFamily="49" charset="-122"/>
            </a:endParaRPr>
          </a:p>
        </p:txBody>
      </p:sp>
      <p:sp>
        <p:nvSpPr>
          <p:cNvPr id="32" name="Rectangle 3"/>
          <p:cNvSpPr>
            <a:spLocks noGrp="1"/>
          </p:cNvSpPr>
          <p:nvPr/>
        </p:nvSpPr>
        <p:spPr>
          <a:xfrm>
            <a:off x="1219200" y="1066800"/>
            <a:ext cx="16186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配项法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7" name="Rectangle 3"/>
          <p:cNvSpPr>
            <a:spLocks noGrp="1"/>
          </p:cNvSpPr>
          <p:nvPr/>
        </p:nvSpPr>
        <p:spPr>
          <a:xfrm>
            <a:off x="561340" y="37846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82291"/>
          <p:cNvGraphicFramePr>
            <a:graphicFrameLocks noChangeAspect="1"/>
          </p:cNvGraphicFramePr>
          <p:nvPr/>
        </p:nvGraphicFramePr>
        <p:xfrm>
          <a:off x="2362200" y="1600200"/>
          <a:ext cx="1336040" cy="342265"/>
        </p:xfrm>
        <a:graphic>
          <a:graphicData uri="http://schemas.openxmlformats.org/presentationml/2006/ole">
            <mc:AlternateContent xmlns:mc="http://schemas.openxmlformats.org/markup-compatibility/2006">
              <mc:Choice xmlns:v="urn:schemas-microsoft-com:vml" Requires="v">
                <p:oleObj spid="_x0000_s3076" name="" r:id="rId1" imgW="546100" imgH="139700" progId="Equation.DSMT4">
                  <p:embed/>
                </p:oleObj>
              </mc:Choice>
              <mc:Fallback>
                <p:oleObj name="" r:id="rId1" imgW="546100" imgH="139700" progId="Equation.DSMT4">
                  <p:embed/>
                  <p:pic>
                    <p:nvPicPr>
                      <p:cNvPr id="0" name="图片 3075"/>
                      <p:cNvPicPr/>
                      <p:nvPr/>
                    </p:nvPicPr>
                    <p:blipFill>
                      <a:blip r:embed="rId2"/>
                      <a:stretch>
                        <a:fillRect/>
                      </a:stretch>
                    </p:blipFill>
                    <p:spPr>
                      <a:xfrm>
                        <a:off x="2362200" y="1600200"/>
                        <a:ext cx="1336040" cy="342265"/>
                      </a:xfrm>
                      <a:prstGeom prst="rect">
                        <a:avLst/>
                      </a:prstGeom>
                      <a:noFill/>
                      <a:ln w="38100">
                        <a:noFill/>
                        <a:miter/>
                      </a:ln>
                    </p:spPr>
                  </p:pic>
                </p:oleObj>
              </mc:Fallback>
            </mc:AlternateContent>
          </a:graphicData>
        </a:graphic>
      </p:graphicFrame>
      <p:graphicFrame>
        <p:nvGraphicFramePr>
          <p:cNvPr id="3" name="对象 -2147482290"/>
          <p:cNvGraphicFramePr>
            <a:graphicFrameLocks noChangeAspect="1"/>
          </p:cNvGraphicFramePr>
          <p:nvPr/>
        </p:nvGraphicFramePr>
        <p:xfrm>
          <a:off x="2286000" y="1967230"/>
          <a:ext cx="1805305" cy="495300"/>
        </p:xfrm>
        <a:graphic>
          <a:graphicData uri="http://schemas.openxmlformats.org/presentationml/2006/ole">
            <mc:AlternateContent xmlns:mc="http://schemas.openxmlformats.org/markup-compatibility/2006">
              <mc:Choice xmlns:v="urn:schemas-microsoft-com:vml" Requires="v">
                <p:oleObj spid="_x0000_s12" name="" r:id="rId3" imgW="786130" imgH="215900" progId="Equation.DSMT4">
                  <p:embed/>
                </p:oleObj>
              </mc:Choice>
              <mc:Fallback>
                <p:oleObj name="" r:id="rId3" imgW="786130" imgH="215900" progId="Equation.DSMT4">
                  <p:embed/>
                  <p:pic>
                    <p:nvPicPr>
                      <p:cNvPr id="0" name="图片 11"/>
                      <p:cNvPicPr/>
                      <p:nvPr/>
                    </p:nvPicPr>
                    <p:blipFill>
                      <a:blip r:embed="rId4"/>
                      <a:stretch>
                        <a:fillRect/>
                      </a:stretch>
                    </p:blipFill>
                    <p:spPr>
                      <a:xfrm>
                        <a:off x="2286000" y="1967230"/>
                        <a:ext cx="1805305" cy="495300"/>
                      </a:xfrm>
                      <a:prstGeom prst="rect">
                        <a:avLst/>
                      </a:prstGeom>
                      <a:noFill/>
                      <a:ln w="38100">
                        <a:noFill/>
                        <a:miter/>
                      </a:ln>
                    </p:spPr>
                  </p:pic>
                </p:oleObj>
              </mc:Fallback>
            </mc:AlternateContent>
          </a:graphicData>
        </a:graphic>
      </p:graphicFrame>
      <p:graphicFrame>
        <p:nvGraphicFramePr>
          <p:cNvPr id="4" name="对象 -2147482289"/>
          <p:cNvGraphicFramePr>
            <a:graphicFrameLocks noChangeAspect="1"/>
          </p:cNvGraphicFramePr>
          <p:nvPr/>
        </p:nvGraphicFramePr>
        <p:xfrm>
          <a:off x="5999480" y="1995170"/>
          <a:ext cx="904240" cy="465455"/>
        </p:xfrm>
        <a:graphic>
          <a:graphicData uri="http://schemas.openxmlformats.org/presentationml/2006/ole">
            <mc:AlternateContent xmlns:mc="http://schemas.openxmlformats.org/markup-compatibility/2006">
              <mc:Choice xmlns:v="urn:schemas-microsoft-com:vml" Requires="v">
                <p:oleObj spid="_x0000_s13" name="" r:id="rId5" imgW="418465" imgH="215900" progId="Equation.DSMT4">
                  <p:embed/>
                </p:oleObj>
              </mc:Choice>
              <mc:Fallback>
                <p:oleObj name="" r:id="rId5" imgW="418465" imgH="215900" progId="Equation.DSMT4">
                  <p:embed/>
                  <p:pic>
                    <p:nvPicPr>
                      <p:cNvPr id="0" name="图片 12"/>
                      <p:cNvPicPr/>
                      <p:nvPr/>
                    </p:nvPicPr>
                    <p:blipFill>
                      <a:blip r:embed="rId6"/>
                      <a:stretch>
                        <a:fillRect/>
                      </a:stretch>
                    </p:blipFill>
                    <p:spPr>
                      <a:xfrm>
                        <a:off x="5999480" y="1995170"/>
                        <a:ext cx="904240" cy="465455"/>
                      </a:xfrm>
                      <a:prstGeom prst="rect">
                        <a:avLst/>
                      </a:prstGeom>
                      <a:noFill/>
                      <a:ln w="38100">
                        <a:noFill/>
                        <a:miter/>
                      </a:ln>
                    </p:spPr>
                  </p:pic>
                </p:oleObj>
              </mc:Fallback>
            </mc:AlternateContent>
          </a:graphicData>
        </a:graphic>
      </p:graphicFrame>
      <p:graphicFrame>
        <p:nvGraphicFramePr>
          <p:cNvPr id="5" name="对象 -2147482288"/>
          <p:cNvGraphicFramePr>
            <a:graphicFrameLocks noChangeAspect="1"/>
          </p:cNvGraphicFramePr>
          <p:nvPr/>
        </p:nvGraphicFramePr>
        <p:xfrm>
          <a:off x="1295400" y="2895600"/>
          <a:ext cx="2727960" cy="450215"/>
        </p:xfrm>
        <a:graphic>
          <a:graphicData uri="http://schemas.openxmlformats.org/presentationml/2006/ole">
            <mc:AlternateContent xmlns:mc="http://schemas.openxmlformats.org/markup-compatibility/2006">
              <mc:Choice xmlns:v="urn:schemas-microsoft-com:vml" Requires="v">
                <p:oleObj spid="_x0000_s16" name="" r:id="rId7" imgW="1306195" imgH="215900" progId="Equation.DSMT4">
                  <p:embed/>
                </p:oleObj>
              </mc:Choice>
              <mc:Fallback>
                <p:oleObj name="" r:id="rId7" imgW="1306195" imgH="215900" progId="Equation.DSMT4">
                  <p:embed/>
                  <p:pic>
                    <p:nvPicPr>
                      <p:cNvPr id="0" name="图片 15"/>
                      <p:cNvPicPr/>
                      <p:nvPr/>
                    </p:nvPicPr>
                    <p:blipFill>
                      <a:blip r:embed="rId8"/>
                      <a:stretch>
                        <a:fillRect/>
                      </a:stretch>
                    </p:blipFill>
                    <p:spPr>
                      <a:xfrm>
                        <a:off x="1295400" y="2895600"/>
                        <a:ext cx="2727960" cy="450215"/>
                      </a:xfrm>
                      <a:prstGeom prst="rect">
                        <a:avLst/>
                      </a:prstGeom>
                      <a:noFill/>
                      <a:ln w="38100">
                        <a:noFill/>
                        <a:miter/>
                      </a:ln>
                    </p:spPr>
                  </p:pic>
                </p:oleObj>
              </mc:Fallback>
            </mc:AlternateContent>
          </a:graphicData>
        </a:graphic>
      </p:graphicFrame>
      <p:graphicFrame>
        <p:nvGraphicFramePr>
          <p:cNvPr id="6" name="对象 -2147482287"/>
          <p:cNvGraphicFramePr>
            <a:graphicFrameLocks noChangeAspect="1"/>
          </p:cNvGraphicFramePr>
          <p:nvPr/>
        </p:nvGraphicFramePr>
        <p:xfrm>
          <a:off x="1295400" y="3352800"/>
          <a:ext cx="2974340" cy="486410"/>
        </p:xfrm>
        <a:graphic>
          <a:graphicData uri="http://schemas.openxmlformats.org/presentationml/2006/ole">
            <mc:AlternateContent xmlns:mc="http://schemas.openxmlformats.org/markup-compatibility/2006">
              <mc:Choice xmlns:v="urn:schemas-microsoft-com:vml" Requires="v">
                <p:oleObj spid="_x0000_s18" name="" r:id="rId9" imgW="1318895" imgH="215900" progId="Equation.DSMT4">
                  <p:embed/>
                </p:oleObj>
              </mc:Choice>
              <mc:Fallback>
                <p:oleObj name="" r:id="rId9" imgW="1318895" imgH="215900" progId="Equation.DSMT4">
                  <p:embed/>
                  <p:pic>
                    <p:nvPicPr>
                      <p:cNvPr id="0" name="图片 17"/>
                      <p:cNvPicPr/>
                      <p:nvPr/>
                    </p:nvPicPr>
                    <p:blipFill>
                      <a:blip r:embed="rId10"/>
                      <a:stretch>
                        <a:fillRect/>
                      </a:stretch>
                    </p:blipFill>
                    <p:spPr>
                      <a:xfrm>
                        <a:off x="1295400" y="3352800"/>
                        <a:ext cx="2974340" cy="486410"/>
                      </a:xfrm>
                      <a:prstGeom prst="rect">
                        <a:avLst/>
                      </a:prstGeom>
                      <a:noFill/>
                      <a:ln w="38100">
                        <a:noFill/>
                        <a:miter/>
                      </a:ln>
                    </p:spPr>
                  </p:pic>
                </p:oleObj>
              </mc:Fallback>
            </mc:AlternateContent>
          </a:graphicData>
        </a:graphic>
      </p:graphicFrame>
      <p:graphicFrame>
        <p:nvGraphicFramePr>
          <p:cNvPr id="8" name="对象 -2147482286"/>
          <p:cNvGraphicFramePr>
            <a:graphicFrameLocks noChangeAspect="1"/>
          </p:cNvGraphicFramePr>
          <p:nvPr/>
        </p:nvGraphicFramePr>
        <p:xfrm>
          <a:off x="1905000" y="3886200"/>
          <a:ext cx="3678555" cy="424815"/>
        </p:xfrm>
        <a:graphic>
          <a:graphicData uri="http://schemas.openxmlformats.org/presentationml/2006/ole">
            <mc:AlternateContent xmlns:mc="http://schemas.openxmlformats.org/markup-compatibility/2006">
              <mc:Choice xmlns:v="urn:schemas-microsoft-com:vml" Requires="v">
                <p:oleObj spid="_x0000_s19" name="" r:id="rId11" imgW="1864360" imgH="215900" progId="Equation.DSMT4">
                  <p:embed/>
                </p:oleObj>
              </mc:Choice>
              <mc:Fallback>
                <p:oleObj name="" r:id="rId11" imgW="1864360" imgH="215900" progId="Equation.DSMT4">
                  <p:embed/>
                  <p:pic>
                    <p:nvPicPr>
                      <p:cNvPr id="0" name="图片 18"/>
                      <p:cNvPicPr/>
                      <p:nvPr/>
                    </p:nvPicPr>
                    <p:blipFill>
                      <a:blip r:embed="rId12"/>
                      <a:stretch>
                        <a:fillRect/>
                      </a:stretch>
                    </p:blipFill>
                    <p:spPr>
                      <a:xfrm>
                        <a:off x="1905000" y="3886200"/>
                        <a:ext cx="3678555" cy="424815"/>
                      </a:xfrm>
                      <a:prstGeom prst="rect">
                        <a:avLst/>
                      </a:prstGeom>
                      <a:noFill/>
                      <a:ln w="38100">
                        <a:noFill/>
                        <a:miter/>
                      </a:ln>
                    </p:spPr>
                  </p:pic>
                </p:oleObj>
              </mc:Fallback>
            </mc:AlternateContent>
          </a:graphicData>
        </a:graphic>
      </p:graphicFrame>
      <p:graphicFrame>
        <p:nvGraphicFramePr>
          <p:cNvPr id="9" name="对象 -2147482285"/>
          <p:cNvGraphicFramePr>
            <a:graphicFrameLocks noChangeAspect="1"/>
          </p:cNvGraphicFramePr>
          <p:nvPr/>
        </p:nvGraphicFramePr>
        <p:xfrm>
          <a:off x="2209800" y="4267200"/>
          <a:ext cx="4084320" cy="441960"/>
        </p:xfrm>
        <a:graphic>
          <a:graphicData uri="http://schemas.openxmlformats.org/presentationml/2006/ole">
            <mc:AlternateContent xmlns:mc="http://schemas.openxmlformats.org/markup-compatibility/2006">
              <mc:Choice xmlns:v="urn:schemas-microsoft-com:vml" Requires="v">
                <p:oleObj spid="_x0000_s20" name="" r:id="rId13" imgW="1991360" imgH="215900" progId="Equation.DSMT4">
                  <p:embed/>
                </p:oleObj>
              </mc:Choice>
              <mc:Fallback>
                <p:oleObj name="" r:id="rId13" imgW="1991360" imgH="215900" progId="Equation.DSMT4">
                  <p:embed/>
                  <p:pic>
                    <p:nvPicPr>
                      <p:cNvPr id="0" name="图片 19"/>
                      <p:cNvPicPr/>
                      <p:nvPr/>
                    </p:nvPicPr>
                    <p:blipFill>
                      <a:blip r:embed="rId14"/>
                      <a:stretch>
                        <a:fillRect/>
                      </a:stretch>
                    </p:blipFill>
                    <p:spPr>
                      <a:xfrm>
                        <a:off x="2209800" y="4267200"/>
                        <a:ext cx="4084320" cy="441960"/>
                      </a:xfrm>
                      <a:prstGeom prst="rect">
                        <a:avLst/>
                      </a:prstGeom>
                      <a:noFill/>
                      <a:ln w="38100">
                        <a:noFill/>
                        <a:miter/>
                      </a:ln>
                    </p:spPr>
                  </p:pic>
                </p:oleObj>
              </mc:Fallback>
            </mc:AlternateContent>
          </a:graphicData>
        </a:graphic>
      </p:graphicFrame>
      <p:graphicFrame>
        <p:nvGraphicFramePr>
          <p:cNvPr id="10" name="对象 -2147482284"/>
          <p:cNvGraphicFramePr>
            <a:graphicFrameLocks noChangeAspect="1"/>
          </p:cNvGraphicFramePr>
          <p:nvPr/>
        </p:nvGraphicFramePr>
        <p:xfrm>
          <a:off x="1905000" y="4724400"/>
          <a:ext cx="4307840" cy="446405"/>
        </p:xfrm>
        <a:graphic>
          <a:graphicData uri="http://schemas.openxmlformats.org/presentationml/2006/ole">
            <mc:AlternateContent xmlns:mc="http://schemas.openxmlformats.org/markup-compatibility/2006">
              <mc:Choice xmlns:v="urn:schemas-microsoft-com:vml" Requires="v">
                <p:oleObj spid="_x0000_s21" name="" r:id="rId15" imgW="2080260" imgH="215900" progId="Equation.DSMT4">
                  <p:embed/>
                </p:oleObj>
              </mc:Choice>
              <mc:Fallback>
                <p:oleObj name="" r:id="rId15" imgW="2080260" imgH="215900" progId="Equation.DSMT4">
                  <p:embed/>
                  <p:pic>
                    <p:nvPicPr>
                      <p:cNvPr id="0" name="图片 20"/>
                      <p:cNvPicPr/>
                      <p:nvPr/>
                    </p:nvPicPr>
                    <p:blipFill>
                      <a:blip r:embed="rId16"/>
                      <a:stretch>
                        <a:fillRect/>
                      </a:stretch>
                    </p:blipFill>
                    <p:spPr>
                      <a:xfrm>
                        <a:off x="1905000" y="4724400"/>
                        <a:ext cx="4307840" cy="446405"/>
                      </a:xfrm>
                      <a:prstGeom prst="rect">
                        <a:avLst/>
                      </a:prstGeom>
                      <a:noFill/>
                      <a:ln w="38100">
                        <a:noFill/>
                        <a:miter/>
                      </a:ln>
                    </p:spPr>
                  </p:pic>
                </p:oleObj>
              </mc:Fallback>
            </mc:AlternateContent>
          </a:graphicData>
        </a:graphic>
      </p:graphicFrame>
      <p:graphicFrame>
        <p:nvGraphicFramePr>
          <p:cNvPr id="11" name="对象 -2147482283"/>
          <p:cNvGraphicFramePr>
            <a:graphicFrameLocks noChangeAspect="1"/>
          </p:cNvGraphicFramePr>
          <p:nvPr/>
        </p:nvGraphicFramePr>
        <p:xfrm>
          <a:off x="2209800" y="5257800"/>
          <a:ext cx="4244340" cy="381000"/>
        </p:xfrm>
        <a:graphic>
          <a:graphicData uri="http://schemas.openxmlformats.org/presentationml/2006/ole">
            <mc:AlternateContent xmlns:mc="http://schemas.openxmlformats.org/markup-compatibility/2006">
              <mc:Choice xmlns:v="urn:schemas-microsoft-com:vml" Requires="v">
                <p:oleObj spid="_x0000_s22" name="" r:id="rId17" imgW="2120265" imgH="190500" progId="Equation.DSMT4">
                  <p:embed/>
                </p:oleObj>
              </mc:Choice>
              <mc:Fallback>
                <p:oleObj name="" r:id="rId17" imgW="2120265" imgH="190500" progId="Equation.DSMT4">
                  <p:embed/>
                  <p:pic>
                    <p:nvPicPr>
                      <p:cNvPr id="0" name="图片 21"/>
                      <p:cNvPicPr/>
                      <p:nvPr/>
                    </p:nvPicPr>
                    <p:blipFill>
                      <a:blip r:embed="rId18"/>
                      <a:stretch>
                        <a:fillRect/>
                      </a:stretch>
                    </p:blipFill>
                    <p:spPr>
                      <a:xfrm>
                        <a:off x="2209800" y="5257800"/>
                        <a:ext cx="4244340" cy="381000"/>
                      </a:xfrm>
                      <a:prstGeom prst="rect">
                        <a:avLst/>
                      </a:prstGeom>
                      <a:noFill/>
                      <a:ln w="38100">
                        <a:noFill/>
                        <a:miter/>
                      </a:ln>
                    </p:spPr>
                  </p:pic>
                </p:oleObj>
              </mc:Fallback>
            </mc:AlternateContent>
          </a:graphicData>
        </a:graphic>
      </p:graphicFrame>
      <p:graphicFrame>
        <p:nvGraphicFramePr>
          <p:cNvPr id="23" name="对象 -2147482282"/>
          <p:cNvGraphicFramePr>
            <a:graphicFrameLocks noChangeAspect="1"/>
          </p:cNvGraphicFramePr>
          <p:nvPr/>
        </p:nvGraphicFramePr>
        <p:xfrm>
          <a:off x="2209800" y="5791200"/>
          <a:ext cx="4017645" cy="446405"/>
        </p:xfrm>
        <a:graphic>
          <a:graphicData uri="http://schemas.openxmlformats.org/presentationml/2006/ole">
            <mc:AlternateContent xmlns:mc="http://schemas.openxmlformats.org/markup-compatibility/2006">
              <mc:Choice xmlns:v="urn:schemas-microsoft-com:vml" Requires="v">
                <p:oleObj spid="_x0000_s24" name="" r:id="rId19" imgW="1940560" imgH="215900" progId="Equation.DSMT4">
                  <p:embed/>
                </p:oleObj>
              </mc:Choice>
              <mc:Fallback>
                <p:oleObj name="" r:id="rId19" imgW="1940560" imgH="215900" progId="Equation.DSMT4">
                  <p:embed/>
                  <p:pic>
                    <p:nvPicPr>
                      <p:cNvPr id="0" name="图片 22"/>
                      <p:cNvPicPr/>
                      <p:nvPr/>
                    </p:nvPicPr>
                    <p:blipFill>
                      <a:blip r:embed="rId20"/>
                      <a:stretch>
                        <a:fillRect/>
                      </a:stretch>
                    </p:blipFill>
                    <p:spPr>
                      <a:xfrm>
                        <a:off x="2209800" y="5791200"/>
                        <a:ext cx="4017645" cy="446405"/>
                      </a:xfrm>
                      <a:prstGeom prst="rect">
                        <a:avLst/>
                      </a:prstGeom>
                      <a:noFill/>
                      <a:ln w="38100">
                        <a:noFill/>
                        <a:miter/>
                      </a:ln>
                    </p:spPr>
                  </p:pic>
                </p:oleObj>
              </mc:Fallback>
            </mc:AlternateContent>
          </a:graphicData>
        </a:graphic>
      </p:graphicFrame>
      <p:graphicFrame>
        <p:nvGraphicFramePr>
          <p:cNvPr id="25" name="对象 -2147482281"/>
          <p:cNvGraphicFramePr>
            <a:graphicFrameLocks noChangeAspect="1"/>
          </p:cNvGraphicFramePr>
          <p:nvPr/>
        </p:nvGraphicFramePr>
        <p:xfrm>
          <a:off x="2209800" y="6248400"/>
          <a:ext cx="1894840" cy="400050"/>
        </p:xfrm>
        <a:graphic>
          <a:graphicData uri="http://schemas.openxmlformats.org/presentationml/2006/ole">
            <mc:AlternateContent xmlns:mc="http://schemas.openxmlformats.org/markup-compatibility/2006">
              <mc:Choice xmlns:v="urn:schemas-microsoft-com:vml" Requires="v">
                <p:oleObj spid="_x0000_s26" name="" r:id="rId21" imgW="901065" imgH="190500" progId="Equation.DSMT4">
                  <p:embed/>
                </p:oleObj>
              </mc:Choice>
              <mc:Fallback>
                <p:oleObj name="" r:id="rId21" imgW="901065" imgH="190500" progId="Equation.DSMT4">
                  <p:embed/>
                  <p:pic>
                    <p:nvPicPr>
                      <p:cNvPr id="0" name="图片 23"/>
                      <p:cNvPicPr/>
                      <p:nvPr/>
                    </p:nvPicPr>
                    <p:blipFill>
                      <a:blip r:embed="rId22"/>
                      <a:stretch>
                        <a:fillRect/>
                      </a:stretch>
                    </p:blipFill>
                    <p:spPr>
                      <a:xfrm>
                        <a:off x="2209800" y="6248400"/>
                        <a:ext cx="1894840" cy="4000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par>
                                <p:cTn id="11" presetID="22" presetClass="entr" presetSubtype="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5" presetClass="entr" presetSubtype="0"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 calcmode="lin" valueType="num">
                                      <p:cBhvr>
                                        <p:cTn id="18" dur="500" decel="50000" fill="hold">
                                          <p:stCondLst>
                                            <p:cond delay="0"/>
                                          </p:stCondLst>
                                        </p:cTn>
                                        <p:tgtEl>
                                          <p:spTgt spid="37"/>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37"/>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37"/>
                                        </p:tgtEl>
                                        <p:attrNameLst>
                                          <p:attrName>ppt_w</p:attrName>
                                        </p:attrNameLst>
                                      </p:cBhvr>
                                      <p:tavLst>
                                        <p:tav tm="0">
                                          <p:val>
                                            <p:strVal val="#ppt_w*.05"/>
                                          </p:val>
                                        </p:tav>
                                        <p:tav tm="100000">
                                          <p:val>
                                            <p:strVal val="#ppt_w"/>
                                          </p:val>
                                        </p:tav>
                                      </p:tavLst>
                                    </p:anim>
                                    <p:anim calcmode="lin" valueType="num">
                                      <p:cBhvr>
                                        <p:cTn id="21" dur="1000" fill="hold"/>
                                        <p:tgtEl>
                                          <p:spTgt spid="37"/>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37"/>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37"/>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37"/>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37"/>
                                        </p:tgtEl>
                                      </p:cBhvr>
                                    </p:animEffect>
                                  </p:childTnLst>
                                </p:cTn>
                              </p:par>
                              <p:par>
                                <p:cTn id="26" presetID="25"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31" dur="1000" fill="hold"/>
                                        <p:tgtEl>
                                          <p:spTgt spid="8"/>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9"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0-#ppt_w/2"/>
                                          </p:val>
                                        </p:tav>
                                        <p:tav tm="100000">
                                          <p:val>
                                            <p:strVal val="#ppt_x"/>
                                          </p:val>
                                        </p:tav>
                                      </p:tavLst>
                                    </p:anim>
                                    <p:anim calcmode="lin" valueType="num">
                                      <p:cBhvr additive="base">
                                        <p:cTn id="4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arn(inVertical)">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strips(downLeft)">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000" fill="hold">
                                          <p:stCondLst>
                                            <p:cond delay="0"/>
                                          </p:stCondLst>
                                        </p:cTn>
                                        <p:tgtEl>
                                          <p:spTgt spid="25"/>
                                        </p:tgtEl>
                                        <p:attrNameLst>
                                          <p:attrName>style.visibility</p:attrName>
                                        </p:attrNameLst>
                                      </p:cBhvr>
                                      <p:to>
                                        <p:strVal val="visible"/>
                                      </p:to>
                                    </p:set>
                                    <p:animEffect transition="in" filter="box(in)">
                                      <p:cBhvr>
                                        <p:cTn id="6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2" name="Rectangle 3"/>
          <p:cNvSpPr>
            <a:spLocks noGrp="1"/>
          </p:cNvSpPr>
          <p:nvPr/>
        </p:nvSpPr>
        <p:spPr>
          <a:xfrm>
            <a:off x="1219200" y="1219200"/>
            <a:ext cx="1618615"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4. 配项法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7" name="Rectangle 3"/>
          <p:cNvSpPr>
            <a:spLocks noGrp="1"/>
          </p:cNvSpPr>
          <p:nvPr/>
        </p:nvSpPr>
        <p:spPr>
          <a:xfrm>
            <a:off x="561340" y="33274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pSp>
        <p:nvGrpSpPr>
          <p:cNvPr id="34" name="组合 33"/>
          <p:cNvGrpSpPr/>
          <p:nvPr/>
        </p:nvGrpSpPr>
        <p:grpSpPr>
          <a:xfrm>
            <a:off x="676910" y="1812290"/>
            <a:ext cx="8173720" cy="570230"/>
            <a:chOff x="1066" y="2974"/>
            <a:chExt cx="12872" cy="898"/>
          </a:xfrm>
        </p:grpSpPr>
        <p:sp>
          <p:nvSpPr>
            <p:cNvPr id="15" name="Rectangle 3"/>
            <p:cNvSpPr>
              <a:spLocks noGrp="1"/>
            </p:cNvSpPr>
            <p:nvPr/>
          </p:nvSpPr>
          <p:spPr>
            <a:xfrm>
              <a:off x="1066" y="2974"/>
              <a:ext cx="12873" cy="89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3</a:t>
              </a:r>
              <a:r>
                <a:rPr sz="2400" b="1" dirty="0">
                  <a:solidFill>
                    <a:srgbClr val="000066"/>
                  </a:solidFill>
                  <a:latin typeface="Arial" panose="020B0604020202020204" pitchFamily="34" charset="0"/>
                  <a:ea typeface="楷体_GB2312" pitchFamily="49" charset="-122"/>
                </a:rPr>
                <a:t>) 利用</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加入这一项来进行化简或变换。</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280"/>
            <p:cNvGraphicFramePr>
              <a:graphicFrameLocks noChangeAspect="1"/>
            </p:cNvGraphicFramePr>
            <p:nvPr/>
          </p:nvGraphicFramePr>
          <p:xfrm>
            <a:off x="3720" y="3054"/>
            <a:ext cx="1631" cy="661"/>
          </p:xfrm>
          <a:graphic>
            <a:graphicData uri="http://schemas.openxmlformats.org/presentationml/2006/ole">
              <mc:AlternateContent xmlns:mc="http://schemas.openxmlformats.org/markup-compatibility/2006">
                <mc:Choice xmlns:v="urn:schemas-microsoft-com:vml" Requires="v">
                  <p:oleObj spid="_x0000_s27" name="" r:id="rId1" imgW="469900" imgH="190500" progId="Equation.DSMT4">
                    <p:embed/>
                  </p:oleObj>
                </mc:Choice>
                <mc:Fallback>
                  <p:oleObj name="" r:id="rId1" imgW="469900" imgH="190500" progId="Equation.DSMT4">
                    <p:embed/>
                    <p:pic>
                      <p:nvPicPr>
                        <p:cNvPr id="0" name="图片 26"/>
                        <p:cNvPicPr/>
                        <p:nvPr/>
                      </p:nvPicPr>
                      <p:blipFill>
                        <a:blip r:embed="rId2"/>
                        <a:stretch>
                          <a:fillRect/>
                        </a:stretch>
                      </p:blipFill>
                      <p:spPr>
                        <a:xfrm>
                          <a:off x="3720" y="3054"/>
                          <a:ext cx="1631" cy="661"/>
                        </a:xfrm>
                        <a:prstGeom prst="rect">
                          <a:avLst/>
                        </a:prstGeom>
                        <a:noFill/>
                        <a:ln w="38100">
                          <a:noFill/>
                          <a:miter/>
                        </a:ln>
                      </p:spPr>
                    </p:pic>
                  </p:oleObj>
                </mc:Fallback>
              </mc:AlternateContent>
            </a:graphicData>
          </a:graphic>
        </p:graphicFrame>
      </p:grpSp>
      <p:grpSp>
        <p:nvGrpSpPr>
          <p:cNvPr id="9" name="组合 8"/>
          <p:cNvGrpSpPr/>
          <p:nvPr/>
        </p:nvGrpSpPr>
        <p:grpSpPr>
          <a:xfrm>
            <a:off x="381000" y="2438400"/>
            <a:ext cx="8164830" cy="514350"/>
            <a:chOff x="600" y="3840"/>
            <a:chExt cx="12858" cy="810"/>
          </a:xfrm>
        </p:grpSpPr>
        <p:sp>
          <p:nvSpPr>
            <p:cNvPr id="14" name="Rectangle 3"/>
            <p:cNvSpPr>
              <a:spLocks noGrp="1"/>
            </p:cNvSpPr>
            <p:nvPr/>
          </p:nvSpPr>
          <p:spPr>
            <a:xfrm>
              <a:off x="600" y="3840"/>
              <a:ext cx="12859" cy="81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【例2-21】将逻辑函数</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变换成最大项之积。</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2278"/>
            <p:cNvGraphicFramePr>
              <a:graphicFrameLocks noChangeAspect="1"/>
            </p:cNvGraphicFramePr>
            <p:nvPr/>
          </p:nvGraphicFramePr>
          <p:xfrm>
            <a:off x="6840" y="3906"/>
            <a:ext cx="4958" cy="739"/>
          </p:xfrm>
          <a:graphic>
            <a:graphicData uri="http://schemas.openxmlformats.org/presentationml/2006/ole">
              <mc:AlternateContent xmlns:mc="http://schemas.openxmlformats.org/markup-compatibility/2006">
                <mc:Choice xmlns:v="urn:schemas-microsoft-com:vml" Requires="v">
                  <p:oleObj spid="_x0000_s28" name="" r:id="rId3" imgW="1445895" imgH="215900" progId="Equation.DSMT4">
                    <p:embed/>
                  </p:oleObj>
                </mc:Choice>
                <mc:Fallback>
                  <p:oleObj name="" r:id="rId3" imgW="1445895" imgH="215900" progId="Equation.DSMT4">
                    <p:embed/>
                    <p:pic>
                      <p:nvPicPr>
                        <p:cNvPr id="0" name="图片 27"/>
                        <p:cNvPicPr/>
                        <p:nvPr/>
                      </p:nvPicPr>
                      <p:blipFill>
                        <a:blip r:embed="rId4"/>
                        <a:stretch>
                          <a:fillRect/>
                        </a:stretch>
                      </p:blipFill>
                      <p:spPr>
                        <a:xfrm>
                          <a:off x="6840" y="3906"/>
                          <a:ext cx="4958" cy="739"/>
                        </a:xfrm>
                        <a:prstGeom prst="rect">
                          <a:avLst/>
                        </a:prstGeom>
                        <a:noFill/>
                        <a:ln w="38100">
                          <a:noFill/>
                          <a:miter/>
                        </a:ln>
                      </p:spPr>
                    </p:pic>
                  </p:oleObj>
                </mc:Fallback>
              </mc:AlternateContent>
            </a:graphicData>
          </a:graphic>
        </p:graphicFrame>
      </p:grpSp>
      <p:graphicFrame>
        <p:nvGraphicFramePr>
          <p:cNvPr id="4" name="对象 -2147482277"/>
          <p:cNvGraphicFramePr>
            <a:graphicFrameLocks noChangeAspect="1"/>
          </p:cNvGraphicFramePr>
          <p:nvPr/>
        </p:nvGraphicFramePr>
        <p:xfrm>
          <a:off x="1905000" y="3429000"/>
          <a:ext cx="4394200" cy="440055"/>
        </p:xfrm>
        <a:graphic>
          <a:graphicData uri="http://schemas.openxmlformats.org/presentationml/2006/ole">
            <mc:AlternateContent xmlns:mc="http://schemas.openxmlformats.org/markup-compatibility/2006">
              <mc:Choice xmlns:v="urn:schemas-microsoft-com:vml" Requires="v">
                <p:oleObj spid="_x0000_s29" name="" r:id="rId5" imgW="2156460" imgH="215900" progId="Equation.DSMT4">
                  <p:embed/>
                </p:oleObj>
              </mc:Choice>
              <mc:Fallback>
                <p:oleObj name="" r:id="rId5" imgW="2156460" imgH="215900" progId="Equation.DSMT4">
                  <p:embed/>
                  <p:pic>
                    <p:nvPicPr>
                      <p:cNvPr id="0" name="图片 28"/>
                      <p:cNvPicPr/>
                      <p:nvPr/>
                    </p:nvPicPr>
                    <p:blipFill>
                      <a:blip r:embed="rId6"/>
                      <a:stretch>
                        <a:fillRect/>
                      </a:stretch>
                    </p:blipFill>
                    <p:spPr>
                      <a:xfrm>
                        <a:off x="1905000" y="3429000"/>
                        <a:ext cx="4394200" cy="440055"/>
                      </a:xfrm>
                      <a:prstGeom prst="rect">
                        <a:avLst/>
                      </a:prstGeom>
                      <a:noFill/>
                      <a:ln w="38100">
                        <a:noFill/>
                        <a:miter/>
                      </a:ln>
                    </p:spPr>
                  </p:pic>
                </p:oleObj>
              </mc:Fallback>
            </mc:AlternateContent>
          </a:graphicData>
        </a:graphic>
      </p:graphicFrame>
      <p:graphicFrame>
        <p:nvGraphicFramePr>
          <p:cNvPr id="5" name="对象 -2147482276"/>
          <p:cNvGraphicFramePr>
            <a:graphicFrameLocks noChangeAspect="1"/>
          </p:cNvGraphicFramePr>
          <p:nvPr/>
        </p:nvGraphicFramePr>
        <p:xfrm>
          <a:off x="3048000" y="4038600"/>
          <a:ext cx="4879975" cy="429895"/>
        </p:xfrm>
        <a:graphic>
          <a:graphicData uri="http://schemas.openxmlformats.org/presentationml/2006/ole">
            <mc:AlternateContent xmlns:mc="http://schemas.openxmlformats.org/markup-compatibility/2006">
              <mc:Choice xmlns:v="urn:schemas-microsoft-com:vml" Requires="v">
                <p:oleObj spid="_x0000_s30" name="" r:id="rId7" imgW="2447925" imgH="215900" progId="Equation.DSMT4">
                  <p:embed/>
                </p:oleObj>
              </mc:Choice>
              <mc:Fallback>
                <p:oleObj name="" r:id="rId7" imgW="2447925" imgH="215900" progId="Equation.DSMT4">
                  <p:embed/>
                  <p:pic>
                    <p:nvPicPr>
                      <p:cNvPr id="0" name="图片 29"/>
                      <p:cNvPicPr/>
                      <p:nvPr/>
                    </p:nvPicPr>
                    <p:blipFill>
                      <a:blip r:embed="rId8"/>
                      <a:stretch>
                        <a:fillRect/>
                      </a:stretch>
                    </p:blipFill>
                    <p:spPr>
                      <a:xfrm>
                        <a:off x="3048000" y="4038600"/>
                        <a:ext cx="4879975" cy="429895"/>
                      </a:xfrm>
                      <a:prstGeom prst="rect">
                        <a:avLst/>
                      </a:prstGeom>
                      <a:noFill/>
                      <a:ln w="38100">
                        <a:noFill/>
                        <a:miter/>
                      </a:ln>
                    </p:spPr>
                  </p:pic>
                </p:oleObj>
              </mc:Fallback>
            </mc:AlternateContent>
          </a:graphicData>
        </a:graphic>
      </p:graphicFrame>
      <p:graphicFrame>
        <p:nvGraphicFramePr>
          <p:cNvPr id="6" name="对象 -2147482275"/>
          <p:cNvGraphicFramePr>
            <a:graphicFrameLocks noChangeAspect="1"/>
          </p:cNvGraphicFramePr>
          <p:nvPr/>
        </p:nvGraphicFramePr>
        <p:xfrm>
          <a:off x="3048000" y="4648200"/>
          <a:ext cx="3665220" cy="421005"/>
        </p:xfrm>
        <a:graphic>
          <a:graphicData uri="http://schemas.openxmlformats.org/presentationml/2006/ole">
            <mc:AlternateContent xmlns:mc="http://schemas.openxmlformats.org/markup-compatibility/2006">
              <mc:Choice xmlns:v="urn:schemas-microsoft-com:vml" Requires="v">
                <p:oleObj spid="_x0000_s31" name="" r:id="rId9" imgW="1877060" imgH="215900" progId="Equation.DSMT4">
                  <p:embed/>
                </p:oleObj>
              </mc:Choice>
              <mc:Fallback>
                <p:oleObj name="" r:id="rId9" imgW="1877060" imgH="215900" progId="Equation.DSMT4">
                  <p:embed/>
                  <p:pic>
                    <p:nvPicPr>
                      <p:cNvPr id="0" name="图片 30"/>
                      <p:cNvPicPr/>
                      <p:nvPr/>
                    </p:nvPicPr>
                    <p:blipFill>
                      <a:blip r:embed="rId10"/>
                      <a:stretch>
                        <a:fillRect/>
                      </a:stretch>
                    </p:blipFill>
                    <p:spPr>
                      <a:xfrm>
                        <a:off x="3048000" y="4648200"/>
                        <a:ext cx="3665220" cy="421005"/>
                      </a:xfrm>
                      <a:prstGeom prst="rect">
                        <a:avLst/>
                      </a:prstGeom>
                      <a:noFill/>
                      <a:ln w="38100">
                        <a:noFill/>
                        <a:miter/>
                      </a:ln>
                    </p:spPr>
                  </p:pic>
                </p:oleObj>
              </mc:Fallback>
            </mc:AlternateContent>
          </a:graphicData>
        </a:graphic>
      </p:graphicFrame>
      <p:graphicFrame>
        <p:nvGraphicFramePr>
          <p:cNvPr id="8" name="对象 -2147482274"/>
          <p:cNvGraphicFramePr>
            <a:graphicFrameLocks noChangeAspect="1"/>
          </p:cNvGraphicFramePr>
          <p:nvPr/>
        </p:nvGraphicFramePr>
        <p:xfrm>
          <a:off x="3048000" y="5257800"/>
          <a:ext cx="3217545" cy="437515"/>
        </p:xfrm>
        <a:graphic>
          <a:graphicData uri="http://schemas.openxmlformats.org/presentationml/2006/ole">
            <mc:AlternateContent xmlns:mc="http://schemas.openxmlformats.org/markup-compatibility/2006">
              <mc:Choice xmlns:v="urn:schemas-microsoft-com:vml" Requires="v">
                <p:oleObj spid="_x0000_s33" name="" r:id="rId11" imgW="1585595" imgH="215900" progId="Equation.DSMT4">
                  <p:embed/>
                </p:oleObj>
              </mc:Choice>
              <mc:Fallback>
                <p:oleObj name="" r:id="rId11" imgW="1585595" imgH="215900" progId="Equation.DSMT4">
                  <p:embed/>
                  <p:pic>
                    <p:nvPicPr>
                      <p:cNvPr id="0" name="图片 32"/>
                      <p:cNvPicPr/>
                      <p:nvPr/>
                    </p:nvPicPr>
                    <p:blipFill>
                      <a:blip r:embed="rId12"/>
                      <a:stretch>
                        <a:fillRect/>
                      </a:stretch>
                    </p:blipFill>
                    <p:spPr>
                      <a:xfrm>
                        <a:off x="3048000" y="5257800"/>
                        <a:ext cx="3217545" cy="4375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000" fill="hold">
                                          <p:stCondLst>
                                            <p:cond delay="0"/>
                                          </p:stCondLst>
                                        </p:cTn>
                                        <p:tgtEl>
                                          <p:spTgt spid="9"/>
                                        </p:tgtEl>
                                        <p:attrNameLst>
                                          <p:attrName>style.visibility</p:attrName>
                                        </p:attrNameLst>
                                      </p:cBhvr>
                                      <p:to>
                                        <p:strVal val="visible"/>
                                      </p:to>
                                    </p:set>
                                    <p:animEffect transition="in" filter="plus(in)">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500" fill="hold"/>
                                        <p:tgtEl>
                                          <p:spTgt spid="37"/>
                                        </p:tgtEl>
                                        <p:attrNameLst>
                                          <p:attrName>ppt_x</p:attrName>
                                        </p:attrNameLst>
                                      </p:cBhvr>
                                      <p:tavLst>
                                        <p:tav tm="0">
                                          <p:val>
                                            <p:strVal val="#ppt_x"/>
                                          </p:val>
                                        </p:tav>
                                        <p:tav tm="100000">
                                          <p:val>
                                            <p:strVal val="#ppt_x"/>
                                          </p:val>
                                        </p:tav>
                                      </p:tavLst>
                                    </p:anim>
                                    <p:anim calcmode="lin" valueType="num">
                                      <p:cBhvr additive="base">
                                        <p:cTn id="13" dur="500" fill="hold"/>
                                        <p:tgtEl>
                                          <p:spTgt spid="37"/>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000" fill="hold">
                                          <p:stCondLst>
                                            <p:cond delay="0"/>
                                          </p:stCondLst>
                                        </p:cTn>
                                        <p:tgtEl>
                                          <p:spTgt spid="8"/>
                                        </p:tgtEl>
                                        <p:attrNameLst>
                                          <p:attrName>style.visibility</p:attrName>
                                        </p:attrNameLst>
                                      </p:cBhvr>
                                      <p:to>
                                        <p:strVal val="visible"/>
                                      </p:to>
                                    </p:set>
                                    <p:animEffect transition="in" filter="diamond(in)">
                                      <p:cBhvr>
                                        <p:cTn id="3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nvSpPr>
        <p:spPr>
          <a:xfrm>
            <a:off x="0" y="60960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6897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524510" y="1278890"/>
            <a:ext cx="8194040" cy="6489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【例2-22】试用公式化简法对下列逻辑函数式进行化简。</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990600" y="533400"/>
            <a:ext cx="758190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2.5 </a:t>
            </a:r>
            <a:r>
              <a:rPr lang="zh-CN" altLang="en-US" b="1" dirty="0">
                <a:solidFill>
                  <a:srgbClr val="FF0000"/>
                </a:solidFill>
                <a:latin typeface="黑体" panose="02010609060101010101" pitchFamily="49" charset="-122"/>
                <a:ea typeface="黑体" panose="02010609060101010101" pitchFamily="49" charset="-122"/>
              </a:rPr>
              <a:t>逻辑函数的最简形式及公式化简方法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7" name="Rectangle 3"/>
          <p:cNvSpPr>
            <a:spLocks noGrp="1"/>
          </p:cNvSpPr>
          <p:nvPr/>
        </p:nvSpPr>
        <p:spPr>
          <a:xfrm>
            <a:off x="561340" y="2794000"/>
            <a:ext cx="2099310" cy="5149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endParaRPr lang="zh-CN" altLang="en-US" sz="2400" b="1" kern="1200" dirty="0">
              <a:solidFill>
                <a:srgbClr val="000066"/>
              </a:solidFill>
              <a:latin typeface="Arial" panose="020B0604020202020204" pitchFamily="34" charset="0"/>
              <a:ea typeface="楷体_GB2312" pitchFamily="49" charset="-122"/>
            </a:endParaRPr>
          </a:p>
        </p:txBody>
      </p:sp>
      <p:graphicFrame>
        <p:nvGraphicFramePr>
          <p:cNvPr id="2" name="对象 -2147482273"/>
          <p:cNvGraphicFramePr>
            <a:graphicFrameLocks noChangeAspect="1"/>
          </p:cNvGraphicFramePr>
          <p:nvPr/>
        </p:nvGraphicFramePr>
        <p:xfrm>
          <a:off x="1295400" y="1828800"/>
          <a:ext cx="4444365" cy="514350"/>
        </p:xfrm>
        <a:graphic>
          <a:graphicData uri="http://schemas.openxmlformats.org/presentationml/2006/ole">
            <mc:AlternateContent xmlns:mc="http://schemas.openxmlformats.org/markup-compatibility/2006">
              <mc:Choice xmlns:v="urn:schemas-microsoft-com:vml" Requires="v">
                <p:oleObj spid="_x0000_s3076" name="" r:id="rId1" imgW="2195195" imgH="254000" progId="Equation.DSMT4">
                  <p:embed/>
                </p:oleObj>
              </mc:Choice>
              <mc:Fallback>
                <p:oleObj name="" r:id="rId1" imgW="2195195" imgH="254000" progId="Equation.DSMT4">
                  <p:embed/>
                  <p:pic>
                    <p:nvPicPr>
                      <p:cNvPr id="0" name="图片 3075"/>
                      <p:cNvPicPr/>
                      <p:nvPr/>
                    </p:nvPicPr>
                    <p:blipFill>
                      <a:blip r:embed="rId2"/>
                      <a:stretch>
                        <a:fillRect/>
                      </a:stretch>
                    </p:blipFill>
                    <p:spPr>
                      <a:xfrm>
                        <a:off x="1295400" y="1828800"/>
                        <a:ext cx="4444365" cy="514350"/>
                      </a:xfrm>
                      <a:prstGeom prst="rect">
                        <a:avLst/>
                      </a:prstGeom>
                      <a:noFill/>
                      <a:ln w="38100">
                        <a:noFill/>
                        <a:miter/>
                      </a:ln>
                    </p:spPr>
                  </p:pic>
                </p:oleObj>
              </mc:Fallback>
            </mc:AlternateContent>
          </a:graphicData>
        </a:graphic>
      </p:graphicFrame>
      <p:graphicFrame>
        <p:nvGraphicFramePr>
          <p:cNvPr id="3" name="对象 -2147482272"/>
          <p:cNvGraphicFramePr>
            <a:graphicFrameLocks noChangeAspect="1"/>
          </p:cNvGraphicFramePr>
          <p:nvPr/>
        </p:nvGraphicFramePr>
        <p:xfrm>
          <a:off x="1295400" y="2362200"/>
          <a:ext cx="5440680" cy="424180"/>
        </p:xfrm>
        <a:graphic>
          <a:graphicData uri="http://schemas.openxmlformats.org/presentationml/2006/ole">
            <mc:AlternateContent xmlns:mc="http://schemas.openxmlformats.org/markup-compatibility/2006">
              <mc:Choice xmlns:v="urn:schemas-microsoft-com:vml" Requires="v">
                <p:oleObj spid="_x0000_s12" name="" r:id="rId3" imgW="2764790" imgH="215900" progId="Equation.DSMT4">
                  <p:embed/>
                </p:oleObj>
              </mc:Choice>
              <mc:Fallback>
                <p:oleObj name="" r:id="rId3" imgW="2764790" imgH="215900" progId="Equation.DSMT4">
                  <p:embed/>
                  <p:pic>
                    <p:nvPicPr>
                      <p:cNvPr id="0" name="图片 11"/>
                      <p:cNvPicPr/>
                      <p:nvPr/>
                    </p:nvPicPr>
                    <p:blipFill>
                      <a:blip r:embed="rId4"/>
                      <a:stretch>
                        <a:fillRect/>
                      </a:stretch>
                    </p:blipFill>
                    <p:spPr>
                      <a:xfrm>
                        <a:off x="1295400" y="2362200"/>
                        <a:ext cx="5440680" cy="424180"/>
                      </a:xfrm>
                      <a:prstGeom prst="rect">
                        <a:avLst/>
                      </a:prstGeom>
                      <a:noFill/>
                      <a:ln w="38100">
                        <a:noFill/>
                        <a:miter/>
                      </a:ln>
                    </p:spPr>
                  </p:pic>
                </p:oleObj>
              </mc:Fallback>
            </mc:AlternateContent>
          </a:graphicData>
        </a:graphic>
      </p:graphicFrame>
      <p:graphicFrame>
        <p:nvGraphicFramePr>
          <p:cNvPr id="4" name="对象 -2147482271"/>
          <p:cNvGraphicFramePr>
            <a:graphicFrameLocks noChangeAspect="1"/>
          </p:cNvGraphicFramePr>
          <p:nvPr/>
        </p:nvGraphicFramePr>
        <p:xfrm>
          <a:off x="2057400" y="2743200"/>
          <a:ext cx="4652010" cy="568325"/>
        </p:xfrm>
        <a:graphic>
          <a:graphicData uri="http://schemas.openxmlformats.org/presentationml/2006/ole">
            <mc:AlternateContent xmlns:mc="http://schemas.openxmlformats.org/markup-compatibility/2006">
              <mc:Choice xmlns:v="urn:schemas-microsoft-com:vml" Requires="v">
                <p:oleObj spid="_x0000_s13" name="" r:id="rId5" imgW="2286000" imgH="279400" progId="Equation.DSMT4">
                  <p:embed/>
                </p:oleObj>
              </mc:Choice>
              <mc:Fallback>
                <p:oleObj name="" r:id="rId5" imgW="2286000" imgH="279400" progId="Equation.DSMT4">
                  <p:embed/>
                  <p:pic>
                    <p:nvPicPr>
                      <p:cNvPr id="0" name="图片 12"/>
                      <p:cNvPicPr/>
                      <p:nvPr/>
                    </p:nvPicPr>
                    <p:blipFill>
                      <a:blip r:embed="rId6"/>
                      <a:stretch>
                        <a:fillRect/>
                      </a:stretch>
                    </p:blipFill>
                    <p:spPr>
                      <a:xfrm>
                        <a:off x="2057400" y="2743200"/>
                        <a:ext cx="4652010" cy="568325"/>
                      </a:xfrm>
                      <a:prstGeom prst="rect">
                        <a:avLst/>
                      </a:prstGeom>
                      <a:noFill/>
                      <a:ln w="38100">
                        <a:noFill/>
                        <a:miter/>
                      </a:ln>
                    </p:spPr>
                  </p:pic>
                </p:oleObj>
              </mc:Fallback>
            </mc:AlternateContent>
          </a:graphicData>
        </a:graphic>
      </p:graphicFrame>
      <p:graphicFrame>
        <p:nvGraphicFramePr>
          <p:cNvPr id="5" name="对象 -2147482270"/>
          <p:cNvGraphicFramePr>
            <a:graphicFrameLocks noChangeAspect="1"/>
          </p:cNvGraphicFramePr>
          <p:nvPr/>
        </p:nvGraphicFramePr>
        <p:xfrm>
          <a:off x="2286000" y="3352800"/>
          <a:ext cx="4371975" cy="473075"/>
        </p:xfrm>
        <a:graphic>
          <a:graphicData uri="http://schemas.openxmlformats.org/presentationml/2006/ole">
            <mc:AlternateContent xmlns:mc="http://schemas.openxmlformats.org/markup-compatibility/2006">
              <mc:Choice xmlns:v="urn:schemas-microsoft-com:vml" Requires="v">
                <p:oleObj spid="_x0000_s16" name="" r:id="rId7" imgW="1991360" imgH="215900" progId="Equation.DSMT4">
                  <p:embed/>
                </p:oleObj>
              </mc:Choice>
              <mc:Fallback>
                <p:oleObj name="" r:id="rId7" imgW="1991360" imgH="215900" progId="Equation.DSMT4">
                  <p:embed/>
                  <p:pic>
                    <p:nvPicPr>
                      <p:cNvPr id="0" name="图片 15"/>
                      <p:cNvPicPr/>
                      <p:nvPr/>
                    </p:nvPicPr>
                    <p:blipFill>
                      <a:blip r:embed="rId8"/>
                      <a:stretch>
                        <a:fillRect/>
                      </a:stretch>
                    </p:blipFill>
                    <p:spPr>
                      <a:xfrm>
                        <a:off x="2286000" y="3352800"/>
                        <a:ext cx="4371975" cy="473075"/>
                      </a:xfrm>
                      <a:prstGeom prst="rect">
                        <a:avLst/>
                      </a:prstGeom>
                      <a:noFill/>
                      <a:ln w="38100">
                        <a:noFill/>
                        <a:miter/>
                      </a:ln>
                    </p:spPr>
                  </p:pic>
                </p:oleObj>
              </mc:Fallback>
            </mc:AlternateContent>
          </a:graphicData>
        </a:graphic>
      </p:graphicFrame>
      <p:graphicFrame>
        <p:nvGraphicFramePr>
          <p:cNvPr id="6" name="对象 -2147482269"/>
          <p:cNvGraphicFramePr>
            <a:graphicFrameLocks noChangeAspect="1"/>
          </p:cNvGraphicFramePr>
          <p:nvPr/>
        </p:nvGraphicFramePr>
        <p:xfrm>
          <a:off x="2286000" y="3886200"/>
          <a:ext cx="2319020" cy="419100"/>
        </p:xfrm>
        <a:graphic>
          <a:graphicData uri="http://schemas.openxmlformats.org/presentationml/2006/ole">
            <mc:AlternateContent xmlns:mc="http://schemas.openxmlformats.org/markup-compatibility/2006">
              <mc:Choice xmlns:v="urn:schemas-microsoft-com:vml" Requires="v">
                <p:oleObj spid="_x0000_s18" name="" r:id="rId9" imgW="1053465" imgH="190500" progId="Equation.DSMT4">
                  <p:embed/>
                </p:oleObj>
              </mc:Choice>
              <mc:Fallback>
                <p:oleObj name="" r:id="rId9" imgW="1053465" imgH="190500" progId="Equation.DSMT4">
                  <p:embed/>
                  <p:pic>
                    <p:nvPicPr>
                      <p:cNvPr id="0" name="图片 17"/>
                      <p:cNvPicPr/>
                      <p:nvPr/>
                    </p:nvPicPr>
                    <p:blipFill>
                      <a:blip r:embed="rId10"/>
                      <a:stretch>
                        <a:fillRect/>
                      </a:stretch>
                    </p:blipFill>
                    <p:spPr>
                      <a:xfrm>
                        <a:off x="2286000" y="3886200"/>
                        <a:ext cx="2319020" cy="419100"/>
                      </a:xfrm>
                      <a:prstGeom prst="rect">
                        <a:avLst/>
                      </a:prstGeom>
                      <a:noFill/>
                      <a:ln w="38100">
                        <a:noFill/>
                        <a:miter/>
                      </a:ln>
                    </p:spPr>
                  </p:pic>
                </p:oleObj>
              </mc:Fallback>
            </mc:AlternateContent>
          </a:graphicData>
        </a:graphic>
      </p:graphicFrame>
      <p:graphicFrame>
        <p:nvGraphicFramePr>
          <p:cNvPr id="8" name="对象 -2147482268"/>
          <p:cNvGraphicFramePr>
            <a:graphicFrameLocks noChangeAspect="1"/>
          </p:cNvGraphicFramePr>
          <p:nvPr/>
        </p:nvGraphicFramePr>
        <p:xfrm>
          <a:off x="2286000" y="4267200"/>
          <a:ext cx="1391285" cy="409575"/>
        </p:xfrm>
        <a:graphic>
          <a:graphicData uri="http://schemas.openxmlformats.org/presentationml/2006/ole">
            <mc:AlternateContent xmlns:mc="http://schemas.openxmlformats.org/markup-compatibility/2006">
              <mc:Choice xmlns:v="urn:schemas-microsoft-com:vml" Requires="v">
                <p:oleObj spid="_x0000_s19" name="" r:id="rId11" imgW="647700" imgH="190500" progId="Equation.DSMT4">
                  <p:embed/>
                </p:oleObj>
              </mc:Choice>
              <mc:Fallback>
                <p:oleObj name="" r:id="rId11" imgW="647700" imgH="190500" progId="Equation.DSMT4">
                  <p:embed/>
                  <p:pic>
                    <p:nvPicPr>
                      <p:cNvPr id="0" name="图片 18"/>
                      <p:cNvPicPr/>
                      <p:nvPr/>
                    </p:nvPicPr>
                    <p:blipFill>
                      <a:blip r:embed="rId12"/>
                      <a:stretch>
                        <a:fillRect/>
                      </a:stretch>
                    </p:blipFill>
                    <p:spPr>
                      <a:xfrm>
                        <a:off x="2286000" y="4267200"/>
                        <a:ext cx="1391285" cy="409575"/>
                      </a:xfrm>
                      <a:prstGeom prst="rect">
                        <a:avLst/>
                      </a:prstGeom>
                      <a:noFill/>
                      <a:ln w="38100">
                        <a:noFill/>
                        <a:miter/>
                      </a:ln>
                    </p:spPr>
                  </p:pic>
                </p:oleObj>
              </mc:Fallback>
            </mc:AlternateContent>
          </a:graphicData>
        </a:graphic>
      </p:graphicFrame>
      <p:graphicFrame>
        <p:nvGraphicFramePr>
          <p:cNvPr id="9" name="对象 -2147482267"/>
          <p:cNvGraphicFramePr>
            <a:graphicFrameLocks noChangeAspect="1"/>
          </p:cNvGraphicFramePr>
          <p:nvPr/>
        </p:nvGraphicFramePr>
        <p:xfrm>
          <a:off x="2133600" y="4800600"/>
          <a:ext cx="5203825" cy="470535"/>
        </p:xfrm>
        <a:graphic>
          <a:graphicData uri="http://schemas.openxmlformats.org/presentationml/2006/ole">
            <mc:AlternateContent xmlns:mc="http://schemas.openxmlformats.org/markup-compatibility/2006">
              <mc:Choice xmlns:v="urn:schemas-microsoft-com:vml" Requires="v">
                <p:oleObj spid="_x0000_s20" name="" r:id="rId13" imgW="2384425" imgH="215900" progId="Equation.DSMT4">
                  <p:embed/>
                </p:oleObj>
              </mc:Choice>
              <mc:Fallback>
                <p:oleObj name="" r:id="rId13" imgW="2384425" imgH="215900" progId="Equation.DSMT4">
                  <p:embed/>
                  <p:pic>
                    <p:nvPicPr>
                      <p:cNvPr id="0" name="图片 19"/>
                      <p:cNvPicPr/>
                      <p:nvPr/>
                    </p:nvPicPr>
                    <p:blipFill>
                      <a:blip r:embed="rId14"/>
                      <a:stretch>
                        <a:fillRect/>
                      </a:stretch>
                    </p:blipFill>
                    <p:spPr>
                      <a:xfrm>
                        <a:off x="2133600" y="4800600"/>
                        <a:ext cx="5203825" cy="470535"/>
                      </a:xfrm>
                      <a:prstGeom prst="rect">
                        <a:avLst/>
                      </a:prstGeom>
                      <a:noFill/>
                      <a:ln w="38100">
                        <a:noFill/>
                        <a:miter/>
                      </a:ln>
                    </p:spPr>
                  </p:pic>
                </p:oleObj>
              </mc:Fallback>
            </mc:AlternateContent>
          </a:graphicData>
        </a:graphic>
      </p:graphicFrame>
      <p:graphicFrame>
        <p:nvGraphicFramePr>
          <p:cNvPr id="10" name="对象 -2147482266"/>
          <p:cNvGraphicFramePr>
            <a:graphicFrameLocks noChangeAspect="1"/>
          </p:cNvGraphicFramePr>
          <p:nvPr/>
        </p:nvGraphicFramePr>
        <p:xfrm>
          <a:off x="2438400" y="5257800"/>
          <a:ext cx="4668520" cy="469900"/>
        </p:xfrm>
        <a:graphic>
          <a:graphicData uri="http://schemas.openxmlformats.org/presentationml/2006/ole">
            <mc:AlternateContent xmlns:mc="http://schemas.openxmlformats.org/markup-compatibility/2006">
              <mc:Choice xmlns:v="urn:schemas-microsoft-com:vml" Requires="v">
                <p:oleObj spid="_x0000_s21" name="" r:id="rId15" imgW="2143760" imgH="215900" progId="Equation.DSMT4">
                  <p:embed/>
                </p:oleObj>
              </mc:Choice>
              <mc:Fallback>
                <p:oleObj name="" r:id="rId15" imgW="2143760" imgH="215900" progId="Equation.DSMT4">
                  <p:embed/>
                  <p:pic>
                    <p:nvPicPr>
                      <p:cNvPr id="0" name="图片 20"/>
                      <p:cNvPicPr/>
                      <p:nvPr/>
                    </p:nvPicPr>
                    <p:blipFill>
                      <a:blip r:embed="rId16"/>
                      <a:stretch>
                        <a:fillRect/>
                      </a:stretch>
                    </p:blipFill>
                    <p:spPr>
                      <a:xfrm>
                        <a:off x="2438400" y="5257800"/>
                        <a:ext cx="4668520" cy="469900"/>
                      </a:xfrm>
                      <a:prstGeom prst="rect">
                        <a:avLst/>
                      </a:prstGeom>
                      <a:noFill/>
                      <a:ln w="38100">
                        <a:noFill/>
                        <a:miter/>
                      </a:ln>
                    </p:spPr>
                  </p:pic>
                </p:oleObj>
              </mc:Fallback>
            </mc:AlternateContent>
          </a:graphicData>
        </a:graphic>
      </p:graphicFrame>
      <p:graphicFrame>
        <p:nvGraphicFramePr>
          <p:cNvPr id="11" name="对象 -2147482265"/>
          <p:cNvGraphicFramePr>
            <a:graphicFrameLocks noChangeAspect="1"/>
          </p:cNvGraphicFramePr>
          <p:nvPr/>
        </p:nvGraphicFramePr>
        <p:xfrm>
          <a:off x="2438400" y="5715000"/>
          <a:ext cx="2401570" cy="409575"/>
        </p:xfrm>
        <a:graphic>
          <a:graphicData uri="http://schemas.openxmlformats.org/presentationml/2006/ole">
            <mc:AlternateContent xmlns:mc="http://schemas.openxmlformats.org/markup-compatibility/2006">
              <mc:Choice xmlns:v="urn:schemas-microsoft-com:vml" Requires="v">
                <p:oleObj spid="_x0000_s22" name="" r:id="rId17" imgW="1116965" imgH="190500" progId="Equation.DSMT4">
                  <p:embed/>
                </p:oleObj>
              </mc:Choice>
              <mc:Fallback>
                <p:oleObj name="" r:id="rId17" imgW="1116965" imgH="190500" progId="Equation.DSMT4">
                  <p:embed/>
                  <p:pic>
                    <p:nvPicPr>
                      <p:cNvPr id="0" name="图片 21"/>
                      <p:cNvPicPr/>
                      <p:nvPr/>
                    </p:nvPicPr>
                    <p:blipFill>
                      <a:blip r:embed="rId18"/>
                      <a:stretch>
                        <a:fillRect/>
                      </a:stretch>
                    </p:blipFill>
                    <p:spPr>
                      <a:xfrm>
                        <a:off x="2438400" y="5715000"/>
                        <a:ext cx="2401570" cy="409575"/>
                      </a:xfrm>
                      <a:prstGeom prst="rect">
                        <a:avLst/>
                      </a:prstGeom>
                      <a:noFill/>
                      <a:ln w="38100">
                        <a:noFill/>
                        <a:miter/>
                      </a:ln>
                    </p:spPr>
                  </p:pic>
                </p:oleObj>
              </mc:Fallback>
            </mc:AlternateContent>
          </a:graphicData>
        </a:graphic>
      </p:graphicFrame>
      <p:graphicFrame>
        <p:nvGraphicFramePr>
          <p:cNvPr id="14" name="对象 -2147482264"/>
          <p:cNvGraphicFramePr>
            <a:graphicFrameLocks noChangeAspect="1"/>
          </p:cNvGraphicFramePr>
          <p:nvPr/>
        </p:nvGraphicFramePr>
        <p:xfrm>
          <a:off x="2438400" y="6248400"/>
          <a:ext cx="1627505" cy="381635"/>
        </p:xfrm>
        <a:graphic>
          <a:graphicData uri="http://schemas.openxmlformats.org/presentationml/2006/ole">
            <mc:AlternateContent xmlns:mc="http://schemas.openxmlformats.org/markup-compatibility/2006">
              <mc:Choice xmlns:v="urn:schemas-microsoft-com:vml" Requires="v">
                <p:oleObj spid="_x0000_s23" name="" r:id="rId19" imgW="812165" imgH="190500" progId="Equation.DSMT4">
                  <p:embed/>
                </p:oleObj>
              </mc:Choice>
              <mc:Fallback>
                <p:oleObj name="" r:id="rId19" imgW="812165" imgH="190500" progId="Equation.DSMT4">
                  <p:embed/>
                  <p:pic>
                    <p:nvPicPr>
                      <p:cNvPr id="0" name="图片 22"/>
                      <p:cNvPicPr/>
                      <p:nvPr/>
                    </p:nvPicPr>
                    <p:blipFill>
                      <a:blip r:embed="rId20"/>
                      <a:stretch>
                        <a:fillRect/>
                      </a:stretch>
                    </p:blipFill>
                    <p:spPr>
                      <a:xfrm>
                        <a:off x="2438400" y="6248400"/>
                        <a:ext cx="1627505" cy="3816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000" fill="hold">
                                          <p:stCondLst>
                                            <p:cond delay="0"/>
                                          </p:stCondLst>
                                        </p:cTn>
                                        <p:tgtEl>
                                          <p:spTgt spid="6"/>
                                        </p:tgtEl>
                                        <p:attrNameLst>
                                          <p:attrName>style.visibility</p:attrName>
                                        </p:attrNameLst>
                                      </p:cBhvr>
                                      <p:to>
                                        <p:strVal val="visible"/>
                                      </p:to>
                                    </p:set>
                                    <p:animEffect transition="in" filter="box(in)">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290">
                                          <p:stCondLst>
                                            <p:cond delay="0"/>
                                          </p:stCondLst>
                                        </p:cTn>
                                        <p:tgtEl>
                                          <p:spTgt spid="8"/>
                                        </p:tgtEl>
                                      </p:cBhvr>
                                    </p:animEffect>
                                    <p:anim calcmode="lin" valueType="num">
                                      <p:cBhvr>
                                        <p:cTn id="28" dur="911"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9" dur="332"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0" dur="332" tmFilter="0, 0; 0.125,0.2665; 0.25,0.4; 0.375,0.465; 0.5,0.5;  0.625,0.535; 0.75,0.6; 0.875,0.7335; 1,1">
                                          <p:stCondLst>
                                            <p:cond delay="332"/>
                                          </p:stCondLst>
                                        </p:cTn>
                                        <p:tgtEl>
                                          <p:spTgt spid="8"/>
                                        </p:tgtEl>
                                        <p:attrNameLst>
                                          <p:attrName>ppt_y</p:attrName>
                                        </p:attrNameLst>
                                      </p:cBhvr>
                                      <p:tavLst>
                                        <p:tav tm="0" fmla="#ppt_y-sin(pi*$)/9">
                                          <p:val>
                                            <p:fltVal val="0"/>
                                          </p:val>
                                        </p:tav>
                                        <p:tav tm="100000">
                                          <p:val>
                                            <p:fltVal val="1"/>
                                          </p:val>
                                        </p:tav>
                                      </p:tavLst>
                                    </p:anim>
                                    <p:anim calcmode="lin" valueType="num">
                                      <p:cBhvr>
                                        <p:cTn id="31" dur="166" tmFilter="0, 0; 0.125,0.2665; 0.25,0.4; 0.375,0.465; 0.5,0.5;  0.625,0.535; 0.75,0.6; 0.875,0.7335; 1,1">
                                          <p:stCondLst>
                                            <p:cond delay="662"/>
                                          </p:stCondLst>
                                        </p:cTn>
                                        <p:tgtEl>
                                          <p:spTgt spid="8"/>
                                        </p:tgtEl>
                                        <p:attrNameLst>
                                          <p:attrName>ppt_y</p:attrName>
                                        </p:attrNameLst>
                                      </p:cBhvr>
                                      <p:tavLst>
                                        <p:tav tm="0" fmla="#ppt_y-sin(pi*$)/27">
                                          <p:val>
                                            <p:fltVal val="0"/>
                                          </p:val>
                                        </p:tav>
                                        <p:tav tm="100000">
                                          <p:val>
                                            <p:fltVal val="1"/>
                                          </p:val>
                                        </p:tav>
                                      </p:tavLst>
                                    </p:anim>
                                    <p:anim calcmode="lin" valueType="num">
                                      <p:cBhvr>
                                        <p:cTn id="32" dur="82" tmFilter="0, 0; 0.125,0.2665; 0.25,0.4; 0.375,0.465; 0.5,0.5;  0.625,0.535; 0.75,0.6; 0.875,0.7335; 1,1">
                                          <p:stCondLst>
                                            <p:cond delay="828"/>
                                          </p:stCondLst>
                                        </p:cTn>
                                        <p:tgtEl>
                                          <p:spTgt spid="8"/>
                                        </p:tgtEl>
                                        <p:attrNameLst>
                                          <p:attrName>ppt_y</p:attrName>
                                        </p:attrNameLst>
                                      </p:cBhvr>
                                      <p:tavLst>
                                        <p:tav tm="0" fmla="#ppt_y-sin(pi*$)/81">
                                          <p:val>
                                            <p:fltVal val="0"/>
                                          </p:val>
                                        </p:tav>
                                        <p:tav tm="100000">
                                          <p:val>
                                            <p:fltVal val="1"/>
                                          </p:val>
                                        </p:tav>
                                      </p:tavLst>
                                    </p:anim>
                                    <p:animScale>
                                      <p:cBhvr>
                                        <p:cTn id="33" dur="13">
                                          <p:stCondLst>
                                            <p:cond delay="325"/>
                                          </p:stCondLst>
                                        </p:cTn>
                                        <p:tgtEl>
                                          <p:spTgt spid="8"/>
                                        </p:tgtEl>
                                      </p:cBhvr>
                                      <p:to x="100000" y="60000"/>
                                    </p:animScale>
                                    <p:animScale>
                                      <p:cBhvr>
                                        <p:cTn id="34" dur="83" decel="50000">
                                          <p:stCondLst>
                                            <p:cond delay="338"/>
                                          </p:stCondLst>
                                        </p:cTn>
                                        <p:tgtEl>
                                          <p:spTgt spid="8"/>
                                        </p:tgtEl>
                                      </p:cBhvr>
                                      <p:to x="100000" y="100000"/>
                                    </p:animScale>
                                    <p:animScale>
                                      <p:cBhvr>
                                        <p:cTn id="35" dur="13">
                                          <p:stCondLst>
                                            <p:cond delay="656"/>
                                          </p:stCondLst>
                                        </p:cTn>
                                        <p:tgtEl>
                                          <p:spTgt spid="8"/>
                                        </p:tgtEl>
                                      </p:cBhvr>
                                      <p:to x="100000" y="80000"/>
                                    </p:animScale>
                                    <p:animScale>
                                      <p:cBhvr>
                                        <p:cTn id="36" dur="83" decel="50000">
                                          <p:stCondLst>
                                            <p:cond delay="669"/>
                                          </p:stCondLst>
                                        </p:cTn>
                                        <p:tgtEl>
                                          <p:spTgt spid="8"/>
                                        </p:tgtEl>
                                      </p:cBhvr>
                                      <p:to x="100000" y="100000"/>
                                    </p:animScale>
                                    <p:animScale>
                                      <p:cBhvr>
                                        <p:cTn id="37" dur="13">
                                          <p:stCondLst>
                                            <p:cond delay="821"/>
                                          </p:stCondLst>
                                        </p:cTn>
                                        <p:tgtEl>
                                          <p:spTgt spid="8"/>
                                        </p:tgtEl>
                                      </p:cBhvr>
                                      <p:to x="100000" y="90000"/>
                                    </p:animScale>
                                    <p:animScale>
                                      <p:cBhvr>
                                        <p:cTn id="38" dur="83" decel="50000">
                                          <p:stCondLst>
                                            <p:cond delay="834"/>
                                          </p:stCondLst>
                                        </p:cTn>
                                        <p:tgtEl>
                                          <p:spTgt spid="8"/>
                                        </p:tgtEl>
                                      </p:cBhvr>
                                      <p:to x="100000" y="100000"/>
                                    </p:animScale>
                                    <p:animScale>
                                      <p:cBhvr>
                                        <p:cTn id="39" dur="13">
                                          <p:stCondLst>
                                            <p:cond delay="904"/>
                                          </p:stCondLst>
                                        </p:cTn>
                                        <p:tgtEl>
                                          <p:spTgt spid="8"/>
                                        </p:tgtEl>
                                      </p:cBhvr>
                                      <p:to x="100000" y="95000"/>
                                    </p:animScale>
                                    <p:animScale>
                                      <p:cBhvr>
                                        <p:cTn id="40" dur="83" decel="50000">
                                          <p:stCondLst>
                                            <p:cond delay="917"/>
                                          </p:stCondLst>
                                        </p:cTn>
                                        <p:tgtEl>
                                          <p:spTgt spid="8"/>
                                        </p:tgtEl>
                                      </p:cBhvr>
                                      <p:to x="100000" y="100000"/>
                                    </p:animScale>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35" presetClass="entr" presetSubtype="0" fill="hold" nodeType="clickEffect">
                                  <p:stCondLst>
                                    <p:cond delay="0"/>
                                  </p:stCondLst>
                                  <p:childTnLst>
                                    <p:set>
                                      <p:cBhvr>
                                        <p:cTn id="55" dur="1000"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style.rotation</p:attrName>
                                        </p:attrNameLst>
                                      </p:cBhvr>
                                      <p:tavLst>
                                        <p:tav tm="0">
                                          <p:val>
                                            <p:fltVal val="720"/>
                                          </p:val>
                                        </p:tav>
                                        <p:tav tm="100000">
                                          <p:val>
                                            <p:fltVal val="0"/>
                                          </p:val>
                                        </p:tav>
                                      </p:tavLst>
                                    </p:anim>
                                    <p:anim calcmode="lin" valueType="num">
                                      <p:cBhvr>
                                        <p:cTn id="58" dur="1000" fill="hold"/>
                                        <p:tgtEl>
                                          <p:spTgt spid="11"/>
                                        </p:tgtEl>
                                        <p:attrNameLst>
                                          <p:attrName>ppt_h</p:attrName>
                                        </p:attrNameLst>
                                      </p:cBhvr>
                                      <p:tavLst>
                                        <p:tav tm="0">
                                          <p:val>
                                            <p:fltVal val="0"/>
                                          </p:val>
                                        </p:tav>
                                        <p:tav tm="100000">
                                          <p:val>
                                            <p:strVal val="#ppt_h"/>
                                          </p:val>
                                        </p:tav>
                                      </p:tavLst>
                                    </p:anim>
                                    <p:anim calcmode="lin" valueType="num">
                                      <p:cBhvr>
                                        <p:cTn id="59" dur="1000" fill="hold"/>
                                        <p:tgtEl>
                                          <p:spTgt spid="11"/>
                                        </p:tgtEl>
                                        <p:attrNameLst>
                                          <p:attrName>ppt_w</p:attrName>
                                        </p:attrNameLst>
                                      </p:cBhvr>
                                      <p:tavLst>
                                        <p:tav tm="0">
                                          <p:val>
                                            <p:fltVal val="0"/>
                                          </p:val>
                                        </p:tav>
                                        <p:tav tm="100000">
                                          <p:val>
                                            <p:strVal val="#ppt_w"/>
                                          </p:val>
                                        </p:tav>
                                      </p:tavLst>
                                    </p:anim>
                                  </p:childTnLst>
                                </p:cTn>
                              </p:par>
                            </p:childTnLst>
                          </p:cTn>
                        </p:par>
                      </p:childTnLst>
                    </p:cTn>
                  </p:par>
                  <p:par>
                    <p:cTn id="60" fill="hold">
                      <p:stCondLst>
                        <p:cond delay="indefinite"/>
                      </p:stCondLst>
                      <p:childTnLst>
                        <p:par>
                          <p:cTn id="61" fill="hold">
                            <p:stCondLst>
                              <p:cond delay="0"/>
                            </p:stCondLst>
                            <p:childTnLst>
                              <p:par>
                                <p:cTn id="62" presetID="12" presetClass="entr" presetSubtype="4" fill="hold" nodeType="click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p:tgtEl>
                                          <p:spTgt spid="14"/>
                                        </p:tgtEl>
                                        <p:attrNameLst>
                                          <p:attrName>ppt_y</p:attrName>
                                        </p:attrNameLst>
                                      </p:cBhvr>
                                      <p:tavLst>
                                        <p:tav tm="0">
                                          <p:val>
                                            <p:strVal val="#ppt_y+#ppt_h*1.125000"/>
                                          </p:val>
                                        </p:tav>
                                        <p:tav tm="100000">
                                          <p:val>
                                            <p:strVal val="#ppt_y"/>
                                          </p:val>
                                        </p:tav>
                                      </p:tavLst>
                                    </p:anim>
                                    <p:animEffect transition="in" filter="wipe(up)">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0" y="60960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1736090"/>
            <a:ext cx="7798435" cy="17862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将逻辑函数的最小项表达式中每个最小项填入对应的一个方格内，得到的方格图称为卡诺图</a:t>
            </a:r>
            <a:r>
              <a:rPr lang="zh-CN" sz="2400" b="1" dirty="0">
                <a:solidFill>
                  <a:srgbClr val="000066"/>
                </a:solidFill>
                <a:latin typeface="Arial" panose="020B0604020202020204" pitchFamily="34" charset="0"/>
                <a:ea typeface="楷体_GB2312" pitchFamily="49" charset="-122"/>
              </a:rPr>
              <a:t>，它是具有</a:t>
            </a:r>
            <a:r>
              <a:rPr sz="2400" b="1" dirty="0">
                <a:solidFill>
                  <a:srgbClr val="000066"/>
                </a:solidFill>
                <a:latin typeface="Arial" panose="020B0604020202020204" pitchFamily="34" charset="0"/>
                <a:ea typeface="楷体_GB2312" pitchFamily="49" charset="-122"/>
              </a:rPr>
              <a:t>逻辑相邻性的最小项在几何位置上</a:t>
            </a:r>
            <a:r>
              <a:rPr lang="zh-CN" sz="2400" b="1" dirty="0">
                <a:solidFill>
                  <a:srgbClr val="000066"/>
                </a:solidFill>
                <a:latin typeface="Arial" panose="020B0604020202020204" pitchFamily="34" charset="0"/>
                <a:ea typeface="楷体_GB2312" pitchFamily="49" charset="-122"/>
              </a:rPr>
              <a:t>也</a:t>
            </a:r>
            <a:r>
              <a:rPr sz="2400" b="1" dirty="0">
                <a:solidFill>
                  <a:srgbClr val="000066"/>
                </a:solidFill>
                <a:latin typeface="Arial" panose="020B0604020202020204" pitchFamily="34" charset="0"/>
                <a:ea typeface="楷体_GB2312" pitchFamily="49" charset="-122"/>
              </a:rPr>
              <a:t>相邻</a:t>
            </a:r>
            <a:r>
              <a:rPr lang="zh-CN" sz="2400" b="1" dirty="0">
                <a:solidFill>
                  <a:srgbClr val="000066"/>
                </a:solidFill>
                <a:latin typeface="Arial" panose="020B0604020202020204" pitchFamily="34" charset="0"/>
                <a:ea typeface="楷体_GB2312" pitchFamily="49" charset="-122"/>
              </a:rPr>
              <a:t>地</a:t>
            </a:r>
            <a:r>
              <a:rPr sz="2400" b="1" dirty="0">
                <a:solidFill>
                  <a:srgbClr val="000066"/>
                </a:solidFill>
                <a:latin typeface="Arial" panose="020B0604020202020204" pitchFamily="34" charset="0"/>
                <a:ea typeface="楷体_GB2312" pitchFamily="49" charset="-122"/>
              </a:rPr>
              <a:t>排列得到的图形。</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2.6.1 </a:t>
            </a:r>
            <a:r>
              <a:rPr lang="zh-CN" altLang="en-US" sz="2800" i="0" dirty="0">
                <a:solidFill>
                  <a:srgbClr val="0070C0"/>
                </a:solidFill>
                <a:latin typeface="黑体" panose="02010609060101010101" pitchFamily="49" charset="-122"/>
                <a:ea typeface="黑体" panose="02010609060101010101" pitchFamily="49" charset="-122"/>
              </a:rPr>
              <a:t>最小项的卡诺图表示法</a:t>
            </a:r>
            <a:endParaRPr lang="zh-CN" altLang="en-US" sz="2800" i="0" dirty="0">
              <a:solidFill>
                <a:srgbClr val="0070C0"/>
              </a:solidFill>
              <a:latin typeface="黑体" panose="02010609060101010101" pitchFamily="49" charset="-122"/>
              <a:ea typeface="黑体" panose="02010609060101010101" pitchFamily="49" charset="-122"/>
            </a:endParaRPr>
          </a:p>
        </p:txBody>
      </p:sp>
      <p:grpSp>
        <p:nvGrpSpPr>
          <p:cNvPr id="8" name="组合 7"/>
          <p:cNvGrpSpPr/>
          <p:nvPr/>
        </p:nvGrpSpPr>
        <p:grpSpPr>
          <a:xfrm>
            <a:off x="609600" y="3048000"/>
            <a:ext cx="8164830" cy="1906270"/>
            <a:chOff x="960" y="4800"/>
            <a:chExt cx="12858" cy="3002"/>
          </a:xfrm>
        </p:grpSpPr>
        <p:sp>
          <p:nvSpPr>
            <p:cNvPr id="32" name="Rectangle 3"/>
            <p:cNvSpPr>
              <a:spLocks noGrp="1"/>
            </p:cNvSpPr>
            <p:nvPr/>
          </p:nvSpPr>
          <p:spPr>
            <a:xfrm>
              <a:off x="2040" y="4800"/>
              <a:ext cx="3716" cy="88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二变量卡诺图</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6" name="组合 5"/>
            <p:cNvGrpSpPr/>
            <p:nvPr/>
          </p:nvGrpSpPr>
          <p:grpSpPr>
            <a:xfrm>
              <a:off x="960" y="5456"/>
              <a:ext cx="12858" cy="2346"/>
              <a:chOff x="960" y="5040"/>
              <a:chExt cx="12858" cy="2346"/>
            </a:xfrm>
          </p:grpSpPr>
          <p:sp>
            <p:nvSpPr>
              <p:cNvPr id="14" name="Rectangle 3"/>
              <p:cNvSpPr>
                <a:spLocks noGrp="1"/>
              </p:cNvSpPr>
              <p:nvPr/>
            </p:nvSpPr>
            <p:spPr>
              <a:xfrm>
                <a:off x="960" y="5040"/>
                <a:ext cx="12859" cy="234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二变量的卡诺图有4个最小项，故图中有4个方格。设这两个变量分别为A和B，4个最小项分别为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和</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，二变量卡诺图如图2-16所示。</a:t>
                </a:r>
                <a:endParaRPr sz="2400" b="1" kern="1200" dirty="0">
                  <a:solidFill>
                    <a:srgbClr val="000066"/>
                  </a:solidFill>
                  <a:latin typeface="Arial" panose="020B0604020202020204" pitchFamily="34" charset="0"/>
                  <a:ea typeface="楷体_GB2312" pitchFamily="49" charset="-122"/>
                </a:endParaRPr>
              </a:p>
            </p:txBody>
          </p:sp>
          <p:graphicFrame>
            <p:nvGraphicFramePr>
              <p:cNvPr id="2" name="对象 -2147482263"/>
              <p:cNvGraphicFramePr>
                <a:graphicFrameLocks noChangeAspect="1"/>
              </p:cNvGraphicFramePr>
              <p:nvPr/>
            </p:nvGraphicFramePr>
            <p:xfrm>
              <a:off x="10320" y="5826"/>
              <a:ext cx="753" cy="619"/>
            </p:xfrm>
            <a:graphic>
              <a:graphicData uri="http://schemas.openxmlformats.org/presentationml/2006/ole">
                <mc:AlternateContent xmlns:mc="http://schemas.openxmlformats.org/markup-compatibility/2006">
                  <mc:Choice xmlns:v="urn:schemas-microsoft-com:vml" Requires="v">
                    <p:oleObj spid="_x0000_s3076" name="" r:id="rId1" imgW="215265" imgH="177800" progId="Equation.DSMT4">
                      <p:embed/>
                    </p:oleObj>
                  </mc:Choice>
                  <mc:Fallback>
                    <p:oleObj name="" r:id="rId1" imgW="215265" imgH="177800" progId="Equation.DSMT4">
                      <p:embed/>
                      <p:pic>
                        <p:nvPicPr>
                          <p:cNvPr id="0" name="图片 3075"/>
                          <p:cNvPicPr/>
                          <p:nvPr/>
                        </p:nvPicPr>
                        <p:blipFill>
                          <a:blip r:embed="rId2"/>
                          <a:stretch>
                            <a:fillRect/>
                          </a:stretch>
                        </p:blipFill>
                        <p:spPr>
                          <a:xfrm>
                            <a:off x="10320" y="5826"/>
                            <a:ext cx="753" cy="619"/>
                          </a:xfrm>
                          <a:prstGeom prst="rect">
                            <a:avLst/>
                          </a:prstGeom>
                          <a:noFill/>
                          <a:ln w="38100">
                            <a:noFill/>
                            <a:miter/>
                          </a:ln>
                        </p:spPr>
                      </p:pic>
                    </p:oleObj>
                  </mc:Fallback>
                </mc:AlternateContent>
              </a:graphicData>
            </a:graphic>
          </p:graphicFrame>
          <p:graphicFrame>
            <p:nvGraphicFramePr>
              <p:cNvPr id="3" name="对象 -2147482262"/>
              <p:cNvGraphicFramePr>
                <a:graphicFrameLocks noChangeAspect="1"/>
              </p:cNvGraphicFramePr>
              <p:nvPr/>
            </p:nvGraphicFramePr>
            <p:xfrm>
              <a:off x="11388" y="5792"/>
              <a:ext cx="773" cy="634"/>
            </p:xfrm>
            <a:graphic>
              <a:graphicData uri="http://schemas.openxmlformats.org/presentationml/2006/ole">
                <mc:AlternateContent xmlns:mc="http://schemas.openxmlformats.org/markup-compatibility/2006">
                  <mc:Choice xmlns:v="urn:schemas-microsoft-com:vml" Requires="v">
                    <p:oleObj spid="_x0000_s11" name="" r:id="rId3" imgW="215265" imgH="177800" progId="Equation.DSMT4">
                      <p:embed/>
                    </p:oleObj>
                  </mc:Choice>
                  <mc:Fallback>
                    <p:oleObj name="" r:id="rId3" imgW="215265" imgH="177800" progId="Equation.DSMT4">
                      <p:embed/>
                      <p:pic>
                        <p:nvPicPr>
                          <p:cNvPr id="0" name="图片 10"/>
                          <p:cNvPicPr/>
                          <p:nvPr/>
                        </p:nvPicPr>
                        <p:blipFill>
                          <a:blip r:embed="rId4"/>
                          <a:stretch>
                            <a:fillRect/>
                          </a:stretch>
                        </p:blipFill>
                        <p:spPr>
                          <a:xfrm>
                            <a:off x="11388" y="5792"/>
                            <a:ext cx="773" cy="634"/>
                          </a:xfrm>
                          <a:prstGeom prst="rect">
                            <a:avLst/>
                          </a:prstGeom>
                          <a:noFill/>
                          <a:ln w="38100">
                            <a:noFill/>
                            <a:miter/>
                          </a:ln>
                        </p:spPr>
                      </p:pic>
                    </p:oleObj>
                  </mc:Fallback>
                </mc:AlternateContent>
              </a:graphicData>
            </a:graphic>
          </p:graphicFrame>
          <p:graphicFrame>
            <p:nvGraphicFramePr>
              <p:cNvPr id="4" name="对象 -2147482261"/>
              <p:cNvGraphicFramePr>
                <a:graphicFrameLocks noChangeAspect="1"/>
              </p:cNvGraphicFramePr>
              <p:nvPr/>
            </p:nvGraphicFramePr>
            <p:xfrm>
              <a:off x="12382" y="5804"/>
              <a:ext cx="758" cy="623"/>
            </p:xfrm>
            <a:graphic>
              <a:graphicData uri="http://schemas.openxmlformats.org/presentationml/2006/ole">
                <mc:AlternateContent xmlns:mc="http://schemas.openxmlformats.org/markup-compatibility/2006">
                  <mc:Choice xmlns:v="urn:schemas-microsoft-com:vml" Requires="v">
                    <p:oleObj spid="_x0000_s12" name="" r:id="rId5" imgW="215265" imgH="177800" progId="Equation.DSMT4">
                      <p:embed/>
                    </p:oleObj>
                  </mc:Choice>
                  <mc:Fallback>
                    <p:oleObj name="" r:id="rId5" imgW="215265" imgH="177800" progId="Equation.DSMT4">
                      <p:embed/>
                      <p:pic>
                        <p:nvPicPr>
                          <p:cNvPr id="0" name="图片 11"/>
                          <p:cNvPicPr/>
                          <p:nvPr/>
                        </p:nvPicPr>
                        <p:blipFill>
                          <a:blip r:embed="rId6"/>
                          <a:stretch>
                            <a:fillRect/>
                          </a:stretch>
                        </p:blipFill>
                        <p:spPr>
                          <a:xfrm>
                            <a:off x="12382" y="5804"/>
                            <a:ext cx="758" cy="623"/>
                          </a:xfrm>
                          <a:prstGeom prst="rect">
                            <a:avLst/>
                          </a:prstGeom>
                          <a:noFill/>
                          <a:ln w="38100">
                            <a:noFill/>
                            <a:miter/>
                          </a:ln>
                        </p:spPr>
                      </p:pic>
                    </p:oleObj>
                  </mc:Fallback>
                </mc:AlternateContent>
              </a:graphicData>
            </a:graphic>
          </p:graphicFrame>
          <p:graphicFrame>
            <p:nvGraphicFramePr>
              <p:cNvPr id="5" name="对象 -2147482260"/>
              <p:cNvGraphicFramePr>
                <a:graphicFrameLocks noChangeAspect="1"/>
              </p:cNvGraphicFramePr>
              <p:nvPr/>
            </p:nvGraphicFramePr>
            <p:xfrm>
              <a:off x="1134" y="6676"/>
              <a:ext cx="720" cy="468"/>
            </p:xfrm>
            <a:graphic>
              <a:graphicData uri="http://schemas.openxmlformats.org/presentationml/2006/ole">
                <mc:AlternateContent xmlns:mc="http://schemas.openxmlformats.org/markup-compatibility/2006">
                  <mc:Choice xmlns:v="urn:schemas-microsoft-com:vml" Requires="v">
                    <p:oleObj spid="_x0000_s13" name="" r:id="rId7" imgW="215900" imgH="139700" progId="Equation.DSMT4">
                      <p:embed/>
                    </p:oleObj>
                  </mc:Choice>
                  <mc:Fallback>
                    <p:oleObj name="" r:id="rId7" imgW="215900" imgH="139700" progId="Equation.DSMT4">
                      <p:embed/>
                      <p:pic>
                        <p:nvPicPr>
                          <p:cNvPr id="0" name="图片 12"/>
                          <p:cNvPicPr/>
                          <p:nvPr/>
                        </p:nvPicPr>
                        <p:blipFill>
                          <a:blip r:embed="rId8"/>
                          <a:stretch>
                            <a:fillRect/>
                          </a:stretch>
                        </p:blipFill>
                        <p:spPr>
                          <a:xfrm>
                            <a:off x="1134" y="6676"/>
                            <a:ext cx="720" cy="468"/>
                          </a:xfrm>
                          <a:prstGeom prst="rect">
                            <a:avLst/>
                          </a:prstGeom>
                          <a:noFill/>
                          <a:ln w="38100">
                            <a:noFill/>
                            <a:miter/>
                          </a:ln>
                        </p:spPr>
                      </p:pic>
                    </p:oleObj>
                  </mc:Fallback>
                </mc:AlternateContent>
              </a:graphicData>
            </a:graphic>
          </p:graphicFrame>
        </p:grpSp>
      </p:grpSp>
      <p:grpSp>
        <p:nvGrpSpPr>
          <p:cNvPr id="9" name="组合 8"/>
          <p:cNvGrpSpPr/>
          <p:nvPr/>
        </p:nvGrpSpPr>
        <p:grpSpPr>
          <a:xfrm>
            <a:off x="3429000" y="4885690"/>
            <a:ext cx="2250440" cy="2058035"/>
            <a:chOff x="5400" y="7694"/>
            <a:chExt cx="3544" cy="3241"/>
          </a:xfrm>
        </p:grpSpPr>
        <p:pic>
          <p:nvPicPr>
            <p:cNvPr id="9216" name="图片 2653"/>
            <p:cNvPicPr>
              <a:picLocks noChangeAspect="1"/>
            </p:cNvPicPr>
            <p:nvPr/>
          </p:nvPicPr>
          <p:blipFill>
            <a:blip r:embed="rId9"/>
            <a:srcRect t="6902"/>
            <a:stretch>
              <a:fillRect/>
            </a:stretch>
          </p:blipFill>
          <p:spPr>
            <a:xfrm>
              <a:off x="5400" y="7694"/>
              <a:ext cx="3083" cy="2536"/>
            </a:xfrm>
            <a:prstGeom prst="rect">
              <a:avLst/>
            </a:prstGeom>
            <a:noFill/>
            <a:ln>
              <a:noFill/>
            </a:ln>
          </p:spPr>
        </p:pic>
        <p:sp>
          <p:nvSpPr>
            <p:cNvPr id="100" name="文本框 99"/>
            <p:cNvSpPr txBox="1"/>
            <p:nvPr/>
          </p:nvSpPr>
          <p:spPr>
            <a:xfrm>
              <a:off x="5640" y="10405"/>
              <a:ext cx="3305"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2-16 </a:t>
              </a:r>
              <a:r>
                <a:rPr lang="zh-CN" sz="1600">
                  <a:latin typeface="Times New Roman" panose="02020603050405020304" charset="0"/>
                  <a:ea typeface="宋体" panose="02010600030101010101" pitchFamily="2" charset="-122"/>
                </a:rPr>
                <a:t>两变量卡诺图</a:t>
              </a:r>
              <a:endParaRPr lang="zh-CN" altLang="en-US" sz="16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35" presetClass="entr" presetSubtype="0" fill="hold" nodeType="clickEffect">
                                  <p:stCondLst>
                                    <p:cond delay="0"/>
                                  </p:stCondLst>
                                  <p:childTnLst>
                                    <p:set>
                                      <p:cBhvr>
                                        <p:cTn id="12" dur="1000"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style.rotation</p:attrName>
                                        </p:attrNameLst>
                                      </p:cBhvr>
                                      <p:tavLst>
                                        <p:tav tm="0">
                                          <p:val>
                                            <p:fltVal val="720"/>
                                          </p:val>
                                        </p:tav>
                                        <p:tav tm="100000">
                                          <p:val>
                                            <p:fltVal val="0"/>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0" y="601345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4" name="Rectangle 3"/>
          <p:cNvSpPr>
            <a:spLocks noGrp="1"/>
          </p:cNvSpPr>
          <p:nvPr/>
        </p:nvSpPr>
        <p:spPr>
          <a:xfrm>
            <a:off x="457200" y="1586230"/>
            <a:ext cx="8165465" cy="10375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三个变量分成两组，A单独一组，B和C构成一组。组合变量BC的取值从左到右是按00、01、11、10的顺序排列</a:t>
            </a:r>
            <a:r>
              <a:rPr lang="zh-CN" sz="2400" b="1" kern="1200" dirty="0">
                <a:solidFill>
                  <a:srgbClr val="000066"/>
                </a:solidFill>
                <a:latin typeface="Arial" panose="020B0604020202020204" pitchFamily="34" charset="0"/>
                <a:ea typeface="楷体_GB2312" pitchFamily="49" charset="-122"/>
              </a:rPr>
              <a:t>。</a:t>
            </a:r>
            <a:endParaRPr lang="zh-CN" sz="2400" b="1" kern="1200" dirty="0">
              <a:solidFill>
                <a:srgbClr val="000066"/>
              </a:solidFill>
              <a:latin typeface="Arial" panose="020B0604020202020204" pitchFamily="34" charset="0"/>
              <a:ea typeface="楷体_GB2312" pitchFamily="49" charset="-122"/>
            </a:endParaRPr>
          </a:p>
        </p:txBody>
      </p:sp>
      <p:sp>
        <p:nvSpPr>
          <p:cNvPr id="32" name="Rectangle 3"/>
          <p:cNvSpPr>
            <a:spLocks noGrp="1"/>
          </p:cNvSpPr>
          <p:nvPr/>
        </p:nvSpPr>
        <p:spPr>
          <a:xfrm>
            <a:off x="1143000" y="1143000"/>
            <a:ext cx="235966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三</a:t>
            </a:r>
            <a:r>
              <a:rPr lang="en-US" sz="2400" b="1" kern="1200" dirty="0">
                <a:solidFill>
                  <a:srgbClr val="FE09D6"/>
                </a:solidFill>
                <a:latin typeface="Times New Roman" panose="02020603050405020304" charset="0"/>
                <a:ea typeface="楷体_GB2312" pitchFamily="49" charset="-122"/>
                <a:cs typeface="Times New Roman" panose="02020603050405020304" charset="0"/>
              </a:rPr>
              <a:t>变量卡诺图</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443394" name="矩形 443393"/>
          <p:cNvSpPr/>
          <p:nvPr/>
        </p:nvSpPr>
        <p:spPr>
          <a:xfrm>
            <a:off x="2000250" y="4476750"/>
            <a:ext cx="2384425" cy="406400"/>
          </a:xfrm>
          <a:prstGeom prst="rect">
            <a:avLst/>
          </a:prstGeom>
          <a:solidFill>
            <a:srgbClr val="CC99FF"/>
          </a:solidFill>
          <a:ln w="9525">
            <a:noFill/>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443396" name="矩形 443395"/>
          <p:cNvSpPr/>
          <p:nvPr/>
        </p:nvSpPr>
        <p:spPr>
          <a:xfrm>
            <a:off x="1460500" y="4927600"/>
            <a:ext cx="450850" cy="1046163"/>
          </a:xfrm>
          <a:prstGeom prst="rect">
            <a:avLst/>
          </a:prstGeom>
          <a:solidFill>
            <a:srgbClr val="CC99FF"/>
          </a:solidFill>
          <a:ln w="9525">
            <a:noFill/>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443397" name="矩形 443396"/>
          <p:cNvSpPr/>
          <p:nvPr/>
        </p:nvSpPr>
        <p:spPr>
          <a:xfrm>
            <a:off x="5634673" y="3997325"/>
            <a:ext cx="2519362" cy="449263"/>
          </a:xfrm>
          <a:prstGeom prst="rect">
            <a:avLst/>
          </a:prstGeom>
          <a:solidFill>
            <a:srgbClr val="CC99FF"/>
          </a:solidFill>
          <a:ln w="9525">
            <a:noFill/>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443399" name="矩形 443398"/>
          <p:cNvSpPr/>
          <p:nvPr/>
        </p:nvSpPr>
        <p:spPr>
          <a:xfrm>
            <a:off x="5076825" y="4446588"/>
            <a:ext cx="495300" cy="1906587"/>
          </a:xfrm>
          <a:prstGeom prst="rect">
            <a:avLst/>
          </a:prstGeom>
          <a:solidFill>
            <a:srgbClr val="CC99FF"/>
          </a:solidFill>
          <a:ln w="9525">
            <a:noFill/>
          </a:ln>
        </p:spPr>
        <p:txBody>
          <a:bodyPr anchor="t" anchorCtr="0"/>
          <a:p>
            <a:pPr algn="ctr"/>
            <a:endParaRPr lang="zh-CN" altLang="en-US">
              <a:latin typeface="Arial Narrow" panose="020B0506020202030204" pitchFamily="34" charset="0"/>
              <a:ea typeface="宋体" panose="02010600030101010101" pitchFamily="2" charset="-122"/>
            </a:endParaRPr>
          </a:p>
        </p:txBody>
      </p:sp>
      <p:grpSp>
        <p:nvGrpSpPr>
          <p:cNvPr id="443408" name="组合 443407"/>
          <p:cNvGrpSpPr/>
          <p:nvPr/>
        </p:nvGrpSpPr>
        <p:grpSpPr>
          <a:xfrm>
            <a:off x="1903413" y="4906963"/>
            <a:ext cx="2438400" cy="1066800"/>
            <a:chOff x="3216" y="1248"/>
            <a:chExt cx="1536" cy="672"/>
          </a:xfrm>
        </p:grpSpPr>
        <p:sp>
          <p:nvSpPr>
            <p:cNvPr id="38929" name="直接连接符 443408"/>
            <p:cNvSpPr/>
            <p:nvPr/>
          </p:nvSpPr>
          <p:spPr>
            <a:xfrm>
              <a:off x="3216" y="1584"/>
              <a:ext cx="1536" cy="0"/>
            </a:xfrm>
            <a:prstGeom prst="line">
              <a:avLst/>
            </a:prstGeom>
            <a:ln w="28575" cap="flat" cmpd="sng">
              <a:solidFill>
                <a:schemeClr val="tx1"/>
              </a:solidFill>
              <a:prstDash val="solid"/>
              <a:round/>
              <a:headEnd type="none" w="med" len="med"/>
              <a:tailEnd type="none" w="med" len="med"/>
            </a:ln>
          </p:spPr>
        </p:sp>
        <p:grpSp>
          <p:nvGrpSpPr>
            <p:cNvPr id="38930" name="组合 443409"/>
            <p:cNvGrpSpPr/>
            <p:nvPr/>
          </p:nvGrpSpPr>
          <p:grpSpPr>
            <a:xfrm>
              <a:off x="3216" y="1248"/>
              <a:ext cx="1536" cy="672"/>
              <a:chOff x="3243" y="1248"/>
              <a:chExt cx="1536" cy="672"/>
            </a:xfrm>
          </p:grpSpPr>
          <p:sp>
            <p:nvSpPr>
              <p:cNvPr id="38931" name="矩形 443410"/>
              <p:cNvSpPr/>
              <p:nvPr/>
            </p:nvSpPr>
            <p:spPr>
              <a:xfrm>
                <a:off x="3243" y="1248"/>
                <a:ext cx="1536" cy="672"/>
              </a:xfrm>
              <a:prstGeom prst="rect">
                <a:avLst/>
              </a:prstGeom>
              <a:noFill/>
              <a:ln w="28575" cap="flat" cmpd="sng">
                <a:solidFill>
                  <a:schemeClr val="tx1"/>
                </a:solidFill>
                <a:prstDash val="solid"/>
                <a:miter/>
                <a:headEnd type="none" w="med" len="med"/>
                <a:tailEnd type="none" w="med" len="med"/>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38932" name="直接连接符 443411"/>
              <p:cNvSpPr/>
              <p:nvPr/>
            </p:nvSpPr>
            <p:spPr>
              <a:xfrm>
                <a:off x="3627" y="1248"/>
                <a:ext cx="0" cy="672"/>
              </a:xfrm>
              <a:prstGeom prst="line">
                <a:avLst/>
              </a:prstGeom>
              <a:ln w="28575" cap="flat" cmpd="sng">
                <a:solidFill>
                  <a:schemeClr val="tx1"/>
                </a:solidFill>
                <a:prstDash val="solid"/>
                <a:round/>
                <a:headEnd type="none" w="med" len="med"/>
                <a:tailEnd type="none" w="med" len="med"/>
              </a:ln>
            </p:spPr>
          </p:sp>
          <p:sp>
            <p:nvSpPr>
              <p:cNvPr id="38933" name="直接连接符 443412"/>
              <p:cNvSpPr/>
              <p:nvPr/>
            </p:nvSpPr>
            <p:spPr>
              <a:xfrm>
                <a:off x="4011" y="1248"/>
                <a:ext cx="0" cy="672"/>
              </a:xfrm>
              <a:prstGeom prst="line">
                <a:avLst/>
              </a:prstGeom>
              <a:ln w="28575" cap="flat" cmpd="sng">
                <a:solidFill>
                  <a:schemeClr val="tx1"/>
                </a:solidFill>
                <a:prstDash val="solid"/>
                <a:round/>
                <a:headEnd type="none" w="med" len="med"/>
                <a:tailEnd type="none" w="med" len="med"/>
              </a:ln>
            </p:spPr>
          </p:sp>
          <p:sp>
            <p:nvSpPr>
              <p:cNvPr id="38934" name="直接连接符 443413"/>
              <p:cNvSpPr/>
              <p:nvPr/>
            </p:nvSpPr>
            <p:spPr>
              <a:xfrm>
                <a:off x="4395" y="1248"/>
                <a:ext cx="0" cy="672"/>
              </a:xfrm>
              <a:prstGeom prst="line">
                <a:avLst/>
              </a:prstGeom>
              <a:ln w="28575" cap="flat" cmpd="sng">
                <a:solidFill>
                  <a:schemeClr val="tx1"/>
                </a:solidFill>
                <a:prstDash val="solid"/>
                <a:round/>
                <a:headEnd type="none" w="med" len="med"/>
                <a:tailEnd type="none" w="med" len="med"/>
              </a:ln>
            </p:spPr>
          </p:sp>
        </p:grpSp>
      </p:grpSp>
      <p:sp>
        <p:nvSpPr>
          <p:cNvPr id="443415" name="文本框 443414"/>
          <p:cNvSpPr txBox="1"/>
          <p:nvPr/>
        </p:nvSpPr>
        <p:spPr>
          <a:xfrm>
            <a:off x="1565275" y="4906963"/>
            <a:ext cx="3365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a:t>
            </a:r>
            <a:endParaRPr lang="en-US" altLang="zh-CN" sz="3600">
              <a:solidFill>
                <a:srgbClr val="000099"/>
              </a:solidFill>
              <a:latin typeface="Times New Roman" panose="02020603050405020304" charset="0"/>
              <a:ea typeface="宋体" panose="02010600030101010101" pitchFamily="2" charset="-122"/>
            </a:endParaRPr>
          </a:p>
        </p:txBody>
      </p:sp>
      <p:sp>
        <p:nvSpPr>
          <p:cNvPr id="443416" name="文本框 443415"/>
          <p:cNvSpPr txBox="1"/>
          <p:nvPr/>
        </p:nvSpPr>
        <p:spPr>
          <a:xfrm>
            <a:off x="1565275" y="5440363"/>
            <a:ext cx="3365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a:t>
            </a:r>
            <a:endParaRPr lang="en-US" altLang="zh-CN" sz="3600">
              <a:solidFill>
                <a:srgbClr val="000099"/>
              </a:solidFill>
              <a:latin typeface="Times New Roman" panose="02020603050405020304" charset="0"/>
              <a:ea typeface="宋体" panose="02010600030101010101" pitchFamily="2" charset="-122"/>
            </a:endParaRPr>
          </a:p>
        </p:txBody>
      </p:sp>
      <p:sp>
        <p:nvSpPr>
          <p:cNvPr id="443417" name="文本框 443416"/>
          <p:cNvSpPr txBox="1"/>
          <p:nvPr/>
        </p:nvSpPr>
        <p:spPr>
          <a:xfrm>
            <a:off x="1946275" y="4481513"/>
            <a:ext cx="4889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00</a:t>
            </a:r>
            <a:endParaRPr lang="en-US" altLang="zh-CN" sz="3600">
              <a:solidFill>
                <a:srgbClr val="000099"/>
              </a:solidFill>
              <a:latin typeface="Times New Roman" panose="02020603050405020304" charset="0"/>
              <a:ea typeface="宋体" panose="02010600030101010101" pitchFamily="2" charset="-122"/>
            </a:endParaRPr>
          </a:p>
        </p:txBody>
      </p:sp>
      <p:sp>
        <p:nvSpPr>
          <p:cNvPr id="443418" name="文本框 443417"/>
          <p:cNvSpPr txBox="1"/>
          <p:nvPr/>
        </p:nvSpPr>
        <p:spPr>
          <a:xfrm>
            <a:off x="2555875" y="4481513"/>
            <a:ext cx="4889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01</a:t>
            </a:r>
            <a:endParaRPr lang="en-US" altLang="zh-CN" sz="3600">
              <a:solidFill>
                <a:srgbClr val="000099"/>
              </a:solidFill>
              <a:latin typeface="Times New Roman" panose="02020603050405020304" charset="0"/>
              <a:ea typeface="宋体" panose="02010600030101010101" pitchFamily="2" charset="-122"/>
            </a:endParaRPr>
          </a:p>
        </p:txBody>
      </p:sp>
      <p:sp>
        <p:nvSpPr>
          <p:cNvPr id="443419" name="文本框 443418"/>
          <p:cNvSpPr txBox="1"/>
          <p:nvPr/>
        </p:nvSpPr>
        <p:spPr>
          <a:xfrm>
            <a:off x="3165475" y="4481513"/>
            <a:ext cx="4889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11</a:t>
            </a:r>
            <a:endParaRPr lang="en-US" altLang="zh-CN" sz="3600">
              <a:solidFill>
                <a:srgbClr val="000099"/>
              </a:solidFill>
              <a:latin typeface="Times New Roman" panose="02020603050405020304" charset="0"/>
              <a:ea typeface="宋体" panose="02010600030101010101" pitchFamily="2" charset="-122"/>
            </a:endParaRPr>
          </a:p>
        </p:txBody>
      </p:sp>
      <p:sp>
        <p:nvSpPr>
          <p:cNvPr id="443420" name="文本框 443419"/>
          <p:cNvSpPr txBox="1"/>
          <p:nvPr/>
        </p:nvSpPr>
        <p:spPr>
          <a:xfrm>
            <a:off x="3775075" y="4481513"/>
            <a:ext cx="488950" cy="457200"/>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10</a:t>
            </a:r>
            <a:endParaRPr lang="en-US" altLang="zh-CN" sz="3600">
              <a:solidFill>
                <a:srgbClr val="000099"/>
              </a:solidFill>
              <a:latin typeface="Times New Roman" panose="02020603050405020304" charset="0"/>
              <a:ea typeface="宋体" panose="02010600030101010101" pitchFamily="2" charset="-122"/>
            </a:endParaRPr>
          </a:p>
        </p:txBody>
      </p:sp>
      <p:grpSp>
        <p:nvGrpSpPr>
          <p:cNvPr id="443421" name="组合 443420"/>
          <p:cNvGrpSpPr/>
          <p:nvPr/>
        </p:nvGrpSpPr>
        <p:grpSpPr>
          <a:xfrm>
            <a:off x="4727575" y="3727450"/>
            <a:ext cx="3444875" cy="2667000"/>
            <a:chOff x="3030" y="2448"/>
            <a:chExt cx="2170" cy="1680"/>
          </a:xfrm>
        </p:grpSpPr>
        <p:sp>
          <p:nvSpPr>
            <p:cNvPr id="38942" name="文本框 443421"/>
            <p:cNvSpPr txBox="1"/>
            <p:nvPr/>
          </p:nvSpPr>
          <p:spPr>
            <a:xfrm>
              <a:off x="3635" y="2849"/>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0</a:t>
              </a:r>
              <a:endParaRPr lang="en-US" altLang="zh-CN" sz="3600">
                <a:solidFill>
                  <a:srgbClr val="000099"/>
                </a:solidFill>
                <a:latin typeface="Times New Roman" panose="02020603050405020304" charset="0"/>
                <a:ea typeface="宋体" panose="02010600030101010101" pitchFamily="2" charset="-122"/>
              </a:endParaRPr>
            </a:p>
          </p:txBody>
        </p:sp>
        <p:sp>
          <p:nvSpPr>
            <p:cNvPr id="38943" name="文本框 443422"/>
            <p:cNvSpPr txBox="1"/>
            <p:nvPr/>
          </p:nvSpPr>
          <p:spPr>
            <a:xfrm>
              <a:off x="4019" y="2849"/>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a:t>
              </a:r>
              <a:endParaRPr lang="en-US" altLang="zh-CN" sz="3600">
                <a:solidFill>
                  <a:srgbClr val="000099"/>
                </a:solidFill>
                <a:latin typeface="Times New Roman" panose="02020603050405020304" charset="0"/>
                <a:ea typeface="宋体" panose="02010600030101010101" pitchFamily="2" charset="-122"/>
              </a:endParaRPr>
            </a:p>
          </p:txBody>
        </p:sp>
        <p:sp>
          <p:nvSpPr>
            <p:cNvPr id="38944" name="文本框 443423"/>
            <p:cNvSpPr txBox="1"/>
            <p:nvPr/>
          </p:nvSpPr>
          <p:spPr>
            <a:xfrm>
              <a:off x="4787" y="2849"/>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2</a:t>
              </a:r>
              <a:endParaRPr lang="en-US" altLang="zh-CN" sz="3600">
                <a:solidFill>
                  <a:srgbClr val="000099"/>
                </a:solidFill>
                <a:latin typeface="Times New Roman" panose="02020603050405020304" charset="0"/>
                <a:ea typeface="宋体" panose="02010600030101010101" pitchFamily="2" charset="-122"/>
              </a:endParaRPr>
            </a:p>
          </p:txBody>
        </p:sp>
        <p:sp>
          <p:nvSpPr>
            <p:cNvPr id="38945" name="文本框 443424"/>
            <p:cNvSpPr txBox="1"/>
            <p:nvPr/>
          </p:nvSpPr>
          <p:spPr>
            <a:xfrm>
              <a:off x="4399" y="2849"/>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3</a:t>
              </a:r>
              <a:endParaRPr lang="en-US" altLang="zh-CN" sz="3600">
                <a:solidFill>
                  <a:srgbClr val="000099"/>
                </a:solidFill>
                <a:latin typeface="Times New Roman" panose="02020603050405020304" charset="0"/>
                <a:ea typeface="宋体" panose="02010600030101010101" pitchFamily="2" charset="-122"/>
              </a:endParaRPr>
            </a:p>
          </p:txBody>
        </p:sp>
        <p:sp>
          <p:nvSpPr>
            <p:cNvPr id="38946" name="文本框 443425"/>
            <p:cNvSpPr txBox="1"/>
            <p:nvPr/>
          </p:nvSpPr>
          <p:spPr>
            <a:xfrm>
              <a:off x="3622" y="3152"/>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4</a:t>
              </a:r>
              <a:endParaRPr lang="en-US" altLang="zh-CN" sz="3600">
                <a:solidFill>
                  <a:srgbClr val="000099"/>
                </a:solidFill>
                <a:latin typeface="Times New Roman" panose="02020603050405020304" charset="0"/>
                <a:ea typeface="宋体" panose="02010600030101010101" pitchFamily="2" charset="-122"/>
              </a:endParaRPr>
            </a:p>
          </p:txBody>
        </p:sp>
        <p:sp>
          <p:nvSpPr>
            <p:cNvPr id="38947" name="文本框 443426"/>
            <p:cNvSpPr txBox="1"/>
            <p:nvPr/>
          </p:nvSpPr>
          <p:spPr>
            <a:xfrm>
              <a:off x="4006" y="3152"/>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5</a:t>
              </a:r>
              <a:endParaRPr lang="en-US" altLang="zh-CN" sz="3600">
                <a:solidFill>
                  <a:srgbClr val="000099"/>
                </a:solidFill>
                <a:latin typeface="Times New Roman" panose="02020603050405020304" charset="0"/>
                <a:ea typeface="宋体" panose="02010600030101010101" pitchFamily="2" charset="-122"/>
              </a:endParaRPr>
            </a:p>
          </p:txBody>
        </p:sp>
        <p:sp>
          <p:nvSpPr>
            <p:cNvPr id="38948" name="文本框 443427"/>
            <p:cNvSpPr txBox="1"/>
            <p:nvPr/>
          </p:nvSpPr>
          <p:spPr>
            <a:xfrm>
              <a:off x="4774" y="3152"/>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6</a:t>
              </a:r>
              <a:endParaRPr lang="en-US" altLang="zh-CN" sz="3600">
                <a:solidFill>
                  <a:srgbClr val="000099"/>
                </a:solidFill>
                <a:latin typeface="Times New Roman" panose="02020603050405020304" charset="0"/>
                <a:ea typeface="宋体" panose="02010600030101010101" pitchFamily="2" charset="-122"/>
              </a:endParaRPr>
            </a:p>
          </p:txBody>
        </p:sp>
        <p:sp>
          <p:nvSpPr>
            <p:cNvPr id="38949" name="文本框 443428"/>
            <p:cNvSpPr txBox="1"/>
            <p:nvPr/>
          </p:nvSpPr>
          <p:spPr>
            <a:xfrm>
              <a:off x="4386" y="3152"/>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7</a:t>
              </a:r>
              <a:endParaRPr lang="en-US" altLang="zh-CN" sz="3600">
                <a:solidFill>
                  <a:srgbClr val="000099"/>
                </a:solidFill>
                <a:latin typeface="Times New Roman" panose="02020603050405020304" charset="0"/>
                <a:ea typeface="宋体" panose="02010600030101010101" pitchFamily="2" charset="-122"/>
              </a:endParaRPr>
            </a:p>
          </p:txBody>
        </p:sp>
        <p:sp>
          <p:nvSpPr>
            <p:cNvPr id="38950" name="文本框 443429"/>
            <p:cNvSpPr txBox="1"/>
            <p:nvPr/>
          </p:nvSpPr>
          <p:spPr>
            <a:xfrm>
              <a:off x="3607" y="3464"/>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12</a:t>
              </a:r>
              <a:endParaRPr lang="en-US" altLang="zh-CN" sz="3600">
                <a:solidFill>
                  <a:srgbClr val="000099"/>
                </a:solidFill>
                <a:latin typeface="Times New Roman" panose="02020603050405020304" charset="0"/>
                <a:ea typeface="宋体" panose="02010600030101010101" pitchFamily="2" charset="-122"/>
              </a:endParaRPr>
            </a:p>
          </p:txBody>
        </p:sp>
        <p:sp>
          <p:nvSpPr>
            <p:cNvPr id="38951" name="文本框 443430"/>
            <p:cNvSpPr txBox="1"/>
            <p:nvPr/>
          </p:nvSpPr>
          <p:spPr>
            <a:xfrm>
              <a:off x="3991" y="3464"/>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13</a:t>
              </a:r>
              <a:endParaRPr lang="en-US" altLang="zh-CN" sz="3600">
                <a:solidFill>
                  <a:srgbClr val="000099"/>
                </a:solidFill>
                <a:latin typeface="Times New Roman" panose="02020603050405020304" charset="0"/>
                <a:ea typeface="宋体" panose="02010600030101010101" pitchFamily="2" charset="-122"/>
              </a:endParaRPr>
            </a:p>
          </p:txBody>
        </p:sp>
        <p:sp>
          <p:nvSpPr>
            <p:cNvPr id="38952" name="文本框 443431"/>
            <p:cNvSpPr txBox="1"/>
            <p:nvPr/>
          </p:nvSpPr>
          <p:spPr>
            <a:xfrm>
              <a:off x="4759" y="3464"/>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14</a:t>
              </a:r>
              <a:endParaRPr lang="en-US" altLang="zh-CN" sz="3600">
                <a:solidFill>
                  <a:srgbClr val="000099"/>
                </a:solidFill>
                <a:latin typeface="Times New Roman" panose="02020603050405020304" charset="0"/>
                <a:ea typeface="宋体" panose="02010600030101010101" pitchFamily="2" charset="-122"/>
              </a:endParaRPr>
            </a:p>
          </p:txBody>
        </p:sp>
        <p:sp>
          <p:nvSpPr>
            <p:cNvPr id="38953" name="文本框 443432"/>
            <p:cNvSpPr txBox="1"/>
            <p:nvPr/>
          </p:nvSpPr>
          <p:spPr>
            <a:xfrm>
              <a:off x="4371" y="3464"/>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15</a:t>
              </a:r>
              <a:endParaRPr lang="en-US" altLang="zh-CN" sz="3600">
                <a:solidFill>
                  <a:srgbClr val="000099"/>
                </a:solidFill>
                <a:latin typeface="Times New Roman" panose="02020603050405020304" charset="0"/>
                <a:ea typeface="宋体" panose="02010600030101010101" pitchFamily="2" charset="-122"/>
              </a:endParaRPr>
            </a:p>
          </p:txBody>
        </p:sp>
        <p:sp>
          <p:nvSpPr>
            <p:cNvPr id="38954" name="文本框 443433"/>
            <p:cNvSpPr txBox="1"/>
            <p:nvPr/>
          </p:nvSpPr>
          <p:spPr>
            <a:xfrm>
              <a:off x="3567" y="3809"/>
              <a:ext cx="425"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8</a:t>
              </a:r>
              <a:endParaRPr lang="en-US" altLang="zh-CN" sz="3600">
                <a:solidFill>
                  <a:srgbClr val="000099"/>
                </a:solidFill>
                <a:latin typeface="Times New Roman" panose="02020603050405020304" charset="0"/>
                <a:ea typeface="宋体" panose="02010600030101010101" pitchFamily="2" charset="-122"/>
              </a:endParaRPr>
            </a:p>
          </p:txBody>
        </p:sp>
        <p:sp>
          <p:nvSpPr>
            <p:cNvPr id="38955" name="文本框 443434"/>
            <p:cNvSpPr txBox="1"/>
            <p:nvPr/>
          </p:nvSpPr>
          <p:spPr>
            <a:xfrm>
              <a:off x="4019" y="3809"/>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9</a:t>
              </a:r>
              <a:endParaRPr lang="en-US" altLang="zh-CN" sz="3600">
                <a:solidFill>
                  <a:srgbClr val="000099"/>
                </a:solidFill>
                <a:latin typeface="Times New Roman" panose="02020603050405020304" charset="0"/>
                <a:ea typeface="宋体" panose="02010600030101010101" pitchFamily="2" charset="-122"/>
              </a:endParaRPr>
            </a:p>
          </p:txBody>
        </p:sp>
        <p:sp>
          <p:nvSpPr>
            <p:cNvPr id="38956" name="文本框 443435"/>
            <p:cNvSpPr txBox="1"/>
            <p:nvPr/>
          </p:nvSpPr>
          <p:spPr>
            <a:xfrm>
              <a:off x="4759" y="3809"/>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10</a:t>
              </a:r>
              <a:endParaRPr lang="en-US" altLang="zh-CN" sz="3600">
                <a:solidFill>
                  <a:srgbClr val="000099"/>
                </a:solidFill>
                <a:latin typeface="Times New Roman" panose="02020603050405020304" charset="0"/>
                <a:ea typeface="宋体" panose="02010600030101010101" pitchFamily="2" charset="-122"/>
              </a:endParaRPr>
            </a:p>
          </p:txBody>
        </p:sp>
        <p:sp>
          <p:nvSpPr>
            <p:cNvPr id="38957" name="文本框 443436"/>
            <p:cNvSpPr txBox="1"/>
            <p:nvPr/>
          </p:nvSpPr>
          <p:spPr>
            <a:xfrm>
              <a:off x="4371" y="3809"/>
              <a:ext cx="441"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11</a:t>
              </a:r>
              <a:endParaRPr lang="en-US" altLang="zh-CN" sz="3600">
                <a:solidFill>
                  <a:srgbClr val="000099"/>
                </a:solidFill>
                <a:latin typeface="Times New Roman" panose="02020603050405020304" charset="0"/>
                <a:ea typeface="宋体" panose="02010600030101010101" pitchFamily="2" charset="-122"/>
              </a:endParaRPr>
            </a:p>
          </p:txBody>
        </p:sp>
        <p:grpSp>
          <p:nvGrpSpPr>
            <p:cNvPr id="38958" name="组合 443437"/>
            <p:cNvGrpSpPr/>
            <p:nvPr/>
          </p:nvGrpSpPr>
          <p:grpSpPr>
            <a:xfrm>
              <a:off x="3030" y="2448"/>
              <a:ext cx="2154" cy="1680"/>
              <a:chOff x="3030" y="2448"/>
              <a:chExt cx="2154" cy="1680"/>
            </a:xfrm>
          </p:grpSpPr>
          <p:sp>
            <p:nvSpPr>
              <p:cNvPr id="38959" name="矩形 443438"/>
              <p:cNvSpPr/>
              <p:nvPr/>
            </p:nvSpPr>
            <p:spPr>
              <a:xfrm>
                <a:off x="3600" y="2880"/>
                <a:ext cx="1584" cy="1248"/>
              </a:xfrm>
              <a:prstGeom prst="rect">
                <a:avLst/>
              </a:prstGeom>
              <a:noFill/>
              <a:ln w="28575" cap="flat" cmpd="sng">
                <a:solidFill>
                  <a:schemeClr val="tx1"/>
                </a:solidFill>
                <a:prstDash val="solid"/>
                <a:miter/>
                <a:headEnd type="none" w="med" len="med"/>
                <a:tailEnd type="none" w="med" len="med"/>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38960" name="直接连接符 443439"/>
              <p:cNvSpPr/>
              <p:nvPr/>
            </p:nvSpPr>
            <p:spPr>
              <a:xfrm>
                <a:off x="3600" y="3456"/>
                <a:ext cx="1584" cy="0"/>
              </a:xfrm>
              <a:prstGeom prst="line">
                <a:avLst/>
              </a:prstGeom>
              <a:ln w="28575" cap="flat" cmpd="sng">
                <a:solidFill>
                  <a:schemeClr val="tx1"/>
                </a:solidFill>
                <a:prstDash val="solid"/>
                <a:round/>
                <a:headEnd type="none" w="med" len="med"/>
                <a:tailEnd type="none" w="med" len="med"/>
              </a:ln>
            </p:spPr>
          </p:sp>
          <p:sp>
            <p:nvSpPr>
              <p:cNvPr id="38961" name="直接连接符 443440"/>
              <p:cNvSpPr/>
              <p:nvPr/>
            </p:nvSpPr>
            <p:spPr>
              <a:xfrm>
                <a:off x="3600" y="3792"/>
                <a:ext cx="1584" cy="0"/>
              </a:xfrm>
              <a:prstGeom prst="line">
                <a:avLst/>
              </a:prstGeom>
              <a:ln w="28575" cap="flat" cmpd="sng">
                <a:solidFill>
                  <a:schemeClr val="tx1"/>
                </a:solidFill>
                <a:prstDash val="solid"/>
                <a:round/>
                <a:headEnd type="none" w="med" len="med"/>
                <a:tailEnd type="none" w="med" len="med"/>
              </a:ln>
            </p:spPr>
          </p:sp>
          <p:sp>
            <p:nvSpPr>
              <p:cNvPr id="38962" name="直接连接符 443441"/>
              <p:cNvSpPr/>
              <p:nvPr/>
            </p:nvSpPr>
            <p:spPr>
              <a:xfrm>
                <a:off x="3600" y="3168"/>
                <a:ext cx="1584" cy="0"/>
              </a:xfrm>
              <a:prstGeom prst="line">
                <a:avLst/>
              </a:prstGeom>
              <a:ln w="28575" cap="flat" cmpd="sng">
                <a:solidFill>
                  <a:schemeClr val="tx1"/>
                </a:solidFill>
                <a:prstDash val="solid"/>
                <a:round/>
                <a:headEnd type="none" w="med" len="med"/>
                <a:tailEnd type="none" w="med" len="med"/>
              </a:ln>
            </p:spPr>
          </p:sp>
          <p:sp>
            <p:nvSpPr>
              <p:cNvPr id="38963" name="直接连接符 443442"/>
              <p:cNvSpPr/>
              <p:nvPr/>
            </p:nvSpPr>
            <p:spPr>
              <a:xfrm>
                <a:off x="4416" y="2880"/>
                <a:ext cx="0" cy="1248"/>
              </a:xfrm>
              <a:prstGeom prst="line">
                <a:avLst/>
              </a:prstGeom>
              <a:ln w="28575" cap="flat" cmpd="sng">
                <a:solidFill>
                  <a:schemeClr val="tx1"/>
                </a:solidFill>
                <a:prstDash val="solid"/>
                <a:round/>
                <a:headEnd type="none" w="med" len="med"/>
                <a:tailEnd type="none" w="med" len="med"/>
              </a:ln>
            </p:spPr>
          </p:sp>
          <p:sp>
            <p:nvSpPr>
              <p:cNvPr id="38964" name="直接连接符 443443"/>
              <p:cNvSpPr/>
              <p:nvPr/>
            </p:nvSpPr>
            <p:spPr>
              <a:xfrm>
                <a:off x="4800" y="2880"/>
                <a:ext cx="0" cy="1248"/>
              </a:xfrm>
              <a:prstGeom prst="line">
                <a:avLst/>
              </a:prstGeom>
              <a:ln w="28575" cap="flat" cmpd="sng">
                <a:solidFill>
                  <a:schemeClr val="tx1"/>
                </a:solidFill>
                <a:prstDash val="solid"/>
                <a:round/>
                <a:headEnd type="none" w="med" len="med"/>
                <a:tailEnd type="none" w="med" len="med"/>
              </a:ln>
            </p:spPr>
          </p:sp>
          <p:sp>
            <p:nvSpPr>
              <p:cNvPr id="38965" name="直接连接符 443444"/>
              <p:cNvSpPr/>
              <p:nvPr/>
            </p:nvSpPr>
            <p:spPr>
              <a:xfrm>
                <a:off x="4032" y="2880"/>
                <a:ext cx="0" cy="1248"/>
              </a:xfrm>
              <a:prstGeom prst="line">
                <a:avLst/>
              </a:prstGeom>
              <a:ln w="28575" cap="flat" cmpd="sng">
                <a:solidFill>
                  <a:schemeClr val="tx1"/>
                </a:solidFill>
                <a:prstDash val="solid"/>
                <a:round/>
                <a:headEnd type="none" w="med" len="med"/>
                <a:tailEnd type="none" w="med" len="med"/>
              </a:ln>
            </p:spPr>
          </p:sp>
          <p:sp>
            <p:nvSpPr>
              <p:cNvPr id="38966" name="直接连接符 443445"/>
              <p:cNvSpPr/>
              <p:nvPr/>
            </p:nvSpPr>
            <p:spPr>
              <a:xfrm>
                <a:off x="3216" y="2640"/>
                <a:ext cx="384" cy="240"/>
              </a:xfrm>
              <a:prstGeom prst="line">
                <a:avLst/>
              </a:prstGeom>
              <a:ln w="28575" cap="flat" cmpd="sng">
                <a:solidFill>
                  <a:schemeClr val="tx1"/>
                </a:solidFill>
                <a:prstDash val="solid"/>
                <a:round/>
                <a:headEnd type="none" w="med" len="med"/>
                <a:tailEnd type="none" w="med" len="med"/>
              </a:ln>
            </p:spPr>
          </p:sp>
          <p:sp>
            <p:nvSpPr>
              <p:cNvPr id="38967" name="文本框 443446"/>
              <p:cNvSpPr txBox="1"/>
              <p:nvPr/>
            </p:nvSpPr>
            <p:spPr>
              <a:xfrm>
                <a:off x="3676" y="2592"/>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00</a:t>
                </a:r>
                <a:endParaRPr lang="en-US" altLang="zh-CN" sz="3600">
                  <a:solidFill>
                    <a:srgbClr val="000099"/>
                  </a:solidFill>
                  <a:latin typeface="Times New Roman" panose="02020603050405020304" charset="0"/>
                  <a:ea typeface="宋体" panose="02010600030101010101" pitchFamily="2" charset="-122"/>
                </a:endParaRPr>
              </a:p>
            </p:txBody>
          </p:sp>
          <p:sp>
            <p:nvSpPr>
              <p:cNvPr id="38968" name="文本框 443447"/>
              <p:cNvSpPr txBox="1"/>
              <p:nvPr/>
            </p:nvSpPr>
            <p:spPr>
              <a:xfrm>
                <a:off x="4060" y="2592"/>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01</a:t>
                </a:r>
                <a:endParaRPr lang="en-US" altLang="zh-CN" sz="3600">
                  <a:solidFill>
                    <a:srgbClr val="000099"/>
                  </a:solidFill>
                  <a:latin typeface="Times New Roman" panose="02020603050405020304" charset="0"/>
                  <a:ea typeface="宋体" panose="02010600030101010101" pitchFamily="2" charset="-122"/>
                </a:endParaRPr>
              </a:p>
            </p:txBody>
          </p:sp>
          <p:sp>
            <p:nvSpPr>
              <p:cNvPr id="38969" name="文本框 443448"/>
              <p:cNvSpPr txBox="1"/>
              <p:nvPr/>
            </p:nvSpPr>
            <p:spPr>
              <a:xfrm>
                <a:off x="4444" y="2592"/>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11</a:t>
                </a:r>
                <a:endParaRPr lang="en-US" altLang="zh-CN" sz="3600">
                  <a:solidFill>
                    <a:srgbClr val="000099"/>
                  </a:solidFill>
                  <a:latin typeface="Times New Roman" panose="02020603050405020304" charset="0"/>
                  <a:ea typeface="宋体" panose="02010600030101010101" pitchFamily="2" charset="-122"/>
                </a:endParaRPr>
              </a:p>
            </p:txBody>
          </p:sp>
          <p:sp>
            <p:nvSpPr>
              <p:cNvPr id="38970" name="文本框 443449"/>
              <p:cNvSpPr txBox="1"/>
              <p:nvPr/>
            </p:nvSpPr>
            <p:spPr>
              <a:xfrm>
                <a:off x="4828" y="2592"/>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10</a:t>
                </a:r>
                <a:endParaRPr lang="en-US" altLang="zh-CN" sz="3600">
                  <a:solidFill>
                    <a:srgbClr val="000099"/>
                  </a:solidFill>
                  <a:latin typeface="Times New Roman" panose="02020603050405020304" charset="0"/>
                  <a:ea typeface="宋体" panose="02010600030101010101" pitchFamily="2" charset="-122"/>
                </a:endParaRPr>
              </a:p>
            </p:txBody>
          </p:sp>
          <p:sp>
            <p:nvSpPr>
              <p:cNvPr id="38971" name="文本框 443450"/>
              <p:cNvSpPr txBox="1"/>
              <p:nvPr/>
            </p:nvSpPr>
            <p:spPr>
              <a:xfrm>
                <a:off x="3264" y="2880"/>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00</a:t>
                </a:r>
                <a:endParaRPr lang="en-US" altLang="zh-CN" sz="3600">
                  <a:solidFill>
                    <a:srgbClr val="000099"/>
                  </a:solidFill>
                  <a:latin typeface="Times New Roman" panose="02020603050405020304" charset="0"/>
                  <a:ea typeface="宋体" panose="02010600030101010101" pitchFamily="2" charset="-122"/>
                </a:endParaRPr>
              </a:p>
            </p:txBody>
          </p:sp>
          <p:sp>
            <p:nvSpPr>
              <p:cNvPr id="38972" name="文本框 443451"/>
              <p:cNvSpPr txBox="1"/>
              <p:nvPr/>
            </p:nvSpPr>
            <p:spPr>
              <a:xfrm>
                <a:off x="3264" y="3168"/>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01</a:t>
                </a:r>
                <a:endParaRPr lang="en-US" altLang="zh-CN" sz="3600">
                  <a:solidFill>
                    <a:srgbClr val="000099"/>
                  </a:solidFill>
                  <a:latin typeface="Times New Roman" panose="02020603050405020304" charset="0"/>
                  <a:ea typeface="宋体" panose="02010600030101010101" pitchFamily="2" charset="-122"/>
                </a:endParaRPr>
              </a:p>
            </p:txBody>
          </p:sp>
          <p:sp>
            <p:nvSpPr>
              <p:cNvPr id="38973" name="文本框 443452"/>
              <p:cNvSpPr txBox="1"/>
              <p:nvPr/>
            </p:nvSpPr>
            <p:spPr>
              <a:xfrm>
                <a:off x="3252" y="3492"/>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11</a:t>
                </a:r>
                <a:endParaRPr lang="en-US" altLang="zh-CN" sz="3600">
                  <a:solidFill>
                    <a:srgbClr val="000099"/>
                  </a:solidFill>
                  <a:latin typeface="Times New Roman" panose="02020603050405020304" charset="0"/>
                  <a:ea typeface="宋体" panose="02010600030101010101" pitchFamily="2" charset="-122"/>
                </a:endParaRPr>
              </a:p>
            </p:txBody>
          </p:sp>
          <p:sp>
            <p:nvSpPr>
              <p:cNvPr id="38974" name="文本框 443453"/>
              <p:cNvSpPr txBox="1"/>
              <p:nvPr/>
            </p:nvSpPr>
            <p:spPr>
              <a:xfrm>
                <a:off x="3252" y="3804"/>
                <a:ext cx="308" cy="288"/>
              </a:xfrm>
              <a:prstGeom prst="rect">
                <a:avLst/>
              </a:prstGeom>
              <a:noFill/>
              <a:ln w="9525">
                <a:noFill/>
              </a:ln>
            </p:spPr>
            <p:txBody>
              <a:bodyPr wrap="none" anchor="ctr" anchorCtr="0">
                <a:spAutoFit/>
              </a:bodyPr>
              <a:p>
                <a:pPr algn="ctr"/>
                <a:r>
                  <a:rPr lang="en-US" altLang="zh-CN">
                    <a:solidFill>
                      <a:srgbClr val="000099"/>
                    </a:solidFill>
                    <a:latin typeface="Times New Roman" panose="02020603050405020304" charset="0"/>
                    <a:ea typeface="宋体" panose="02010600030101010101" pitchFamily="2" charset="-122"/>
                  </a:rPr>
                  <a:t>10</a:t>
                </a:r>
                <a:endParaRPr lang="en-US" altLang="zh-CN" sz="3600">
                  <a:solidFill>
                    <a:srgbClr val="000099"/>
                  </a:solidFill>
                  <a:latin typeface="Times New Roman" panose="02020603050405020304" charset="0"/>
                  <a:ea typeface="宋体" panose="02010600030101010101" pitchFamily="2" charset="-122"/>
                </a:endParaRPr>
              </a:p>
            </p:txBody>
          </p:sp>
          <p:sp>
            <p:nvSpPr>
              <p:cNvPr id="38975" name="文本框 443454"/>
              <p:cNvSpPr txBox="1"/>
              <p:nvPr/>
            </p:nvSpPr>
            <p:spPr>
              <a:xfrm>
                <a:off x="3030" y="2640"/>
                <a:ext cx="372" cy="288"/>
              </a:xfrm>
              <a:prstGeom prst="rect">
                <a:avLst/>
              </a:prstGeom>
              <a:noFill/>
              <a:ln w="9525">
                <a:noFill/>
              </a:ln>
            </p:spPr>
            <p:txBody>
              <a:bodyPr wrap="none" anchor="ctr" anchorCtr="0">
                <a:spAutoFit/>
              </a:bodyPr>
              <a:p>
                <a:pPr algn="ctr"/>
                <a:r>
                  <a:rPr lang="en-US" altLang="zh-CN" i="1">
                    <a:solidFill>
                      <a:srgbClr val="000099"/>
                    </a:solidFill>
                    <a:latin typeface="Times New Roman" panose="02020603050405020304" charset="0"/>
                    <a:ea typeface="宋体" panose="02010600030101010101" pitchFamily="2" charset="-122"/>
                  </a:rPr>
                  <a:t>AB</a:t>
                </a:r>
                <a:endParaRPr lang="en-US" altLang="zh-CN" i="1">
                  <a:solidFill>
                    <a:srgbClr val="000099"/>
                  </a:solidFill>
                  <a:latin typeface="Times New Roman" panose="02020603050405020304" charset="0"/>
                  <a:ea typeface="宋体" panose="02010600030101010101" pitchFamily="2" charset="-122"/>
                </a:endParaRPr>
              </a:p>
            </p:txBody>
          </p:sp>
          <p:sp>
            <p:nvSpPr>
              <p:cNvPr id="38976" name="文本框 443455"/>
              <p:cNvSpPr txBox="1"/>
              <p:nvPr/>
            </p:nvSpPr>
            <p:spPr>
              <a:xfrm>
                <a:off x="3221" y="2448"/>
                <a:ext cx="383" cy="288"/>
              </a:xfrm>
              <a:prstGeom prst="rect">
                <a:avLst/>
              </a:prstGeom>
              <a:noFill/>
              <a:ln w="9525">
                <a:noFill/>
              </a:ln>
            </p:spPr>
            <p:txBody>
              <a:bodyPr wrap="none" anchor="ctr" anchorCtr="0">
                <a:spAutoFit/>
              </a:bodyPr>
              <a:p>
                <a:pPr algn="ctr"/>
                <a:r>
                  <a:rPr lang="en-US" altLang="zh-CN" i="1">
                    <a:solidFill>
                      <a:srgbClr val="000099"/>
                    </a:solidFill>
                    <a:latin typeface="Times New Roman" panose="02020603050405020304" charset="0"/>
                    <a:ea typeface="宋体" panose="02010600030101010101" pitchFamily="2" charset="-122"/>
                  </a:rPr>
                  <a:t>CD</a:t>
                </a:r>
                <a:endParaRPr lang="en-US" altLang="zh-CN" i="1">
                  <a:solidFill>
                    <a:srgbClr val="000099"/>
                  </a:solidFill>
                  <a:latin typeface="Times New Roman" panose="02020603050405020304" charset="0"/>
                  <a:ea typeface="宋体" panose="02010600030101010101" pitchFamily="2" charset="-122"/>
                </a:endParaRPr>
              </a:p>
            </p:txBody>
          </p:sp>
        </p:grpSp>
      </p:grpSp>
      <p:grpSp>
        <p:nvGrpSpPr>
          <p:cNvPr id="443496" name="组合 443495"/>
          <p:cNvGrpSpPr/>
          <p:nvPr/>
        </p:nvGrpSpPr>
        <p:grpSpPr>
          <a:xfrm>
            <a:off x="1314450" y="4297363"/>
            <a:ext cx="731838" cy="735012"/>
            <a:chOff x="2853" y="833"/>
            <a:chExt cx="461" cy="463"/>
          </a:xfrm>
        </p:grpSpPr>
        <p:sp>
          <p:nvSpPr>
            <p:cNvPr id="39017" name="直接连接符 443496"/>
            <p:cNvSpPr/>
            <p:nvPr/>
          </p:nvSpPr>
          <p:spPr>
            <a:xfrm>
              <a:off x="2880" y="977"/>
              <a:ext cx="368" cy="255"/>
            </a:xfrm>
            <a:prstGeom prst="line">
              <a:avLst/>
            </a:prstGeom>
            <a:ln w="28575" cap="flat" cmpd="sng">
              <a:solidFill>
                <a:schemeClr val="tx1"/>
              </a:solidFill>
              <a:prstDash val="solid"/>
              <a:round/>
              <a:headEnd type="none" w="med" len="med"/>
              <a:tailEnd type="none" w="med" len="med"/>
            </a:ln>
          </p:spPr>
        </p:sp>
        <p:sp>
          <p:nvSpPr>
            <p:cNvPr id="39018" name="文本框 443497"/>
            <p:cNvSpPr txBox="1"/>
            <p:nvPr/>
          </p:nvSpPr>
          <p:spPr>
            <a:xfrm>
              <a:off x="2942" y="833"/>
              <a:ext cx="372" cy="288"/>
            </a:xfrm>
            <a:prstGeom prst="rect">
              <a:avLst/>
            </a:prstGeom>
            <a:noFill/>
            <a:ln w="9525">
              <a:noFill/>
            </a:ln>
          </p:spPr>
          <p:txBody>
            <a:bodyPr wrap="none" anchor="ctr" anchorCtr="0">
              <a:spAutoFit/>
            </a:bodyPr>
            <a:p>
              <a:pPr algn="ctr"/>
              <a:r>
                <a:rPr lang="en-US" altLang="zh-CN" i="1">
                  <a:solidFill>
                    <a:srgbClr val="000099"/>
                  </a:solidFill>
                  <a:latin typeface="Times New Roman" panose="02020603050405020304" charset="0"/>
                  <a:ea typeface="宋体" panose="02010600030101010101" pitchFamily="2" charset="-122"/>
                </a:rPr>
                <a:t>BC</a:t>
              </a:r>
              <a:endParaRPr lang="en-US" altLang="zh-CN" sz="3600" i="1">
                <a:solidFill>
                  <a:srgbClr val="000099"/>
                </a:solidFill>
                <a:latin typeface="Times New Roman" panose="02020603050405020304" charset="0"/>
                <a:ea typeface="宋体" panose="02010600030101010101" pitchFamily="2" charset="-122"/>
              </a:endParaRPr>
            </a:p>
          </p:txBody>
        </p:sp>
        <p:sp>
          <p:nvSpPr>
            <p:cNvPr id="39019" name="文本框 443498"/>
            <p:cNvSpPr txBox="1"/>
            <p:nvPr/>
          </p:nvSpPr>
          <p:spPr>
            <a:xfrm>
              <a:off x="2853" y="1008"/>
              <a:ext cx="244" cy="288"/>
            </a:xfrm>
            <a:prstGeom prst="rect">
              <a:avLst/>
            </a:prstGeom>
            <a:noFill/>
            <a:ln w="9525">
              <a:noFill/>
            </a:ln>
          </p:spPr>
          <p:txBody>
            <a:bodyPr wrap="none" anchor="ctr" anchorCtr="0">
              <a:spAutoFit/>
            </a:bodyPr>
            <a:p>
              <a:pPr algn="ctr"/>
              <a:r>
                <a:rPr lang="en-US" altLang="zh-CN" i="1">
                  <a:solidFill>
                    <a:srgbClr val="000099"/>
                  </a:solidFill>
                  <a:latin typeface="Times New Roman" panose="02020603050405020304" charset="0"/>
                  <a:ea typeface="宋体" panose="02010600030101010101" pitchFamily="2" charset="-122"/>
                </a:rPr>
                <a:t>A</a:t>
              </a:r>
              <a:endParaRPr lang="en-US" altLang="zh-CN" sz="3600" i="1">
                <a:solidFill>
                  <a:srgbClr val="000099"/>
                </a:solidFill>
                <a:latin typeface="Times New Roman" panose="02020603050405020304" charset="0"/>
                <a:ea typeface="宋体" panose="02010600030101010101" pitchFamily="2" charset="-122"/>
              </a:endParaRPr>
            </a:p>
          </p:txBody>
        </p:sp>
      </p:grpSp>
      <p:grpSp>
        <p:nvGrpSpPr>
          <p:cNvPr id="443507" name="组合 443506"/>
          <p:cNvGrpSpPr/>
          <p:nvPr/>
        </p:nvGrpSpPr>
        <p:grpSpPr>
          <a:xfrm>
            <a:off x="1925003" y="4904423"/>
            <a:ext cx="2438400" cy="1066800"/>
            <a:chOff x="5184" y="1248"/>
            <a:chExt cx="1536" cy="672"/>
          </a:xfrm>
        </p:grpSpPr>
        <p:sp>
          <p:nvSpPr>
            <p:cNvPr id="39028" name="矩形 443507"/>
            <p:cNvSpPr/>
            <p:nvPr/>
          </p:nvSpPr>
          <p:spPr>
            <a:xfrm>
              <a:off x="5184" y="1248"/>
              <a:ext cx="1536" cy="672"/>
            </a:xfrm>
            <a:prstGeom prst="rect">
              <a:avLst/>
            </a:prstGeom>
            <a:solidFill>
              <a:srgbClr val="33CCCC"/>
            </a:solidFill>
            <a:ln w="28575" cap="flat" cmpd="sng">
              <a:solidFill>
                <a:schemeClr val="tx1"/>
              </a:solidFill>
              <a:prstDash val="solid"/>
              <a:miter/>
              <a:headEnd type="none" w="med" len="med"/>
              <a:tailEnd type="none" w="med" len="med"/>
            </a:ln>
          </p:spPr>
          <p:txBody>
            <a:bodyPr anchor="t" anchorCtr="0"/>
            <a:p>
              <a:pPr algn="ctr"/>
              <a:endParaRPr lang="zh-CN" altLang="en-US">
                <a:latin typeface="Arial Narrow" panose="020B0506020202030204" pitchFamily="34" charset="0"/>
                <a:ea typeface="宋体" panose="02010600030101010101" pitchFamily="2" charset="-122"/>
              </a:endParaRPr>
            </a:p>
          </p:txBody>
        </p:sp>
        <p:sp>
          <p:nvSpPr>
            <p:cNvPr id="39029" name="直接连接符 443508"/>
            <p:cNvSpPr/>
            <p:nvPr/>
          </p:nvSpPr>
          <p:spPr>
            <a:xfrm>
              <a:off x="5568" y="1248"/>
              <a:ext cx="0" cy="672"/>
            </a:xfrm>
            <a:prstGeom prst="line">
              <a:avLst/>
            </a:prstGeom>
            <a:ln w="28575" cap="flat" cmpd="sng">
              <a:solidFill>
                <a:schemeClr val="tx1"/>
              </a:solidFill>
              <a:prstDash val="solid"/>
              <a:round/>
              <a:headEnd type="none" w="med" len="med"/>
              <a:tailEnd type="none" w="med" len="med"/>
            </a:ln>
          </p:spPr>
        </p:sp>
        <p:sp>
          <p:nvSpPr>
            <p:cNvPr id="39030" name="直接连接符 443509"/>
            <p:cNvSpPr/>
            <p:nvPr/>
          </p:nvSpPr>
          <p:spPr>
            <a:xfrm>
              <a:off x="5952" y="1248"/>
              <a:ext cx="0" cy="672"/>
            </a:xfrm>
            <a:prstGeom prst="line">
              <a:avLst/>
            </a:prstGeom>
            <a:ln w="28575" cap="flat" cmpd="sng">
              <a:solidFill>
                <a:schemeClr val="tx1"/>
              </a:solidFill>
              <a:prstDash val="solid"/>
              <a:round/>
              <a:headEnd type="none" w="med" len="med"/>
              <a:tailEnd type="none" w="med" len="med"/>
            </a:ln>
          </p:spPr>
        </p:sp>
        <p:sp>
          <p:nvSpPr>
            <p:cNvPr id="39031" name="直接连接符 443510"/>
            <p:cNvSpPr/>
            <p:nvPr/>
          </p:nvSpPr>
          <p:spPr>
            <a:xfrm>
              <a:off x="6336" y="1248"/>
              <a:ext cx="0" cy="672"/>
            </a:xfrm>
            <a:prstGeom prst="line">
              <a:avLst/>
            </a:prstGeom>
            <a:ln w="28575" cap="flat" cmpd="sng">
              <a:solidFill>
                <a:schemeClr val="tx1"/>
              </a:solidFill>
              <a:prstDash val="solid"/>
              <a:round/>
              <a:headEnd type="none" w="med" len="med"/>
              <a:tailEnd type="none" w="med" len="med"/>
            </a:ln>
          </p:spPr>
        </p:sp>
        <p:sp>
          <p:nvSpPr>
            <p:cNvPr id="39032" name="文本框 443511"/>
            <p:cNvSpPr txBox="1"/>
            <p:nvPr/>
          </p:nvSpPr>
          <p:spPr>
            <a:xfrm>
              <a:off x="5189" y="1261"/>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0</a:t>
              </a:r>
              <a:endParaRPr lang="en-US" altLang="zh-CN" sz="3600">
                <a:solidFill>
                  <a:srgbClr val="000099"/>
                </a:solidFill>
                <a:latin typeface="Times New Roman" panose="02020603050405020304" charset="0"/>
                <a:ea typeface="宋体" panose="02010600030101010101" pitchFamily="2" charset="-122"/>
              </a:endParaRPr>
            </a:p>
          </p:txBody>
        </p:sp>
        <p:sp>
          <p:nvSpPr>
            <p:cNvPr id="39033" name="文本框 443512"/>
            <p:cNvSpPr txBox="1"/>
            <p:nvPr/>
          </p:nvSpPr>
          <p:spPr>
            <a:xfrm>
              <a:off x="5569" y="1261"/>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1</a:t>
              </a:r>
              <a:endParaRPr lang="en-US" altLang="zh-CN" sz="3600">
                <a:solidFill>
                  <a:srgbClr val="000099"/>
                </a:solidFill>
                <a:latin typeface="Times New Roman" panose="02020603050405020304" charset="0"/>
                <a:ea typeface="宋体" panose="02010600030101010101" pitchFamily="2" charset="-122"/>
              </a:endParaRPr>
            </a:p>
          </p:txBody>
        </p:sp>
        <p:sp>
          <p:nvSpPr>
            <p:cNvPr id="39034" name="文本框 443513"/>
            <p:cNvSpPr txBox="1"/>
            <p:nvPr/>
          </p:nvSpPr>
          <p:spPr>
            <a:xfrm>
              <a:off x="6337" y="1261"/>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2</a:t>
              </a:r>
              <a:endParaRPr lang="en-US" altLang="zh-CN" sz="3600">
                <a:solidFill>
                  <a:srgbClr val="000099"/>
                </a:solidFill>
                <a:latin typeface="Times New Roman" panose="02020603050405020304" charset="0"/>
                <a:ea typeface="宋体" panose="02010600030101010101" pitchFamily="2" charset="-122"/>
              </a:endParaRPr>
            </a:p>
          </p:txBody>
        </p:sp>
        <p:sp>
          <p:nvSpPr>
            <p:cNvPr id="39035" name="文本框 443514"/>
            <p:cNvSpPr txBox="1"/>
            <p:nvPr/>
          </p:nvSpPr>
          <p:spPr>
            <a:xfrm>
              <a:off x="5948" y="1261"/>
              <a:ext cx="388"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3</a:t>
              </a:r>
              <a:endParaRPr lang="en-US" altLang="zh-CN" sz="3600">
                <a:solidFill>
                  <a:srgbClr val="000099"/>
                </a:solidFill>
                <a:latin typeface="Times New Roman" panose="02020603050405020304" charset="0"/>
                <a:ea typeface="宋体" panose="02010600030101010101" pitchFamily="2" charset="-122"/>
              </a:endParaRPr>
            </a:p>
          </p:txBody>
        </p:sp>
        <p:sp>
          <p:nvSpPr>
            <p:cNvPr id="39036" name="文本框 443515"/>
            <p:cNvSpPr txBox="1"/>
            <p:nvPr/>
          </p:nvSpPr>
          <p:spPr>
            <a:xfrm>
              <a:off x="5189" y="1597"/>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4</a:t>
              </a:r>
              <a:endParaRPr lang="en-US" altLang="zh-CN" sz="3600">
                <a:solidFill>
                  <a:srgbClr val="000099"/>
                </a:solidFill>
                <a:latin typeface="Times New Roman" panose="02020603050405020304" charset="0"/>
                <a:ea typeface="宋体" panose="02010600030101010101" pitchFamily="2" charset="-122"/>
              </a:endParaRPr>
            </a:p>
          </p:txBody>
        </p:sp>
        <p:sp>
          <p:nvSpPr>
            <p:cNvPr id="39037" name="文本框 443516"/>
            <p:cNvSpPr txBox="1"/>
            <p:nvPr/>
          </p:nvSpPr>
          <p:spPr>
            <a:xfrm>
              <a:off x="5569" y="1597"/>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5</a:t>
              </a:r>
              <a:endParaRPr lang="en-US" altLang="zh-CN" sz="3600">
                <a:solidFill>
                  <a:srgbClr val="000099"/>
                </a:solidFill>
                <a:latin typeface="Times New Roman" panose="02020603050405020304" charset="0"/>
                <a:ea typeface="宋体" panose="02010600030101010101" pitchFamily="2" charset="-122"/>
              </a:endParaRPr>
            </a:p>
          </p:txBody>
        </p:sp>
        <p:sp>
          <p:nvSpPr>
            <p:cNvPr id="39038" name="文本框 443517"/>
            <p:cNvSpPr txBox="1"/>
            <p:nvPr/>
          </p:nvSpPr>
          <p:spPr>
            <a:xfrm>
              <a:off x="6337" y="1597"/>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6</a:t>
              </a:r>
              <a:endParaRPr lang="en-US" altLang="zh-CN" sz="3600">
                <a:solidFill>
                  <a:srgbClr val="000099"/>
                </a:solidFill>
                <a:latin typeface="Times New Roman" panose="02020603050405020304" charset="0"/>
                <a:ea typeface="宋体" panose="02010600030101010101" pitchFamily="2" charset="-122"/>
              </a:endParaRPr>
            </a:p>
          </p:txBody>
        </p:sp>
        <p:sp>
          <p:nvSpPr>
            <p:cNvPr id="39039" name="文本框 443518"/>
            <p:cNvSpPr txBox="1"/>
            <p:nvPr/>
          </p:nvSpPr>
          <p:spPr>
            <a:xfrm>
              <a:off x="5957" y="1597"/>
              <a:ext cx="377" cy="288"/>
            </a:xfrm>
            <a:prstGeom prst="rect">
              <a:avLst/>
            </a:prstGeom>
            <a:noFill/>
            <a:ln w="9525">
              <a:noFill/>
            </a:ln>
          </p:spPr>
          <p:txBody>
            <a:bodyPr wrap="none" anchor="ctr" anchorCtr="0">
              <a:spAutoFit/>
            </a:bodyPr>
            <a:p>
              <a:pPr algn="ctr"/>
              <a:r>
                <a:rPr lang="en-US" altLang="zh-CN">
                  <a:latin typeface="Times New Roman" panose="02020603050405020304" charset="0"/>
                  <a:ea typeface="宋体" panose="02010600030101010101" pitchFamily="2" charset="-122"/>
                </a:rPr>
                <a:t> </a:t>
              </a:r>
              <a:r>
                <a:rPr lang="en-US" altLang="zh-CN" i="1">
                  <a:solidFill>
                    <a:srgbClr val="000099"/>
                  </a:solidFill>
                  <a:latin typeface="Times New Roman" panose="02020603050405020304" charset="0"/>
                  <a:ea typeface="宋体" panose="02010600030101010101" pitchFamily="2" charset="-122"/>
                </a:rPr>
                <a:t>m</a:t>
              </a:r>
              <a:r>
                <a:rPr lang="en-US" altLang="zh-CN" baseline="-25000">
                  <a:solidFill>
                    <a:srgbClr val="000099"/>
                  </a:solidFill>
                  <a:latin typeface="Times New Roman" panose="02020603050405020304" charset="0"/>
                  <a:ea typeface="宋体" panose="02010600030101010101" pitchFamily="2" charset="-122"/>
                </a:rPr>
                <a:t>7</a:t>
              </a:r>
              <a:endParaRPr lang="en-US" altLang="zh-CN" sz="3600">
                <a:solidFill>
                  <a:srgbClr val="000099"/>
                </a:solidFill>
                <a:latin typeface="Times New Roman" panose="02020603050405020304" charset="0"/>
                <a:ea typeface="宋体" panose="02010600030101010101" pitchFamily="2" charset="-122"/>
              </a:endParaRPr>
            </a:p>
          </p:txBody>
        </p:sp>
        <p:sp>
          <p:nvSpPr>
            <p:cNvPr id="39040" name="直接连接符 443519"/>
            <p:cNvSpPr/>
            <p:nvPr/>
          </p:nvSpPr>
          <p:spPr>
            <a:xfrm>
              <a:off x="5184" y="1584"/>
              <a:ext cx="1536" cy="0"/>
            </a:xfrm>
            <a:prstGeom prst="line">
              <a:avLst/>
            </a:prstGeom>
            <a:ln w="28575" cap="flat" cmpd="sng">
              <a:solidFill>
                <a:schemeClr val="tx1"/>
              </a:solidFill>
              <a:prstDash val="solid"/>
              <a:round/>
              <a:headEnd type="none" w="med" len="med"/>
              <a:tailEnd type="none" w="med" len="med"/>
            </a:ln>
          </p:spPr>
        </p:sp>
      </p:grpSp>
      <p:grpSp>
        <p:nvGrpSpPr>
          <p:cNvPr id="10" name="组合 9"/>
          <p:cNvGrpSpPr/>
          <p:nvPr/>
        </p:nvGrpSpPr>
        <p:grpSpPr>
          <a:xfrm>
            <a:off x="452120" y="2413000"/>
            <a:ext cx="8164830" cy="1724660"/>
            <a:chOff x="712" y="3800"/>
            <a:chExt cx="12858" cy="2716"/>
          </a:xfrm>
        </p:grpSpPr>
        <p:sp>
          <p:nvSpPr>
            <p:cNvPr id="8" name="Rectangle 3"/>
            <p:cNvSpPr>
              <a:spLocks noGrp="1"/>
            </p:cNvSpPr>
            <p:nvPr/>
          </p:nvSpPr>
          <p:spPr>
            <a:xfrm>
              <a:off x="712" y="4400"/>
              <a:ext cx="12859" cy="211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四个变量构成两组，A和B一组，C和D为另一组，两组变量取值无论是从上到下还是从左到右均是按照00、01、11、10的顺序排列的。</a:t>
              </a:r>
              <a:endParaRPr sz="2400" b="1" kern="1200" dirty="0">
                <a:solidFill>
                  <a:srgbClr val="000066"/>
                </a:solidFill>
                <a:latin typeface="Arial" panose="020B0604020202020204" pitchFamily="34" charset="0"/>
                <a:ea typeface="楷体_GB2312" pitchFamily="49" charset="-122"/>
              </a:endParaRPr>
            </a:p>
          </p:txBody>
        </p:sp>
        <p:sp>
          <p:nvSpPr>
            <p:cNvPr id="9" name="Rectangle 3"/>
            <p:cNvSpPr>
              <a:spLocks noGrp="1"/>
            </p:cNvSpPr>
            <p:nvPr/>
          </p:nvSpPr>
          <p:spPr>
            <a:xfrm>
              <a:off x="1792" y="3800"/>
              <a:ext cx="3716" cy="88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a:t>
              </a:r>
              <a:r>
                <a:rPr lang="zh-CN" altLang="en-US" sz="2400" b="1" kern="1200" dirty="0">
                  <a:solidFill>
                    <a:srgbClr val="FE09D6"/>
                  </a:solidFill>
                  <a:latin typeface="Times New Roman" panose="02020603050405020304" charset="0"/>
                  <a:ea typeface="楷体_GB2312" pitchFamily="49" charset="-122"/>
                  <a:cs typeface="Times New Roman" panose="02020603050405020304" charset="0"/>
                </a:rPr>
                <a:t>四</a:t>
              </a:r>
              <a:r>
                <a:rPr lang="en-US" sz="2400" b="1" kern="1200" dirty="0">
                  <a:solidFill>
                    <a:srgbClr val="FE09D6"/>
                  </a:solidFill>
                  <a:latin typeface="Times New Roman" panose="02020603050405020304" charset="0"/>
                  <a:ea typeface="楷体_GB2312" pitchFamily="49" charset="-122"/>
                  <a:cs typeface="Times New Roman" panose="02020603050405020304" charset="0"/>
                </a:rPr>
                <a:t>变量卡诺图</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sp>
        <p:nvSpPr>
          <p:cNvPr id="17" name="文本框 16"/>
          <p:cNvSpPr txBox="1"/>
          <p:nvPr/>
        </p:nvSpPr>
        <p:spPr>
          <a:xfrm>
            <a:off x="2209800" y="6096000"/>
            <a:ext cx="2098675"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2-17 </a:t>
            </a:r>
            <a:r>
              <a:rPr lang="zh-CN" altLang="en-US" sz="1600">
                <a:latin typeface="Times New Roman" panose="02020603050405020304" charset="0"/>
                <a:ea typeface="宋体" panose="02010600030101010101" pitchFamily="2" charset="-122"/>
              </a:rPr>
              <a:t>三</a:t>
            </a:r>
            <a:r>
              <a:rPr lang="zh-CN" sz="1600">
                <a:latin typeface="Times New Roman" panose="02020603050405020304" charset="0"/>
                <a:ea typeface="宋体" panose="02010600030101010101" pitchFamily="2" charset="-122"/>
              </a:rPr>
              <a:t>变量卡诺图</a:t>
            </a:r>
            <a:endParaRPr lang="zh-CN" altLang="en-US" sz="1600"/>
          </a:p>
        </p:txBody>
      </p:sp>
      <p:sp>
        <p:nvSpPr>
          <p:cNvPr id="18" name="文本框 17"/>
          <p:cNvSpPr txBox="1"/>
          <p:nvPr/>
        </p:nvSpPr>
        <p:spPr>
          <a:xfrm>
            <a:off x="5791200" y="6477000"/>
            <a:ext cx="2098675" cy="337185"/>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2-18 </a:t>
            </a:r>
            <a:r>
              <a:rPr lang="zh-CN" altLang="en-US" sz="1600">
                <a:latin typeface="Times New Roman" panose="02020603050405020304" charset="0"/>
                <a:ea typeface="宋体" panose="02010600030101010101" pitchFamily="2" charset="-122"/>
              </a:rPr>
              <a:t>四</a:t>
            </a:r>
            <a:r>
              <a:rPr lang="zh-CN" sz="1600">
                <a:latin typeface="Times New Roman" panose="02020603050405020304" charset="0"/>
                <a:ea typeface="宋体" panose="02010600030101010101" pitchFamily="2" charset="-122"/>
              </a:rPr>
              <a:t>变量卡诺图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43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nodeType="clickEffect">
                                  <p:stCondLst>
                                    <p:cond delay="0"/>
                                  </p:stCondLst>
                                  <p:childTnLst>
                                    <p:set>
                                      <p:cBhvr>
                                        <p:cTn id="10" dur="1" fill="hold">
                                          <p:stCondLst>
                                            <p:cond delay="0"/>
                                          </p:stCondLst>
                                        </p:cTn>
                                        <p:tgtEl>
                                          <p:spTgt spid="443496"/>
                                        </p:tgtEl>
                                        <p:attrNameLst>
                                          <p:attrName>style.visibility</p:attrName>
                                        </p:attrNameLst>
                                      </p:cBhvr>
                                      <p:to>
                                        <p:strVal val="visible"/>
                                      </p:to>
                                    </p:set>
                                    <p:animEffect transition="in" filter="strips(downRight)">
                                      <p:cBhvr>
                                        <p:cTn id="11" dur="500"/>
                                        <p:tgtEl>
                                          <p:spTgt spid="443496"/>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443415"/>
                                        </p:tgtEl>
                                        <p:attrNameLst>
                                          <p:attrName>style.visibility</p:attrName>
                                        </p:attrNameLst>
                                      </p:cBhvr>
                                      <p:to>
                                        <p:strVal val="visible"/>
                                      </p:to>
                                    </p:set>
                                    <p:animEffect transition="in" filter="strips(downRight)">
                                      <p:cBhvr>
                                        <p:cTn id="16" dur="500"/>
                                        <p:tgtEl>
                                          <p:spTgt spid="443415"/>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443416"/>
                                        </p:tgtEl>
                                        <p:attrNameLst>
                                          <p:attrName>style.visibility</p:attrName>
                                        </p:attrNameLst>
                                      </p:cBhvr>
                                      <p:to>
                                        <p:strVal val="visible"/>
                                      </p:to>
                                    </p:set>
                                    <p:animEffect transition="in" filter="strips(downRight)">
                                      <p:cBhvr>
                                        <p:cTn id="21" dur="500"/>
                                        <p:tgtEl>
                                          <p:spTgt spid="443416"/>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443417"/>
                                        </p:tgtEl>
                                        <p:attrNameLst>
                                          <p:attrName>style.visibility</p:attrName>
                                        </p:attrNameLst>
                                      </p:cBhvr>
                                      <p:to>
                                        <p:strVal val="visible"/>
                                      </p:to>
                                    </p:set>
                                    <p:animEffect transition="in" filter="strips(downRight)">
                                      <p:cBhvr>
                                        <p:cTn id="26" dur="500"/>
                                        <p:tgtEl>
                                          <p:spTgt spid="443417"/>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443418"/>
                                        </p:tgtEl>
                                        <p:attrNameLst>
                                          <p:attrName>style.visibility</p:attrName>
                                        </p:attrNameLst>
                                      </p:cBhvr>
                                      <p:to>
                                        <p:strVal val="visible"/>
                                      </p:to>
                                    </p:set>
                                    <p:animEffect transition="in" filter="strips(downRight)">
                                      <p:cBhvr>
                                        <p:cTn id="31" dur="500"/>
                                        <p:tgtEl>
                                          <p:spTgt spid="443418"/>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443419"/>
                                        </p:tgtEl>
                                        <p:attrNameLst>
                                          <p:attrName>style.visibility</p:attrName>
                                        </p:attrNameLst>
                                      </p:cBhvr>
                                      <p:to>
                                        <p:strVal val="visible"/>
                                      </p:to>
                                    </p:set>
                                    <p:animEffect transition="in" filter="strips(downRight)">
                                      <p:cBhvr>
                                        <p:cTn id="36" dur="500"/>
                                        <p:tgtEl>
                                          <p:spTgt spid="443419"/>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443420"/>
                                        </p:tgtEl>
                                        <p:attrNameLst>
                                          <p:attrName>style.visibility</p:attrName>
                                        </p:attrNameLst>
                                      </p:cBhvr>
                                      <p:to>
                                        <p:strVal val="visible"/>
                                      </p:to>
                                    </p:set>
                                    <p:animEffect transition="in" filter="strips(downRight)">
                                      <p:cBhvr>
                                        <p:cTn id="41" dur="500"/>
                                        <p:tgtEl>
                                          <p:spTgt spid="443420"/>
                                        </p:tgtEl>
                                      </p:cBhvr>
                                    </p:animEffect>
                                  </p:childTnLst>
                                </p:cTn>
                              </p:par>
                            </p:childTnLst>
                          </p:cTn>
                        </p:par>
                        <p:par>
                          <p:cTn id="42" fill="hold">
                            <p:stCondLst>
                              <p:cond delay="500"/>
                            </p:stCondLst>
                            <p:childTnLst>
                              <p:par>
                                <p:cTn id="43" presetID="4" presetClass="entr" presetSubtype="16" fill="hold" nodeType="afterEffect">
                                  <p:stCondLst>
                                    <p:cond delay="0"/>
                                  </p:stCondLst>
                                  <p:childTnLst>
                                    <p:set>
                                      <p:cBhvr>
                                        <p:cTn id="44" dur="1" fill="hold">
                                          <p:stCondLst>
                                            <p:cond delay="0"/>
                                          </p:stCondLst>
                                        </p:cTn>
                                        <p:tgtEl>
                                          <p:spTgt spid="443396"/>
                                        </p:tgtEl>
                                        <p:attrNameLst>
                                          <p:attrName>style.visibility</p:attrName>
                                        </p:attrNameLst>
                                      </p:cBhvr>
                                      <p:to>
                                        <p:strVal val="visible"/>
                                      </p:to>
                                    </p:set>
                                    <p:animEffect transition="in" filter="box(in)">
                                      <p:cBhvr>
                                        <p:cTn id="45" dur="500"/>
                                        <p:tgtEl>
                                          <p:spTgt spid="443396"/>
                                        </p:tgtEl>
                                      </p:cBhvr>
                                    </p:animEffect>
                                  </p:childTnLst>
                                </p:cTn>
                              </p:par>
                            </p:childTnLst>
                          </p:cTn>
                        </p:par>
                        <p:par>
                          <p:cTn id="46" fill="hold">
                            <p:stCondLst>
                              <p:cond delay="1000"/>
                            </p:stCondLst>
                            <p:childTnLst>
                              <p:par>
                                <p:cTn id="47" presetID="4" presetClass="entr" presetSubtype="16" fill="hold" nodeType="afterEffect">
                                  <p:stCondLst>
                                    <p:cond delay="0"/>
                                  </p:stCondLst>
                                  <p:childTnLst>
                                    <p:set>
                                      <p:cBhvr>
                                        <p:cTn id="48" dur="1" fill="hold">
                                          <p:stCondLst>
                                            <p:cond delay="0"/>
                                          </p:stCondLst>
                                        </p:cTn>
                                        <p:tgtEl>
                                          <p:spTgt spid="443394"/>
                                        </p:tgtEl>
                                        <p:attrNameLst>
                                          <p:attrName>style.visibility</p:attrName>
                                        </p:attrNameLst>
                                      </p:cBhvr>
                                      <p:to>
                                        <p:strVal val="visible"/>
                                      </p:to>
                                    </p:set>
                                    <p:animEffect transition="in" filter="box(in)">
                                      <p:cBhvr>
                                        <p:cTn id="49" dur="500"/>
                                        <p:tgtEl>
                                          <p:spTgt spid="443394"/>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443507"/>
                                        </p:tgtEl>
                                        <p:attrNameLst>
                                          <p:attrName>style.visibility</p:attrName>
                                        </p:attrNameLst>
                                      </p:cBhvr>
                                      <p:to>
                                        <p:strVal val="visible"/>
                                      </p:to>
                                    </p:set>
                                    <p:animEffect transition="in" filter="strips(downRight)">
                                      <p:cBhvr>
                                        <p:cTn id="54" dur="500"/>
                                        <p:tgtEl>
                                          <p:spTgt spid="443507"/>
                                        </p:tgtEl>
                                      </p:cBhvr>
                                    </p:animEffect>
                                  </p:child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45" presetClass="entr" presetSubtype="0" fill="hold" nodeType="clickEffect">
                                  <p:stCondLst>
                                    <p:cond delay="0"/>
                                  </p:stCondLst>
                                  <p:childTnLst>
                                    <p:set>
                                      <p:cBhvr>
                                        <p:cTn id="61" dur="500" fill="hold">
                                          <p:stCondLst>
                                            <p:cond delay="0"/>
                                          </p:stCondLst>
                                        </p:cTn>
                                        <p:tgtEl>
                                          <p:spTgt spid="10"/>
                                        </p:tgtEl>
                                        <p:attrNameLst>
                                          <p:attrName>style.visibility</p:attrName>
                                        </p:attrNameLst>
                                      </p:cBhvr>
                                      <p:to>
                                        <p:strVal val="visible"/>
                                      </p:to>
                                    </p:set>
                                    <p:animEffect transition="in" filter="fade">
                                      <p:cBhvr>
                                        <p:cTn id="62" dur="500"/>
                                        <p:tgtEl>
                                          <p:spTgt spid="10"/>
                                        </p:tgtEl>
                                      </p:cBhvr>
                                    </p:animEffect>
                                    <p:anim calcmode="lin" valueType="num">
                                      <p:cBhvr>
                                        <p:cTn id="63" dur="500" fill="hold"/>
                                        <p:tgtEl>
                                          <p:spTgt spid="10"/>
                                        </p:tgtEl>
                                        <p:attrNameLst>
                                          <p:attrName>ppt_w</p:attrName>
                                        </p:attrNameLst>
                                      </p:cBhvr>
                                      <p:tavLst>
                                        <p:tav tm="0" fmla="#ppt_w*sin(2.5*pi*$)">
                                          <p:val>
                                            <p:fltVal val="0"/>
                                          </p:val>
                                        </p:tav>
                                        <p:tav tm="100000">
                                          <p:val>
                                            <p:fltVal val="1"/>
                                          </p:val>
                                        </p:tav>
                                      </p:tavLst>
                                    </p:anim>
                                    <p:anim calcmode="lin" valueType="num">
                                      <p:cBhvr>
                                        <p:cTn id="64"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nodeType="clickEffect">
                                  <p:stCondLst>
                                    <p:cond delay="0"/>
                                  </p:stCondLst>
                                  <p:childTnLst>
                                    <p:set>
                                      <p:cBhvr>
                                        <p:cTn id="68" dur="1" fill="hold">
                                          <p:stCondLst>
                                            <p:cond delay="0"/>
                                          </p:stCondLst>
                                        </p:cTn>
                                        <p:tgtEl>
                                          <p:spTgt spid="443421"/>
                                        </p:tgtEl>
                                        <p:attrNameLst>
                                          <p:attrName>style.visibility</p:attrName>
                                        </p:attrNameLst>
                                      </p:cBhvr>
                                      <p:to>
                                        <p:strVal val="visible"/>
                                      </p:to>
                                    </p:set>
                                    <p:animEffect transition="in" filter="checkerboard(across)">
                                      <p:cBhvr>
                                        <p:cTn id="69" dur="500"/>
                                        <p:tgtEl>
                                          <p:spTgt spid="443421"/>
                                        </p:tgtEl>
                                      </p:cBhvr>
                                    </p:animEffect>
                                  </p:childTnLst>
                                </p:cTn>
                              </p:par>
                            </p:childTnLst>
                          </p:cTn>
                        </p:par>
                        <p:par>
                          <p:cTn id="70" fill="hold">
                            <p:stCondLst>
                              <p:cond delay="500"/>
                            </p:stCondLst>
                            <p:childTnLst>
                              <p:par>
                                <p:cTn id="71" presetID="4" presetClass="entr" presetSubtype="16" fill="hold" nodeType="afterEffect">
                                  <p:stCondLst>
                                    <p:cond delay="0"/>
                                  </p:stCondLst>
                                  <p:childTnLst>
                                    <p:set>
                                      <p:cBhvr>
                                        <p:cTn id="72" dur="1" fill="hold">
                                          <p:stCondLst>
                                            <p:cond delay="0"/>
                                          </p:stCondLst>
                                        </p:cTn>
                                        <p:tgtEl>
                                          <p:spTgt spid="443399"/>
                                        </p:tgtEl>
                                        <p:attrNameLst>
                                          <p:attrName>style.visibility</p:attrName>
                                        </p:attrNameLst>
                                      </p:cBhvr>
                                      <p:to>
                                        <p:strVal val="visible"/>
                                      </p:to>
                                    </p:set>
                                    <p:animEffect transition="in" filter="box(in)">
                                      <p:cBhvr>
                                        <p:cTn id="73" dur="500"/>
                                        <p:tgtEl>
                                          <p:spTgt spid="443399"/>
                                        </p:tgtEl>
                                      </p:cBhvr>
                                    </p:animEffect>
                                  </p:childTnLst>
                                </p:cTn>
                              </p:par>
                            </p:childTnLst>
                          </p:cTn>
                        </p:par>
                        <p:par>
                          <p:cTn id="74" fill="hold">
                            <p:stCondLst>
                              <p:cond delay="1000"/>
                            </p:stCondLst>
                            <p:childTnLst>
                              <p:par>
                                <p:cTn id="75" presetID="4" presetClass="entr" presetSubtype="16" fill="hold" nodeType="afterEffect">
                                  <p:stCondLst>
                                    <p:cond delay="0"/>
                                  </p:stCondLst>
                                  <p:childTnLst>
                                    <p:set>
                                      <p:cBhvr>
                                        <p:cTn id="76" dur="1" fill="hold">
                                          <p:stCondLst>
                                            <p:cond delay="0"/>
                                          </p:stCondLst>
                                        </p:cTn>
                                        <p:tgtEl>
                                          <p:spTgt spid="443397"/>
                                        </p:tgtEl>
                                        <p:attrNameLst>
                                          <p:attrName>style.visibility</p:attrName>
                                        </p:attrNameLst>
                                      </p:cBhvr>
                                      <p:to>
                                        <p:strVal val="visible"/>
                                      </p:to>
                                    </p:set>
                                    <p:animEffect transition="in" filter="box(in)">
                                      <p:cBhvr>
                                        <p:cTn id="77" dur="500"/>
                                        <p:tgtEl>
                                          <p:spTgt spid="443397"/>
                                        </p:tgtEl>
                                      </p:cBhvr>
                                    </p:animEffect>
                                  </p:childTnLst>
                                </p:cTn>
                              </p:par>
                            </p:childTnLst>
                          </p:cTn>
                        </p:par>
                        <p:par>
                          <p:cTn id="78" fill="hold">
                            <p:stCondLst>
                              <p:cond delay="1500"/>
                            </p:stCondLst>
                            <p:childTnLst>
                              <p:par>
                                <p:cTn id="79" presetID="1" presetClass="entr" presetSubtype="0" fill="hold" grpId="0" nodeType="after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415" grpId="0"/>
      <p:bldP spid="443416" grpId="0"/>
      <p:bldP spid="443417" grpId="0"/>
      <p:bldP spid="443418" grpId="0"/>
      <p:bldP spid="443419" grpId="0"/>
      <p:bldP spid="443420" grpId="0"/>
      <p:bldP spid="17" grpId="0"/>
      <p:bldP spid="1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0" y="60960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226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2.6.2 </a:t>
            </a:r>
            <a:r>
              <a:rPr lang="zh-CN" altLang="en-US" sz="2800" i="0" dirty="0">
                <a:solidFill>
                  <a:srgbClr val="0070C0"/>
                </a:solidFill>
                <a:latin typeface="黑体" panose="02010609060101010101" pitchFamily="49" charset="-122"/>
                <a:ea typeface="黑体" panose="02010609060101010101" pitchFamily="49" charset="-122"/>
              </a:rPr>
              <a:t>逻辑函数的卡诺图表示法</a:t>
            </a:r>
            <a:endParaRPr lang="zh-CN" altLang="en-US" sz="2800" i="0" dirty="0">
              <a:solidFill>
                <a:srgbClr val="0070C0"/>
              </a:solidFill>
              <a:latin typeface="黑体" panose="02010609060101010101" pitchFamily="49" charset="-122"/>
              <a:ea typeface="黑体" panose="02010609060101010101" pitchFamily="49" charset="-122"/>
            </a:endParaRPr>
          </a:p>
        </p:txBody>
      </p:sp>
      <p:grpSp>
        <p:nvGrpSpPr>
          <p:cNvPr id="10" name="组合 9"/>
          <p:cNvGrpSpPr/>
          <p:nvPr/>
        </p:nvGrpSpPr>
        <p:grpSpPr>
          <a:xfrm>
            <a:off x="524510" y="1736090"/>
            <a:ext cx="8040370" cy="1582420"/>
            <a:chOff x="826" y="2734"/>
            <a:chExt cx="12662" cy="2492"/>
          </a:xfrm>
        </p:grpSpPr>
        <p:sp>
          <p:nvSpPr>
            <p:cNvPr id="15" name="Rectangle 3"/>
            <p:cNvSpPr>
              <a:spLocks noGrp="1"/>
            </p:cNvSpPr>
            <p:nvPr/>
          </p:nvSpPr>
          <p:spPr>
            <a:xfrm>
              <a:off x="826" y="2734"/>
              <a:ext cx="12663" cy="2493"/>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用卡诺图来表示逻辑函数时，首先需要将逻辑函数化成最小项之和的形式。其次，若逻辑函数中包含</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个最小项就在卡诺图中对应的</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个位置填入1，其他位置均填入0。</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217"/>
            <p:cNvGraphicFramePr>
              <a:graphicFrameLocks noChangeAspect="1"/>
            </p:cNvGraphicFramePr>
            <p:nvPr/>
          </p:nvGraphicFramePr>
          <p:xfrm>
            <a:off x="10876" y="3688"/>
            <a:ext cx="460" cy="419"/>
          </p:xfrm>
          <a:graphic>
            <a:graphicData uri="http://schemas.openxmlformats.org/presentationml/2006/ole">
              <mc:AlternateContent xmlns:mc="http://schemas.openxmlformats.org/markup-compatibility/2006">
                <mc:Choice xmlns:v="urn:schemas-microsoft-com:vml" Requires="v">
                  <p:oleObj spid="_x0000_s6" name="" r:id="rId1" imgW="139700" imgH="127000" progId="Equation.DSMT4">
                    <p:embed/>
                  </p:oleObj>
                </mc:Choice>
                <mc:Fallback>
                  <p:oleObj name="" r:id="rId1" imgW="139700" imgH="127000" progId="Equation.DSMT4">
                    <p:embed/>
                    <p:pic>
                      <p:nvPicPr>
                        <p:cNvPr id="0" name="图片 5"/>
                        <p:cNvPicPr/>
                        <p:nvPr/>
                      </p:nvPicPr>
                      <p:blipFill>
                        <a:blip r:embed="rId2"/>
                        <a:stretch>
                          <a:fillRect/>
                        </a:stretch>
                      </p:blipFill>
                      <p:spPr>
                        <a:xfrm>
                          <a:off x="10876" y="3688"/>
                          <a:ext cx="460" cy="419"/>
                        </a:xfrm>
                        <a:prstGeom prst="rect">
                          <a:avLst/>
                        </a:prstGeom>
                        <a:noFill/>
                        <a:ln w="38100">
                          <a:noFill/>
                          <a:miter/>
                        </a:ln>
                      </p:spPr>
                    </p:pic>
                  </p:oleObj>
                </mc:Fallback>
              </mc:AlternateContent>
            </a:graphicData>
          </a:graphic>
        </p:graphicFrame>
        <p:graphicFrame>
          <p:nvGraphicFramePr>
            <p:cNvPr id="8" name="对象 -2147482217"/>
            <p:cNvGraphicFramePr>
              <a:graphicFrameLocks noChangeAspect="1"/>
            </p:cNvGraphicFramePr>
            <p:nvPr/>
          </p:nvGraphicFramePr>
          <p:xfrm>
            <a:off x="5400" y="4396"/>
            <a:ext cx="460" cy="419"/>
          </p:xfrm>
          <a:graphic>
            <a:graphicData uri="http://schemas.openxmlformats.org/presentationml/2006/ole">
              <mc:AlternateContent xmlns:mc="http://schemas.openxmlformats.org/markup-compatibility/2006">
                <mc:Choice xmlns:v="urn:schemas-microsoft-com:vml" Requires="v">
                  <p:oleObj spid="_x0000_s9" name="" r:id="rId3" imgW="139700" imgH="127000" progId="Equation.DSMT4">
                    <p:embed/>
                  </p:oleObj>
                </mc:Choice>
                <mc:Fallback>
                  <p:oleObj name="" r:id="rId3" imgW="139700" imgH="127000" progId="Equation.DSMT4">
                    <p:embed/>
                    <p:pic>
                      <p:nvPicPr>
                        <p:cNvPr id="0" name="图片 5"/>
                        <p:cNvPicPr/>
                        <p:nvPr/>
                      </p:nvPicPr>
                      <p:blipFill>
                        <a:blip r:embed="rId2"/>
                        <a:stretch>
                          <a:fillRect/>
                        </a:stretch>
                      </p:blipFill>
                      <p:spPr>
                        <a:xfrm>
                          <a:off x="5400" y="4396"/>
                          <a:ext cx="460" cy="419"/>
                        </a:xfrm>
                        <a:prstGeom prst="rect">
                          <a:avLst/>
                        </a:prstGeom>
                        <a:noFill/>
                        <a:ln w="38100">
                          <a:noFill/>
                          <a:miter/>
                        </a:ln>
                      </p:spPr>
                    </p:pic>
                  </p:oleObj>
                </mc:Fallback>
              </mc:AlternateContent>
            </a:graphicData>
          </a:graphic>
        </p:graphicFrame>
      </p:grpSp>
      <p:grpSp>
        <p:nvGrpSpPr>
          <p:cNvPr id="26" name="组合 25"/>
          <p:cNvGrpSpPr/>
          <p:nvPr/>
        </p:nvGrpSpPr>
        <p:grpSpPr>
          <a:xfrm>
            <a:off x="304800" y="3124200"/>
            <a:ext cx="8284210" cy="565150"/>
            <a:chOff x="480" y="4920"/>
            <a:chExt cx="13046" cy="890"/>
          </a:xfrm>
        </p:grpSpPr>
        <p:sp>
          <p:nvSpPr>
            <p:cNvPr id="14" name="Rectangle 3"/>
            <p:cNvSpPr>
              <a:spLocks noGrp="1"/>
            </p:cNvSpPr>
            <p:nvPr/>
          </p:nvSpPr>
          <p:spPr>
            <a:xfrm>
              <a:off x="480" y="4920"/>
              <a:ext cx="13046" cy="8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【例2-23】用卡诺图表示</a:t>
              </a:r>
              <a:r>
                <a:rPr lang="en-US"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a:t>
              </a:r>
              <a:endParaRPr sz="2400" b="1" kern="1200" dirty="0">
                <a:solidFill>
                  <a:srgbClr val="000066"/>
                </a:solidFill>
                <a:latin typeface="Arial" panose="020B0604020202020204" pitchFamily="34" charset="0"/>
                <a:ea typeface="楷体_GB2312" pitchFamily="49" charset="-122"/>
              </a:endParaRPr>
            </a:p>
          </p:txBody>
        </p:sp>
        <p:graphicFrame>
          <p:nvGraphicFramePr>
            <p:cNvPr id="3" name="对象 -2147482216"/>
            <p:cNvGraphicFramePr>
              <a:graphicFrameLocks noChangeAspect="1"/>
            </p:cNvGraphicFramePr>
            <p:nvPr/>
          </p:nvGraphicFramePr>
          <p:xfrm>
            <a:off x="7004" y="4996"/>
            <a:ext cx="5793" cy="746"/>
          </p:xfrm>
          <a:graphic>
            <a:graphicData uri="http://schemas.openxmlformats.org/presentationml/2006/ole">
              <mc:AlternateContent xmlns:mc="http://schemas.openxmlformats.org/markup-compatibility/2006">
                <mc:Choice xmlns:v="urn:schemas-microsoft-com:vml" Requires="v">
                  <p:oleObj spid="_x0000_s17" name="" r:id="rId4" imgW="1674495" imgH="215900" progId="Equation.DSMT4">
                    <p:embed/>
                  </p:oleObj>
                </mc:Choice>
                <mc:Fallback>
                  <p:oleObj name="" r:id="rId4" imgW="1674495" imgH="215900" progId="Equation.DSMT4">
                    <p:embed/>
                    <p:pic>
                      <p:nvPicPr>
                        <p:cNvPr id="0" name="图片 16"/>
                        <p:cNvPicPr/>
                        <p:nvPr/>
                      </p:nvPicPr>
                      <p:blipFill>
                        <a:blip r:embed="rId5"/>
                        <a:stretch>
                          <a:fillRect/>
                        </a:stretch>
                      </p:blipFill>
                      <p:spPr>
                        <a:xfrm>
                          <a:off x="7004" y="4996"/>
                          <a:ext cx="5793" cy="746"/>
                        </a:xfrm>
                        <a:prstGeom prst="rect">
                          <a:avLst/>
                        </a:prstGeom>
                        <a:noFill/>
                        <a:ln w="38100">
                          <a:noFill/>
                          <a:miter/>
                        </a:ln>
                      </p:spPr>
                    </p:pic>
                  </p:oleObj>
                </mc:Fallback>
              </mc:AlternateContent>
            </a:graphicData>
          </a:graphic>
        </p:graphicFrame>
      </p:grpSp>
      <p:grpSp>
        <p:nvGrpSpPr>
          <p:cNvPr id="27" name="组合 26"/>
          <p:cNvGrpSpPr/>
          <p:nvPr/>
        </p:nvGrpSpPr>
        <p:grpSpPr>
          <a:xfrm>
            <a:off x="304800" y="3581400"/>
            <a:ext cx="7174230" cy="565150"/>
            <a:chOff x="480" y="5640"/>
            <a:chExt cx="11298" cy="890"/>
          </a:xfrm>
        </p:grpSpPr>
        <p:sp>
          <p:nvSpPr>
            <p:cNvPr id="18" name="Rectangle 3"/>
            <p:cNvSpPr>
              <a:spLocks noGrp="1"/>
            </p:cNvSpPr>
            <p:nvPr/>
          </p:nvSpPr>
          <p:spPr>
            <a:xfrm>
              <a:off x="480" y="5640"/>
              <a:ext cx="2381" cy="8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解：</a:t>
              </a:r>
              <a:r>
                <a:rPr lang="en-US" sz="2400" b="1" kern="1200" dirty="0">
                  <a:solidFill>
                    <a:srgbClr val="000066"/>
                  </a:solidFill>
                  <a:latin typeface="Arial" panose="020B0604020202020204" pitchFamily="34" charset="0"/>
                  <a:ea typeface="楷体_GB2312" pitchFamily="49" charset="-122"/>
                </a:rPr>
                <a:t>                                          </a:t>
              </a:r>
              <a:endParaRPr sz="2400" b="1" kern="1200" dirty="0">
                <a:solidFill>
                  <a:srgbClr val="000066"/>
                </a:solidFill>
                <a:latin typeface="Arial" panose="020B0604020202020204" pitchFamily="34" charset="0"/>
                <a:ea typeface="楷体_GB2312" pitchFamily="49" charset="-122"/>
              </a:endParaRPr>
            </a:p>
          </p:txBody>
        </p:sp>
        <p:graphicFrame>
          <p:nvGraphicFramePr>
            <p:cNvPr id="4" name="对象 -2147482232"/>
            <p:cNvGraphicFramePr>
              <a:graphicFrameLocks noChangeAspect="1"/>
            </p:cNvGraphicFramePr>
            <p:nvPr/>
          </p:nvGraphicFramePr>
          <p:xfrm>
            <a:off x="2640" y="5760"/>
            <a:ext cx="9138" cy="703"/>
          </p:xfrm>
          <a:graphic>
            <a:graphicData uri="http://schemas.openxmlformats.org/presentationml/2006/ole">
              <mc:AlternateContent xmlns:mc="http://schemas.openxmlformats.org/markup-compatibility/2006">
                <mc:Choice xmlns:v="urn:schemas-microsoft-com:vml" Requires="v">
                  <p:oleObj spid="_x0000_s19" name="" r:id="rId6" imgW="2802890" imgH="215900" progId="Equation.DSMT4">
                    <p:embed/>
                  </p:oleObj>
                </mc:Choice>
                <mc:Fallback>
                  <p:oleObj name="" r:id="rId6" imgW="2802890" imgH="215900" progId="Equation.DSMT4">
                    <p:embed/>
                    <p:pic>
                      <p:nvPicPr>
                        <p:cNvPr id="0" name="图片 18"/>
                        <p:cNvPicPr/>
                        <p:nvPr/>
                      </p:nvPicPr>
                      <p:blipFill>
                        <a:blip r:embed="rId7"/>
                        <a:stretch>
                          <a:fillRect/>
                        </a:stretch>
                      </p:blipFill>
                      <p:spPr>
                        <a:xfrm>
                          <a:off x="2640" y="5760"/>
                          <a:ext cx="9138" cy="703"/>
                        </a:xfrm>
                        <a:prstGeom prst="rect">
                          <a:avLst/>
                        </a:prstGeom>
                        <a:noFill/>
                        <a:ln w="38100">
                          <a:noFill/>
                          <a:miter/>
                        </a:ln>
                      </p:spPr>
                    </p:pic>
                  </p:oleObj>
                </mc:Fallback>
              </mc:AlternateContent>
            </a:graphicData>
          </a:graphic>
        </p:graphicFrame>
      </p:grpSp>
      <p:graphicFrame>
        <p:nvGraphicFramePr>
          <p:cNvPr id="5" name="对象 -2147482231"/>
          <p:cNvGraphicFramePr>
            <a:graphicFrameLocks noChangeAspect="1"/>
          </p:cNvGraphicFramePr>
          <p:nvPr/>
        </p:nvGraphicFramePr>
        <p:xfrm>
          <a:off x="1676400" y="4038600"/>
          <a:ext cx="5165090" cy="403225"/>
        </p:xfrm>
        <a:graphic>
          <a:graphicData uri="http://schemas.openxmlformats.org/presentationml/2006/ole">
            <mc:AlternateContent xmlns:mc="http://schemas.openxmlformats.org/markup-compatibility/2006">
              <mc:Choice xmlns:v="urn:schemas-microsoft-com:vml" Requires="v">
                <p:oleObj spid="_x0000_s20" name="" r:id="rId8" imgW="2437130" imgH="190500" progId="Equation.DSMT4">
                  <p:embed/>
                </p:oleObj>
              </mc:Choice>
              <mc:Fallback>
                <p:oleObj name="" r:id="rId8" imgW="2437130" imgH="190500" progId="Equation.DSMT4">
                  <p:embed/>
                  <p:pic>
                    <p:nvPicPr>
                      <p:cNvPr id="0" name="图片 19"/>
                      <p:cNvPicPr/>
                      <p:nvPr/>
                    </p:nvPicPr>
                    <p:blipFill>
                      <a:blip r:embed="rId9"/>
                      <a:stretch>
                        <a:fillRect/>
                      </a:stretch>
                    </p:blipFill>
                    <p:spPr>
                      <a:xfrm>
                        <a:off x="1676400" y="4038600"/>
                        <a:ext cx="5165090" cy="403225"/>
                      </a:xfrm>
                      <a:prstGeom prst="rect">
                        <a:avLst/>
                      </a:prstGeom>
                      <a:noFill/>
                      <a:ln w="38100">
                        <a:noFill/>
                        <a:miter/>
                      </a:ln>
                    </p:spPr>
                  </p:pic>
                </p:oleObj>
              </mc:Fallback>
            </mc:AlternateContent>
          </a:graphicData>
        </a:graphic>
      </p:graphicFrame>
      <p:graphicFrame>
        <p:nvGraphicFramePr>
          <p:cNvPr id="11" name="对象 -2147479974"/>
          <p:cNvGraphicFramePr>
            <a:graphicFrameLocks noChangeAspect="1"/>
          </p:cNvGraphicFramePr>
          <p:nvPr/>
        </p:nvGraphicFramePr>
        <p:xfrm>
          <a:off x="1676400" y="4472305"/>
          <a:ext cx="7253605" cy="411480"/>
        </p:xfrm>
        <a:graphic>
          <a:graphicData uri="http://schemas.openxmlformats.org/presentationml/2006/ole">
            <mc:AlternateContent xmlns:mc="http://schemas.openxmlformats.org/markup-compatibility/2006">
              <mc:Choice xmlns:v="urn:schemas-microsoft-com:vml" Requires="v">
                <p:oleObj spid="_x0000_s21" name="" r:id="rId10" imgW="4033520" imgH="215900" progId="Equation.DSMT4">
                  <p:embed/>
                </p:oleObj>
              </mc:Choice>
              <mc:Fallback>
                <p:oleObj name="" r:id="rId10" imgW="4033520" imgH="215900" progId="Equation.DSMT4">
                  <p:embed/>
                  <p:pic>
                    <p:nvPicPr>
                      <p:cNvPr id="0" name="图片 20"/>
                      <p:cNvPicPr/>
                      <p:nvPr/>
                    </p:nvPicPr>
                    <p:blipFill>
                      <a:blip r:embed="rId11"/>
                      <a:stretch>
                        <a:fillRect/>
                      </a:stretch>
                    </p:blipFill>
                    <p:spPr>
                      <a:xfrm>
                        <a:off x="1676400" y="4472305"/>
                        <a:ext cx="7253605" cy="411480"/>
                      </a:xfrm>
                      <a:prstGeom prst="rect">
                        <a:avLst/>
                      </a:prstGeom>
                      <a:noFill/>
                      <a:ln w="38100">
                        <a:noFill/>
                        <a:miter/>
                      </a:ln>
                    </p:spPr>
                  </p:pic>
                </p:oleObj>
              </mc:Fallback>
            </mc:AlternateContent>
          </a:graphicData>
        </a:graphic>
      </p:graphicFrame>
      <p:graphicFrame>
        <p:nvGraphicFramePr>
          <p:cNvPr id="12" name="对象 -2147482229"/>
          <p:cNvGraphicFramePr>
            <a:graphicFrameLocks noChangeAspect="1"/>
          </p:cNvGraphicFramePr>
          <p:nvPr/>
        </p:nvGraphicFramePr>
        <p:xfrm>
          <a:off x="1676400" y="4953000"/>
          <a:ext cx="7005955" cy="354965"/>
        </p:xfrm>
        <a:graphic>
          <a:graphicData uri="http://schemas.openxmlformats.org/presentationml/2006/ole">
            <mc:AlternateContent xmlns:mc="http://schemas.openxmlformats.org/markup-compatibility/2006">
              <mc:Choice xmlns:v="urn:schemas-microsoft-com:vml" Requires="v">
                <p:oleObj spid="_x0000_s22" name="" r:id="rId12" imgW="3757295" imgH="190500" progId="Equation.DSMT4">
                  <p:embed/>
                </p:oleObj>
              </mc:Choice>
              <mc:Fallback>
                <p:oleObj name="" r:id="rId12" imgW="3757295" imgH="190500" progId="Equation.DSMT4">
                  <p:embed/>
                  <p:pic>
                    <p:nvPicPr>
                      <p:cNvPr id="0" name="图片 21"/>
                      <p:cNvPicPr/>
                      <p:nvPr/>
                    </p:nvPicPr>
                    <p:blipFill>
                      <a:blip r:embed="rId13"/>
                      <a:stretch>
                        <a:fillRect/>
                      </a:stretch>
                    </p:blipFill>
                    <p:spPr>
                      <a:xfrm>
                        <a:off x="1676400" y="4953000"/>
                        <a:ext cx="7005955" cy="354965"/>
                      </a:xfrm>
                      <a:prstGeom prst="rect">
                        <a:avLst/>
                      </a:prstGeom>
                      <a:noFill/>
                      <a:ln w="38100">
                        <a:noFill/>
                        <a:miter/>
                      </a:ln>
                    </p:spPr>
                  </p:pic>
                </p:oleObj>
              </mc:Fallback>
            </mc:AlternateContent>
          </a:graphicData>
        </a:graphic>
      </p:graphicFrame>
      <p:graphicFrame>
        <p:nvGraphicFramePr>
          <p:cNvPr id="13" name="对象 -2147482228"/>
          <p:cNvGraphicFramePr>
            <a:graphicFrameLocks noChangeAspect="1"/>
          </p:cNvGraphicFramePr>
          <p:nvPr/>
        </p:nvGraphicFramePr>
        <p:xfrm>
          <a:off x="1676400" y="5410200"/>
          <a:ext cx="7339965" cy="431800"/>
        </p:xfrm>
        <a:graphic>
          <a:graphicData uri="http://schemas.openxmlformats.org/presentationml/2006/ole">
            <mc:AlternateContent xmlns:mc="http://schemas.openxmlformats.org/markup-compatibility/2006">
              <mc:Choice xmlns:v="urn:schemas-microsoft-com:vml" Requires="v">
                <p:oleObj spid="_x0000_s23" name="" r:id="rId14" imgW="3665220" imgH="215900" progId="Equation.DSMT4">
                  <p:embed/>
                </p:oleObj>
              </mc:Choice>
              <mc:Fallback>
                <p:oleObj name="" r:id="rId14" imgW="3665220" imgH="215900" progId="Equation.DSMT4">
                  <p:embed/>
                  <p:pic>
                    <p:nvPicPr>
                      <p:cNvPr id="0" name="图片 22"/>
                      <p:cNvPicPr/>
                      <p:nvPr/>
                    </p:nvPicPr>
                    <p:blipFill>
                      <a:blip r:embed="rId15"/>
                      <a:stretch>
                        <a:fillRect/>
                      </a:stretch>
                    </p:blipFill>
                    <p:spPr>
                      <a:xfrm>
                        <a:off x="1676400" y="5410200"/>
                        <a:ext cx="7339965" cy="431800"/>
                      </a:xfrm>
                      <a:prstGeom prst="rect">
                        <a:avLst/>
                      </a:prstGeom>
                      <a:noFill/>
                      <a:ln w="38100">
                        <a:noFill/>
                        <a:miter/>
                      </a:ln>
                    </p:spPr>
                  </p:pic>
                </p:oleObj>
              </mc:Fallback>
            </mc:AlternateContent>
          </a:graphicData>
        </a:graphic>
      </p:graphicFrame>
      <p:grpSp>
        <p:nvGrpSpPr>
          <p:cNvPr id="25" name="组合 24"/>
          <p:cNvGrpSpPr/>
          <p:nvPr/>
        </p:nvGrpSpPr>
        <p:grpSpPr>
          <a:xfrm>
            <a:off x="838200" y="3581400"/>
            <a:ext cx="8105140" cy="3092450"/>
            <a:chOff x="1560" y="5640"/>
            <a:chExt cx="12764" cy="4870"/>
          </a:xfrm>
        </p:grpSpPr>
        <p:pic>
          <p:nvPicPr>
            <p:cNvPr id="9219" name="图片 2656"/>
            <p:cNvPicPr>
              <a:picLocks noChangeAspect="1"/>
            </p:cNvPicPr>
            <p:nvPr/>
          </p:nvPicPr>
          <p:blipFill>
            <a:blip r:embed="rId16"/>
            <a:stretch>
              <a:fillRect/>
            </a:stretch>
          </p:blipFill>
          <p:spPr>
            <a:xfrm>
              <a:off x="1560" y="5760"/>
              <a:ext cx="8119" cy="4750"/>
            </a:xfrm>
            <a:prstGeom prst="rect">
              <a:avLst/>
            </a:prstGeom>
            <a:noFill/>
            <a:ln>
              <a:noFill/>
            </a:ln>
          </p:spPr>
        </p:pic>
        <p:sp>
          <p:nvSpPr>
            <p:cNvPr id="24" name="文本框 23"/>
            <p:cNvSpPr txBox="1"/>
            <p:nvPr/>
          </p:nvSpPr>
          <p:spPr>
            <a:xfrm>
              <a:off x="9662" y="5640"/>
              <a:ext cx="4663" cy="2761"/>
            </a:xfrm>
            <a:prstGeom prst="rect">
              <a:avLst/>
            </a:prstGeom>
            <a:solidFill>
              <a:schemeClr val="bg1"/>
            </a:solidFill>
          </p:spPr>
          <p:txBody>
            <a:bodyPr wrap="square" rtlCol="0">
              <a:spAutoFit/>
            </a:bodyPr>
            <a:p>
              <a:endParaRPr lang="zh-CN" altLang="en-US"/>
            </a:p>
            <a:p>
              <a:endParaRPr lang="zh-CN" altLang="en-US"/>
            </a:p>
            <a:p>
              <a:endParaRPr lang="zh-CN" altLang="en-US"/>
            </a:p>
            <a:p>
              <a:endParaRPr lang="zh-CN" altLang="en-US"/>
            </a:p>
            <a:p>
              <a:endParaRPr lang="zh-CN" altLang="en-US"/>
            </a:p>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additive="base">
                                        <p:cTn id="12" dur="500" fill="hold"/>
                                        <p:tgtEl>
                                          <p:spTgt spid="27"/>
                                        </p:tgtEl>
                                        <p:attrNameLst>
                                          <p:attrName>ppt_x</p:attrName>
                                        </p:attrNameLst>
                                      </p:cBhvr>
                                      <p:tavLst>
                                        <p:tav tm="0">
                                          <p:val>
                                            <p:strVal val="#ppt_x"/>
                                          </p:val>
                                        </p:tav>
                                        <p:tav tm="100000">
                                          <p:val>
                                            <p:strVal val="#ppt_x"/>
                                          </p:val>
                                        </p:tav>
                                      </p:tavLst>
                                    </p:anim>
                                    <p:anim calcmode="lin" valueType="num">
                                      <p:cBhvr additive="base">
                                        <p:cTn id="1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7"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900" decel="100000" fill="hold"/>
                                        <p:tgtEl>
                                          <p:spTgt spid="12"/>
                                        </p:tgtEl>
                                        <p:attrNameLst>
                                          <p:attrName>ppt_y</p:attrName>
                                        </p:attrNameLst>
                                      </p:cBhvr>
                                      <p:tavLst>
                                        <p:tav tm="0">
                                          <p:val>
                                            <p:strVal val="#ppt_y+1"/>
                                          </p:val>
                                        </p:tav>
                                        <p:tav tm="100000">
                                          <p:val>
                                            <p:strVal val="#ppt_y-.03"/>
                                          </p:val>
                                        </p:tav>
                                      </p:tavLst>
                                    </p:anim>
                                    <p:anim calcmode="lin" valueType="num">
                                      <p:cBhvr>
                                        <p:cTn id="33"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5"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41" dur="1000" fill="hold"/>
                                        <p:tgtEl>
                                          <p:spTgt spid="13"/>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nodeType="clickEffect">
                                  <p:stCondLst>
                                    <p:cond delay="0"/>
                                  </p:stCondLst>
                                  <p:childTnLst>
                                    <p:set>
                                      <p:cBhvr>
                                        <p:cTn id="49" dur="500" fill="hold">
                                          <p:stCondLst>
                                            <p:cond delay="0"/>
                                          </p:stCondLst>
                                        </p:cTn>
                                        <p:tgtEl>
                                          <p:spTgt spid="25"/>
                                        </p:tgtEl>
                                        <p:attrNameLst>
                                          <p:attrName>style.visibility</p:attrName>
                                        </p:attrNameLst>
                                      </p:cBhvr>
                                      <p:to>
                                        <p:strVal val="visible"/>
                                      </p:to>
                                    </p:set>
                                    <p:animEffect transition="in" filter="wheel(1)">
                                      <p:cBhvr>
                                        <p:cTn id="5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676910" y="2040890"/>
            <a:ext cx="7798435" cy="9937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用卡诺图能化简逻辑函数是因为</a:t>
            </a:r>
            <a:r>
              <a:rPr lang="zh-CN" sz="2400" b="1" dirty="0">
                <a:solidFill>
                  <a:srgbClr val="000066"/>
                </a:solidFill>
                <a:latin typeface="Arial" panose="020B0604020202020204" pitchFamily="34" charset="0"/>
                <a:ea typeface="楷体_GB2312" pitchFamily="49" charset="-122"/>
              </a:rPr>
              <a:t>每两个逻辑</a:t>
            </a:r>
            <a:r>
              <a:rPr sz="2400" b="1" dirty="0">
                <a:solidFill>
                  <a:srgbClr val="000066"/>
                </a:solidFill>
                <a:latin typeface="Arial" panose="020B0604020202020204" pitchFamily="34" charset="0"/>
                <a:ea typeface="楷体_GB2312" pitchFamily="49" charset="-122"/>
              </a:rPr>
              <a:t>相邻项可以合并</a:t>
            </a:r>
            <a:r>
              <a:rPr lang="zh-CN" sz="2400" b="1" dirty="0">
                <a:solidFill>
                  <a:srgbClr val="000066"/>
                </a:solidFill>
                <a:latin typeface="Arial" panose="020B0604020202020204" pitchFamily="34" charset="0"/>
                <a:ea typeface="楷体_GB2312" pitchFamily="49" charset="-122"/>
              </a:rPr>
              <a:t>成一项</a:t>
            </a:r>
            <a:r>
              <a:rPr sz="2400" b="1" dirty="0">
                <a:solidFill>
                  <a:srgbClr val="000066"/>
                </a:solidFill>
                <a:latin typeface="Arial" panose="020B0604020202020204" pitchFamily="34" charset="0"/>
                <a:ea typeface="楷体_GB2312" pitchFamily="49" charset="-122"/>
              </a:rPr>
              <a:t>，从而可以消</a:t>
            </a:r>
            <a:r>
              <a:rPr lang="zh-CN" sz="2400" b="1" dirty="0">
                <a:solidFill>
                  <a:srgbClr val="000066"/>
                </a:solidFill>
                <a:latin typeface="Arial" panose="020B0604020202020204" pitchFamily="34" charset="0"/>
                <a:ea typeface="楷体_GB2312" pitchFamily="49" charset="-122"/>
              </a:rPr>
              <a:t>掉一个变量</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351280"/>
            <a:ext cx="5257800"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2.6.3 </a:t>
            </a:r>
            <a:r>
              <a:rPr lang="zh-CN" altLang="en-US" sz="2800" i="0" dirty="0">
                <a:solidFill>
                  <a:srgbClr val="0070C0"/>
                </a:solidFill>
                <a:latin typeface="黑体" panose="02010609060101010101" pitchFamily="49" charset="-122"/>
                <a:ea typeface="黑体" panose="02010609060101010101" pitchFamily="49" charset="-122"/>
              </a:rPr>
              <a:t>用卡诺图化简逻辑函数</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32" name="Rectangle 3"/>
          <p:cNvSpPr>
            <a:spLocks noGrp="1"/>
          </p:cNvSpPr>
          <p:nvPr/>
        </p:nvSpPr>
        <p:spPr>
          <a:xfrm>
            <a:off x="1219200" y="3048000"/>
            <a:ext cx="294513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1. 卡诺图中的相邻性</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9" name="Rectangle 3"/>
          <p:cNvSpPr>
            <a:spLocks noGrp="1"/>
          </p:cNvSpPr>
          <p:nvPr/>
        </p:nvSpPr>
        <p:spPr>
          <a:xfrm>
            <a:off x="609600" y="3657600"/>
            <a:ext cx="7798435" cy="9937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卡诺图中的相邻性包括左右相邻、对边相邻、上下相邻和四个角相邻四种情况。</a:t>
            </a:r>
            <a:endParaRPr sz="2400" b="1"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9" name="组合 8"/>
          <p:cNvGrpSpPr/>
          <p:nvPr/>
        </p:nvGrpSpPr>
        <p:grpSpPr>
          <a:xfrm>
            <a:off x="1295400" y="1219200"/>
            <a:ext cx="6674485" cy="2586990"/>
            <a:chOff x="2400" y="1920"/>
            <a:chExt cx="9258" cy="3710"/>
          </a:xfrm>
        </p:grpSpPr>
        <p:pic>
          <p:nvPicPr>
            <p:cNvPr id="8" name="图片 2657"/>
            <p:cNvPicPr>
              <a:picLocks noChangeAspect="1"/>
            </p:cNvPicPr>
            <p:nvPr/>
          </p:nvPicPr>
          <p:blipFill>
            <a:blip r:embed="rId1"/>
            <a:srcRect t="87611"/>
            <a:stretch>
              <a:fillRect/>
            </a:stretch>
          </p:blipFill>
          <p:spPr>
            <a:xfrm>
              <a:off x="2640" y="5130"/>
              <a:ext cx="9019" cy="500"/>
            </a:xfrm>
            <a:prstGeom prst="rect">
              <a:avLst/>
            </a:prstGeom>
            <a:noFill/>
            <a:ln>
              <a:noFill/>
            </a:ln>
          </p:spPr>
        </p:pic>
        <p:pic>
          <p:nvPicPr>
            <p:cNvPr id="9220" name="图片 2657"/>
            <p:cNvPicPr>
              <a:picLocks noChangeAspect="1"/>
            </p:cNvPicPr>
            <p:nvPr/>
          </p:nvPicPr>
          <p:blipFill>
            <a:blip r:embed="rId1"/>
            <a:srcRect b="16105"/>
            <a:stretch>
              <a:fillRect/>
            </a:stretch>
          </p:blipFill>
          <p:spPr>
            <a:xfrm>
              <a:off x="2400" y="1920"/>
              <a:ext cx="9019" cy="3386"/>
            </a:xfrm>
            <a:prstGeom prst="rect">
              <a:avLst/>
            </a:prstGeom>
            <a:noFill/>
            <a:ln>
              <a:noFill/>
            </a:ln>
          </p:spPr>
        </p:pic>
      </p:grpSp>
      <p:graphicFrame>
        <p:nvGraphicFramePr>
          <p:cNvPr id="2" name="对象 -2147482205"/>
          <p:cNvGraphicFramePr>
            <a:graphicFrameLocks noChangeAspect="1"/>
          </p:cNvGraphicFramePr>
          <p:nvPr/>
        </p:nvGraphicFramePr>
        <p:xfrm>
          <a:off x="4191000" y="3886200"/>
          <a:ext cx="3510915" cy="429260"/>
        </p:xfrm>
        <a:graphic>
          <a:graphicData uri="http://schemas.openxmlformats.org/presentationml/2006/ole">
            <mc:AlternateContent xmlns:mc="http://schemas.openxmlformats.org/markup-compatibility/2006">
              <mc:Choice xmlns:v="urn:schemas-microsoft-com:vml" Requires="v">
                <p:oleObj spid="_x0000_s10" name="" r:id="rId2" imgW="1762760" imgH="215900" progId="Equation.DSMT4">
                  <p:embed/>
                </p:oleObj>
              </mc:Choice>
              <mc:Fallback>
                <p:oleObj name="" r:id="rId2" imgW="1762760" imgH="215900" progId="Equation.DSMT4">
                  <p:embed/>
                  <p:pic>
                    <p:nvPicPr>
                      <p:cNvPr id="0" name="图片 9"/>
                      <p:cNvPicPr/>
                      <p:nvPr/>
                    </p:nvPicPr>
                    <p:blipFill>
                      <a:blip r:embed="rId3"/>
                      <a:stretch>
                        <a:fillRect/>
                      </a:stretch>
                    </p:blipFill>
                    <p:spPr>
                      <a:xfrm>
                        <a:off x="4191000" y="3886200"/>
                        <a:ext cx="3510915" cy="429260"/>
                      </a:xfrm>
                      <a:prstGeom prst="rect">
                        <a:avLst/>
                      </a:prstGeom>
                      <a:noFill/>
                      <a:ln w="38100">
                        <a:noFill/>
                        <a:miter/>
                      </a:ln>
                    </p:spPr>
                  </p:pic>
                </p:oleObj>
              </mc:Fallback>
            </mc:AlternateContent>
          </a:graphicData>
        </a:graphic>
      </p:graphicFrame>
      <p:grpSp>
        <p:nvGrpSpPr>
          <p:cNvPr id="31" name="组合 30"/>
          <p:cNvGrpSpPr/>
          <p:nvPr/>
        </p:nvGrpSpPr>
        <p:grpSpPr>
          <a:xfrm>
            <a:off x="990600" y="3810000"/>
            <a:ext cx="2559050" cy="568960"/>
            <a:chOff x="1560" y="6000"/>
            <a:chExt cx="4030" cy="896"/>
          </a:xfrm>
        </p:grpSpPr>
        <p:sp>
          <p:nvSpPr>
            <p:cNvPr id="28" name="Rectangle 3"/>
            <p:cNvSpPr>
              <a:spLocks noGrp="1"/>
            </p:cNvSpPr>
            <p:nvPr/>
          </p:nvSpPr>
          <p:spPr>
            <a:xfrm>
              <a:off x="1560" y="6000"/>
              <a:ext cx="3957" cy="89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rPr>
                <a:t>左右相邻</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和</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3" name="对象 -2147482215"/>
            <p:cNvGraphicFramePr>
              <a:graphicFrameLocks noChangeAspect="1"/>
            </p:cNvGraphicFramePr>
            <p:nvPr/>
          </p:nvGraphicFramePr>
          <p:xfrm>
            <a:off x="3938" y="6164"/>
            <a:ext cx="537" cy="577"/>
          </p:xfrm>
          <a:graphic>
            <a:graphicData uri="http://schemas.openxmlformats.org/presentationml/2006/ole">
              <mc:AlternateContent xmlns:mc="http://schemas.openxmlformats.org/markup-compatibility/2006">
                <mc:Choice xmlns:v="urn:schemas-microsoft-com:vml" Requires="v">
                  <p:oleObj spid="_x0000_s29" name="" r:id="rId4" imgW="177800" imgH="189865" progId="Equation.DSMT4">
                    <p:embed/>
                  </p:oleObj>
                </mc:Choice>
                <mc:Fallback>
                  <p:oleObj name="" r:id="rId4" imgW="177800" imgH="189865" progId="Equation.DSMT4">
                    <p:embed/>
                    <p:pic>
                      <p:nvPicPr>
                        <p:cNvPr id="0" name="图片 28"/>
                        <p:cNvPicPr/>
                        <p:nvPr/>
                      </p:nvPicPr>
                      <p:blipFill>
                        <a:blip r:embed="rId5"/>
                        <a:stretch>
                          <a:fillRect/>
                        </a:stretch>
                      </p:blipFill>
                      <p:spPr>
                        <a:xfrm>
                          <a:off x="3938" y="6164"/>
                          <a:ext cx="537" cy="577"/>
                        </a:xfrm>
                        <a:prstGeom prst="rect">
                          <a:avLst/>
                        </a:prstGeom>
                        <a:noFill/>
                        <a:ln w="38100">
                          <a:noFill/>
                          <a:miter/>
                        </a:ln>
                      </p:spPr>
                    </p:pic>
                  </p:oleObj>
                </mc:Fallback>
              </mc:AlternateContent>
            </a:graphicData>
          </a:graphic>
        </p:graphicFrame>
        <p:graphicFrame>
          <p:nvGraphicFramePr>
            <p:cNvPr id="4" name="对象 -2147482214"/>
            <p:cNvGraphicFramePr>
              <a:graphicFrameLocks noChangeAspect="1"/>
            </p:cNvGraphicFramePr>
            <p:nvPr/>
          </p:nvGraphicFramePr>
          <p:xfrm>
            <a:off x="5028" y="6130"/>
            <a:ext cx="563" cy="606"/>
          </p:xfrm>
          <a:graphic>
            <a:graphicData uri="http://schemas.openxmlformats.org/presentationml/2006/ole">
              <mc:AlternateContent xmlns:mc="http://schemas.openxmlformats.org/markup-compatibility/2006">
                <mc:Choice xmlns:v="urn:schemas-microsoft-com:vml" Requires="v">
                  <p:oleObj spid="_x0000_s30" name="" r:id="rId6" imgW="177800" imgH="189865" progId="Equation.DSMT4">
                    <p:embed/>
                  </p:oleObj>
                </mc:Choice>
                <mc:Fallback>
                  <p:oleObj name="" r:id="rId6" imgW="177800" imgH="189865" progId="Equation.DSMT4">
                    <p:embed/>
                    <p:pic>
                      <p:nvPicPr>
                        <p:cNvPr id="0" name="图片 29"/>
                        <p:cNvPicPr/>
                        <p:nvPr/>
                      </p:nvPicPr>
                      <p:blipFill>
                        <a:blip r:embed="rId7"/>
                        <a:stretch>
                          <a:fillRect/>
                        </a:stretch>
                      </p:blipFill>
                      <p:spPr>
                        <a:xfrm>
                          <a:off x="5028" y="6130"/>
                          <a:ext cx="563" cy="606"/>
                        </a:xfrm>
                        <a:prstGeom prst="rect">
                          <a:avLst/>
                        </a:prstGeom>
                        <a:noFill/>
                        <a:ln w="38100">
                          <a:noFill/>
                          <a:miter/>
                        </a:ln>
                      </p:spPr>
                    </p:pic>
                  </p:oleObj>
                </mc:Fallback>
              </mc:AlternateContent>
            </a:graphicData>
          </a:graphic>
        </p:graphicFrame>
      </p:grpSp>
      <p:grpSp>
        <p:nvGrpSpPr>
          <p:cNvPr id="48" name="组合 47"/>
          <p:cNvGrpSpPr/>
          <p:nvPr/>
        </p:nvGrpSpPr>
        <p:grpSpPr>
          <a:xfrm>
            <a:off x="985520" y="4297680"/>
            <a:ext cx="2585720" cy="568960"/>
            <a:chOff x="1552" y="6680"/>
            <a:chExt cx="4072" cy="896"/>
          </a:xfrm>
        </p:grpSpPr>
        <p:sp>
          <p:nvSpPr>
            <p:cNvPr id="35" name="Rectangle 3"/>
            <p:cNvSpPr>
              <a:spLocks noGrp="1"/>
            </p:cNvSpPr>
            <p:nvPr/>
          </p:nvSpPr>
          <p:spPr>
            <a:xfrm>
              <a:off x="1552" y="6680"/>
              <a:ext cx="3957" cy="89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对边相邻</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和</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5" name="对象 -2147482213"/>
            <p:cNvGraphicFramePr>
              <a:graphicFrameLocks noChangeAspect="1"/>
            </p:cNvGraphicFramePr>
            <p:nvPr/>
          </p:nvGraphicFramePr>
          <p:xfrm>
            <a:off x="3840" y="6840"/>
            <a:ext cx="537" cy="503"/>
          </p:xfrm>
          <a:graphic>
            <a:graphicData uri="http://schemas.openxmlformats.org/presentationml/2006/ole">
              <mc:AlternateContent xmlns:mc="http://schemas.openxmlformats.org/markup-compatibility/2006">
                <mc:Choice xmlns:v="urn:schemas-microsoft-com:vml" Requires="v">
                  <p:oleObj spid="_x0000_s40" name="" r:id="rId8" imgW="203200" imgH="190500" progId="Equation.DSMT4">
                    <p:embed/>
                  </p:oleObj>
                </mc:Choice>
                <mc:Fallback>
                  <p:oleObj name="" r:id="rId8" imgW="203200" imgH="190500" progId="Equation.DSMT4">
                    <p:embed/>
                    <p:pic>
                      <p:nvPicPr>
                        <p:cNvPr id="0" name="图片 39"/>
                        <p:cNvPicPr/>
                        <p:nvPr/>
                      </p:nvPicPr>
                      <p:blipFill>
                        <a:blip r:embed="rId9"/>
                        <a:stretch>
                          <a:fillRect/>
                        </a:stretch>
                      </p:blipFill>
                      <p:spPr>
                        <a:xfrm>
                          <a:off x="3840" y="6840"/>
                          <a:ext cx="537" cy="503"/>
                        </a:xfrm>
                        <a:prstGeom prst="rect">
                          <a:avLst/>
                        </a:prstGeom>
                        <a:noFill/>
                        <a:ln w="38100">
                          <a:noFill/>
                          <a:miter/>
                        </a:ln>
                      </p:spPr>
                    </p:pic>
                  </p:oleObj>
                </mc:Fallback>
              </mc:AlternateContent>
            </a:graphicData>
          </a:graphic>
        </p:graphicFrame>
        <p:graphicFrame>
          <p:nvGraphicFramePr>
            <p:cNvPr id="6" name="对象 -2147482212"/>
            <p:cNvGraphicFramePr>
              <a:graphicFrameLocks noChangeAspect="1"/>
            </p:cNvGraphicFramePr>
            <p:nvPr/>
          </p:nvGraphicFramePr>
          <p:xfrm>
            <a:off x="4996" y="6840"/>
            <a:ext cx="628" cy="589"/>
          </p:xfrm>
          <a:graphic>
            <a:graphicData uri="http://schemas.openxmlformats.org/presentationml/2006/ole">
              <mc:AlternateContent xmlns:mc="http://schemas.openxmlformats.org/markup-compatibility/2006">
                <mc:Choice xmlns:v="urn:schemas-microsoft-com:vml" Requires="v">
                  <p:oleObj spid="_x0000_s41" name="" r:id="rId10" imgW="203200" imgH="190500" progId="Equation.DSMT4">
                    <p:embed/>
                  </p:oleObj>
                </mc:Choice>
                <mc:Fallback>
                  <p:oleObj name="" r:id="rId10" imgW="203200" imgH="190500" progId="Equation.DSMT4">
                    <p:embed/>
                    <p:pic>
                      <p:nvPicPr>
                        <p:cNvPr id="0" name="图片 40"/>
                        <p:cNvPicPr/>
                        <p:nvPr/>
                      </p:nvPicPr>
                      <p:blipFill>
                        <a:blip r:embed="rId11"/>
                        <a:stretch>
                          <a:fillRect/>
                        </a:stretch>
                      </p:blipFill>
                      <p:spPr>
                        <a:xfrm>
                          <a:off x="4996" y="6840"/>
                          <a:ext cx="628" cy="589"/>
                        </a:xfrm>
                        <a:prstGeom prst="rect">
                          <a:avLst/>
                        </a:prstGeom>
                        <a:noFill/>
                        <a:ln w="38100">
                          <a:noFill/>
                          <a:miter/>
                        </a:ln>
                      </p:spPr>
                    </p:pic>
                  </p:oleObj>
                </mc:Fallback>
              </mc:AlternateContent>
            </a:graphicData>
          </a:graphic>
        </p:graphicFrame>
      </p:grpSp>
      <p:graphicFrame>
        <p:nvGraphicFramePr>
          <p:cNvPr id="11" name="对象 -2147482204"/>
          <p:cNvGraphicFramePr>
            <a:graphicFrameLocks noChangeAspect="1"/>
          </p:cNvGraphicFramePr>
          <p:nvPr/>
        </p:nvGraphicFramePr>
        <p:xfrm>
          <a:off x="4191000" y="4343400"/>
          <a:ext cx="3524885" cy="405130"/>
        </p:xfrm>
        <a:graphic>
          <a:graphicData uri="http://schemas.openxmlformats.org/presentationml/2006/ole">
            <mc:AlternateContent xmlns:mc="http://schemas.openxmlformats.org/markup-compatibility/2006">
              <mc:Choice xmlns:v="urn:schemas-microsoft-com:vml" Requires="v">
                <p:oleObj spid="_x0000_s42" name="" r:id="rId12" imgW="1877060" imgH="215900" progId="Equation.DSMT4">
                  <p:embed/>
                </p:oleObj>
              </mc:Choice>
              <mc:Fallback>
                <p:oleObj name="" r:id="rId12" imgW="1877060" imgH="215900" progId="Equation.DSMT4">
                  <p:embed/>
                  <p:pic>
                    <p:nvPicPr>
                      <p:cNvPr id="0" name="图片 41"/>
                      <p:cNvPicPr/>
                      <p:nvPr/>
                    </p:nvPicPr>
                    <p:blipFill>
                      <a:blip r:embed="rId13"/>
                      <a:stretch>
                        <a:fillRect/>
                      </a:stretch>
                    </p:blipFill>
                    <p:spPr>
                      <a:xfrm>
                        <a:off x="4191000" y="4343400"/>
                        <a:ext cx="3524885" cy="405130"/>
                      </a:xfrm>
                      <a:prstGeom prst="rect">
                        <a:avLst/>
                      </a:prstGeom>
                      <a:noFill/>
                      <a:ln w="38100">
                        <a:noFill/>
                        <a:miter/>
                      </a:ln>
                    </p:spPr>
                  </p:pic>
                </p:oleObj>
              </mc:Fallback>
            </mc:AlternateContent>
          </a:graphicData>
        </a:graphic>
      </p:graphicFrame>
      <p:grpSp>
        <p:nvGrpSpPr>
          <p:cNvPr id="47" name="组合 46"/>
          <p:cNvGrpSpPr/>
          <p:nvPr/>
        </p:nvGrpSpPr>
        <p:grpSpPr>
          <a:xfrm>
            <a:off x="994410" y="4771390"/>
            <a:ext cx="2581910" cy="568960"/>
            <a:chOff x="1566" y="7284"/>
            <a:chExt cx="4066" cy="896"/>
          </a:xfrm>
        </p:grpSpPr>
        <p:sp>
          <p:nvSpPr>
            <p:cNvPr id="43" name="Rectangle 3"/>
            <p:cNvSpPr>
              <a:spLocks noGrp="1"/>
            </p:cNvSpPr>
            <p:nvPr/>
          </p:nvSpPr>
          <p:spPr>
            <a:xfrm>
              <a:off x="1566" y="7284"/>
              <a:ext cx="3957" cy="89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sym typeface="+mn-ea"/>
                </a:rPr>
                <a:t>上下</a:t>
              </a:r>
              <a:r>
                <a:rPr sz="2400" b="1" dirty="0">
                  <a:solidFill>
                    <a:srgbClr val="000066"/>
                  </a:solidFill>
                  <a:latin typeface="Arial" panose="020B0604020202020204" pitchFamily="34" charset="0"/>
                  <a:ea typeface="楷体_GB2312" pitchFamily="49" charset="-122"/>
                  <a:sym typeface="+mn-ea"/>
                </a:rPr>
                <a:t>相邻</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和</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12" name="对象 -2147482211"/>
            <p:cNvGraphicFramePr>
              <a:graphicFrameLocks noChangeAspect="1"/>
            </p:cNvGraphicFramePr>
            <p:nvPr/>
          </p:nvGraphicFramePr>
          <p:xfrm>
            <a:off x="3872" y="7440"/>
            <a:ext cx="525" cy="565"/>
          </p:xfrm>
          <a:graphic>
            <a:graphicData uri="http://schemas.openxmlformats.org/presentationml/2006/ole">
              <mc:AlternateContent xmlns:mc="http://schemas.openxmlformats.org/markup-compatibility/2006">
                <mc:Choice xmlns:v="urn:schemas-microsoft-com:vml" Requires="v">
                  <p:oleObj spid="_x0000_s44" name="" r:id="rId14" imgW="177800" imgH="189865" progId="Equation.DSMT4">
                    <p:embed/>
                  </p:oleObj>
                </mc:Choice>
                <mc:Fallback>
                  <p:oleObj name="" r:id="rId14" imgW="177800" imgH="189865" progId="Equation.DSMT4">
                    <p:embed/>
                    <p:pic>
                      <p:nvPicPr>
                        <p:cNvPr id="0" name="图片 43"/>
                        <p:cNvPicPr/>
                        <p:nvPr/>
                      </p:nvPicPr>
                      <p:blipFill>
                        <a:blip r:embed="rId15"/>
                        <a:stretch>
                          <a:fillRect/>
                        </a:stretch>
                      </p:blipFill>
                      <p:spPr>
                        <a:xfrm>
                          <a:off x="3872" y="7440"/>
                          <a:ext cx="525" cy="565"/>
                        </a:xfrm>
                        <a:prstGeom prst="rect">
                          <a:avLst/>
                        </a:prstGeom>
                        <a:noFill/>
                        <a:ln w="38100">
                          <a:noFill/>
                          <a:miter/>
                        </a:ln>
                      </p:spPr>
                    </p:pic>
                  </p:oleObj>
                </mc:Fallback>
              </mc:AlternateContent>
            </a:graphicData>
          </a:graphic>
        </p:graphicFrame>
        <p:graphicFrame>
          <p:nvGraphicFramePr>
            <p:cNvPr id="13" name="对象 -2147482210"/>
            <p:cNvGraphicFramePr>
              <a:graphicFrameLocks noChangeAspect="1"/>
            </p:cNvGraphicFramePr>
            <p:nvPr/>
          </p:nvGraphicFramePr>
          <p:xfrm>
            <a:off x="5008" y="7440"/>
            <a:ext cx="625" cy="587"/>
          </p:xfrm>
          <a:graphic>
            <a:graphicData uri="http://schemas.openxmlformats.org/presentationml/2006/ole">
              <mc:AlternateContent xmlns:mc="http://schemas.openxmlformats.org/markup-compatibility/2006">
                <mc:Choice xmlns:v="urn:schemas-microsoft-com:vml" Requires="v">
                  <p:oleObj spid="_x0000_s45" name="" r:id="rId16" imgW="203200" imgH="190500" progId="Equation.DSMT4">
                    <p:embed/>
                  </p:oleObj>
                </mc:Choice>
                <mc:Fallback>
                  <p:oleObj name="" r:id="rId16" imgW="203200" imgH="190500" progId="Equation.DSMT4">
                    <p:embed/>
                    <p:pic>
                      <p:nvPicPr>
                        <p:cNvPr id="0" name="图片 44"/>
                        <p:cNvPicPr/>
                        <p:nvPr/>
                      </p:nvPicPr>
                      <p:blipFill>
                        <a:blip r:embed="rId17"/>
                        <a:stretch>
                          <a:fillRect/>
                        </a:stretch>
                      </p:blipFill>
                      <p:spPr>
                        <a:xfrm>
                          <a:off x="5008" y="7440"/>
                          <a:ext cx="625" cy="587"/>
                        </a:xfrm>
                        <a:prstGeom prst="rect">
                          <a:avLst/>
                        </a:prstGeom>
                        <a:noFill/>
                        <a:ln w="38100">
                          <a:noFill/>
                          <a:miter/>
                        </a:ln>
                      </p:spPr>
                    </p:pic>
                  </p:oleObj>
                </mc:Fallback>
              </mc:AlternateContent>
            </a:graphicData>
          </a:graphic>
        </p:graphicFrame>
      </p:grpSp>
      <p:graphicFrame>
        <p:nvGraphicFramePr>
          <p:cNvPr id="14" name="对象 -2147482203"/>
          <p:cNvGraphicFramePr>
            <a:graphicFrameLocks noChangeAspect="1"/>
          </p:cNvGraphicFramePr>
          <p:nvPr/>
        </p:nvGraphicFramePr>
        <p:xfrm>
          <a:off x="4191000" y="4800600"/>
          <a:ext cx="3459480" cy="414020"/>
        </p:xfrm>
        <a:graphic>
          <a:graphicData uri="http://schemas.openxmlformats.org/presentationml/2006/ole">
            <mc:AlternateContent xmlns:mc="http://schemas.openxmlformats.org/markup-compatibility/2006">
              <mc:Choice xmlns:v="urn:schemas-microsoft-com:vml" Requires="v">
                <p:oleObj spid="_x0000_s46" name="" r:id="rId18" imgW="1800860" imgH="215900" progId="Equation.DSMT4">
                  <p:embed/>
                </p:oleObj>
              </mc:Choice>
              <mc:Fallback>
                <p:oleObj name="" r:id="rId18" imgW="1800860" imgH="215900" progId="Equation.DSMT4">
                  <p:embed/>
                  <p:pic>
                    <p:nvPicPr>
                      <p:cNvPr id="0" name="图片 45"/>
                      <p:cNvPicPr/>
                      <p:nvPr/>
                    </p:nvPicPr>
                    <p:blipFill>
                      <a:blip r:embed="rId19"/>
                      <a:stretch>
                        <a:fillRect/>
                      </a:stretch>
                    </p:blipFill>
                    <p:spPr>
                      <a:xfrm>
                        <a:off x="4191000" y="4800600"/>
                        <a:ext cx="3459480" cy="414020"/>
                      </a:xfrm>
                      <a:prstGeom prst="rect">
                        <a:avLst/>
                      </a:prstGeom>
                      <a:noFill/>
                      <a:ln w="38100">
                        <a:noFill/>
                        <a:miter/>
                      </a:ln>
                    </p:spPr>
                  </p:pic>
                </p:oleObj>
              </mc:Fallback>
            </mc:AlternateContent>
          </a:graphicData>
        </a:graphic>
      </p:graphicFrame>
      <p:grpSp>
        <p:nvGrpSpPr>
          <p:cNvPr id="53" name="组合 52"/>
          <p:cNvGrpSpPr/>
          <p:nvPr/>
        </p:nvGrpSpPr>
        <p:grpSpPr>
          <a:xfrm>
            <a:off x="533400" y="5260975"/>
            <a:ext cx="5888990" cy="520700"/>
            <a:chOff x="840" y="8285"/>
            <a:chExt cx="9274" cy="820"/>
          </a:xfrm>
        </p:grpSpPr>
        <p:sp>
          <p:nvSpPr>
            <p:cNvPr id="15" name="Rectangle 3"/>
            <p:cNvSpPr>
              <a:spLocks noGrp="1"/>
            </p:cNvSpPr>
            <p:nvPr/>
          </p:nvSpPr>
          <p:spPr>
            <a:xfrm>
              <a:off x="840" y="8285"/>
              <a:ext cx="9275" cy="8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四个角相邻</a:t>
              </a:r>
              <a:r>
                <a:rPr lang="en-US"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和</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16" name="对象 -2147482209"/>
            <p:cNvGraphicFramePr>
              <a:graphicFrameLocks noChangeAspect="1"/>
            </p:cNvGraphicFramePr>
            <p:nvPr/>
          </p:nvGraphicFramePr>
          <p:xfrm>
            <a:off x="4440" y="8400"/>
            <a:ext cx="623" cy="669"/>
          </p:xfrm>
          <a:graphic>
            <a:graphicData uri="http://schemas.openxmlformats.org/presentationml/2006/ole">
              <mc:AlternateContent xmlns:mc="http://schemas.openxmlformats.org/markup-compatibility/2006">
                <mc:Choice xmlns:v="urn:schemas-microsoft-com:vml" Requires="v">
                  <p:oleObj spid="_x0000_s49" name="" r:id="rId20" imgW="177800" imgH="189865" progId="Equation.DSMT4">
                    <p:embed/>
                  </p:oleObj>
                </mc:Choice>
                <mc:Fallback>
                  <p:oleObj name="" r:id="rId20" imgW="177800" imgH="189865" progId="Equation.DSMT4">
                    <p:embed/>
                    <p:pic>
                      <p:nvPicPr>
                        <p:cNvPr id="0" name="图片 48"/>
                        <p:cNvPicPr/>
                        <p:nvPr/>
                      </p:nvPicPr>
                      <p:blipFill>
                        <a:blip r:embed="rId21"/>
                        <a:stretch>
                          <a:fillRect/>
                        </a:stretch>
                      </p:blipFill>
                      <p:spPr>
                        <a:xfrm>
                          <a:off x="4440" y="8400"/>
                          <a:ext cx="623" cy="669"/>
                        </a:xfrm>
                        <a:prstGeom prst="rect">
                          <a:avLst/>
                        </a:prstGeom>
                        <a:noFill/>
                        <a:ln w="38100">
                          <a:noFill/>
                          <a:miter/>
                        </a:ln>
                      </p:spPr>
                    </p:pic>
                  </p:oleObj>
                </mc:Fallback>
              </mc:AlternateContent>
            </a:graphicData>
          </a:graphic>
        </p:graphicFrame>
        <p:graphicFrame>
          <p:nvGraphicFramePr>
            <p:cNvPr id="17" name="对象 -2147482208"/>
            <p:cNvGraphicFramePr>
              <a:graphicFrameLocks noChangeAspect="1"/>
            </p:cNvGraphicFramePr>
            <p:nvPr/>
          </p:nvGraphicFramePr>
          <p:xfrm>
            <a:off x="5444" y="8454"/>
            <a:ext cx="582" cy="626"/>
          </p:xfrm>
          <a:graphic>
            <a:graphicData uri="http://schemas.openxmlformats.org/presentationml/2006/ole">
              <mc:AlternateContent xmlns:mc="http://schemas.openxmlformats.org/markup-compatibility/2006">
                <mc:Choice xmlns:v="urn:schemas-microsoft-com:vml" Requires="v">
                  <p:oleObj spid="_x0000_s50" name="" r:id="rId22" imgW="177800" imgH="189865" progId="Equation.DSMT4">
                    <p:embed/>
                  </p:oleObj>
                </mc:Choice>
                <mc:Fallback>
                  <p:oleObj name="" r:id="rId22" imgW="177800" imgH="189865" progId="Equation.DSMT4">
                    <p:embed/>
                    <p:pic>
                      <p:nvPicPr>
                        <p:cNvPr id="0" name="图片 49"/>
                        <p:cNvPicPr/>
                        <p:nvPr/>
                      </p:nvPicPr>
                      <p:blipFill>
                        <a:blip r:embed="rId23"/>
                        <a:stretch>
                          <a:fillRect/>
                        </a:stretch>
                      </p:blipFill>
                      <p:spPr>
                        <a:xfrm>
                          <a:off x="5444" y="8454"/>
                          <a:ext cx="582" cy="626"/>
                        </a:xfrm>
                        <a:prstGeom prst="rect">
                          <a:avLst/>
                        </a:prstGeom>
                        <a:noFill/>
                        <a:ln w="38100">
                          <a:noFill/>
                          <a:miter/>
                        </a:ln>
                      </p:spPr>
                    </p:pic>
                  </p:oleObj>
                </mc:Fallback>
              </mc:AlternateContent>
            </a:graphicData>
          </a:graphic>
        </p:graphicFrame>
        <p:graphicFrame>
          <p:nvGraphicFramePr>
            <p:cNvPr id="18" name="对象 -2147482207"/>
            <p:cNvGraphicFramePr>
              <a:graphicFrameLocks noChangeAspect="1"/>
            </p:cNvGraphicFramePr>
            <p:nvPr/>
          </p:nvGraphicFramePr>
          <p:xfrm>
            <a:off x="6600" y="8454"/>
            <a:ext cx="605" cy="651"/>
          </p:xfrm>
          <a:graphic>
            <a:graphicData uri="http://schemas.openxmlformats.org/presentationml/2006/ole">
              <mc:AlternateContent xmlns:mc="http://schemas.openxmlformats.org/markup-compatibility/2006">
                <mc:Choice xmlns:v="urn:schemas-microsoft-com:vml" Requires="v">
                  <p:oleObj spid="_x0000_s51" name="" r:id="rId24" imgW="177800" imgH="189865" progId="Equation.DSMT4">
                    <p:embed/>
                  </p:oleObj>
                </mc:Choice>
                <mc:Fallback>
                  <p:oleObj name="" r:id="rId24" imgW="177800" imgH="189865" progId="Equation.DSMT4">
                    <p:embed/>
                    <p:pic>
                      <p:nvPicPr>
                        <p:cNvPr id="0" name="图片 50"/>
                        <p:cNvPicPr/>
                        <p:nvPr/>
                      </p:nvPicPr>
                      <p:blipFill>
                        <a:blip r:embed="rId25"/>
                        <a:stretch>
                          <a:fillRect/>
                        </a:stretch>
                      </p:blipFill>
                      <p:spPr>
                        <a:xfrm>
                          <a:off x="6600" y="8454"/>
                          <a:ext cx="605" cy="651"/>
                        </a:xfrm>
                        <a:prstGeom prst="rect">
                          <a:avLst/>
                        </a:prstGeom>
                        <a:noFill/>
                        <a:ln w="38100">
                          <a:noFill/>
                          <a:miter/>
                        </a:ln>
                      </p:spPr>
                    </p:pic>
                  </p:oleObj>
                </mc:Fallback>
              </mc:AlternateContent>
            </a:graphicData>
          </a:graphic>
        </p:graphicFrame>
        <p:graphicFrame>
          <p:nvGraphicFramePr>
            <p:cNvPr id="19" name="对象 -2147482206"/>
            <p:cNvGraphicFramePr>
              <a:graphicFrameLocks noChangeAspect="1"/>
            </p:cNvGraphicFramePr>
            <p:nvPr/>
          </p:nvGraphicFramePr>
          <p:xfrm>
            <a:off x="7864" y="8397"/>
            <a:ext cx="759" cy="594"/>
          </p:xfrm>
          <a:graphic>
            <a:graphicData uri="http://schemas.openxmlformats.org/presentationml/2006/ole">
              <mc:AlternateContent xmlns:mc="http://schemas.openxmlformats.org/markup-compatibility/2006">
                <mc:Choice xmlns:v="urn:schemas-microsoft-com:vml" Requires="v">
                  <p:oleObj spid="_x0000_s52" name="" r:id="rId26" imgW="203200" imgH="190500" progId="Equation.DSMT4">
                    <p:embed/>
                  </p:oleObj>
                </mc:Choice>
                <mc:Fallback>
                  <p:oleObj name="" r:id="rId26" imgW="203200" imgH="190500" progId="Equation.DSMT4">
                    <p:embed/>
                    <p:pic>
                      <p:nvPicPr>
                        <p:cNvPr id="0" name="图片 51"/>
                        <p:cNvPicPr/>
                        <p:nvPr/>
                      </p:nvPicPr>
                      <p:blipFill>
                        <a:blip r:embed="rId27"/>
                        <a:stretch>
                          <a:fillRect/>
                        </a:stretch>
                      </p:blipFill>
                      <p:spPr>
                        <a:xfrm>
                          <a:off x="7864" y="8397"/>
                          <a:ext cx="759" cy="594"/>
                        </a:xfrm>
                        <a:prstGeom prst="rect">
                          <a:avLst/>
                        </a:prstGeom>
                        <a:noFill/>
                        <a:ln w="38100">
                          <a:noFill/>
                          <a:miter/>
                        </a:ln>
                      </p:spPr>
                    </p:pic>
                  </p:oleObj>
                </mc:Fallback>
              </mc:AlternateContent>
            </a:graphicData>
          </a:graphic>
        </p:graphicFrame>
      </p:grpSp>
      <p:graphicFrame>
        <p:nvGraphicFramePr>
          <p:cNvPr id="20" name="对象 -2147482202"/>
          <p:cNvGraphicFramePr>
            <a:graphicFrameLocks noChangeAspect="1"/>
          </p:cNvGraphicFramePr>
          <p:nvPr/>
        </p:nvGraphicFramePr>
        <p:xfrm>
          <a:off x="1143000" y="5867400"/>
          <a:ext cx="6536055" cy="437515"/>
        </p:xfrm>
        <a:graphic>
          <a:graphicData uri="http://schemas.openxmlformats.org/presentationml/2006/ole">
            <mc:AlternateContent xmlns:mc="http://schemas.openxmlformats.org/markup-compatibility/2006">
              <mc:Choice xmlns:v="urn:schemas-microsoft-com:vml" Requires="v">
                <p:oleObj spid="_x0000_s54" name="" r:id="rId28" imgW="3221355" imgH="215900" progId="Equation.DSMT4">
                  <p:embed/>
                </p:oleObj>
              </mc:Choice>
              <mc:Fallback>
                <p:oleObj name="" r:id="rId28" imgW="3221355" imgH="215900" progId="Equation.DSMT4">
                  <p:embed/>
                  <p:pic>
                    <p:nvPicPr>
                      <p:cNvPr id="0" name="图片 53"/>
                      <p:cNvPicPr/>
                      <p:nvPr/>
                    </p:nvPicPr>
                    <p:blipFill>
                      <a:blip r:embed="rId29"/>
                      <a:stretch>
                        <a:fillRect/>
                      </a:stretch>
                    </p:blipFill>
                    <p:spPr>
                      <a:xfrm>
                        <a:off x="1143000" y="5867400"/>
                        <a:ext cx="6536055" cy="4375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290">
                                          <p:stCondLst>
                                            <p:cond delay="0"/>
                                          </p:stCondLst>
                                        </p:cTn>
                                        <p:tgtEl>
                                          <p:spTgt spid="31"/>
                                        </p:tgtEl>
                                      </p:cBhvr>
                                    </p:animEffect>
                                    <p:anim calcmode="lin" valueType="num">
                                      <p:cBhvr>
                                        <p:cTn id="8" dur="911"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1"/>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1"/>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1"/>
                                        </p:tgtEl>
                                        <p:attrNameLst>
                                          <p:attrName>ppt_y</p:attrName>
                                        </p:attrNameLst>
                                      </p:cBhvr>
                                      <p:tavLst>
                                        <p:tav tm="0" fmla="#ppt_y-sin(pi*$)/81">
                                          <p:val>
                                            <p:fltVal val="0"/>
                                          </p:val>
                                        </p:tav>
                                        <p:tav tm="100000">
                                          <p:val>
                                            <p:fltVal val="1"/>
                                          </p:val>
                                        </p:tav>
                                      </p:tavLst>
                                    </p:anim>
                                    <p:animScale>
                                      <p:cBhvr>
                                        <p:cTn id="13" dur="13">
                                          <p:stCondLst>
                                            <p:cond delay="325"/>
                                          </p:stCondLst>
                                        </p:cTn>
                                        <p:tgtEl>
                                          <p:spTgt spid="31"/>
                                        </p:tgtEl>
                                      </p:cBhvr>
                                      <p:to x="100000" y="60000"/>
                                    </p:animScale>
                                    <p:animScale>
                                      <p:cBhvr>
                                        <p:cTn id="14" dur="83" decel="50000">
                                          <p:stCondLst>
                                            <p:cond delay="338"/>
                                          </p:stCondLst>
                                        </p:cTn>
                                        <p:tgtEl>
                                          <p:spTgt spid="31"/>
                                        </p:tgtEl>
                                      </p:cBhvr>
                                      <p:to x="100000" y="100000"/>
                                    </p:animScale>
                                    <p:animScale>
                                      <p:cBhvr>
                                        <p:cTn id="15" dur="13">
                                          <p:stCondLst>
                                            <p:cond delay="656"/>
                                          </p:stCondLst>
                                        </p:cTn>
                                        <p:tgtEl>
                                          <p:spTgt spid="31"/>
                                        </p:tgtEl>
                                      </p:cBhvr>
                                      <p:to x="100000" y="80000"/>
                                    </p:animScale>
                                    <p:animScale>
                                      <p:cBhvr>
                                        <p:cTn id="16" dur="83" decel="50000">
                                          <p:stCondLst>
                                            <p:cond delay="669"/>
                                          </p:stCondLst>
                                        </p:cTn>
                                        <p:tgtEl>
                                          <p:spTgt spid="31"/>
                                        </p:tgtEl>
                                      </p:cBhvr>
                                      <p:to x="100000" y="100000"/>
                                    </p:animScale>
                                    <p:animScale>
                                      <p:cBhvr>
                                        <p:cTn id="17" dur="13">
                                          <p:stCondLst>
                                            <p:cond delay="821"/>
                                          </p:stCondLst>
                                        </p:cTn>
                                        <p:tgtEl>
                                          <p:spTgt spid="31"/>
                                        </p:tgtEl>
                                      </p:cBhvr>
                                      <p:to x="100000" y="90000"/>
                                    </p:animScale>
                                    <p:animScale>
                                      <p:cBhvr>
                                        <p:cTn id="18" dur="83" decel="50000">
                                          <p:stCondLst>
                                            <p:cond delay="834"/>
                                          </p:stCondLst>
                                        </p:cTn>
                                        <p:tgtEl>
                                          <p:spTgt spid="31"/>
                                        </p:tgtEl>
                                      </p:cBhvr>
                                      <p:to x="100000" y="100000"/>
                                    </p:animScale>
                                    <p:animScale>
                                      <p:cBhvr>
                                        <p:cTn id="19" dur="13">
                                          <p:stCondLst>
                                            <p:cond delay="904"/>
                                          </p:stCondLst>
                                        </p:cTn>
                                        <p:tgtEl>
                                          <p:spTgt spid="31"/>
                                        </p:tgtEl>
                                      </p:cBhvr>
                                      <p:to x="100000" y="95000"/>
                                    </p:animScale>
                                    <p:animScale>
                                      <p:cBhvr>
                                        <p:cTn id="20" dur="83" decel="50000">
                                          <p:stCondLst>
                                            <p:cond delay="917"/>
                                          </p:stCondLst>
                                        </p:cTn>
                                        <p:tgtEl>
                                          <p:spTgt spid="3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p:tgtEl>
                                          <p:spTgt spid="2"/>
                                        </p:tgtEl>
                                        <p:attrNameLst>
                                          <p:attrName>ppt_y</p:attrName>
                                        </p:attrNameLst>
                                      </p:cBhvr>
                                      <p:tavLst>
                                        <p:tav tm="0">
                                          <p:val>
                                            <p:strVal val="#ppt_y+#ppt_h*1.125000"/>
                                          </p:val>
                                        </p:tav>
                                        <p:tav tm="100000">
                                          <p:val>
                                            <p:strVal val="#ppt_y"/>
                                          </p:val>
                                        </p:tav>
                                      </p:tavLst>
                                    </p:anim>
                                    <p:animEffect transition="in" filter="wipe(up)">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wipe(up)">
                                      <p:cBhvr>
                                        <p:cTn id="31" dur="5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0" presetClass="entr" presetSubtype="0" fill="hold" nodeType="clickEffect">
                                  <p:stCondLst>
                                    <p:cond delay="0"/>
                                  </p:stCondLst>
                                  <p:childTnLst>
                                    <p:set>
                                      <p:cBhvr>
                                        <p:cTn id="41" dur="1000" fill="hold">
                                          <p:stCondLst>
                                            <p:cond delay="0"/>
                                          </p:stCondLst>
                                        </p:cTn>
                                        <p:tgtEl>
                                          <p:spTgt spid="47"/>
                                        </p:tgtEl>
                                        <p:attrNameLst>
                                          <p:attrName>style.visibility</p:attrName>
                                        </p:attrNameLst>
                                      </p:cBhvr>
                                      <p:to>
                                        <p:strVal val="visible"/>
                                      </p:to>
                                    </p:set>
                                    <p:animEffect transition="in" filter="wedge">
                                      <p:cBhvr>
                                        <p:cTn id="42" dur="10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arn(inVertical)">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000" fill="hold">
                                          <p:stCondLst>
                                            <p:cond delay="0"/>
                                          </p:stCondLst>
                                        </p:cTn>
                                        <p:tgtEl>
                                          <p:spTgt spid="53"/>
                                        </p:tgtEl>
                                        <p:attrNameLst>
                                          <p:attrName>style.visibility</p:attrName>
                                        </p:attrNameLst>
                                      </p:cBhvr>
                                      <p:to>
                                        <p:strVal val="visible"/>
                                      </p:to>
                                    </p:set>
                                    <p:animEffect transition="in" filter="box(in)">
                                      <p:cBhvr>
                                        <p:cTn id="52" dur="10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p:cTn id="57" dur="500" fill="hold"/>
                                        <p:tgtEl>
                                          <p:spTgt spid="20"/>
                                        </p:tgtEl>
                                        <p:attrNameLst>
                                          <p:attrName>ppt_w</p:attrName>
                                        </p:attrNameLst>
                                      </p:cBhvr>
                                      <p:tavLst>
                                        <p:tav tm="0">
                                          <p:val>
                                            <p:fltVal val="0"/>
                                          </p:val>
                                        </p:tav>
                                        <p:tav tm="100000">
                                          <p:val>
                                            <p:strVal val="#ppt_w"/>
                                          </p:val>
                                        </p:tav>
                                      </p:tavLst>
                                    </p:anim>
                                    <p:anim calcmode="lin" valueType="num">
                                      <p:cBhvr>
                                        <p:cTn id="58" dur="5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32" name="Rectangle 3"/>
          <p:cNvSpPr>
            <a:spLocks noGrp="1"/>
          </p:cNvSpPr>
          <p:nvPr/>
        </p:nvSpPr>
        <p:spPr>
          <a:xfrm>
            <a:off x="1156970" y="1295400"/>
            <a:ext cx="437769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2. 卡诺图化简逻辑函数的步骤</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grpSp>
        <p:nvGrpSpPr>
          <p:cNvPr id="10" name="组合 9"/>
          <p:cNvGrpSpPr/>
          <p:nvPr/>
        </p:nvGrpSpPr>
        <p:grpSpPr>
          <a:xfrm>
            <a:off x="533400" y="2438400"/>
            <a:ext cx="7950200" cy="3553460"/>
            <a:chOff x="586" y="3214"/>
            <a:chExt cx="12520" cy="5596"/>
          </a:xfrm>
        </p:grpSpPr>
        <p:sp>
          <p:nvSpPr>
            <p:cNvPr id="15" name="Rectangle 3"/>
            <p:cNvSpPr>
              <a:spLocks noGrp="1"/>
            </p:cNvSpPr>
            <p:nvPr/>
          </p:nvSpPr>
          <p:spPr>
            <a:xfrm>
              <a:off x="586" y="3214"/>
              <a:ext cx="12521" cy="559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将逻辑函数化为最小项之和的形式。</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画逻辑函数的卡诺图。也就是在卡诺图中，对应于逻辑函数式各最小项的小方格中填入1，其他小方格中填入0。</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(3) 画包围圈，即将</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个相邻的1画</a:t>
              </a:r>
              <a:r>
                <a:rPr lang="zh-CN" sz="2400" b="1" dirty="0">
                  <a:solidFill>
                    <a:srgbClr val="000066"/>
                  </a:solidFill>
                  <a:latin typeface="Arial" panose="020B0604020202020204" pitchFamily="34" charset="0"/>
                  <a:ea typeface="楷体_GB2312" pitchFamily="49" charset="-122"/>
                </a:rPr>
                <a:t>入</a:t>
              </a:r>
              <a:r>
                <a:rPr sz="2400" b="1" dirty="0">
                  <a:solidFill>
                    <a:srgbClr val="000066"/>
                  </a:solidFill>
                  <a:latin typeface="Arial" panose="020B0604020202020204" pitchFamily="34" charset="0"/>
                  <a:ea typeface="楷体_GB2312" pitchFamily="49" charset="-122"/>
                </a:rPr>
                <a:t>一个包围圈，直至所有的1都被包围为止。</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(4) 写出每个包围圈合并之后的乘积项，将所有乘积项相加即为逻辑函数化简后的与-或表达式。</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201"/>
            <p:cNvGraphicFramePr>
              <a:graphicFrameLocks noChangeAspect="1"/>
            </p:cNvGraphicFramePr>
            <p:nvPr/>
          </p:nvGraphicFramePr>
          <p:xfrm>
            <a:off x="5782" y="6110"/>
            <a:ext cx="3079" cy="725"/>
          </p:xfrm>
          <a:graphic>
            <a:graphicData uri="http://schemas.openxmlformats.org/presentationml/2006/ole">
              <mc:AlternateContent xmlns:mc="http://schemas.openxmlformats.org/markup-compatibility/2006">
                <mc:Choice xmlns:v="urn:schemas-microsoft-com:vml" Requires="v">
                  <p:oleObj spid="_x0000_s9" name="" r:id="rId1" imgW="862965" imgH="203200" progId="Equation.DSMT4">
                    <p:embed/>
                  </p:oleObj>
                </mc:Choice>
                <mc:Fallback>
                  <p:oleObj name="" r:id="rId1" imgW="862965" imgH="203200" progId="Equation.DSMT4">
                    <p:embed/>
                    <p:pic>
                      <p:nvPicPr>
                        <p:cNvPr id="0" name="图片 8"/>
                        <p:cNvPicPr/>
                        <p:nvPr/>
                      </p:nvPicPr>
                      <p:blipFill>
                        <a:blip r:embed="rId2"/>
                        <a:stretch>
                          <a:fillRect/>
                        </a:stretch>
                      </p:blipFill>
                      <p:spPr>
                        <a:xfrm>
                          <a:off x="5782" y="6110"/>
                          <a:ext cx="3079" cy="725"/>
                        </a:xfrm>
                        <a:prstGeom prst="rect">
                          <a:avLst/>
                        </a:prstGeom>
                        <a:noFill/>
                        <a:ln w="38100">
                          <a:noFill/>
                          <a:miter/>
                        </a:ln>
                      </p:spPr>
                    </p:pic>
                  </p:oleObj>
                </mc:Fallback>
              </mc:AlternateContent>
            </a:graphicData>
          </a:graphic>
        </p:graphicFrame>
      </p:grpSp>
      <p:sp>
        <p:nvSpPr>
          <p:cNvPr id="17" name="Rectangle 3"/>
          <p:cNvSpPr>
            <a:spLocks noGrp="1"/>
          </p:cNvSpPr>
          <p:nvPr/>
        </p:nvSpPr>
        <p:spPr>
          <a:xfrm>
            <a:off x="635000" y="1888490"/>
            <a:ext cx="779843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用卡诺图化简逻辑函数具体步骤如下：</a:t>
            </a:r>
            <a:endParaRPr sz="2400" b="1"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pSp>
        <p:nvGrpSpPr>
          <p:cNvPr id="18" name="组合 17"/>
          <p:cNvGrpSpPr/>
          <p:nvPr/>
        </p:nvGrpSpPr>
        <p:grpSpPr>
          <a:xfrm>
            <a:off x="685800" y="304800"/>
            <a:ext cx="7938770" cy="3935730"/>
            <a:chOff x="1066" y="214"/>
            <a:chExt cx="12502" cy="6198"/>
          </a:xfrm>
        </p:grpSpPr>
        <p:sp>
          <p:nvSpPr>
            <p:cNvPr id="15" name="Rectangle 3"/>
            <p:cNvSpPr>
              <a:spLocks noGrp="1"/>
            </p:cNvSpPr>
            <p:nvPr/>
          </p:nvSpPr>
          <p:spPr>
            <a:xfrm>
              <a:off x="1066" y="214"/>
              <a:ext cx="12502" cy="619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画包围圈时应注意的事项：</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(1) 包围圈应尽可能的大，但每个包围圈中1的个数只能是</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。当时</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，表示此包围圈中的最小项没有任何相邻项。</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相邻指的是左右相邻、对边</a:t>
              </a:r>
              <a:r>
                <a:rPr lang="en-US"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sym typeface="+mn-ea"/>
                </a:rPr>
                <a:t>左右对边</a:t>
              </a:r>
              <a:r>
                <a:rPr lang="zh-CN" sz="2400" b="1" dirty="0">
                  <a:solidFill>
                    <a:srgbClr val="000066"/>
                  </a:solidFill>
                  <a:latin typeface="Arial" panose="020B0604020202020204" pitchFamily="34" charset="0"/>
                  <a:ea typeface="楷体_GB2312" pitchFamily="49" charset="-122"/>
                  <a:sym typeface="+mn-ea"/>
                </a:rPr>
                <a:t>和</a:t>
              </a:r>
              <a:r>
                <a:rPr sz="2400" b="1" dirty="0">
                  <a:solidFill>
                    <a:srgbClr val="000066"/>
                  </a:solidFill>
                  <a:latin typeface="Arial" panose="020B0604020202020204" pitchFamily="34" charset="0"/>
                  <a:ea typeface="楷体_GB2312" pitchFamily="49" charset="-122"/>
                  <a:sym typeface="+mn-ea"/>
                </a:rPr>
                <a:t>上下对边</a:t>
              </a:r>
              <a:r>
                <a:rPr lang="en-US"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相邻、上下相邻和四个角相邻这四种情况。</a:t>
              </a:r>
              <a:endParaRPr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(3) 卡诺图中为1的最小项可以重复包围，但每新增一个包围圈必须至少</a:t>
              </a:r>
              <a:r>
                <a:rPr lang="zh-CN" sz="2400" b="1" dirty="0">
                  <a:solidFill>
                    <a:srgbClr val="000066"/>
                  </a:solidFill>
                  <a:latin typeface="Arial" panose="020B0604020202020204" pitchFamily="34" charset="0"/>
                  <a:ea typeface="楷体_GB2312" pitchFamily="49" charset="-122"/>
                </a:rPr>
                <a:t>要有</a:t>
              </a:r>
              <a:r>
                <a:rPr sz="2400" b="1" dirty="0">
                  <a:solidFill>
                    <a:srgbClr val="000066"/>
                  </a:solidFill>
                  <a:latin typeface="Arial" panose="020B0604020202020204" pitchFamily="34" charset="0"/>
                  <a:ea typeface="楷体_GB2312" pitchFamily="49" charset="-122"/>
                </a:rPr>
                <a:t>一个为1的最小项没有被其他的包围圈包围。</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200"/>
            <p:cNvGraphicFramePr>
              <a:graphicFrameLocks noChangeAspect="1"/>
            </p:cNvGraphicFramePr>
            <p:nvPr/>
          </p:nvGraphicFramePr>
          <p:xfrm>
            <a:off x="2280" y="1658"/>
            <a:ext cx="3320" cy="782"/>
          </p:xfrm>
          <a:graphic>
            <a:graphicData uri="http://schemas.openxmlformats.org/presentationml/2006/ole">
              <mc:AlternateContent xmlns:mc="http://schemas.openxmlformats.org/markup-compatibility/2006">
                <mc:Choice xmlns:v="urn:schemas-microsoft-com:vml" Requires="v">
                  <p:oleObj spid="_x0000_s8" name="" r:id="rId1" imgW="862965" imgH="203200" progId="Equation.DSMT4">
                    <p:embed/>
                  </p:oleObj>
                </mc:Choice>
                <mc:Fallback>
                  <p:oleObj name="" r:id="rId1" imgW="862965" imgH="203200" progId="Equation.DSMT4">
                    <p:embed/>
                    <p:pic>
                      <p:nvPicPr>
                        <p:cNvPr id="0" name="图片 7"/>
                        <p:cNvPicPr/>
                        <p:nvPr/>
                      </p:nvPicPr>
                      <p:blipFill>
                        <a:blip r:embed="rId2"/>
                        <a:stretch>
                          <a:fillRect/>
                        </a:stretch>
                      </p:blipFill>
                      <p:spPr>
                        <a:xfrm>
                          <a:off x="2280" y="1658"/>
                          <a:ext cx="3320" cy="782"/>
                        </a:xfrm>
                        <a:prstGeom prst="rect">
                          <a:avLst/>
                        </a:prstGeom>
                        <a:noFill/>
                        <a:ln w="38100">
                          <a:noFill/>
                          <a:miter/>
                        </a:ln>
                      </p:spPr>
                    </p:pic>
                  </p:oleObj>
                </mc:Fallback>
              </mc:AlternateContent>
            </a:graphicData>
          </a:graphic>
        </p:graphicFrame>
        <p:graphicFrame>
          <p:nvGraphicFramePr>
            <p:cNvPr id="3" name="对象 -2147482199"/>
            <p:cNvGraphicFramePr>
              <a:graphicFrameLocks noChangeAspect="1"/>
            </p:cNvGraphicFramePr>
            <p:nvPr/>
          </p:nvGraphicFramePr>
          <p:xfrm>
            <a:off x="7200" y="1756"/>
            <a:ext cx="1184" cy="592"/>
          </p:xfrm>
          <a:graphic>
            <a:graphicData uri="http://schemas.openxmlformats.org/presentationml/2006/ole">
              <mc:AlternateContent xmlns:mc="http://schemas.openxmlformats.org/markup-compatibility/2006">
                <mc:Choice xmlns:v="urn:schemas-microsoft-com:vml" Requires="v">
                  <p:oleObj spid="_x0000_s9" name="" r:id="rId3" imgW="304800" imgH="152400" progId="Equation.DSMT4">
                    <p:embed/>
                  </p:oleObj>
                </mc:Choice>
                <mc:Fallback>
                  <p:oleObj name="" r:id="rId3" imgW="304800" imgH="152400" progId="Equation.DSMT4">
                    <p:embed/>
                    <p:pic>
                      <p:nvPicPr>
                        <p:cNvPr id="0" name="图片 8"/>
                        <p:cNvPicPr/>
                        <p:nvPr/>
                      </p:nvPicPr>
                      <p:blipFill>
                        <a:blip r:embed="rId4"/>
                        <a:stretch>
                          <a:fillRect/>
                        </a:stretch>
                      </p:blipFill>
                      <p:spPr>
                        <a:xfrm>
                          <a:off x="7200" y="1756"/>
                          <a:ext cx="1184" cy="592"/>
                        </a:xfrm>
                        <a:prstGeom prst="rect">
                          <a:avLst/>
                        </a:prstGeom>
                        <a:noFill/>
                        <a:ln w="38100">
                          <a:noFill/>
                          <a:miter/>
                        </a:ln>
                      </p:spPr>
                    </p:pic>
                  </p:oleObj>
                </mc:Fallback>
              </mc:AlternateContent>
            </a:graphicData>
          </a:graphic>
        </p:graphicFrame>
      </p:grpSp>
      <p:grpSp>
        <p:nvGrpSpPr>
          <p:cNvPr id="17" name="组合 16"/>
          <p:cNvGrpSpPr/>
          <p:nvPr/>
        </p:nvGrpSpPr>
        <p:grpSpPr>
          <a:xfrm>
            <a:off x="609600" y="4419600"/>
            <a:ext cx="8164830" cy="1995170"/>
            <a:chOff x="960" y="6720"/>
            <a:chExt cx="12858" cy="3142"/>
          </a:xfrm>
        </p:grpSpPr>
        <p:sp>
          <p:nvSpPr>
            <p:cNvPr id="14" name="Rectangle 3"/>
            <p:cNvSpPr>
              <a:spLocks noGrp="1"/>
            </p:cNvSpPr>
            <p:nvPr/>
          </p:nvSpPr>
          <p:spPr>
            <a:xfrm>
              <a:off x="960" y="6720"/>
              <a:ext cx="12859" cy="3142"/>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总之，画包围圈时除满足包围圈中相邻的1的个数为</a:t>
              </a:r>
              <a:endParaRPr sz="2400" b="1" kern="1200"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kern="1200" dirty="0">
                  <a:solidFill>
                    <a:srgbClr val="000066"/>
                  </a:solidFill>
                  <a:latin typeface="Arial" panose="020B0604020202020204" pitchFamily="34" charset="0"/>
                  <a:ea typeface="楷体_GB2312" pitchFamily="49" charset="-122"/>
                </a:rPr>
                <a:t>个这个条件外，包围圈中1的个数越多越好，即包围圈的数量越少越好。包围圈的数量最少时，得到的表达式就是最简与-或表达式。</a:t>
              </a:r>
              <a:endParaRPr sz="2400" b="1" kern="1200" dirty="0">
                <a:solidFill>
                  <a:srgbClr val="000066"/>
                </a:solidFill>
                <a:latin typeface="Arial" panose="020B0604020202020204" pitchFamily="34" charset="0"/>
                <a:ea typeface="楷体_GB2312" pitchFamily="49" charset="-122"/>
              </a:endParaRPr>
            </a:p>
          </p:txBody>
        </p:sp>
        <p:graphicFrame>
          <p:nvGraphicFramePr>
            <p:cNvPr id="10" name="对象 9">
              <a:hlinkClick r:id="" action="ppaction://ole?verb="/>
            </p:cNvPr>
            <p:cNvGraphicFramePr>
              <a:graphicFrameLocks noChangeAspect="1"/>
            </p:cNvGraphicFramePr>
            <p:nvPr/>
          </p:nvGraphicFramePr>
          <p:xfrm>
            <a:off x="13080" y="6798"/>
            <a:ext cx="602" cy="648"/>
          </p:xfrm>
          <a:graphic>
            <a:graphicData uri="http://schemas.openxmlformats.org/presentationml/2006/ole">
              <mc:AlternateContent xmlns:mc="http://schemas.openxmlformats.org/markup-compatibility/2006">
                <mc:Choice xmlns:v="urn:schemas-microsoft-com:vml" Requires="v">
                  <p:oleObj spid="_x0000_s1025" name="" r:id="rId5" imgW="177165" imgH="190500" progId="Equation.KSEE3">
                    <p:embed/>
                  </p:oleObj>
                </mc:Choice>
                <mc:Fallback>
                  <p:oleObj name="" r:id="rId5" imgW="177165" imgH="190500" progId="Equation.KSEE3">
                    <p:embed/>
                    <p:pic>
                      <p:nvPicPr>
                        <p:cNvPr id="0" name="图片 1024"/>
                        <p:cNvPicPr/>
                        <p:nvPr/>
                      </p:nvPicPr>
                      <p:blipFill>
                        <a:blip r:embed="rId6"/>
                        <a:stretch>
                          <a:fillRect/>
                        </a:stretch>
                      </p:blipFill>
                      <p:spPr>
                        <a:xfrm>
                          <a:off x="13080" y="6798"/>
                          <a:ext cx="602" cy="648"/>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from="(-#ppt_w/2)" to="(#ppt_x)" calcmode="lin" valueType="num">
                                      <p:cBhvr>
                                        <p:cTn id="7" dur="600" fill="hold">
                                          <p:stCondLst>
                                            <p:cond delay="0"/>
                                          </p:stCondLst>
                                        </p:cTn>
                                        <p:tgtEl>
                                          <p:spTgt spid="17"/>
                                        </p:tgtEl>
                                        <p:attrNameLst>
                                          <p:attrName>ppt_x</p:attrName>
                                        </p:attrNameLst>
                                      </p:cBhvr>
                                    </p:anim>
                                    <p:anim from="0" to="-1.0" calcmode="lin" valueType="num">
                                      <p:cBhvr>
                                        <p:cTn id="8" dur="200" decel="50000" autoRev="1" fill="hold">
                                          <p:stCondLst>
                                            <p:cond delay="600"/>
                                          </p:stCondLst>
                                        </p:cTn>
                                        <p:tgtEl>
                                          <p:spTgt spid="17"/>
                                        </p:tgtEl>
                                        <p:attrNameLst>
                                          <p:attrName>xshear</p:attrName>
                                        </p:attrNameLst>
                                      </p:cBhvr>
                                    </p:anim>
                                    <p:animScale>
                                      <p:cBhvr>
                                        <p:cTn id="9" dur="200" decel="100000" autoRev="1" fill="hold">
                                          <p:stCondLst>
                                            <p:cond delay="600"/>
                                          </p:stCondLst>
                                        </p:cTn>
                                        <p:tgtEl>
                                          <p:spTgt spid="17"/>
                                        </p:tgtEl>
                                      </p:cBhvr>
                                      <p:from x="100000" y="100000"/>
                                      <p:to x="80000" y="100000"/>
                                    </p:animScale>
                                    <p:anim by="(#ppt_h/3+#ppt_w*0.1)" calcmode="lin" valueType="num">
                                      <p:cBhvr additive="sum">
                                        <p:cTn id="10" dur="200" decel="100000" autoRev="1" fill="hold">
                                          <p:stCondLst>
                                            <p:cond delay="600"/>
                                          </p:stCondLst>
                                        </p:cTn>
                                        <p:tgtEl>
                                          <p:spTgt spid="17"/>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5" name="Rectangle 3"/>
          <p:cNvSpPr>
            <a:spLocks noGrp="1"/>
          </p:cNvSpPr>
          <p:nvPr/>
        </p:nvSpPr>
        <p:spPr>
          <a:xfrm>
            <a:off x="304800" y="304800"/>
            <a:ext cx="7938770" cy="8680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【例2-24】用卡诺图化简法将</a:t>
            </a:r>
            <a:r>
              <a:rPr lang="en-US" sz="2400" b="1" dirty="0">
                <a:solidFill>
                  <a:srgbClr val="000066"/>
                </a:solidFill>
                <a:latin typeface="Arial" panose="020B0604020202020204" pitchFamily="34" charset="0"/>
                <a:ea typeface="楷体_GB2312" pitchFamily="49" charset="-122"/>
              </a:rPr>
              <a:t> </a:t>
            </a:r>
            <a:endParaRPr lang="en-US" sz="2400" b="1" dirty="0">
              <a:solidFill>
                <a:srgbClr val="000066"/>
              </a:solidFill>
              <a:latin typeface="Arial" panose="020B0604020202020204" pitchFamily="34" charset="0"/>
              <a:ea typeface="楷体_GB2312" pitchFamily="49" charset="-122"/>
            </a:endParaRPr>
          </a:p>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rPr>
              <a:t>化为最简与-或表达式。</a:t>
            </a:r>
            <a:endParaRPr sz="2400" b="1" dirty="0">
              <a:solidFill>
                <a:srgbClr val="000066"/>
              </a:solidFill>
              <a:latin typeface="Arial" panose="020B0604020202020204" pitchFamily="34" charset="0"/>
              <a:ea typeface="楷体_GB2312" pitchFamily="49" charset="-122"/>
            </a:endParaRPr>
          </a:p>
        </p:txBody>
      </p:sp>
      <p:sp>
        <p:nvSpPr>
          <p:cNvPr id="14" name="Rectangle 3"/>
          <p:cNvSpPr>
            <a:spLocks noGrp="1"/>
          </p:cNvSpPr>
          <p:nvPr/>
        </p:nvSpPr>
        <p:spPr>
          <a:xfrm>
            <a:off x="381000" y="1295400"/>
            <a:ext cx="8392160" cy="523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解：(1) 将逻辑函数化为最小项之和的形式为：</a:t>
            </a:r>
            <a:endParaRPr sz="2400" b="1" kern="1200" dirty="0">
              <a:solidFill>
                <a:srgbClr val="000066"/>
              </a:solidFill>
              <a:latin typeface="Arial" panose="020B0604020202020204" pitchFamily="34" charset="0"/>
              <a:ea typeface="楷体_GB2312" pitchFamily="49" charset="-122"/>
            </a:endParaRPr>
          </a:p>
        </p:txBody>
      </p:sp>
      <p:graphicFrame>
        <p:nvGraphicFramePr>
          <p:cNvPr id="2" name="对象 -2147482197"/>
          <p:cNvGraphicFramePr>
            <a:graphicFrameLocks noChangeAspect="1"/>
          </p:cNvGraphicFramePr>
          <p:nvPr/>
        </p:nvGraphicFramePr>
        <p:xfrm>
          <a:off x="4953000" y="304800"/>
          <a:ext cx="3849370" cy="516255"/>
        </p:xfrm>
        <a:graphic>
          <a:graphicData uri="http://schemas.openxmlformats.org/presentationml/2006/ole">
            <mc:AlternateContent xmlns:mc="http://schemas.openxmlformats.org/markup-compatibility/2006">
              <mc:Choice xmlns:v="urn:schemas-microsoft-com:vml" Requires="v">
                <p:oleObj spid="_x0000_s3076" name="" r:id="rId1" imgW="1890395" imgH="254000" progId="Equation.DSMT4">
                  <p:embed/>
                </p:oleObj>
              </mc:Choice>
              <mc:Fallback>
                <p:oleObj name="" r:id="rId1" imgW="1890395" imgH="254000" progId="Equation.DSMT4">
                  <p:embed/>
                  <p:pic>
                    <p:nvPicPr>
                      <p:cNvPr id="0" name="图片 3075"/>
                      <p:cNvPicPr/>
                      <p:nvPr/>
                    </p:nvPicPr>
                    <p:blipFill>
                      <a:blip r:embed="rId2"/>
                      <a:stretch>
                        <a:fillRect/>
                      </a:stretch>
                    </p:blipFill>
                    <p:spPr>
                      <a:xfrm>
                        <a:off x="4953000" y="304800"/>
                        <a:ext cx="3849370" cy="516255"/>
                      </a:xfrm>
                      <a:prstGeom prst="rect">
                        <a:avLst/>
                      </a:prstGeom>
                      <a:noFill/>
                      <a:ln w="38100">
                        <a:noFill/>
                        <a:miter/>
                      </a:ln>
                    </p:spPr>
                  </p:pic>
                </p:oleObj>
              </mc:Fallback>
            </mc:AlternateContent>
          </a:graphicData>
        </a:graphic>
      </p:graphicFrame>
      <p:graphicFrame>
        <p:nvGraphicFramePr>
          <p:cNvPr id="3" name="对象 -2147482195"/>
          <p:cNvGraphicFramePr>
            <a:graphicFrameLocks noChangeAspect="1"/>
          </p:cNvGraphicFramePr>
          <p:nvPr/>
        </p:nvGraphicFramePr>
        <p:xfrm>
          <a:off x="1143000" y="1905000"/>
          <a:ext cx="3693795" cy="452120"/>
        </p:xfrm>
        <a:graphic>
          <a:graphicData uri="http://schemas.openxmlformats.org/presentationml/2006/ole">
            <mc:AlternateContent xmlns:mc="http://schemas.openxmlformats.org/markup-compatibility/2006">
              <mc:Choice xmlns:v="urn:schemas-microsoft-com:vml" Requires="v">
                <p:oleObj spid="_x0000_s4" name="" r:id="rId3" imgW="1762760" imgH="215900" progId="Equation.DSMT4">
                  <p:embed/>
                </p:oleObj>
              </mc:Choice>
              <mc:Fallback>
                <p:oleObj name="" r:id="rId3" imgW="1762760" imgH="215900" progId="Equation.DSMT4">
                  <p:embed/>
                  <p:pic>
                    <p:nvPicPr>
                      <p:cNvPr id="0" name="图片 3"/>
                      <p:cNvPicPr/>
                      <p:nvPr/>
                    </p:nvPicPr>
                    <p:blipFill>
                      <a:blip r:embed="rId4"/>
                      <a:stretch>
                        <a:fillRect/>
                      </a:stretch>
                    </p:blipFill>
                    <p:spPr>
                      <a:xfrm>
                        <a:off x="1143000" y="1905000"/>
                        <a:ext cx="3693795" cy="452120"/>
                      </a:xfrm>
                      <a:prstGeom prst="rect">
                        <a:avLst/>
                      </a:prstGeom>
                      <a:noFill/>
                      <a:ln w="38100">
                        <a:noFill/>
                        <a:miter/>
                      </a:ln>
                    </p:spPr>
                  </p:pic>
                </p:oleObj>
              </mc:Fallback>
            </mc:AlternateContent>
          </a:graphicData>
        </a:graphic>
      </p:graphicFrame>
      <p:graphicFrame>
        <p:nvGraphicFramePr>
          <p:cNvPr id="5" name="对象 -2147482194"/>
          <p:cNvGraphicFramePr>
            <a:graphicFrameLocks noChangeAspect="1"/>
          </p:cNvGraphicFramePr>
          <p:nvPr/>
        </p:nvGraphicFramePr>
        <p:xfrm>
          <a:off x="4876800" y="1905000"/>
          <a:ext cx="3703955" cy="440055"/>
        </p:xfrm>
        <a:graphic>
          <a:graphicData uri="http://schemas.openxmlformats.org/presentationml/2006/ole">
            <mc:AlternateContent xmlns:mc="http://schemas.openxmlformats.org/markup-compatibility/2006">
              <mc:Choice xmlns:v="urn:schemas-microsoft-com:vml" Requires="v">
                <p:oleObj spid="_x0000_s6" name="" r:id="rId5" imgW="1813560" imgH="215900" progId="Equation.DSMT4">
                  <p:embed/>
                </p:oleObj>
              </mc:Choice>
              <mc:Fallback>
                <p:oleObj name="" r:id="rId5" imgW="1813560" imgH="215900" progId="Equation.DSMT4">
                  <p:embed/>
                  <p:pic>
                    <p:nvPicPr>
                      <p:cNvPr id="0" name="图片 4"/>
                      <p:cNvPicPr/>
                      <p:nvPr/>
                    </p:nvPicPr>
                    <p:blipFill>
                      <a:blip r:embed="rId6"/>
                      <a:stretch>
                        <a:fillRect/>
                      </a:stretch>
                    </p:blipFill>
                    <p:spPr>
                      <a:xfrm>
                        <a:off x="4876800" y="1905000"/>
                        <a:ext cx="3703955" cy="440055"/>
                      </a:xfrm>
                      <a:prstGeom prst="rect">
                        <a:avLst/>
                      </a:prstGeom>
                      <a:noFill/>
                      <a:ln w="38100">
                        <a:noFill/>
                        <a:miter/>
                      </a:ln>
                    </p:spPr>
                  </p:pic>
                </p:oleObj>
              </mc:Fallback>
            </mc:AlternateContent>
          </a:graphicData>
        </a:graphic>
      </p:graphicFrame>
      <p:graphicFrame>
        <p:nvGraphicFramePr>
          <p:cNvPr id="7" name="对象 -2147482193"/>
          <p:cNvGraphicFramePr>
            <a:graphicFrameLocks noChangeAspect="1"/>
          </p:cNvGraphicFramePr>
          <p:nvPr/>
        </p:nvGraphicFramePr>
        <p:xfrm>
          <a:off x="1143000" y="2286000"/>
          <a:ext cx="3976370" cy="382270"/>
        </p:xfrm>
        <a:graphic>
          <a:graphicData uri="http://schemas.openxmlformats.org/presentationml/2006/ole">
            <mc:AlternateContent xmlns:mc="http://schemas.openxmlformats.org/markup-compatibility/2006">
              <mc:Choice xmlns:v="urn:schemas-microsoft-com:vml" Requires="v">
                <p:oleObj spid="_x0000_s8" name="" r:id="rId7" imgW="1980565" imgH="190500" progId="Equation.DSMT4">
                  <p:embed/>
                </p:oleObj>
              </mc:Choice>
              <mc:Fallback>
                <p:oleObj name="" r:id="rId7" imgW="1980565" imgH="190500" progId="Equation.DSMT4">
                  <p:embed/>
                  <p:pic>
                    <p:nvPicPr>
                      <p:cNvPr id="0" name="图片 5"/>
                      <p:cNvPicPr/>
                      <p:nvPr/>
                    </p:nvPicPr>
                    <p:blipFill>
                      <a:blip r:embed="rId8"/>
                      <a:stretch>
                        <a:fillRect/>
                      </a:stretch>
                    </p:blipFill>
                    <p:spPr>
                      <a:xfrm>
                        <a:off x="1143000" y="2286000"/>
                        <a:ext cx="3976370" cy="382270"/>
                      </a:xfrm>
                      <a:prstGeom prst="rect">
                        <a:avLst/>
                      </a:prstGeom>
                      <a:noFill/>
                      <a:ln w="38100">
                        <a:noFill/>
                        <a:miter/>
                      </a:ln>
                    </p:spPr>
                  </p:pic>
                </p:oleObj>
              </mc:Fallback>
            </mc:AlternateContent>
          </a:graphicData>
        </a:graphic>
      </p:graphicFrame>
      <p:graphicFrame>
        <p:nvGraphicFramePr>
          <p:cNvPr id="9" name="对象 -2147482192"/>
          <p:cNvGraphicFramePr>
            <a:graphicFrameLocks noChangeAspect="1"/>
          </p:cNvGraphicFramePr>
          <p:nvPr/>
        </p:nvGraphicFramePr>
        <p:xfrm>
          <a:off x="1143000" y="2667000"/>
          <a:ext cx="6829425" cy="414655"/>
        </p:xfrm>
        <a:graphic>
          <a:graphicData uri="http://schemas.openxmlformats.org/presentationml/2006/ole">
            <mc:AlternateContent xmlns:mc="http://schemas.openxmlformats.org/markup-compatibility/2006">
              <mc:Choice xmlns:v="urn:schemas-microsoft-com:vml" Requires="v">
                <p:oleObj spid="_x0000_s10" name="" r:id="rId9" imgW="3551555" imgH="215900" progId="Equation.DSMT4">
                  <p:embed/>
                </p:oleObj>
              </mc:Choice>
              <mc:Fallback>
                <p:oleObj name="" r:id="rId9" imgW="3551555" imgH="215900" progId="Equation.DSMT4">
                  <p:embed/>
                  <p:pic>
                    <p:nvPicPr>
                      <p:cNvPr id="0" name="图片 6"/>
                      <p:cNvPicPr/>
                      <p:nvPr/>
                    </p:nvPicPr>
                    <p:blipFill>
                      <a:blip r:embed="rId10"/>
                      <a:stretch>
                        <a:fillRect/>
                      </a:stretch>
                    </p:blipFill>
                    <p:spPr>
                      <a:xfrm>
                        <a:off x="1143000" y="2667000"/>
                        <a:ext cx="6829425" cy="414655"/>
                      </a:xfrm>
                      <a:prstGeom prst="rect">
                        <a:avLst/>
                      </a:prstGeom>
                      <a:noFill/>
                      <a:ln w="38100">
                        <a:noFill/>
                        <a:miter/>
                      </a:ln>
                    </p:spPr>
                  </p:pic>
                </p:oleObj>
              </mc:Fallback>
            </mc:AlternateContent>
          </a:graphicData>
        </a:graphic>
      </p:graphicFrame>
      <p:graphicFrame>
        <p:nvGraphicFramePr>
          <p:cNvPr id="11" name="对象 -2147482191"/>
          <p:cNvGraphicFramePr>
            <a:graphicFrameLocks noChangeAspect="1"/>
          </p:cNvGraphicFramePr>
          <p:nvPr/>
        </p:nvGraphicFramePr>
        <p:xfrm>
          <a:off x="1143000" y="3048000"/>
          <a:ext cx="7682230" cy="349250"/>
        </p:xfrm>
        <a:graphic>
          <a:graphicData uri="http://schemas.openxmlformats.org/presentationml/2006/ole">
            <mc:AlternateContent xmlns:mc="http://schemas.openxmlformats.org/markup-compatibility/2006">
              <mc:Choice xmlns:v="urn:schemas-microsoft-com:vml" Requires="v">
                <p:oleObj spid="_x0000_s12" name="" r:id="rId11" imgW="4189095" imgH="190500" progId="Equation.DSMT4">
                  <p:embed/>
                </p:oleObj>
              </mc:Choice>
              <mc:Fallback>
                <p:oleObj name="" r:id="rId11" imgW="4189095" imgH="190500" progId="Equation.DSMT4">
                  <p:embed/>
                  <p:pic>
                    <p:nvPicPr>
                      <p:cNvPr id="0" name="图片 10"/>
                      <p:cNvPicPr/>
                      <p:nvPr/>
                    </p:nvPicPr>
                    <p:blipFill>
                      <a:blip r:embed="rId12"/>
                      <a:stretch>
                        <a:fillRect/>
                      </a:stretch>
                    </p:blipFill>
                    <p:spPr>
                      <a:xfrm>
                        <a:off x="1143000" y="3048000"/>
                        <a:ext cx="7682230" cy="349250"/>
                      </a:xfrm>
                      <a:prstGeom prst="rect">
                        <a:avLst/>
                      </a:prstGeom>
                      <a:noFill/>
                      <a:ln w="38100">
                        <a:noFill/>
                        <a:miter/>
                      </a:ln>
                    </p:spPr>
                  </p:pic>
                </p:oleObj>
              </mc:Fallback>
            </mc:AlternateContent>
          </a:graphicData>
        </a:graphic>
      </p:graphicFrame>
      <p:graphicFrame>
        <p:nvGraphicFramePr>
          <p:cNvPr id="13" name="对象 -2147482190"/>
          <p:cNvGraphicFramePr>
            <a:graphicFrameLocks noChangeAspect="1"/>
          </p:cNvGraphicFramePr>
          <p:nvPr/>
        </p:nvGraphicFramePr>
        <p:xfrm>
          <a:off x="1143000" y="3429000"/>
          <a:ext cx="7617460" cy="464185"/>
        </p:xfrm>
        <a:graphic>
          <a:graphicData uri="http://schemas.openxmlformats.org/presentationml/2006/ole">
            <mc:AlternateContent xmlns:mc="http://schemas.openxmlformats.org/markup-compatibility/2006">
              <mc:Choice xmlns:v="urn:schemas-microsoft-com:vml" Requires="v">
                <p:oleObj spid="_x0000_s16" name="" r:id="rId13" imgW="3538855" imgH="215900" progId="Equation.DSMT4">
                  <p:embed/>
                </p:oleObj>
              </mc:Choice>
              <mc:Fallback>
                <p:oleObj name="" r:id="rId13" imgW="3538855" imgH="215900" progId="Equation.DSMT4">
                  <p:embed/>
                  <p:pic>
                    <p:nvPicPr>
                      <p:cNvPr id="0" name="图片 11"/>
                      <p:cNvPicPr/>
                      <p:nvPr/>
                    </p:nvPicPr>
                    <p:blipFill>
                      <a:blip r:embed="rId14"/>
                      <a:stretch>
                        <a:fillRect/>
                      </a:stretch>
                    </p:blipFill>
                    <p:spPr>
                      <a:xfrm>
                        <a:off x="1143000" y="3429000"/>
                        <a:ext cx="7617460" cy="464185"/>
                      </a:xfrm>
                      <a:prstGeom prst="rect">
                        <a:avLst/>
                      </a:prstGeom>
                      <a:noFill/>
                      <a:ln w="38100">
                        <a:noFill/>
                        <a:miter/>
                      </a:ln>
                    </p:spPr>
                  </p:pic>
                </p:oleObj>
              </mc:Fallback>
            </mc:AlternateContent>
          </a:graphicData>
        </a:graphic>
      </p:graphicFrame>
      <p:sp>
        <p:nvSpPr>
          <p:cNvPr id="17" name="Rectangle 3"/>
          <p:cNvSpPr>
            <a:spLocks noGrp="1"/>
          </p:cNvSpPr>
          <p:nvPr/>
        </p:nvSpPr>
        <p:spPr>
          <a:xfrm>
            <a:off x="375920" y="3860800"/>
            <a:ext cx="6790055" cy="523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(2) 画卡诺图。为了简单起见，0没有填入。</a:t>
            </a:r>
            <a:endParaRPr sz="2400" b="1" kern="1200" dirty="0">
              <a:solidFill>
                <a:srgbClr val="000066"/>
              </a:solidFill>
              <a:latin typeface="Arial" panose="020B0604020202020204" pitchFamily="34" charset="0"/>
              <a:ea typeface="楷体_GB2312" pitchFamily="49" charset="-122"/>
            </a:endParaRPr>
          </a:p>
        </p:txBody>
      </p:sp>
      <p:sp>
        <p:nvSpPr>
          <p:cNvPr id="18" name="Rectangle 3"/>
          <p:cNvSpPr>
            <a:spLocks noGrp="1"/>
          </p:cNvSpPr>
          <p:nvPr/>
        </p:nvSpPr>
        <p:spPr>
          <a:xfrm>
            <a:off x="370840" y="4458970"/>
            <a:ext cx="2883535" cy="523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(3) 画包围圈。</a:t>
            </a:r>
            <a:endParaRPr sz="2400" b="1" kern="1200" dirty="0">
              <a:solidFill>
                <a:srgbClr val="000066"/>
              </a:solidFill>
              <a:latin typeface="Arial" panose="020B0604020202020204" pitchFamily="34" charset="0"/>
              <a:ea typeface="楷体_GB2312" pitchFamily="49" charset="-122"/>
            </a:endParaRPr>
          </a:p>
        </p:txBody>
      </p:sp>
      <p:sp>
        <p:nvSpPr>
          <p:cNvPr id="19" name="Rectangle 3"/>
          <p:cNvSpPr>
            <a:spLocks noGrp="1"/>
          </p:cNvSpPr>
          <p:nvPr/>
        </p:nvSpPr>
        <p:spPr>
          <a:xfrm>
            <a:off x="378460" y="5020310"/>
            <a:ext cx="4460875" cy="52324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kern="1200" dirty="0">
                <a:solidFill>
                  <a:srgbClr val="000066"/>
                </a:solidFill>
                <a:latin typeface="Arial" panose="020B0604020202020204" pitchFamily="34" charset="0"/>
                <a:ea typeface="楷体_GB2312" pitchFamily="49" charset="-122"/>
              </a:rPr>
              <a:t>(4) 写出最简与-或表达式。</a:t>
            </a:r>
            <a:endParaRPr sz="2400" b="1" kern="1200" dirty="0">
              <a:solidFill>
                <a:srgbClr val="000066"/>
              </a:solidFill>
              <a:latin typeface="Arial" panose="020B0604020202020204" pitchFamily="34" charset="0"/>
              <a:ea typeface="楷体_GB2312" pitchFamily="49" charset="-122"/>
            </a:endParaRPr>
          </a:p>
        </p:txBody>
      </p:sp>
      <p:graphicFrame>
        <p:nvGraphicFramePr>
          <p:cNvPr id="20" name="对象 -2147479973"/>
          <p:cNvGraphicFramePr>
            <a:graphicFrameLocks noChangeAspect="1"/>
          </p:cNvGraphicFramePr>
          <p:nvPr/>
        </p:nvGraphicFramePr>
        <p:xfrm>
          <a:off x="1219200" y="5943600"/>
          <a:ext cx="3239770" cy="436880"/>
        </p:xfrm>
        <a:graphic>
          <a:graphicData uri="http://schemas.openxmlformats.org/presentationml/2006/ole">
            <mc:AlternateContent xmlns:mc="http://schemas.openxmlformats.org/markup-compatibility/2006">
              <mc:Choice xmlns:v="urn:schemas-microsoft-com:vml" Requires="v">
                <p:oleObj spid="_x0000_s21" name="" r:id="rId15" imgW="1598295" imgH="215900" progId="Equation.DSMT4">
                  <p:embed/>
                </p:oleObj>
              </mc:Choice>
              <mc:Fallback>
                <p:oleObj name="" r:id="rId15" imgW="1598295" imgH="215900" progId="Equation.DSMT4">
                  <p:embed/>
                  <p:pic>
                    <p:nvPicPr>
                      <p:cNvPr id="0" name="图片 19"/>
                      <p:cNvPicPr/>
                      <p:nvPr/>
                    </p:nvPicPr>
                    <p:blipFill>
                      <a:blip r:embed="rId16"/>
                      <a:stretch>
                        <a:fillRect/>
                      </a:stretch>
                    </p:blipFill>
                    <p:spPr>
                      <a:xfrm>
                        <a:off x="1219200" y="5943600"/>
                        <a:ext cx="3239770" cy="436880"/>
                      </a:xfrm>
                      <a:prstGeom prst="rect">
                        <a:avLst/>
                      </a:prstGeom>
                      <a:noFill/>
                      <a:ln w="38100">
                        <a:noFill/>
                        <a:miter/>
                      </a:ln>
                    </p:spPr>
                  </p:pic>
                </p:oleObj>
              </mc:Fallback>
            </mc:AlternateContent>
          </a:graphicData>
        </a:graphic>
      </p:graphicFrame>
      <p:pic>
        <p:nvPicPr>
          <p:cNvPr id="43" name="图片 42" descr="0X}GDF9OF~O{QIMF]G0K45P"/>
          <p:cNvPicPr>
            <a:picLocks noChangeAspect="1"/>
          </p:cNvPicPr>
          <p:nvPr/>
        </p:nvPicPr>
        <p:blipFill>
          <a:blip r:embed="rId17"/>
          <a:stretch>
            <a:fillRect/>
          </a:stretch>
        </p:blipFill>
        <p:spPr>
          <a:xfrm>
            <a:off x="5181600" y="4343400"/>
            <a:ext cx="2775585" cy="2294890"/>
          </a:xfrm>
          <a:prstGeom prst="rect">
            <a:avLst/>
          </a:prstGeom>
        </p:spPr>
      </p:pic>
      <p:sp>
        <p:nvSpPr>
          <p:cNvPr id="44" name="文本框 4"/>
          <p:cNvSpPr txBox="1"/>
          <p:nvPr/>
        </p:nvSpPr>
        <p:spPr>
          <a:xfrm>
            <a:off x="7448550" y="4920615"/>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5" name="文本框 5"/>
          <p:cNvSpPr txBox="1"/>
          <p:nvPr/>
        </p:nvSpPr>
        <p:spPr>
          <a:xfrm>
            <a:off x="7467600" y="6172200"/>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6" name="文本框 7"/>
          <p:cNvSpPr txBox="1"/>
          <p:nvPr/>
        </p:nvSpPr>
        <p:spPr>
          <a:xfrm>
            <a:off x="6400800" y="4920615"/>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7" name="文本框 33"/>
          <p:cNvSpPr txBox="1"/>
          <p:nvPr/>
        </p:nvSpPr>
        <p:spPr>
          <a:xfrm>
            <a:off x="6893560" y="4917440"/>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8" name="文本框 34"/>
          <p:cNvSpPr txBox="1"/>
          <p:nvPr/>
        </p:nvSpPr>
        <p:spPr>
          <a:xfrm>
            <a:off x="6400800" y="5297805"/>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49" name="文本框 35"/>
          <p:cNvSpPr txBox="1"/>
          <p:nvPr/>
        </p:nvSpPr>
        <p:spPr>
          <a:xfrm>
            <a:off x="6895465" y="5293995"/>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0" name="文本框 36"/>
          <p:cNvSpPr txBox="1"/>
          <p:nvPr/>
        </p:nvSpPr>
        <p:spPr>
          <a:xfrm>
            <a:off x="6904990" y="5744845"/>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1" name="文本框 37"/>
          <p:cNvSpPr txBox="1"/>
          <p:nvPr/>
        </p:nvSpPr>
        <p:spPr>
          <a:xfrm>
            <a:off x="6917055" y="6173470"/>
            <a:ext cx="288290" cy="215900"/>
          </a:xfrm>
          <a:prstGeom prst="rect">
            <a:avLst/>
          </a:prstGeom>
          <a:noFill/>
          <a:ln>
            <a:noFill/>
          </a:ln>
        </p:spPr>
        <p:txBody>
          <a:bodyPr lIns="18000" tIns="10800" rIns="18000" bIns="10800" upright="1"/>
          <a:lstStyle/>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2" name="圆角矩形 51"/>
          <p:cNvSpPr/>
          <p:nvPr/>
        </p:nvSpPr>
        <p:spPr>
          <a:xfrm>
            <a:off x="6372860" y="4925060"/>
            <a:ext cx="838200" cy="685800"/>
          </a:xfrm>
          <a:prstGeom prst="roundRect">
            <a:avLst/>
          </a:prstGeom>
          <a:noFill/>
          <a:ln>
            <a:solidFill>
              <a:srgbClr val="0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 name="圆角矩形 52"/>
          <p:cNvSpPr/>
          <p:nvPr/>
        </p:nvSpPr>
        <p:spPr>
          <a:xfrm>
            <a:off x="6808470" y="4925060"/>
            <a:ext cx="518160" cy="1576070"/>
          </a:xfrm>
          <a:prstGeom prst="roundRect">
            <a:avLst/>
          </a:prstGeom>
          <a:noFill/>
          <a:ln>
            <a:solidFill>
              <a:srgbClr val="0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59" name="组合 58"/>
          <p:cNvGrpSpPr/>
          <p:nvPr/>
        </p:nvGrpSpPr>
        <p:grpSpPr>
          <a:xfrm>
            <a:off x="4641850" y="5328920"/>
            <a:ext cx="1682750" cy="585470"/>
            <a:chOff x="7310" y="8392"/>
            <a:chExt cx="2650" cy="922"/>
          </a:xfrm>
        </p:grpSpPr>
        <p:sp>
          <p:nvSpPr>
            <p:cNvPr id="54" name="直接连接符 42"/>
            <p:cNvSpPr/>
            <p:nvPr/>
          </p:nvSpPr>
          <p:spPr>
            <a:xfrm flipV="1">
              <a:off x="8006" y="8392"/>
              <a:ext cx="1955" cy="703"/>
            </a:xfrm>
            <a:prstGeom prst="line">
              <a:avLst/>
            </a:prstGeom>
            <a:ln w="9525" cap="flat" cmpd="sng">
              <a:solidFill>
                <a:srgbClr val="EA02DC"/>
              </a:solidFill>
              <a:prstDash val="solid"/>
              <a:headEnd type="none" w="med" len="med"/>
              <a:tailEnd type="triangle" w="med" len="med"/>
            </a:ln>
          </p:spPr>
        </p:sp>
        <p:grpSp>
          <p:nvGrpSpPr>
            <p:cNvPr id="58" name="组合 57"/>
            <p:cNvGrpSpPr/>
            <p:nvPr/>
          </p:nvGrpSpPr>
          <p:grpSpPr>
            <a:xfrm>
              <a:off x="7310" y="8966"/>
              <a:ext cx="810" cy="348"/>
              <a:chOff x="6615" y="9172"/>
              <a:chExt cx="810" cy="348"/>
            </a:xfrm>
          </p:grpSpPr>
          <p:sp>
            <p:nvSpPr>
              <p:cNvPr id="56" name="文本框 43"/>
              <p:cNvSpPr txBox="1"/>
              <p:nvPr/>
            </p:nvSpPr>
            <p:spPr>
              <a:xfrm>
                <a:off x="6615" y="9172"/>
                <a:ext cx="811" cy="348"/>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AD</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7" name="直接连接符 44"/>
              <p:cNvSpPr/>
              <p:nvPr/>
            </p:nvSpPr>
            <p:spPr>
              <a:xfrm>
                <a:off x="6764" y="9230"/>
                <a:ext cx="227" cy="0"/>
              </a:xfrm>
              <a:prstGeom prst="line">
                <a:avLst/>
              </a:prstGeom>
              <a:ln w="22225" cap="flat" cmpd="sng">
                <a:solidFill>
                  <a:srgbClr val="EA02DC"/>
                </a:solidFill>
                <a:prstDash val="solid"/>
                <a:headEnd type="none" w="med" len="med"/>
                <a:tailEnd type="none" w="med" len="med"/>
              </a:ln>
            </p:spPr>
          </p:sp>
        </p:grpSp>
      </p:grpSp>
      <p:grpSp>
        <p:nvGrpSpPr>
          <p:cNvPr id="62" name="组合 61"/>
          <p:cNvGrpSpPr/>
          <p:nvPr/>
        </p:nvGrpSpPr>
        <p:grpSpPr>
          <a:xfrm>
            <a:off x="7391400" y="5728970"/>
            <a:ext cx="1201420" cy="189230"/>
            <a:chOff x="11640" y="9022"/>
            <a:chExt cx="1892" cy="298"/>
          </a:xfrm>
        </p:grpSpPr>
        <p:sp>
          <p:nvSpPr>
            <p:cNvPr id="60" name="文本框 1"/>
            <p:cNvSpPr txBox="1"/>
            <p:nvPr/>
          </p:nvSpPr>
          <p:spPr>
            <a:xfrm>
              <a:off x="12780" y="9022"/>
              <a:ext cx="753" cy="298"/>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CD</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1" name="直接连接符 49"/>
            <p:cNvSpPr/>
            <p:nvPr/>
          </p:nvSpPr>
          <p:spPr>
            <a:xfrm flipH="1">
              <a:off x="11640" y="9240"/>
              <a:ext cx="1191" cy="0"/>
            </a:xfrm>
            <a:prstGeom prst="line">
              <a:avLst/>
            </a:prstGeom>
            <a:ln w="9525" cap="flat" cmpd="sng">
              <a:solidFill>
                <a:srgbClr val="EA02DC"/>
              </a:solidFill>
              <a:prstDash val="solid"/>
              <a:miter lim="800000"/>
              <a:headEnd type="none" w="med" len="med"/>
              <a:tailEnd type="triangle" w="med" len="med"/>
            </a:ln>
          </p:spPr>
        </p:sp>
      </p:grpSp>
      <p:grpSp>
        <p:nvGrpSpPr>
          <p:cNvPr id="66" name="组合 65"/>
          <p:cNvGrpSpPr/>
          <p:nvPr/>
        </p:nvGrpSpPr>
        <p:grpSpPr>
          <a:xfrm>
            <a:off x="6858000" y="4876800"/>
            <a:ext cx="953770" cy="1659890"/>
            <a:chOff x="10800" y="7680"/>
            <a:chExt cx="1502" cy="2614"/>
          </a:xfrm>
        </p:grpSpPr>
        <p:sp>
          <p:nvSpPr>
            <p:cNvPr id="64" name="同侧圆角矩形 63"/>
            <p:cNvSpPr/>
            <p:nvPr/>
          </p:nvSpPr>
          <p:spPr>
            <a:xfrm flipV="1">
              <a:off x="10800" y="7680"/>
              <a:ext cx="1502" cy="556"/>
            </a:xfrm>
            <a:prstGeom prst="round2SameRect">
              <a:avLst/>
            </a:prstGeom>
            <a:noFill/>
            <a:ln w="25400">
              <a:solidFill>
                <a:srgbClr val="0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 name="同侧圆角矩形 64"/>
            <p:cNvSpPr/>
            <p:nvPr/>
          </p:nvSpPr>
          <p:spPr>
            <a:xfrm>
              <a:off x="10800" y="9666"/>
              <a:ext cx="1502" cy="629"/>
            </a:xfrm>
            <a:prstGeom prst="round2SameRect">
              <a:avLst/>
            </a:prstGeom>
            <a:noFill/>
            <a:ln w="25400">
              <a:solidFill>
                <a:srgbClr val="0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2" name="组合 71"/>
          <p:cNvGrpSpPr/>
          <p:nvPr/>
        </p:nvGrpSpPr>
        <p:grpSpPr>
          <a:xfrm>
            <a:off x="7788275" y="5156200"/>
            <a:ext cx="1309370" cy="1187450"/>
            <a:chOff x="12265" y="8120"/>
            <a:chExt cx="2062" cy="1870"/>
          </a:xfrm>
        </p:grpSpPr>
        <p:grpSp>
          <p:nvGrpSpPr>
            <p:cNvPr id="67" name="组合 48"/>
            <p:cNvGrpSpPr/>
            <p:nvPr/>
          </p:nvGrpSpPr>
          <p:grpSpPr>
            <a:xfrm rot="0">
              <a:off x="13709" y="8926"/>
              <a:ext cx="619" cy="340"/>
              <a:chOff x="8640" y="2220"/>
              <a:chExt cx="454" cy="340"/>
            </a:xfrm>
          </p:grpSpPr>
          <p:sp>
            <p:nvSpPr>
              <p:cNvPr id="68" name="文本框 46"/>
              <p:cNvSpPr txBox="1"/>
              <p:nvPr/>
            </p:nvSpPr>
            <p:spPr>
              <a:xfrm>
                <a:off x="8640" y="2220"/>
                <a:ext cx="454" cy="340"/>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BC</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9" name="直接连接符 47"/>
              <p:cNvSpPr/>
              <p:nvPr/>
            </p:nvSpPr>
            <p:spPr>
              <a:xfrm>
                <a:off x="8740" y="2250"/>
                <a:ext cx="125" cy="0"/>
              </a:xfrm>
              <a:prstGeom prst="line">
                <a:avLst/>
              </a:prstGeom>
              <a:ln w="25400" cap="flat" cmpd="sng">
                <a:solidFill>
                  <a:srgbClr val="EA02DC"/>
                </a:solidFill>
                <a:prstDash val="solid"/>
                <a:headEnd type="none" w="med" len="med"/>
                <a:tailEnd type="none" w="med" len="med"/>
              </a:ln>
            </p:spPr>
          </p:sp>
        </p:grpSp>
        <p:sp>
          <p:nvSpPr>
            <p:cNvPr id="70" name="直接连接符 50"/>
            <p:cNvSpPr/>
            <p:nvPr/>
          </p:nvSpPr>
          <p:spPr>
            <a:xfrm>
              <a:off x="12311" y="8120"/>
              <a:ext cx="1347" cy="823"/>
            </a:xfrm>
            <a:prstGeom prst="line">
              <a:avLst/>
            </a:prstGeom>
            <a:ln w="9525" cap="flat" cmpd="sng">
              <a:solidFill>
                <a:srgbClr val="EA02DC"/>
              </a:solidFill>
              <a:prstDash val="solid"/>
              <a:headEnd type="triangle" w="med" len="med"/>
              <a:tailEnd type="none" w="med" len="med"/>
            </a:ln>
          </p:spPr>
        </p:sp>
        <p:sp>
          <p:nvSpPr>
            <p:cNvPr id="71" name="直接连接符 51"/>
            <p:cNvSpPr/>
            <p:nvPr/>
          </p:nvSpPr>
          <p:spPr>
            <a:xfrm flipV="1">
              <a:off x="12265" y="9318"/>
              <a:ext cx="1415" cy="672"/>
            </a:xfrm>
            <a:prstGeom prst="line">
              <a:avLst/>
            </a:prstGeom>
            <a:ln w="9525" cap="flat" cmpd="sng">
              <a:solidFill>
                <a:srgbClr val="EA02DC"/>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500" fill="hold">
                                          <p:stCondLst>
                                            <p:cond delay="0"/>
                                          </p:stCondLst>
                                        </p:cTn>
                                        <p:tgtEl>
                                          <p:spTgt spid="3"/>
                                        </p:tgtEl>
                                        <p:attrNameLst>
                                          <p:attrName>style.visibility</p:attrName>
                                        </p:attrNameLst>
                                      </p:cBhvr>
                                      <p:to>
                                        <p:strVal val="visible"/>
                                      </p:to>
                                    </p:set>
                                    <p:animEffect transition="in" filter="box(i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strVal val="#ppt_w*0.70"/>
                                          </p:val>
                                        </p:tav>
                                        <p:tav tm="100000">
                                          <p:val>
                                            <p:strVal val="#ppt_w"/>
                                          </p:val>
                                        </p:tav>
                                      </p:tavLst>
                                    </p:anim>
                                    <p:anim calcmode="lin" valueType="num">
                                      <p:cBhvr>
                                        <p:cTn id="32" dur="1000" fill="hold"/>
                                        <p:tgtEl>
                                          <p:spTgt spid="9"/>
                                        </p:tgtEl>
                                        <p:attrNameLst>
                                          <p:attrName>ppt_h</p:attrName>
                                        </p:attrNameLst>
                                      </p:cBhvr>
                                      <p:tavLst>
                                        <p:tav tm="0">
                                          <p:val>
                                            <p:strVal val="#ppt_h"/>
                                          </p:val>
                                        </p:tav>
                                        <p:tav tm="100000">
                                          <p:val>
                                            <p:strVal val="#ppt_h"/>
                                          </p:val>
                                        </p:tav>
                                      </p:tavLst>
                                    </p:anim>
                                    <p:animEffect transition="in" filter="fade">
                                      <p:cBhvr>
                                        <p:cTn id="33" dur="10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ppt_x"/>
                                          </p:val>
                                        </p:tav>
                                        <p:tav tm="100000">
                                          <p:val>
                                            <p:strVal val="#ppt_x"/>
                                          </p:val>
                                        </p:tav>
                                      </p:tavLst>
                                    </p:anim>
                                    <p:anim calcmode="lin" valueType="num">
                                      <p:cBhvr additive="base">
                                        <p:cTn id="3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linds(horizontal)">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5"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52" dur="1000" fill="hold"/>
                                        <p:tgtEl>
                                          <p:spTgt spid="17"/>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3"/>
                                        </p:tgtEl>
                                        <p:attrNameLst>
                                          <p:attrName>style.visibility</p:attrName>
                                        </p:attrNameLst>
                                      </p:cBhvr>
                                      <p:to>
                                        <p:strVal val="visible"/>
                                      </p:to>
                                    </p:set>
                                    <p:anim calcmode="lin" valueType="num">
                                      <p:cBhvr additive="base">
                                        <p:cTn id="61" dur="500" fill="hold"/>
                                        <p:tgtEl>
                                          <p:spTgt spid="43"/>
                                        </p:tgtEl>
                                        <p:attrNameLst>
                                          <p:attrName>ppt_x</p:attrName>
                                        </p:attrNameLst>
                                      </p:cBhvr>
                                      <p:tavLst>
                                        <p:tav tm="0">
                                          <p:val>
                                            <p:strVal val="#ppt_x"/>
                                          </p:val>
                                        </p:tav>
                                        <p:tav tm="100000">
                                          <p:val>
                                            <p:strVal val="#ppt_x"/>
                                          </p:val>
                                        </p:tav>
                                      </p:tavLst>
                                    </p:anim>
                                    <p:anim calcmode="lin" valueType="num">
                                      <p:cBhvr additive="base">
                                        <p:cTn id="6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up)">
                                      <p:cBhvr>
                                        <p:cTn id="67" dur="500"/>
                                        <p:tgtEl>
                                          <p:spTgt spid="4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wipe(up)">
                                      <p:cBhvr>
                                        <p:cTn id="72" dur="500"/>
                                        <p:tgtEl>
                                          <p:spTgt spid="4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wipe(up)">
                                      <p:cBhvr>
                                        <p:cTn id="77" dur="500"/>
                                        <p:tgtEl>
                                          <p:spTgt spid="4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wipe(up)">
                                      <p:cBhvr>
                                        <p:cTn id="82" dur="500"/>
                                        <p:tgtEl>
                                          <p:spTgt spid="4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wipe(up)">
                                      <p:cBhvr>
                                        <p:cTn id="87" dur="500"/>
                                        <p:tgtEl>
                                          <p:spTgt spid="4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wipe(up)">
                                      <p:cBhvr>
                                        <p:cTn id="92" dur="500"/>
                                        <p:tgtEl>
                                          <p:spTgt spid="4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wipe(up)">
                                      <p:cBhvr>
                                        <p:cTn id="97" dur="500"/>
                                        <p:tgtEl>
                                          <p:spTgt spid="5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wipe(up)">
                                      <p:cBhvr>
                                        <p:cTn id="102" dur="500"/>
                                        <p:tgtEl>
                                          <p:spTgt spid="50"/>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18"/>
                                        </p:tgtEl>
                                        <p:attrNameLst>
                                          <p:attrName>style.visibility</p:attrName>
                                        </p:attrNameLst>
                                      </p:cBhvr>
                                      <p:to>
                                        <p:strVal val="visible"/>
                                      </p:to>
                                    </p:set>
                                    <p:anim calcmode="lin" valueType="num">
                                      <p:cBhvr additive="base">
                                        <p:cTn id="107" dur="500" fill="hold"/>
                                        <p:tgtEl>
                                          <p:spTgt spid="18"/>
                                        </p:tgtEl>
                                        <p:attrNameLst>
                                          <p:attrName>ppt_x</p:attrName>
                                        </p:attrNameLst>
                                      </p:cBhvr>
                                      <p:tavLst>
                                        <p:tav tm="0">
                                          <p:val>
                                            <p:strVal val="#ppt_x"/>
                                          </p:val>
                                        </p:tav>
                                        <p:tav tm="100000">
                                          <p:val>
                                            <p:strVal val="#ppt_x"/>
                                          </p:val>
                                        </p:tav>
                                      </p:tavLst>
                                    </p:anim>
                                    <p:anim calcmode="lin" valueType="num">
                                      <p:cBhvr additive="base">
                                        <p:cTn id="10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52"/>
                                        </p:tgtEl>
                                        <p:attrNameLst>
                                          <p:attrName>style.visibility</p:attrName>
                                        </p:attrNameLst>
                                      </p:cBhvr>
                                      <p:to>
                                        <p:strVal val="visible"/>
                                      </p:to>
                                    </p:set>
                                    <p:animEffect transition="in" filter="wipe(up)">
                                      <p:cBhvr>
                                        <p:cTn id="113" dur="500"/>
                                        <p:tgtEl>
                                          <p:spTgt spid="52"/>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59"/>
                                        </p:tgtEl>
                                        <p:attrNameLst>
                                          <p:attrName>style.visibility</p:attrName>
                                        </p:attrNameLst>
                                      </p:cBhvr>
                                      <p:to>
                                        <p:strVal val="visible"/>
                                      </p:to>
                                    </p:set>
                                    <p:animEffect transition="in" filter="wipe(down)">
                                      <p:cBhvr>
                                        <p:cTn id="118" dur="500"/>
                                        <p:tgtEl>
                                          <p:spTgt spid="59"/>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wipe(up)">
                                      <p:cBhvr>
                                        <p:cTn id="123" dur="500"/>
                                        <p:tgtEl>
                                          <p:spTgt spid="5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2" fill="hold" nodeType="clickEffect">
                                  <p:stCondLst>
                                    <p:cond delay="0"/>
                                  </p:stCondLst>
                                  <p:childTnLst>
                                    <p:set>
                                      <p:cBhvr>
                                        <p:cTn id="127" dur="1" fill="hold">
                                          <p:stCondLst>
                                            <p:cond delay="0"/>
                                          </p:stCondLst>
                                        </p:cTn>
                                        <p:tgtEl>
                                          <p:spTgt spid="62"/>
                                        </p:tgtEl>
                                        <p:attrNameLst>
                                          <p:attrName>style.visibility</p:attrName>
                                        </p:attrNameLst>
                                      </p:cBhvr>
                                      <p:to>
                                        <p:strVal val="visible"/>
                                      </p:to>
                                    </p:set>
                                    <p:animEffect transition="in" filter="wipe(right)">
                                      <p:cBhvr>
                                        <p:cTn id="128" dur="500"/>
                                        <p:tgtEl>
                                          <p:spTgt spid="62"/>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6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nodeType="clickEffect">
                                  <p:stCondLst>
                                    <p:cond delay="0"/>
                                  </p:stCondLst>
                                  <p:childTnLst>
                                    <p:set>
                                      <p:cBhvr>
                                        <p:cTn id="136" dur="1" fill="hold">
                                          <p:stCondLst>
                                            <p:cond delay="0"/>
                                          </p:stCondLst>
                                        </p:cTn>
                                        <p:tgtEl>
                                          <p:spTgt spid="72"/>
                                        </p:tgtEl>
                                        <p:attrNameLst>
                                          <p:attrName>style.visibility</p:attrName>
                                        </p:attrNameLst>
                                      </p:cBhvr>
                                      <p:to>
                                        <p:strVal val="visible"/>
                                      </p:to>
                                    </p:set>
                                    <p:animEffect transition="in" filter="wipe(right)">
                                      <p:cBhvr>
                                        <p:cTn id="137" dur="500"/>
                                        <p:tgtEl>
                                          <p:spTgt spid="72"/>
                                        </p:tgtEl>
                                      </p:cBhvr>
                                    </p:animEffect>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19"/>
                                        </p:tgtEl>
                                        <p:attrNameLst>
                                          <p:attrName>style.visibility</p:attrName>
                                        </p:attrNameLst>
                                      </p:cBhvr>
                                      <p:to>
                                        <p:strVal val="visible"/>
                                      </p:to>
                                    </p:set>
                                    <p:anim calcmode="lin" valueType="num">
                                      <p:cBhvr additive="base">
                                        <p:cTn id="142" dur="500" fill="hold"/>
                                        <p:tgtEl>
                                          <p:spTgt spid="19"/>
                                        </p:tgtEl>
                                        <p:attrNameLst>
                                          <p:attrName>ppt_x</p:attrName>
                                        </p:attrNameLst>
                                      </p:cBhvr>
                                      <p:tavLst>
                                        <p:tav tm="0">
                                          <p:val>
                                            <p:strVal val="#ppt_x"/>
                                          </p:val>
                                        </p:tav>
                                        <p:tav tm="100000">
                                          <p:val>
                                            <p:strVal val="#ppt_x"/>
                                          </p:val>
                                        </p:tav>
                                      </p:tavLst>
                                    </p:anim>
                                    <p:anim calcmode="lin" valueType="num">
                                      <p:cBhvr additive="base">
                                        <p:cTn id="14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15" presetClass="entr" presetSubtype="0" fill="hold" nodeType="clickEffect">
                                  <p:stCondLst>
                                    <p:cond delay="0"/>
                                  </p:stCondLst>
                                  <p:childTnLst>
                                    <p:set>
                                      <p:cBhvr>
                                        <p:cTn id="147" dur="1" fill="hold">
                                          <p:stCondLst>
                                            <p:cond delay="0"/>
                                          </p:stCondLst>
                                        </p:cTn>
                                        <p:tgtEl>
                                          <p:spTgt spid="20"/>
                                        </p:tgtEl>
                                        <p:attrNameLst>
                                          <p:attrName>style.visibility</p:attrName>
                                        </p:attrNameLst>
                                      </p:cBhvr>
                                      <p:to>
                                        <p:strVal val="visible"/>
                                      </p:to>
                                    </p:set>
                                    <p:anim calcmode="lin" valueType="num">
                                      <p:cBhvr>
                                        <p:cTn id="148" dur="1000" fill="hold"/>
                                        <p:tgtEl>
                                          <p:spTgt spid="20"/>
                                        </p:tgtEl>
                                        <p:attrNameLst>
                                          <p:attrName>ppt_w</p:attrName>
                                        </p:attrNameLst>
                                      </p:cBhvr>
                                      <p:tavLst>
                                        <p:tav tm="0">
                                          <p:val>
                                            <p:fltVal val="0"/>
                                          </p:val>
                                        </p:tav>
                                        <p:tav tm="100000">
                                          <p:val>
                                            <p:strVal val="#ppt_w"/>
                                          </p:val>
                                        </p:tav>
                                      </p:tavLst>
                                    </p:anim>
                                    <p:anim calcmode="lin" valueType="num">
                                      <p:cBhvr>
                                        <p:cTn id="149" dur="1000" fill="hold"/>
                                        <p:tgtEl>
                                          <p:spTgt spid="20"/>
                                        </p:tgtEl>
                                        <p:attrNameLst>
                                          <p:attrName>ppt_h</p:attrName>
                                        </p:attrNameLst>
                                      </p:cBhvr>
                                      <p:tavLst>
                                        <p:tav tm="0">
                                          <p:val>
                                            <p:fltVal val="0"/>
                                          </p:val>
                                        </p:tav>
                                        <p:tav tm="100000">
                                          <p:val>
                                            <p:strVal val="#ppt_h"/>
                                          </p:val>
                                        </p:tav>
                                      </p:tavLst>
                                    </p:anim>
                                    <p:anim calcmode="lin" valueType="num">
                                      <p:cBhvr>
                                        <p:cTn id="150"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151"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46" grpId="0"/>
      <p:bldP spid="44" grpId="0"/>
      <p:bldP spid="47" grpId="0"/>
      <p:bldP spid="48" grpId="0"/>
      <p:bldP spid="49" grpId="0"/>
      <p:bldP spid="45" grpId="0"/>
      <p:bldP spid="51" grpId="0"/>
      <p:bldP spid="50" grpId="0"/>
      <p:bldP spid="18" grpId="0"/>
      <p:bldP spid="52" grpId="0" animBg="1"/>
      <p:bldP spid="53" grpId="0" bldLvl="0" animBg="1"/>
      <p:bldP spid="1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7" name="Rectangle 3"/>
          <p:cNvSpPr>
            <a:spLocks noGrp="1"/>
          </p:cNvSpPr>
          <p:nvPr/>
        </p:nvSpPr>
        <p:spPr>
          <a:xfrm>
            <a:off x="635000" y="1202690"/>
            <a:ext cx="7798435" cy="10585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【例2-25】用卡诺图化简法将下列逻辑函数化为最简与-或表达式。</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159"/>
          <p:cNvGraphicFramePr>
            <a:graphicFrameLocks noChangeAspect="1"/>
          </p:cNvGraphicFramePr>
          <p:nvPr/>
        </p:nvGraphicFramePr>
        <p:xfrm>
          <a:off x="1600200" y="2209800"/>
          <a:ext cx="4650105" cy="503555"/>
        </p:xfrm>
        <a:graphic>
          <a:graphicData uri="http://schemas.openxmlformats.org/presentationml/2006/ole">
            <mc:AlternateContent xmlns:mc="http://schemas.openxmlformats.org/markup-compatibility/2006">
              <mc:Choice xmlns:v="urn:schemas-microsoft-com:vml" Requires="v">
                <p:oleObj spid="_x0000_s3076" name="" r:id="rId1" imgW="1991360" imgH="215900" progId="Equation.DSMT4">
                  <p:embed/>
                </p:oleObj>
              </mc:Choice>
              <mc:Fallback>
                <p:oleObj name="" r:id="rId1" imgW="1991360" imgH="215900" progId="Equation.DSMT4">
                  <p:embed/>
                  <p:pic>
                    <p:nvPicPr>
                      <p:cNvPr id="0" name="图片 3075"/>
                      <p:cNvPicPr/>
                      <p:nvPr/>
                    </p:nvPicPr>
                    <p:blipFill>
                      <a:blip r:embed="rId2"/>
                      <a:stretch>
                        <a:fillRect/>
                      </a:stretch>
                    </p:blipFill>
                    <p:spPr>
                      <a:xfrm>
                        <a:off x="1600200" y="2209800"/>
                        <a:ext cx="4650105" cy="503555"/>
                      </a:xfrm>
                      <a:prstGeom prst="rect">
                        <a:avLst/>
                      </a:prstGeom>
                      <a:noFill/>
                      <a:ln w="38100">
                        <a:noFill/>
                        <a:miter/>
                      </a:ln>
                    </p:spPr>
                  </p:pic>
                </p:oleObj>
              </mc:Fallback>
            </mc:AlternateContent>
          </a:graphicData>
        </a:graphic>
      </p:graphicFrame>
      <p:graphicFrame>
        <p:nvGraphicFramePr>
          <p:cNvPr id="3" name="对象 -2147482154"/>
          <p:cNvGraphicFramePr>
            <a:graphicFrameLocks noChangeAspect="1"/>
          </p:cNvGraphicFramePr>
          <p:nvPr/>
        </p:nvGraphicFramePr>
        <p:xfrm>
          <a:off x="1600200" y="5410200"/>
          <a:ext cx="2067560" cy="404495"/>
        </p:xfrm>
        <a:graphic>
          <a:graphicData uri="http://schemas.openxmlformats.org/presentationml/2006/ole">
            <mc:AlternateContent xmlns:mc="http://schemas.openxmlformats.org/markup-compatibility/2006">
              <mc:Choice xmlns:v="urn:schemas-microsoft-com:vml" Requires="v">
                <p:oleObj spid="_x0000_s4" name="" r:id="rId3" imgW="760730" imgH="177800" progId="Equation.DSMT4">
                  <p:embed/>
                </p:oleObj>
              </mc:Choice>
              <mc:Fallback>
                <p:oleObj name="" r:id="rId3" imgW="760730" imgH="177800" progId="Equation.DSMT4">
                  <p:embed/>
                  <p:pic>
                    <p:nvPicPr>
                      <p:cNvPr id="0" name="图片 2"/>
                      <p:cNvPicPr/>
                      <p:nvPr/>
                    </p:nvPicPr>
                    <p:blipFill>
                      <a:blip r:embed="rId4"/>
                      <a:stretch>
                        <a:fillRect/>
                      </a:stretch>
                    </p:blipFill>
                    <p:spPr>
                      <a:xfrm>
                        <a:off x="1600200" y="5410200"/>
                        <a:ext cx="2067560" cy="404495"/>
                      </a:xfrm>
                      <a:prstGeom prst="rect">
                        <a:avLst/>
                      </a:prstGeom>
                      <a:noFill/>
                      <a:ln w="38100">
                        <a:noFill/>
                        <a:miter/>
                      </a:ln>
                    </p:spPr>
                  </p:pic>
                </p:oleObj>
              </mc:Fallback>
            </mc:AlternateContent>
          </a:graphicData>
        </a:graphic>
      </p:graphicFrame>
      <p:graphicFrame>
        <p:nvGraphicFramePr>
          <p:cNvPr id="5" name="对象 -2147482153"/>
          <p:cNvGraphicFramePr>
            <a:graphicFrameLocks noChangeAspect="1"/>
          </p:cNvGraphicFramePr>
          <p:nvPr/>
        </p:nvGraphicFramePr>
        <p:xfrm>
          <a:off x="6400800" y="5486400"/>
          <a:ext cx="1151890" cy="391795"/>
        </p:xfrm>
        <a:graphic>
          <a:graphicData uri="http://schemas.openxmlformats.org/presentationml/2006/ole">
            <mc:AlternateContent xmlns:mc="http://schemas.openxmlformats.org/markup-compatibility/2006">
              <mc:Choice xmlns:v="urn:schemas-microsoft-com:vml" Requires="v">
                <p:oleObj spid="_x0000_s6" name="" r:id="rId5" imgW="520065" imgH="177800" progId="Equation.DSMT4">
                  <p:embed/>
                </p:oleObj>
              </mc:Choice>
              <mc:Fallback>
                <p:oleObj name="" r:id="rId5" imgW="520065" imgH="177800" progId="Equation.DSMT4">
                  <p:embed/>
                  <p:pic>
                    <p:nvPicPr>
                      <p:cNvPr id="0" name="图片 3"/>
                      <p:cNvPicPr/>
                      <p:nvPr/>
                    </p:nvPicPr>
                    <p:blipFill>
                      <a:blip r:embed="rId6"/>
                      <a:stretch>
                        <a:fillRect/>
                      </a:stretch>
                    </p:blipFill>
                    <p:spPr>
                      <a:xfrm>
                        <a:off x="6400800" y="5486400"/>
                        <a:ext cx="1151890" cy="391795"/>
                      </a:xfrm>
                      <a:prstGeom prst="rect">
                        <a:avLst/>
                      </a:prstGeom>
                      <a:noFill/>
                      <a:ln w="38100">
                        <a:noFill/>
                        <a:miter/>
                      </a:ln>
                    </p:spPr>
                  </p:pic>
                </p:oleObj>
              </mc:Fallback>
            </mc:AlternateContent>
          </a:graphicData>
        </a:graphic>
      </p:graphicFrame>
      <p:graphicFrame>
        <p:nvGraphicFramePr>
          <p:cNvPr id="8" name="对象 -2147482151"/>
          <p:cNvGraphicFramePr>
            <a:graphicFrameLocks noChangeAspect="1"/>
          </p:cNvGraphicFramePr>
          <p:nvPr/>
        </p:nvGraphicFramePr>
        <p:xfrm>
          <a:off x="5486400" y="5867400"/>
          <a:ext cx="3044190" cy="478790"/>
        </p:xfrm>
        <a:graphic>
          <a:graphicData uri="http://schemas.openxmlformats.org/presentationml/2006/ole">
            <mc:AlternateContent xmlns:mc="http://schemas.openxmlformats.org/markup-compatibility/2006">
              <mc:Choice xmlns:v="urn:schemas-microsoft-com:vml" Requires="v">
                <p:oleObj spid="_x0000_s9" name="" r:id="rId7" imgW="1369695" imgH="215900" progId="Equation.DSMT4">
                  <p:embed/>
                </p:oleObj>
              </mc:Choice>
              <mc:Fallback>
                <p:oleObj name="" r:id="rId7" imgW="1369695" imgH="215900" progId="Equation.DSMT4">
                  <p:embed/>
                  <p:pic>
                    <p:nvPicPr>
                      <p:cNvPr id="0" name="图片 4"/>
                      <p:cNvPicPr/>
                      <p:nvPr/>
                    </p:nvPicPr>
                    <p:blipFill>
                      <a:blip r:embed="rId8"/>
                      <a:stretch>
                        <a:fillRect/>
                      </a:stretch>
                    </p:blipFill>
                    <p:spPr>
                      <a:xfrm>
                        <a:off x="5486400" y="5867400"/>
                        <a:ext cx="3044190" cy="478790"/>
                      </a:xfrm>
                      <a:prstGeom prst="rect">
                        <a:avLst/>
                      </a:prstGeom>
                      <a:noFill/>
                      <a:ln w="38100">
                        <a:noFill/>
                        <a:miter/>
                      </a:ln>
                    </p:spPr>
                  </p:pic>
                </p:oleObj>
              </mc:Fallback>
            </mc:AlternateContent>
          </a:graphicData>
        </a:graphic>
      </p:graphicFrame>
      <p:grpSp>
        <p:nvGrpSpPr>
          <p:cNvPr id="11" name="组合 10"/>
          <p:cNvGrpSpPr/>
          <p:nvPr/>
        </p:nvGrpSpPr>
        <p:grpSpPr>
          <a:xfrm>
            <a:off x="1143000" y="2743200"/>
            <a:ext cx="2774950" cy="2654300"/>
            <a:chOff x="1800" y="4320"/>
            <a:chExt cx="4370" cy="4180"/>
          </a:xfrm>
        </p:grpSpPr>
        <p:pic>
          <p:nvPicPr>
            <p:cNvPr id="22" name="图片 21" descr="0X}GDF9OF~O{QIMF]G0K45P"/>
            <p:cNvPicPr>
              <a:picLocks noChangeAspect="1"/>
            </p:cNvPicPr>
            <p:nvPr/>
          </p:nvPicPr>
          <p:blipFill>
            <a:blip r:embed="rId9"/>
            <a:stretch>
              <a:fillRect/>
            </a:stretch>
          </p:blipFill>
          <p:spPr>
            <a:xfrm>
              <a:off x="1800" y="4320"/>
              <a:ext cx="4371" cy="3614"/>
            </a:xfrm>
            <a:prstGeom prst="rect">
              <a:avLst/>
            </a:prstGeom>
          </p:spPr>
        </p:pic>
        <p:sp>
          <p:nvSpPr>
            <p:cNvPr id="23" name="文本框 22"/>
            <p:cNvSpPr txBox="1"/>
            <p:nvPr/>
          </p:nvSpPr>
          <p:spPr>
            <a:xfrm>
              <a:off x="3720" y="7920"/>
              <a:ext cx="1674" cy="580"/>
            </a:xfrm>
            <a:prstGeom prst="rect">
              <a:avLst/>
            </a:prstGeom>
            <a:noFill/>
          </p:spPr>
          <p:txBody>
            <a:bodyPr wrap="square" rtlCol="0">
              <a:spAutoFit/>
            </a:bodyPr>
            <a:p>
              <a:r>
                <a:rPr lang="en-US" altLang="zh-CN"/>
                <a:t>(a) </a:t>
              </a:r>
              <a:r>
                <a:rPr lang="zh-CN" altLang="en-US"/>
                <a:t>圈</a:t>
              </a:r>
              <a:r>
                <a:rPr lang="en-US" altLang="zh-CN"/>
                <a:t>1</a:t>
              </a:r>
              <a:endParaRPr lang="en-US" altLang="zh-CN"/>
            </a:p>
          </p:txBody>
        </p:sp>
      </p:grpSp>
      <p:grpSp>
        <p:nvGrpSpPr>
          <p:cNvPr id="34" name="组合 33"/>
          <p:cNvGrpSpPr/>
          <p:nvPr/>
        </p:nvGrpSpPr>
        <p:grpSpPr>
          <a:xfrm>
            <a:off x="1786890" y="3305810"/>
            <a:ext cx="1953260" cy="1484630"/>
            <a:chOff x="2814" y="5206"/>
            <a:chExt cx="3076" cy="2338"/>
          </a:xfrm>
        </p:grpSpPr>
        <p:grpSp>
          <p:nvGrpSpPr>
            <p:cNvPr id="15" name="组合 14"/>
            <p:cNvGrpSpPr/>
            <p:nvPr/>
          </p:nvGrpSpPr>
          <p:grpSpPr>
            <a:xfrm>
              <a:off x="2814" y="5214"/>
              <a:ext cx="476" cy="2326"/>
              <a:chOff x="2814" y="5214"/>
              <a:chExt cx="476" cy="2326"/>
            </a:xfrm>
          </p:grpSpPr>
          <p:sp>
            <p:nvSpPr>
              <p:cNvPr id="49"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2"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3"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4"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16" name="组合 15"/>
            <p:cNvGrpSpPr/>
            <p:nvPr/>
          </p:nvGrpSpPr>
          <p:grpSpPr>
            <a:xfrm>
              <a:off x="3614" y="5218"/>
              <a:ext cx="476" cy="2326"/>
              <a:chOff x="2814" y="5214"/>
              <a:chExt cx="476" cy="2326"/>
            </a:xfrm>
          </p:grpSpPr>
          <p:sp>
            <p:nvSpPr>
              <p:cNvPr id="18"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9"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0"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1"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0</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24" name="组合 23"/>
            <p:cNvGrpSpPr/>
            <p:nvPr/>
          </p:nvGrpSpPr>
          <p:grpSpPr>
            <a:xfrm>
              <a:off x="4498" y="5218"/>
              <a:ext cx="476" cy="2326"/>
              <a:chOff x="2814" y="5214"/>
              <a:chExt cx="476" cy="2326"/>
            </a:xfrm>
          </p:grpSpPr>
          <p:sp>
            <p:nvSpPr>
              <p:cNvPr id="25"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7"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8"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0</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29" name="组合 28"/>
            <p:cNvGrpSpPr/>
            <p:nvPr/>
          </p:nvGrpSpPr>
          <p:grpSpPr>
            <a:xfrm>
              <a:off x="5414" y="5206"/>
              <a:ext cx="476" cy="2326"/>
              <a:chOff x="2814" y="5214"/>
              <a:chExt cx="476" cy="2326"/>
            </a:xfrm>
          </p:grpSpPr>
          <p:sp>
            <p:nvSpPr>
              <p:cNvPr id="30"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1"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2"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3"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sp>
        <p:nvSpPr>
          <p:cNvPr id="35" name="圆角矩形 34"/>
          <p:cNvSpPr/>
          <p:nvPr/>
        </p:nvSpPr>
        <p:spPr>
          <a:xfrm>
            <a:off x="1724660" y="3276600"/>
            <a:ext cx="2079625" cy="8153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圆角矩形 35"/>
          <p:cNvSpPr/>
          <p:nvPr/>
        </p:nvSpPr>
        <p:spPr>
          <a:xfrm>
            <a:off x="1713230" y="3680460"/>
            <a:ext cx="2079625" cy="8153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0" name="组合 39"/>
          <p:cNvGrpSpPr/>
          <p:nvPr/>
        </p:nvGrpSpPr>
        <p:grpSpPr>
          <a:xfrm>
            <a:off x="1662430" y="3276600"/>
            <a:ext cx="2155190" cy="1662430"/>
            <a:chOff x="2618" y="5160"/>
            <a:chExt cx="3394" cy="2618"/>
          </a:xfrm>
        </p:grpSpPr>
        <p:sp>
          <p:nvSpPr>
            <p:cNvPr id="38" name="流程图: 延期 37"/>
            <p:cNvSpPr/>
            <p:nvPr/>
          </p:nvSpPr>
          <p:spPr>
            <a:xfrm>
              <a:off x="2618" y="5160"/>
              <a:ext cx="894" cy="2618"/>
            </a:xfrm>
            <a:prstGeom prst="flowChartDelay">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流程图: 延期 38"/>
            <p:cNvSpPr/>
            <p:nvPr/>
          </p:nvSpPr>
          <p:spPr>
            <a:xfrm flipH="1">
              <a:off x="5258" y="5160"/>
              <a:ext cx="754" cy="2618"/>
            </a:xfrm>
            <a:prstGeom prst="flowChartDelay">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1" name="组合 40"/>
          <p:cNvGrpSpPr/>
          <p:nvPr/>
        </p:nvGrpSpPr>
        <p:grpSpPr>
          <a:xfrm>
            <a:off x="3884930" y="3397250"/>
            <a:ext cx="612140" cy="215900"/>
            <a:chOff x="6118" y="5350"/>
            <a:chExt cx="964" cy="340"/>
          </a:xfrm>
        </p:grpSpPr>
        <p:grpSp>
          <p:nvGrpSpPr>
            <p:cNvPr id="114" name="组合 114"/>
            <p:cNvGrpSpPr/>
            <p:nvPr/>
          </p:nvGrpSpPr>
          <p:grpSpPr>
            <a:xfrm rot="0">
              <a:off x="6628" y="5350"/>
              <a:ext cx="454" cy="340"/>
              <a:chOff x="8640" y="6900"/>
              <a:chExt cx="454" cy="340"/>
            </a:xfrm>
          </p:grpSpPr>
          <p:sp>
            <p:nvSpPr>
              <p:cNvPr id="112" name="文本框 112"/>
              <p:cNvSpPr txBox="1"/>
              <p:nvPr/>
            </p:nvSpPr>
            <p:spPr>
              <a:xfrm>
                <a:off x="8640" y="6900"/>
                <a:ext cx="454" cy="340"/>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A</a:t>
                </a:r>
                <a:endPar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3" name="直接连接符 113"/>
              <p:cNvSpPr/>
              <p:nvPr/>
            </p:nvSpPr>
            <p:spPr>
              <a:xfrm>
                <a:off x="8835" y="6960"/>
                <a:ext cx="227" cy="0"/>
              </a:xfrm>
              <a:prstGeom prst="line">
                <a:avLst/>
              </a:prstGeom>
              <a:ln w="25400" cap="flat" cmpd="sng">
                <a:solidFill>
                  <a:srgbClr val="EA02DC"/>
                </a:solidFill>
                <a:prstDash val="solid"/>
                <a:headEnd type="none" w="med" len="med"/>
                <a:tailEnd type="none" w="med" len="med"/>
              </a:ln>
            </p:spPr>
          </p:sp>
        </p:grpSp>
        <p:sp>
          <p:nvSpPr>
            <p:cNvPr id="164" name="直接连接符 164"/>
            <p:cNvSpPr/>
            <p:nvPr/>
          </p:nvSpPr>
          <p:spPr>
            <a:xfrm flipH="1">
              <a:off x="6118" y="5521"/>
              <a:ext cx="601" cy="0"/>
            </a:xfrm>
            <a:prstGeom prst="line">
              <a:avLst/>
            </a:prstGeom>
            <a:ln w="9525" cap="flat" cmpd="sng">
              <a:solidFill>
                <a:srgbClr val="EA02DC"/>
              </a:solidFill>
              <a:prstDash val="solid"/>
              <a:headEnd type="none" w="med" len="med"/>
              <a:tailEnd type="triangle" w="med" len="med"/>
            </a:ln>
          </p:spPr>
        </p:sp>
      </p:grpSp>
      <p:grpSp>
        <p:nvGrpSpPr>
          <p:cNvPr id="42" name="组合 41"/>
          <p:cNvGrpSpPr/>
          <p:nvPr/>
        </p:nvGrpSpPr>
        <p:grpSpPr>
          <a:xfrm>
            <a:off x="3808730" y="4089400"/>
            <a:ext cx="654050" cy="215900"/>
            <a:chOff x="5998" y="6440"/>
            <a:chExt cx="1030" cy="340"/>
          </a:xfrm>
        </p:grpSpPr>
        <p:sp>
          <p:nvSpPr>
            <p:cNvPr id="111" name="文本框 111"/>
            <p:cNvSpPr txBox="1"/>
            <p:nvPr/>
          </p:nvSpPr>
          <p:spPr>
            <a:xfrm>
              <a:off x="6574" y="6440"/>
              <a:ext cx="454" cy="340"/>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B</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5" name="直接连接符 165"/>
            <p:cNvSpPr/>
            <p:nvPr/>
          </p:nvSpPr>
          <p:spPr>
            <a:xfrm flipH="1">
              <a:off x="5998" y="6706"/>
              <a:ext cx="658" cy="0"/>
            </a:xfrm>
            <a:prstGeom prst="line">
              <a:avLst/>
            </a:prstGeom>
            <a:ln w="9525" cap="flat" cmpd="sng">
              <a:solidFill>
                <a:srgbClr val="EA02DC"/>
              </a:solidFill>
              <a:prstDash val="solid"/>
              <a:bevel/>
              <a:headEnd type="none" w="med" len="med"/>
              <a:tailEnd type="triangle" w="med" len="med"/>
            </a:ln>
          </p:spPr>
        </p:sp>
      </p:grpSp>
      <p:grpSp>
        <p:nvGrpSpPr>
          <p:cNvPr id="44" name="组合 43"/>
          <p:cNvGrpSpPr/>
          <p:nvPr/>
        </p:nvGrpSpPr>
        <p:grpSpPr>
          <a:xfrm>
            <a:off x="685800" y="4926965"/>
            <a:ext cx="2863850" cy="324485"/>
            <a:chOff x="1080" y="7759"/>
            <a:chExt cx="4510" cy="511"/>
          </a:xfrm>
        </p:grpSpPr>
        <p:sp>
          <p:nvSpPr>
            <p:cNvPr id="166" name="直接连接符 166"/>
            <p:cNvSpPr/>
            <p:nvPr/>
          </p:nvSpPr>
          <p:spPr>
            <a:xfrm flipV="1">
              <a:off x="1545" y="7830"/>
              <a:ext cx="1045" cy="312"/>
            </a:xfrm>
            <a:prstGeom prst="line">
              <a:avLst/>
            </a:prstGeom>
            <a:ln w="9525" cap="flat" cmpd="sng">
              <a:solidFill>
                <a:srgbClr val="EA02DC"/>
              </a:solidFill>
              <a:prstDash val="solid"/>
              <a:headEnd type="none" w="med" len="med"/>
              <a:tailEnd type="triangle" w="med" len="med"/>
            </a:ln>
          </p:spPr>
        </p:sp>
        <p:sp>
          <p:nvSpPr>
            <p:cNvPr id="167" name="直接连接符 167"/>
            <p:cNvSpPr/>
            <p:nvPr/>
          </p:nvSpPr>
          <p:spPr>
            <a:xfrm flipV="1">
              <a:off x="1560" y="7759"/>
              <a:ext cx="4031" cy="446"/>
            </a:xfrm>
            <a:prstGeom prst="line">
              <a:avLst/>
            </a:prstGeom>
            <a:ln w="9525" cap="flat" cmpd="sng">
              <a:solidFill>
                <a:srgbClr val="EA02DC"/>
              </a:solidFill>
              <a:prstDash val="solid"/>
              <a:headEnd type="none" w="med" len="med"/>
              <a:tailEnd type="triangle" w="med" len="med"/>
            </a:ln>
          </p:spPr>
        </p:sp>
        <p:grpSp>
          <p:nvGrpSpPr>
            <p:cNvPr id="170" name="组合 170"/>
            <p:cNvGrpSpPr/>
            <p:nvPr/>
          </p:nvGrpSpPr>
          <p:grpSpPr>
            <a:xfrm rot="0">
              <a:off x="1080" y="7930"/>
              <a:ext cx="454" cy="340"/>
              <a:chOff x="1260" y="7056"/>
              <a:chExt cx="454" cy="340"/>
            </a:xfrm>
          </p:grpSpPr>
          <p:sp>
            <p:nvSpPr>
              <p:cNvPr id="168" name="文本框 168"/>
              <p:cNvSpPr txBox="1"/>
              <p:nvPr/>
            </p:nvSpPr>
            <p:spPr>
              <a:xfrm>
                <a:off x="1260" y="7056"/>
                <a:ext cx="454" cy="340"/>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D</a:t>
                </a:r>
                <a:endPar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69" name="直接连接符 169"/>
              <p:cNvSpPr/>
              <p:nvPr/>
            </p:nvSpPr>
            <p:spPr>
              <a:xfrm>
                <a:off x="1440" y="7101"/>
                <a:ext cx="227" cy="0"/>
              </a:xfrm>
              <a:prstGeom prst="line">
                <a:avLst/>
              </a:prstGeom>
              <a:ln w="25400" cap="flat" cmpd="sng">
                <a:solidFill>
                  <a:srgbClr val="EA02DC"/>
                </a:solidFill>
                <a:prstDash val="solid"/>
                <a:headEnd type="none" w="med" len="med"/>
                <a:tailEnd type="none" w="med" len="med"/>
              </a:ln>
            </p:spPr>
          </p:sp>
        </p:grpSp>
      </p:grpSp>
      <p:grpSp>
        <p:nvGrpSpPr>
          <p:cNvPr id="45" name="组合 44"/>
          <p:cNvGrpSpPr/>
          <p:nvPr/>
        </p:nvGrpSpPr>
        <p:grpSpPr>
          <a:xfrm>
            <a:off x="5010150" y="2745740"/>
            <a:ext cx="2775585" cy="2654300"/>
            <a:chOff x="1800" y="4320"/>
            <a:chExt cx="4371" cy="4180"/>
          </a:xfrm>
        </p:grpSpPr>
        <p:pic>
          <p:nvPicPr>
            <p:cNvPr id="46" name="图片 45" descr="0X}GDF9OF~O{QIMF]G0K45P"/>
            <p:cNvPicPr>
              <a:picLocks noChangeAspect="1"/>
            </p:cNvPicPr>
            <p:nvPr/>
          </p:nvPicPr>
          <p:blipFill>
            <a:blip r:embed="rId9"/>
            <a:stretch>
              <a:fillRect/>
            </a:stretch>
          </p:blipFill>
          <p:spPr>
            <a:xfrm>
              <a:off x="1800" y="4320"/>
              <a:ext cx="4371" cy="3614"/>
            </a:xfrm>
            <a:prstGeom prst="rect">
              <a:avLst/>
            </a:prstGeom>
          </p:spPr>
        </p:pic>
        <p:sp>
          <p:nvSpPr>
            <p:cNvPr id="47" name="文本框 46"/>
            <p:cNvSpPr txBox="1"/>
            <p:nvPr/>
          </p:nvSpPr>
          <p:spPr>
            <a:xfrm>
              <a:off x="3720" y="7920"/>
              <a:ext cx="1674" cy="580"/>
            </a:xfrm>
            <a:prstGeom prst="rect">
              <a:avLst/>
            </a:prstGeom>
            <a:noFill/>
          </p:spPr>
          <p:txBody>
            <a:bodyPr wrap="square" rtlCol="0">
              <a:spAutoFit/>
            </a:bodyPr>
            <a:p>
              <a:r>
                <a:rPr lang="en-US" altLang="zh-CN"/>
                <a:t>(a) </a:t>
              </a:r>
              <a:r>
                <a:rPr lang="zh-CN" altLang="en-US"/>
                <a:t>圈</a:t>
              </a:r>
              <a:r>
                <a:rPr lang="en-US" altLang="zh-CN"/>
                <a:t>0</a:t>
              </a:r>
              <a:endParaRPr lang="en-US" altLang="zh-CN"/>
            </a:p>
          </p:txBody>
        </p:sp>
      </p:grpSp>
      <p:grpSp>
        <p:nvGrpSpPr>
          <p:cNvPr id="48" name="组合 47"/>
          <p:cNvGrpSpPr/>
          <p:nvPr/>
        </p:nvGrpSpPr>
        <p:grpSpPr>
          <a:xfrm>
            <a:off x="5654040" y="3308350"/>
            <a:ext cx="1953260" cy="1484630"/>
            <a:chOff x="2814" y="5206"/>
            <a:chExt cx="3076" cy="2338"/>
          </a:xfrm>
        </p:grpSpPr>
        <p:grpSp>
          <p:nvGrpSpPr>
            <p:cNvPr id="50" name="组合 49"/>
            <p:cNvGrpSpPr/>
            <p:nvPr/>
          </p:nvGrpSpPr>
          <p:grpSpPr>
            <a:xfrm>
              <a:off x="2814" y="5214"/>
              <a:ext cx="476" cy="2326"/>
              <a:chOff x="2814" y="5214"/>
              <a:chExt cx="476" cy="2326"/>
            </a:xfrm>
          </p:grpSpPr>
          <p:sp>
            <p:nvSpPr>
              <p:cNvPr id="51"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2"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3"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4"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55" name="组合 54"/>
            <p:cNvGrpSpPr/>
            <p:nvPr/>
          </p:nvGrpSpPr>
          <p:grpSpPr>
            <a:xfrm>
              <a:off x="3614" y="5218"/>
              <a:ext cx="476" cy="2326"/>
              <a:chOff x="2814" y="5214"/>
              <a:chExt cx="476" cy="2326"/>
            </a:xfrm>
          </p:grpSpPr>
          <p:sp>
            <p:nvSpPr>
              <p:cNvPr id="56"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7"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8"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59"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0</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60" name="组合 59"/>
            <p:cNvGrpSpPr/>
            <p:nvPr/>
          </p:nvGrpSpPr>
          <p:grpSpPr>
            <a:xfrm>
              <a:off x="4498" y="5218"/>
              <a:ext cx="476" cy="2326"/>
              <a:chOff x="2814" y="5214"/>
              <a:chExt cx="476" cy="2326"/>
            </a:xfrm>
          </p:grpSpPr>
          <p:sp>
            <p:nvSpPr>
              <p:cNvPr id="61"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2"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3"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4"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0</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65" name="组合 64"/>
            <p:cNvGrpSpPr/>
            <p:nvPr/>
          </p:nvGrpSpPr>
          <p:grpSpPr>
            <a:xfrm>
              <a:off x="5414" y="5206"/>
              <a:ext cx="476" cy="2326"/>
              <a:chOff x="2814" y="5214"/>
              <a:chExt cx="476" cy="2326"/>
            </a:xfrm>
          </p:grpSpPr>
          <p:sp>
            <p:nvSpPr>
              <p:cNvPr id="66"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7" name="文本框 35"/>
              <p:cNvSpPr txBox="1"/>
              <p:nvPr/>
            </p:nvSpPr>
            <p:spPr>
              <a:xfrm>
                <a:off x="2818" y="5828"/>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8"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69"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sp>
        <p:nvSpPr>
          <p:cNvPr id="70" name="圆角矩形 69"/>
          <p:cNvSpPr/>
          <p:nvPr/>
        </p:nvSpPr>
        <p:spPr>
          <a:xfrm>
            <a:off x="6144260" y="4523740"/>
            <a:ext cx="954405" cy="4286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1" name="组合 70"/>
          <p:cNvGrpSpPr/>
          <p:nvPr/>
        </p:nvGrpSpPr>
        <p:grpSpPr>
          <a:xfrm>
            <a:off x="7172325" y="4800600"/>
            <a:ext cx="1433195" cy="215900"/>
            <a:chOff x="11295" y="7560"/>
            <a:chExt cx="2257" cy="340"/>
          </a:xfrm>
        </p:grpSpPr>
        <p:grpSp>
          <p:nvGrpSpPr>
            <p:cNvPr id="174" name="组合 174"/>
            <p:cNvGrpSpPr/>
            <p:nvPr/>
          </p:nvGrpSpPr>
          <p:grpSpPr>
            <a:xfrm rot="0">
              <a:off x="12360" y="7560"/>
              <a:ext cx="1193" cy="340"/>
              <a:chOff x="9900" y="9555"/>
              <a:chExt cx="567" cy="340"/>
            </a:xfrm>
          </p:grpSpPr>
          <p:sp>
            <p:nvSpPr>
              <p:cNvPr id="172" name="文本框 172"/>
              <p:cNvSpPr txBox="1"/>
              <p:nvPr/>
            </p:nvSpPr>
            <p:spPr>
              <a:xfrm>
                <a:off x="9900" y="9555"/>
                <a:ext cx="567" cy="340"/>
              </a:xfrm>
              <a:prstGeom prst="rect">
                <a:avLst/>
              </a:prstGeom>
              <a:noFill/>
              <a:ln>
                <a:noFill/>
              </a:ln>
            </p:spPr>
            <p:txBody>
              <a:bodyPr lIns="18000" tIns="10800" rIns="18000" bIns="10800" upright="1"/>
              <a:lstStyle/>
              <a:p>
                <a:pPr algn="ctr"/>
                <a:r>
                  <a:rPr lang="en-US" altLang="zh-CN" sz="2000" b="1" i="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ABD</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73" name="直接连接符 173"/>
              <p:cNvSpPr/>
              <p:nvPr/>
            </p:nvSpPr>
            <p:spPr>
              <a:xfrm>
                <a:off x="10110" y="9597"/>
                <a:ext cx="125" cy="0"/>
              </a:xfrm>
              <a:prstGeom prst="line">
                <a:avLst/>
              </a:prstGeom>
              <a:ln w="25400" cap="flat" cmpd="sng">
                <a:solidFill>
                  <a:srgbClr val="EA02DC"/>
                </a:solidFill>
                <a:prstDash val="solid"/>
                <a:headEnd type="none" w="med" len="med"/>
                <a:tailEnd type="none" w="med" len="med"/>
              </a:ln>
            </p:spPr>
          </p:sp>
        </p:grpSp>
        <p:sp>
          <p:nvSpPr>
            <p:cNvPr id="220" name="直接连接符 220"/>
            <p:cNvSpPr/>
            <p:nvPr/>
          </p:nvSpPr>
          <p:spPr>
            <a:xfrm flipH="1">
              <a:off x="11295" y="7701"/>
              <a:ext cx="1080" cy="0"/>
            </a:xfrm>
            <a:prstGeom prst="line">
              <a:avLst/>
            </a:prstGeom>
            <a:ln w="9525" cap="flat" cmpd="sng">
              <a:solidFill>
                <a:srgbClr val="EA02DC"/>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heel(1)">
                                      <p:cBhvr>
                                        <p:cTn id="13" dur="20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right)">
                                      <p:cBhvr>
                                        <p:cTn id="23" dur="500"/>
                                        <p:tgtEl>
                                          <p:spTgt spid="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up)">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wipe(right)">
                                      <p:cBhvr>
                                        <p:cTn id="33" dur="500"/>
                                        <p:tgtEl>
                                          <p:spTgt spid="4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anim calcmode="lin" valueType="num">
                                      <p:cBhvr additive="base">
                                        <p:cTn id="53" dur="500" fill="hold"/>
                                        <p:tgtEl>
                                          <p:spTgt spid="45"/>
                                        </p:tgtEl>
                                        <p:attrNameLst>
                                          <p:attrName>ppt_x</p:attrName>
                                        </p:attrNameLst>
                                      </p:cBhvr>
                                      <p:tavLst>
                                        <p:tav tm="0">
                                          <p:val>
                                            <p:strVal val="#ppt_x"/>
                                          </p:val>
                                        </p:tav>
                                        <p:tav tm="100000">
                                          <p:val>
                                            <p:strVal val="#ppt_x"/>
                                          </p:val>
                                        </p:tav>
                                      </p:tavLst>
                                    </p:anim>
                                    <p:anim calcmode="lin" valueType="num">
                                      <p:cBhvr additive="base">
                                        <p:cTn id="5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wheel(1)">
                                      <p:cBhvr>
                                        <p:cTn id="59" dur="2000"/>
                                        <p:tgtEl>
                                          <p:spTgt spid="4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wipe(up)">
                                      <p:cBhvr>
                                        <p:cTn id="64" dur="500"/>
                                        <p:tgtEl>
                                          <p:spTgt spid="7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wipe(right)">
                                      <p:cBhvr>
                                        <p:cTn id="69" dur="500"/>
                                        <p:tgtEl>
                                          <p:spTgt spid="71"/>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5"/>
                                        </p:tgtEl>
                                        <p:attrNameLst>
                                          <p:attrName>style.visibility</p:attrName>
                                        </p:attrNameLst>
                                      </p:cBhvr>
                                      <p:to>
                                        <p:strVal val="visible"/>
                                      </p:to>
                                    </p:set>
                                    <p:anim calcmode="lin" valueType="num">
                                      <p:cBhvr additive="base">
                                        <p:cTn id="74" dur="500" fill="hold"/>
                                        <p:tgtEl>
                                          <p:spTgt spid="5"/>
                                        </p:tgtEl>
                                        <p:attrNameLst>
                                          <p:attrName>ppt_x</p:attrName>
                                        </p:attrNameLst>
                                      </p:cBhvr>
                                      <p:tavLst>
                                        <p:tav tm="0">
                                          <p:val>
                                            <p:strVal val="#ppt_x"/>
                                          </p:val>
                                        </p:tav>
                                        <p:tav tm="100000">
                                          <p:val>
                                            <p:strVal val="#ppt_x"/>
                                          </p:val>
                                        </p:tav>
                                      </p:tavLst>
                                    </p:anim>
                                    <p:anim calcmode="lin" valueType="num">
                                      <p:cBhvr additive="base">
                                        <p:cTn id="7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50" presetClass="entr" presetSubtype="0" decel="100000" fill="hold" nodeType="clickEffect">
                                  <p:stCondLst>
                                    <p:cond delay="0"/>
                                  </p:stCondLst>
                                  <p:childTnLst>
                                    <p:set>
                                      <p:cBhvr>
                                        <p:cTn id="79" dur="1" fill="hold">
                                          <p:stCondLst>
                                            <p:cond delay="0"/>
                                          </p:stCondLst>
                                        </p:cTn>
                                        <p:tgtEl>
                                          <p:spTgt spid="8"/>
                                        </p:tgtEl>
                                        <p:attrNameLst>
                                          <p:attrName>style.visibility</p:attrName>
                                        </p:attrNameLst>
                                      </p:cBhvr>
                                      <p:to>
                                        <p:strVal val="visible"/>
                                      </p:to>
                                    </p:set>
                                    <p:anim calcmode="lin" valueType="num">
                                      <p:cBhvr>
                                        <p:cTn id="80" dur="1000" fill="hold"/>
                                        <p:tgtEl>
                                          <p:spTgt spid="8"/>
                                        </p:tgtEl>
                                        <p:attrNameLst>
                                          <p:attrName>ppt_w</p:attrName>
                                        </p:attrNameLst>
                                      </p:cBhvr>
                                      <p:tavLst>
                                        <p:tav tm="0">
                                          <p:val>
                                            <p:strVal val="#ppt_w+.3"/>
                                          </p:val>
                                        </p:tav>
                                        <p:tav tm="100000">
                                          <p:val>
                                            <p:strVal val="#ppt_w"/>
                                          </p:val>
                                        </p:tav>
                                      </p:tavLst>
                                    </p:anim>
                                    <p:anim calcmode="lin" valueType="num">
                                      <p:cBhvr>
                                        <p:cTn id="81" dur="1000" fill="hold"/>
                                        <p:tgtEl>
                                          <p:spTgt spid="8"/>
                                        </p:tgtEl>
                                        <p:attrNameLst>
                                          <p:attrName>ppt_h</p:attrName>
                                        </p:attrNameLst>
                                      </p:cBhvr>
                                      <p:tavLst>
                                        <p:tav tm="0">
                                          <p:val>
                                            <p:strVal val="#ppt_h"/>
                                          </p:val>
                                        </p:tav>
                                        <p:tav tm="100000">
                                          <p:val>
                                            <p:strVal val="#ppt_h"/>
                                          </p:val>
                                        </p:tav>
                                      </p:tavLst>
                                    </p:anim>
                                    <p:animEffect transition="in" filter="fade">
                                      <p:cBhvr>
                                        <p:cTn id="8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70"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2" name="Rectangle 3"/>
          <p:cNvSpPr>
            <a:spLocks noGrp="1"/>
          </p:cNvSpPr>
          <p:nvPr/>
        </p:nvSpPr>
        <p:spPr>
          <a:xfrm>
            <a:off x="1156970" y="152400"/>
            <a:ext cx="5640070" cy="56007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sz="2400" b="1" kern="1200" dirty="0">
                <a:solidFill>
                  <a:srgbClr val="FE09D6"/>
                </a:solidFill>
                <a:latin typeface="Times New Roman" panose="02020603050405020304" charset="0"/>
                <a:ea typeface="楷体_GB2312" pitchFamily="49" charset="-122"/>
                <a:cs typeface="Times New Roman" panose="02020603050405020304" charset="0"/>
              </a:rPr>
              <a:t>3. 具有无关项的逻辑函数卡诺图化简法</a:t>
            </a:r>
            <a:endParaRPr lang="en-US" sz="2400" b="1" kern="1200" dirty="0">
              <a:solidFill>
                <a:srgbClr val="FE09D6"/>
              </a:solidFill>
              <a:latin typeface="Times New Roman" panose="02020603050405020304" charset="0"/>
              <a:ea typeface="楷体_GB2312" pitchFamily="49" charset="-122"/>
              <a:cs typeface="Times New Roman" panose="02020603050405020304" charset="0"/>
            </a:endParaRPr>
          </a:p>
        </p:txBody>
      </p:sp>
      <p:sp>
        <p:nvSpPr>
          <p:cNvPr id="15" name="Rectangle 3"/>
          <p:cNvSpPr>
            <a:spLocks noGrp="1"/>
          </p:cNvSpPr>
          <p:nvPr/>
        </p:nvSpPr>
        <p:spPr>
          <a:xfrm>
            <a:off x="463550" y="1163320"/>
            <a:ext cx="8225790" cy="17691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【例2-26】一个医院有A、B、C三组供电线路，正常情况下，由A线路供电；当A线路不能供电时，切换到B线路</a:t>
            </a:r>
            <a:r>
              <a:rPr lang="zh-CN" sz="2400" b="1" dirty="0">
                <a:solidFill>
                  <a:srgbClr val="000066"/>
                </a:solidFill>
                <a:latin typeface="Arial" panose="020B0604020202020204" pitchFamily="34" charset="0"/>
                <a:ea typeface="楷体_GB2312" pitchFamily="49" charset="-122"/>
              </a:rPr>
              <a:t>供电</a:t>
            </a:r>
            <a:r>
              <a:rPr sz="2400" b="1" dirty="0">
                <a:solidFill>
                  <a:srgbClr val="000066"/>
                </a:solidFill>
                <a:latin typeface="Arial" panose="020B0604020202020204" pitchFamily="34" charset="0"/>
                <a:ea typeface="楷体_GB2312" pitchFamily="49" charset="-122"/>
              </a:rPr>
              <a:t>；当A、B线路都不能供电的情况下，则切换到C线路</a:t>
            </a:r>
            <a:r>
              <a:rPr lang="zh-CN" sz="2400" b="1" dirty="0">
                <a:solidFill>
                  <a:srgbClr val="000066"/>
                </a:solidFill>
                <a:latin typeface="Arial" panose="020B0604020202020204" pitchFamily="34" charset="0"/>
                <a:ea typeface="楷体_GB2312" pitchFamily="49" charset="-122"/>
              </a:rPr>
              <a:t>供电</a:t>
            </a:r>
            <a:r>
              <a:rPr sz="2400" b="1" dirty="0">
                <a:solidFill>
                  <a:srgbClr val="000066"/>
                </a:solidFill>
                <a:latin typeface="Arial" panose="020B0604020202020204" pitchFamily="34" charset="0"/>
                <a:ea typeface="楷体_GB2312" pitchFamily="49" charset="-122"/>
              </a:rPr>
              <a:t>。请列出医院是否通电的真值表</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并画出相应的卡诺图</a:t>
            </a:r>
            <a:r>
              <a:rPr lang="zh-CN" sz="2400" b="1" dirty="0">
                <a:solidFill>
                  <a:srgbClr val="000066"/>
                </a:solidFill>
                <a:latin typeface="Arial" panose="020B0604020202020204" pitchFamily="34" charset="0"/>
                <a:ea typeface="楷体_GB2312" pitchFamily="49" charset="-122"/>
              </a:rPr>
              <a:t>。</a:t>
            </a:r>
            <a:endParaRPr lang="zh-CN" sz="2400" b="1" dirty="0">
              <a:solidFill>
                <a:srgbClr val="000066"/>
              </a:solidFill>
              <a:latin typeface="Arial" panose="020B0604020202020204" pitchFamily="34" charset="0"/>
              <a:ea typeface="楷体_GB2312" pitchFamily="49" charset="-122"/>
            </a:endParaRPr>
          </a:p>
        </p:txBody>
      </p:sp>
      <p:sp>
        <p:nvSpPr>
          <p:cNvPr id="17" name="Rectangle 3"/>
          <p:cNvSpPr>
            <a:spLocks noGrp="1"/>
          </p:cNvSpPr>
          <p:nvPr/>
        </p:nvSpPr>
        <p:spPr>
          <a:xfrm>
            <a:off x="635000" y="593090"/>
            <a:ext cx="779843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(1) </a:t>
            </a:r>
            <a:r>
              <a:rPr lang="en-US" sz="2400" b="1" dirty="0">
                <a:solidFill>
                  <a:srgbClr val="070707"/>
                </a:solidFill>
                <a:latin typeface="Times New Roman" panose="02020603050405020304" charset="0"/>
                <a:ea typeface="楷体_GB2312" pitchFamily="49" charset="-122"/>
                <a:cs typeface="Times New Roman" panose="02020603050405020304" charset="0"/>
              </a:rPr>
              <a:t>无关项的概念。</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12" name="组合 11"/>
          <p:cNvGrpSpPr/>
          <p:nvPr/>
        </p:nvGrpSpPr>
        <p:grpSpPr>
          <a:xfrm>
            <a:off x="457200" y="2971800"/>
            <a:ext cx="8227060" cy="3225800"/>
            <a:chOff x="720" y="4680"/>
            <a:chExt cx="12956" cy="5080"/>
          </a:xfrm>
        </p:grpSpPr>
        <p:grpSp>
          <p:nvGrpSpPr>
            <p:cNvPr id="11" name="组合 10"/>
            <p:cNvGrpSpPr/>
            <p:nvPr/>
          </p:nvGrpSpPr>
          <p:grpSpPr>
            <a:xfrm>
              <a:off x="720" y="4680"/>
              <a:ext cx="12956" cy="5080"/>
              <a:chOff x="720" y="4800"/>
              <a:chExt cx="12956" cy="5080"/>
            </a:xfrm>
          </p:grpSpPr>
          <p:sp>
            <p:nvSpPr>
              <p:cNvPr id="3" name="Rectangle 3"/>
              <p:cNvSpPr>
                <a:spLocks noGrp="1"/>
              </p:cNvSpPr>
              <p:nvPr/>
            </p:nvSpPr>
            <p:spPr>
              <a:xfrm>
                <a:off x="720" y="4800"/>
                <a:ext cx="12957" cy="50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解：设三个输入逻辑变量A、B、C</a:t>
                </a:r>
                <a:r>
                  <a:rPr lang="zh-CN" sz="2400" b="1" dirty="0">
                    <a:solidFill>
                      <a:srgbClr val="000066"/>
                    </a:solidFill>
                    <a:latin typeface="Arial" panose="020B0604020202020204" pitchFamily="34" charset="0"/>
                    <a:ea typeface="楷体_GB2312" pitchFamily="49" charset="-122"/>
                  </a:rPr>
                  <a:t>，</a:t>
                </a:r>
                <a:r>
                  <a:rPr sz="2400" b="1" dirty="0">
                    <a:solidFill>
                      <a:srgbClr val="000066"/>
                    </a:solidFill>
                    <a:latin typeface="Arial" panose="020B0604020202020204" pitchFamily="34" charset="0"/>
                    <a:ea typeface="楷体_GB2312" pitchFamily="49" charset="-122"/>
                  </a:rPr>
                  <a:t>分别对应于A、B、C三组供电线路，医院用电用输出逻辑变量</a:t>
                </a:r>
                <a:r>
                  <a:rPr lang="en-US" sz="2400" b="1" dirty="0">
                    <a:solidFill>
                      <a:srgbClr val="000066"/>
                    </a:solidFill>
                    <a:latin typeface="Arial" panose="020B0604020202020204" pitchFamily="34" charset="0"/>
                    <a:ea typeface="楷体_GB2312" pitchFamily="49" charset="-122"/>
                  </a:rPr>
                  <a:t>Y</a:t>
                </a:r>
                <a:r>
                  <a:rPr sz="2400" b="1" dirty="0">
                    <a:solidFill>
                      <a:srgbClr val="000066"/>
                    </a:solidFill>
                    <a:latin typeface="Arial" panose="020B0604020202020204" pitchFamily="34" charset="0"/>
                    <a:ea typeface="楷体_GB2312" pitchFamily="49" charset="-122"/>
                  </a:rPr>
                  <a:t>表示。线路供电</a:t>
                </a:r>
                <a:r>
                  <a:rPr lang="zh-CN" sz="2400" b="1" dirty="0">
                    <a:solidFill>
                      <a:srgbClr val="000066"/>
                    </a:solidFill>
                    <a:latin typeface="Arial" panose="020B0604020202020204" pitchFamily="34" charset="0"/>
                    <a:ea typeface="楷体_GB2312" pitchFamily="49" charset="-122"/>
                  </a:rPr>
                  <a:t>为</a:t>
                </a:r>
                <a:r>
                  <a:rPr sz="2400" b="1" dirty="0">
                    <a:solidFill>
                      <a:srgbClr val="000066"/>
                    </a:solidFill>
                    <a:latin typeface="Arial" panose="020B0604020202020204" pitchFamily="34" charset="0"/>
                    <a:ea typeface="楷体_GB2312" pitchFamily="49" charset="-122"/>
                  </a:rPr>
                  <a:t>1，不供电</a:t>
                </a:r>
                <a:r>
                  <a:rPr lang="zh-CN" sz="2400" b="1" dirty="0">
                    <a:solidFill>
                      <a:srgbClr val="000066"/>
                    </a:solidFill>
                    <a:latin typeface="Arial" panose="020B0604020202020204" pitchFamily="34" charset="0"/>
                    <a:ea typeface="楷体_GB2312" pitchFamily="49" charset="-122"/>
                  </a:rPr>
                  <a:t>为</a:t>
                </a:r>
                <a:r>
                  <a:rPr sz="2400" b="1" dirty="0">
                    <a:solidFill>
                      <a:srgbClr val="000066"/>
                    </a:solidFill>
                    <a:latin typeface="Arial" panose="020B0604020202020204" pitchFamily="34" charset="0"/>
                    <a:ea typeface="楷体_GB2312" pitchFamily="49" charset="-122"/>
                  </a:rPr>
                  <a:t>0；医院有电</a:t>
                </a:r>
                <a:r>
                  <a:rPr lang="zh-CN" sz="2400" b="1" dirty="0">
                    <a:solidFill>
                      <a:srgbClr val="000066"/>
                    </a:solidFill>
                    <a:latin typeface="Arial" panose="020B0604020202020204" pitchFamily="34" charset="0"/>
                    <a:ea typeface="楷体_GB2312" pitchFamily="49" charset="-122"/>
                  </a:rPr>
                  <a:t>为</a:t>
                </a:r>
                <a:r>
                  <a:rPr sz="2400" b="1" dirty="0">
                    <a:solidFill>
                      <a:srgbClr val="000066"/>
                    </a:solidFill>
                    <a:latin typeface="Arial" panose="020B0604020202020204" pitchFamily="34" charset="0"/>
                    <a:ea typeface="楷体_GB2312" pitchFamily="49" charset="-122"/>
                  </a:rPr>
                  <a:t>1，无电</a:t>
                </a:r>
                <a:r>
                  <a:rPr lang="zh-CN" sz="2400" b="1" dirty="0">
                    <a:solidFill>
                      <a:srgbClr val="000066"/>
                    </a:solidFill>
                    <a:latin typeface="Arial" panose="020B0604020202020204" pitchFamily="34" charset="0"/>
                    <a:ea typeface="楷体_GB2312" pitchFamily="49" charset="-122"/>
                  </a:rPr>
                  <a:t>为</a:t>
                </a:r>
                <a:r>
                  <a:rPr sz="2400" b="1" dirty="0">
                    <a:solidFill>
                      <a:srgbClr val="000066"/>
                    </a:solidFill>
                    <a:latin typeface="Arial" panose="020B0604020202020204" pitchFamily="34" charset="0"/>
                    <a:ea typeface="楷体_GB2312" pitchFamily="49" charset="-122"/>
                  </a:rPr>
                  <a:t>0。</a:t>
                </a:r>
                <a:r>
                  <a:rPr lang="zh-CN" sz="2400" b="1" dirty="0">
                    <a:solidFill>
                      <a:srgbClr val="000066"/>
                    </a:solidFill>
                    <a:latin typeface="Arial" panose="020B0604020202020204" pitchFamily="34" charset="0"/>
                    <a:ea typeface="楷体_GB2312" pitchFamily="49" charset="-122"/>
                  </a:rPr>
                  <a:t>可知，</a:t>
                </a:r>
                <a:r>
                  <a:rPr sz="2400" b="1" dirty="0">
                    <a:solidFill>
                      <a:srgbClr val="000066"/>
                    </a:solidFill>
                    <a:latin typeface="Arial" panose="020B0604020202020204" pitchFamily="34" charset="0"/>
                    <a:ea typeface="楷体_GB2312" pitchFamily="49" charset="-122"/>
                  </a:rPr>
                  <a:t>ABC的取值只能是000、001、010、100这四种中的一种，而不能是011、101、110、111中任何一种。</a:t>
                </a:r>
                <a:r>
                  <a:rPr lang="zh-CN" sz="2400" b="1" dirty="0">
                    <a:solidFill>
                      <a:srgbClr val="000066"/>
                    </a:solidFill>
                    <a:latin typeface="Arial" panose="020B0604020202020204" pitchFamily="34" charset="0"/>
                    <a:ea typeface="楷体_GB2312" pitchFamily="49" charset="-122"/>
                  </a:rPr>
                  <a:t>因此，</a:t>
                </a:r>
                <a:r>
                  <a:rPr sz="2400" b="1" dirty="0">
                    <a:solidFill>
                      <a:srgbClr val="000066"/>
                    </a:solidFill>
                    <a:latin typeface="Arial" panose="020B0604020202020204" pitchFamily="34" charset="0"/>
                    <a:ea typeface="楷体_GB2312" pitchFamily="49" charset="-122"/>
                  </a:rPr>
                  <a:t>A、B、C是一组约束变量，对应的最小项</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称为约束项</a:t>
                </a:r>
                <a:r>
                  <a:rPr lang="zh-CN" sz="2400" b="1" dirty="0">
                    <a:solidFill>
                      <a:srgbClr val="000066"/>
                    </a:solidFill>
                    <a:latin typeface="Arial" panose="020B0604020202020204" pitchFamily="34" charset="0"/>
                    <a:ea typeface="楷体_GB2312" pitchFamily="49" charset="-122"/>
                  </a:rPr>
                  <a:t>，即有</a:t>
                </a:r>
                <a:r>
                  <a:rPr lang="en-US" altLang="zh-CN" sz="2400" b="1" dirty="0">
                    <a:solidFill>
                      <a:srgbClr val="000066"/>
                    </a:solidFill>
                    <a:latin typeface="Arial" panose="020B0604020202020204" pitchFamily="34" charset="0"/>
                    <a:ea typeface="楷体_GB2312" pitchFamily="49" charset="-122"/>
                  </a:rPr>
                  <a:t>                                        </a:t>
                </a:r>
                <a:r>
                  <a:rPr lang="zh-CN" altLang="en-US" sz="2400" b="1" dirty="0">
                    <a:solidFill>
                      <a:srgbClr val="000066"/>
                    </a:solidFill>
                    <a:latin typeface="Arial" panose="020B0604020202020204" pitchFamily="34" charset="0"/>
                    <a:ea typeface="楷体_GB2312" pitchFamily="49" charset="-122"/>
                  </a:rPr>
                  <a:t>。</a:t>
                </a:r>
                <a:endParaRPr lang="zh-CN" altLang="en-US" sz="2400" b="1" dirty="0">
                  <a:solidFill>
                    <a:srgbClr val="000066"/>
                  </a:solidFill>
                  <a:latin typeface="Arial" panose="020B0604020202020204" pitchFamily="34" charset="0"/>
                  <a:ea typeface="楷体_GB2312" pitchFamily="49" charset="-122"/>
                </a:endParaRPr>
              </a:p>
            </p:txBody>
          </p:sp>
          <p:graphicFrame>
            <p:nvGraphicFramePr>
              <p:cNvPr id="2" name="对象 -2147482146"/>
              <p:cNvGraphicFramePr>
                <a:graphicFrameLocks noChangeAspect="1"/>
              </p:cNvGraphicFramePr>
              <p:nvPr/>
            </p:nvGraphicFramePr>
            <p:xfrm>
              <a:off x="7258" y="8368"/>
              <a:ext cx="1024" cy="641"/>
            </p:xfrm>
            <a:graphic>
              <a:graphicData uri="http://schemas.openxmlformats.org/presentationml/2006/ole">
                <mc:AlternateContent xmlns:mc="http://schemas.openxmlformats.org/markup-compatibility/2006">
                  <mc:Choice xmlns:v="urn:schemas-microsoft-com:vml" Requires="v">
                    <p:oleObj spid="_x0000_s3076" name="" r:id="rId1" imgW="304800" imgH="190500" progId="Equation.DSMT4">
                      <p:embed/>
                    </p:oleObj>
                  </mc:Choice>
                  <mc:Fallback>
                    <p:oleObj name="" r:id="rId1" imgW="304800" imgH="190500" progId="Equation.DSMT4">
                      <p:embed/>
                      <p:pic>
                        <p:nvPicPr>
                          <p:cNvPr id="0" name="图片 3075"/>
                          <p:cNvPicPr/>
                          <p:nvPr/>
                        </p:nvPicPr>
                        <p:blipFill>
                          <a:blip r:embed="rId2"/>
                          <a:stretch>
                            <a:fillRect/>
                          </a:stretch>
                        </p:blipFill>
                        <p:spPr>
                          <a:xfrm>
                            <a:off x="7258" y="8368"/>
                            <a:ext cx="1024" cy="641"/>
                          </a:xfrm>
                          <a:prstGeom prst="rect">
                            <a:avLst/>
                          </a:prstGeom>
                          <a:noFill/>
                          <a:ln w="38100">
                            <a:noFill/>
                            <a:miter/>
                          </a:ln>
                        </p:spPr>
                      </p:pic>
                    </p:oleObj>
                  </mc:Fallback>
                </mc:AlternateContent>
              </a:graphicData>
            </a:graphic>
          </p:graphicFrame>
          <p:graphicFrame>
            <p:nvGraphicFramePr>
              <p:cNvPr id="4" name="对象 -2147482145"/>
              <p:cNvGraphicFramePr>
                <a:graphicFrameLocks noChangeAspect="1"/>
              </p:cNvGraphicFramePr>
              <p:nvPr/>
            </p:nvGraphicFramePr>
            <p:xfrm>
              <a:off x="8698" y="8378"/>
              <a:ext cx="1087" cy="679"/>
            </p:xfrm>
            <a:graphic>
              <a:graphicData uri="http://schemas.openxmlformats.org/presentationml/2006/ole">
                <mc:AlternateContent xmlns:mc="http://schemas.openxmlformats.org/markup-compatibility/2006">
                  <mc:Choice xmlns:v="urn:schemas-microsoft-com:vml" Requires="v">
                    <p:oleObj spid="_x0000_s5" name="" r:id="rId3" imgW="304800" imgH="190500" progId="Equation.DSMT4">
                      <p:embed/>
                    </p:oleObj>
                  </mc:Choice>
                  <mc:Fallback>
                    <p:oleObj name="" r:id="rId3" imgW="304800" imgH="190500" progId="Equation.DSMT4">
                      <p:embed/>
                      <p:pic>
                        <p:nvPicPr>
                          <p:cNvPr id="0" name="图片 3"/>
                          <p:cNvPicPr/>
                          <p:nvPr/>
                        </p:nvPicPr>
                        <p:blipFill>
                          <a:blip r:embed="rId4"/>
                          <a:stretch>
                            <a:fillRect/>
                          </a:stretch>
                        </p:blipFill>
                        <p:spPr>
                          <a:xfrm>
                            <a:off x="8698" y="8378"/>
                            <a:ext cx="1087" cy="679"/>
                          </a:xfrm>
                          <a:prstGeom prst="rect">
                            <a:avLst/>
                          </a:prstGeom>
                          <a:noFill/>
                          <a:ln w="38100">
                            <a:noFill/>
                            <a:miter/>
                          </a:ln>
                        </p:spPr>
                      </p:pic>
                    </p:oleObj>
                  </mc:Fallback>
                </mc:AlternateContent>
              </a:graphicData>
            </a:graphic>
          </p:graphicFrame>
          <p:graphicFrame>
            <p:nvGraphicFramePr>
              <p:cNvPr id="6" name="对象 -2147482144"/>
              <p:cNvGraphicFramePr>
                <a:graphicFrameLocks noChangeAspect="1"/>
              </p:cNvGraphicFramePr>
              <p:nvPr/>
            </p:nvGraphicFramePr>
            <p:xfrm>
              <a:off x="10018" y="8378"/>
              <a:ext cx="1023" cy="639"/>
            </p:xfrm>
            <a:graphic>
              <a:graphicData uri="http://schemas.openxmlformats.org/presentationml/2006/ole">
                <mc:AlternateContent xmlns:mc="http://schemas.openxmlformats.org/markup-compatibility/2006">
                  <mc:Choice xmlns:v="urn:schemas-microsoft-com:vml" Requires="v">
                    <p:oleObj spid="_x0000_s7" name="" r:id="rId5" imgW="304800" imgH="190500" progId="Equation.DSMT4">
                      <p:embed/>
                    </p:oleObj>
                  </mc:Choice>
                  <mc:Fallback>
                    <p:oleObj name="" r:id="rId5" imgW="304800" imgH="190500" progId="Equation.DSMT4">
                      <p:embed/>
                      <p:pic>
                        <p:nvPicPr>
                          <p:cNvPr id="0" name="图片 4"/>
                          <p:cNvPicPr/>
                          <p:nvPr/>
                        </p:nvPicPr>
                        <p:blipFill>
                          <a:blip r:embed="rId6"/>
                          <a:stretch>
                            <a:fillRect/>
                          </a:stretch>
                        </p:blipFill>
                        <p:spPr>
                          <a:xfrm>
                            <a:off x="10018" y="8378"/>
                            <a:ext cx="1023" cy="639"/>
                          </a:xfrm>
                          <a:prstGeom prst="rect">
                            <a:avLst/>
                          </a:prstGeom>
                          <a:noFill/>
                          <a:ln w="38100">
                            <a:noFill/>
                            <a:miter/>
                          </a:ln>
                        </p:spPr>
                      </p:pic>
                    </p:oleObj>
                  </mc:Fallback>
                </mc:AlternateContent>
              </a:graphicData>
            </a:graphic>
          </p:graphicFrame>
          <p:graphicFrame>
            <p:nvGraphicFramePr>
              <p:cNvPr id="8" name="对象 -2147482143"/>
              <p:cNvGraphicFramePr>
                <a:graphicFrameLocks noChangeAspect="1"/>
              </p:cNvGraphicFramePr>
              <p:nvPr/>
            </p:nvGraphicFramePr>
            <p:xfrm>
              <a:off x="11436" y="8498"/>
              <a:ext cx="1030" cy="516"/>
            </p:xfrm>
            <a:graphic>
              <a:graphicData uri="http://schemas.openxmlformats.org/presentationml/2006/ole">
                <mc:AlternateContent xmlns:mc="http://schemas.openxmlformats.org/markup-compatibility/2006">
                  <mc:Choice xmlns:v="urn:schemas-microsoft-com:vml" Requires="v">
                    <p:oleObj spid="_x0000_s9" name="" r:id="rId7" imgW="304800" imgH="152400" progId="Equation.DSMT4">
                      <p:embed/>
                    </p:oleObj>
                  </mc:Choice>
                  <mc:Fallback>
                    <p:oleObj name="" r:id="rId7" imgW="304800" imgH="152400" progId="Equation.DSMT4">
                      <p:embed/>
                      <p:pic>
                        <p:nvPicPr>
                          <p:cNvPr id="0" name="图片 5"/>
                          <p:cNvPicPr/>
                          <p:nvPr/>
                        </p:nvPicPr>
                        <p:blipFill>
                          <a:blip r:embed="rId8"/>
                          <a:stretch>
                            <a:fillRect/>
                          </a:stretch>
                        </p:blipFill>
                        <p:spPr>
                          <a:xfrm>
                            <a:off x="11436" y="8498"/>
                            <a:ext cx="1030" cy="516"/>
                          </a:xfrm>
                          <a:prstGeom prst="rect">
                            <a:avLst/>
                          </a:prstGeom>
                          <a:noFill/>
                          <a:ln w="38100">
                            <a:noFill/>
                            <a:miter/>
                          </a:ln>
                        </p:spPr>
                      </p:pic>
                    </p:oleObj>
                  </mc:Fallback>
                </mc:AlternateContent>
              </a:graphicData>
            </a:graphic>
          </p:graphicFrame>
        </p:grpSp>
        <p:graphicFrame>
          <p:nvGraphicFramePr>
            <p:cNvPr id="10" name="对象 9">
              <a:hlinkClick r:id="" action="ppaction://ole?verb="/>
            </p:cNvPr>
            <p:cNvGraphicFramePr>
              <a:graphicFrameLocks noChangeAspect="1"/>
            </p:cNvGraphicFramePr>
            <p:nvPr/>
          </p:nvGraphicFramePr>
          <p:xfrm>
            <a:off x="3796" y="8956"/>
            <a:ext cx="5237" cy="595"/>
          </p:xfrm>
          <a:graphic>
            <a:graphicData uri="http://schemas.openxmlformats.org/presentationml/2006/ole">
              <mc:AlternateContent xmlns:mc="http://schemas.openxmlformats.org/markup-compatibility/2006">
                <mc:Choice xmlns:v="urn:schemas-microsoft-com:vml" Requires="v">
                  <p:oleObj spid="_x0000_s1025" name="" r:id="rId9" imgW="1905000" imgH="215900" progId="Equation.KSEE3">
                    <p:embed/>
                  </p:oleObj>
                </mc:Choice>
                <mc:Fallback>
                  <p:oleObj name="" r:id="rId9" imgW="1905000" imgH="215900" progId="Equation.KSEE3">
                    <p:embed/>
                    <p:pic>
                      <p:nvPicPr>
                        <p:cNvPr id="0" name="图片 1024"/>
                        <p:cNvPicPr/>
                        <p:nvPr/>
                      </p:nvPicPr>
                      <p:blipFill>
                        <a:blip r:embed="rId10"/>
                        <a:stretch>
                          <a:fillRect/>
                        </a:stretch>
                      </p:blipFill>
                      <p:spPr>
                        <a:xfrm>
                          <a:off x="3796" y="8956"/>
                          <a:ext cx="5237" cy="595"/>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0.70"/>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3" name="Rectangle 3"/>
          <p:cNvSpPr>
            <a:spLocks noGrp="1"/>
          </p:cNvSpPr>
          <p:nvPr/>
        </p:nvSpPr>
        <p:spPr>
          <a:xfrm>
            <a:off x="457200" y="3962400"/>
            <a:ext cx="8227695" cy="23685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约束项和任意项统称为无关项。在真值表中，对应无关项的输出常用“×”表示，故例2-26的真值表如表2-19所示。无关项在卡诺图中也常用“×”表示，故例2-26卡诺图如图2-23所示。用卡诺图化简逻辑函数时，可以根据需要将“×”看作0或1。</a:t>
            </a:r>
            <a:endParaRPr sz="2400" b="1" dirty="0">
              <a:solidFill>
                <a:srgbClr val="000066"/>
              </a:solidFill>
              <a:latin typeface="Arial" panose="020B0604020202020204" pitchFamily="34" charset="0"/>
              <a:ea typeface="楷体_GB2312" pitchFamily="49" charset="-122"/>
            </a:endParaRPr>
          </a:p>
        </p:txBody>
      </p:sp>
      <p:grpSp>
        <p:nvGrpSpPr>
          <p:cNvPr id="19" name="组合 18"/>
          <p:cNvGrpSpPr/>
          <p:nvPr/>
        </p:nvGrpSpPr>
        <p:grpSpPr>
          <a:xfrm>
            <a:off x="463550" y="401320"/>
            <a:ext cx="8225790" cy="3243580"/>
            <a:chOff x="730" y="272"/>
            <a:chExt cx="12954" cy="5108"/>
          </a:xfrm>
        </p:grpSpPr>
        <p:sp>
          <p:nvSpPr>
            <p:cNvPr id="15" name="Rectangle 3"/>
            <p:cNvSpPr>
              <a:spLocks noGrp="1"/>
            </p:cNvSpPr>
            <p:nvPr/>
          </p:nvSpPr>
          <p:spPr>
            <a:xfrm>
              <a:off x="730" y="272"/>
              <a:ext cx="12954" cy="5109"/>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此外，在有些逻辑电路中，某些输入变量的取值可以让函数值为0或1都不会影响到电路的功能。例如：在一个8421BCD译码电路中，设A、B、C、D为四位二进输入变量，</a:t>
              </a:r>
              <a:r>
                <a:rPr lang="zh-CN" sz="2400" b="1" dirty="0">
                  <a:solidFill>
                    <a:srgbClr val="000066"/>
                  </a:solidFill>
                  <a:latin typeface="Arial" panose="020B0604020202020204" pitchFamily="34" charset="0"/>
                  <a:ea typeface="楷体_GB2312" pitchFamily="49" charset="-122"/>
                </a:rPr>
                <a:t>当</a:t>
              </a:r>
              <a:r>
                <a:rPr sz="2400" b="1" dirty="0">
                  <a:solidFill>
                    <a:srgbClr val="000066"/>
                  </a:solidFill>
                  <a:latin typeface="Arial" panose="020B0604020202020204" pitchFamily="34" charset="0"/>
                  <a:ea typeface="楷体_GB2312" pitchFamily="49" charset="-122"/>
                </a:rPr>
                <a:t>输入变量ABCD取值为0000~1001时，输出代码分别代表</a:t>
              </a:r>
              <a:r>
                <a:rPr sz="2400" b="1" dirty="0">
                  <a:solidFill>
                    <a:srgbClr val="000066"/>
                  </a:solidFill>
                  <a:latin typeface="Arial" panose="020B0604020202020204" pitchFamily="34" charset="0"/>
                  <a:ea typeface="楷体_GB2312" pitchFamily="49" charset="-122"/>
                  <a:sym typeface="+mn-ea"/>
                </a:rPr>
                <a:t>数字</a:t>
              </a:r>
              <a:r>
                <a:rPr sz="2400" b="1" dirty="0">
                  <a:solidFill>
                    <a:srgbClr val="000066"/>
                  </a:solidFill>
                  <a:latin typeface="Arial" panose="020B0604020202020204" pitchFamily="34" charset="0"/>
                  <a:ea typeface="楷体_GB2312" pitchFamily="49" charset="-122"/>
                </a:rPr>
                <a:t>0~9</a:t>
              </a:r>
              <a:r>
                <a:rPr lang="zh-CN" sz="2400" b="1" dirty="0">
                  <a:solidFill>
                    <a:srgbClr val="000066"/>
                  </a:solidFill>
                  <a:latin typeface="Arial" panose="020B0604020202020204" pitchFamily="34" charset="0"/>
                  <a:ea typeface="楷体_GB2312" pitchFamily="49" charset="-122"/>
                </a:rPr>
                <a:t>；取值为</a:t>
              </a:r>
              <a:r>
                <a:rPr sz="2400" b="1" dirty="0">
                  <a:solidFill>
                    <a:srgbClr val="000066"/>
                  </a:solidFill>
                  <a:latin typeface="Arial" panose="020B0604020202020204" pitchFamily="34" charset="0"/>
                  <a:ea typeface="楷体_GB2312" pitchFamily="49" charset="-122"/>
                </a:rPr>
                <a:t>1010、1011、1100、1101、1110、1111</a:t>
              </a:r>
              <a:r>
                <a:rPr lang="zh-CN" sz="2400" b="1" dirty="0">
                  <a:solidFill>
                    <a:srgbClr val="000066"/>
                  </a:solidFill>
                  <a:latin typeface="Arial" panose="020B0604020202020204" pitchFamily="34" charset="0"/>
                  <a:ea typeface="楷体_GB2312" pitchFamily="49" charset="-122"/>
                </a:rPr>
                <a:t>时，</a:t>
              </a:r>
              <a:r>
                <a:rPr sz="2400" b="1" dirty="0">
                  <a:solidFill>
                    <a:srgbClr val="000066"/>
                  </a:solidFill>
                  <a:latin typeface="Arial" panose="020B0604020202020204" pitchFamily="34" charset="0"/>
                  <a:ea typeface="楷体_GB2312" pitchFamily="49" charset="-122"/>
                </a:rPr>
                <a:t>输出</a:t>
              </a:r>
              <a:r>
                <a:rPr lang="zh-CN" sz="2400" b="1" dirty="0">
                  <a:solidFill>
                    <a:srgbClr val="000066"/>
                  </a:solidFill>
                  <a:latin typeface="Arial" panose="020B0604020202020204" pitchFamily="34" charset="0"/>
                  <a:ea typeface="楷体_GB2312" pitchFamily="49" charset="-122"/>
                </a:rPr>
                <a:t>代码与</a:t>
              </a:r>
              <a:r>
                <a:rPr sz="2400" b="1" dirty="0">
                  <a:solidFill>
                    <a:srgbClr val="000066"/>
                  </a:solidFill>
                  <a:latin typeface="Arial" panose="020B0604020202020204" pitchFamily="34" charset="0"/>
                  <a:ea typeface="楷体_GB2312" pitchFamily="49" charset="-122"/>
                </a:rPr>
                <a:t>0~9无关，</a:t>
              </a:r>
              <a:r>
                <a:rPr lang="zh-CN" sz="2400" b="1" dirty="0">
                  <a:solidFill>
                    <a:srgbClr val="000066"/>
                  </a:solidFill>
                  <a:latin typeface="Arial" panose="020B0604020202020204" pitchFamily="34" charset="0"/>
                  <a:ea typeface="楷体_GB2312" pitchFamily="49" charset="-122"/>
                </a:rPr>
                <a:t>因此，输入变量</a:t>
              </a:r>
              <a:r>
                <a:rPr sz="2400" b="1" dirty="0">
                  <a:solidFill>
                    <a:srgbClr val="000066"/>
                  </a:solidFill>
                  <a:latin typeface="Arial" panose="020B0604020202020204" pitchFamily="34" charset="0"/>
                  <a:ea typeface="楷体_GB2312" pitchFamily="49" charset="-122"/>
                </a:rPr>
                <a:t>对应的最小项</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称为任意项。</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142"/>
            <p:cNvGraphicFramePr>
              <a:graphicFrameLocks noChangeAspect="1"/>
            </p:cNvGraphicFramePr>
            <p:nvPr/>
          </p:nvGraphicFramePr>
          <p:xfrm>
            <a:off x="1560" y="4560"/>
            <a:ext cx="1276" cy="599"/>
          </p:xfrm>
          <a:graphic>
            <a:graphicData uri="http://schemas.openxmlformats.org/presentationml/2006/ole">
              <mc:AlternateContent xmlns:mc="http://schemas.openxmlformats.org/markup-compatibility/2006">
                <mc:Choice xmlns:v="urn:schemas-microsoft-com:vml" Requires="v">
                  <p:oleObj spid="_x0000_s10" name="" r:id="rId1" imgW="405765" imgH="190500" progId="Equation.DSMT4">
                    <p:embed/>
                  </p:oleObj>
                </mc:Choice>
                <mc:Fallback>
                  <p:oleObj name="" r:id="rId1" imgW="405765" imgH="190500" progId="Equation.DSMT4">
                    <p:embed/>
                    <p:pic>
                      <p:nvPicPr>
                        <p:cNvPr id="0" name="图片 9"/>
                        <p:cNvPicPr/>
                        <p:nvPr/>
                      </p:nvPicPr>
                      <p:blipFill>
                        <a:blip r:embed="rId2"/>
                        <a:stretch>
                          <a:fillRect/>
                        </a:stretch>
                      </p:blipFill>
                      <p:spPr>
                        <a:xfrm>
                          <a:off x="1560" y="4560"/>
                          <a:ext cx="1276" cy="599"/>
                        </a:xfrm>
                        <a:prstGeom prst="rect">
                          <a:avLst/>
                        </a:prstGeom>
                        <a:noFill/>
                        <a:ln w="38100">
                          <a:noFill/>
                          <a:miter/>
                        </a:ln>
                      </p:spPr>
                    </p:pic>
                  </p:oleObj>
                </mc:Fallback>
              </mc:AlternateContent>
            </a:graphicData>
          </a:graphic>
        </p:graphicFrame>
        <p:graphicFrame>
          <p:nvGraphicFramePr>
            <p:cNvPr id="4" name="对象 -2147482141"/>
            <p:cNvGraphicFramePr>
              <a:graphicFrameLocks noChangeAspect="1"/>
            </p:cNvGraphicFramePr>
            <p:nvPr/>
          </p:nvGraphicFramePr>
          <p:xfrm>
            <a:off x="3360" y="4560"/>
            <a:ext cx="1334" cy="645"/>
          </p:xfrm>
          <a:graphic>
            <a:graphicData uri="http://schemas.openxmlformats.org/presentationml/2006/ole">
              <mc:AlternateContent xmlns:mc="http://schemas.openxmlformats.org/markup-compatibility/2006">
                <mc:Choice xmlns:v="urn:schemas-microsoft-com:vml" Requires="v">
                  <p:oleObj spid="_x0000_s12" name="" r:id="rId3" imgW="393700" imgH="190500" progId="Equation.DSMT4">
                    <p:embed/>
                  </p:oleObj>
                </mc:Choice>
                <mc:Fallback>
                  <p:oleObj name="" r:id="rId3" imgW="393700" imgH="190500" progId="Equation.DSMT4">
                    <p:embed/>
                    <p:pic>
                      <p:nvPicPr>
                        <p:cNvPr id="0" name="图片 11"/>
                        <p:cNvPicPr/>
                        <p:nvPr/>
                      </p:nvPicPr>
                      <p:blipFill>
                        <a:blip r:embed="rId4"/>
                        <a:stretch>
                          <a:fillRect/>
                        </a:stretch>
                      </p:blipFill>
                      <p:spPr>
                        <a:xfrm>
                          <a:off x="3360" y="4560"/>
                          <a:ext cx="1334" cy="645"/>
                        </a:xfrm>
                        <a:prstGeom prst="rect">
                          <a:avLst/>
                        </a:prstGeom>
                        <a:noFill/>
                        <a:ln w="38100">
                          <a:noFill/>
                          <a:miter/>
                        </a:ln>
                      </p:spPr>
                    </p:pic>
                  </p:oleObj>
                </mc:Fallback>
              </mc:AlternateContent>
            </a:graphicData>
          </a:graphic>
        </p:graphicFrame>
        <p:graphicFrame>
          <p:nvGraphicFramePr>
            <p:cNvPr id="5" name="对象 -2147482140"/>
            <p:cNvGraphicFramePr>
              <a:graphicFrameLocks noChangeAspect="1"/>
            </p:cNvGraphicFramePr>
            <p:nvPr/>
          </p:nvGraphicFramePr>
          <p:xfrm>
            <a:off x="5400" y="4560"/>
            <a:ext cx="1396" cy="655"/>
          </p:xfrm>
          <a:graphic>
            <a:graphicData uri="http://schemas.openxmlformats.org/presentationml/2006/ole">
              <mc:AlternateContent xmlns:mc="http://schemas.openxmlformats.org/markup-compatibility/2006">
                <mc:Choice xmlns:v="urn:schemas-microsoft-com:vml" Requires="v">
                  <p:oleObj spid="_x0000_s13" name="" r:id="rId5" imgW="405765" imgH="190500" progId="Equation.DSMT4">
                    <p:embed/>
                  </p:oleObj>
                </mc:Choice>
                <mc:Fallback>
                  <p:oleObj name="" r:id="rId5" imgW="405765" imgH="190500" progId="Equation.DSMT4">
                    <p:embed/>
                    <p:pic>
                      <p:nvPicPr>
                        <p:cNvPr id="0" name="图片 12"/>
                        <p:cNvPicPr/>
                        <p:nvPr/>
                      </p:nvPicPr>
                      <p:blipFill>
                        <a:blip r:embed="rId6"/>
                        <a:stretch>
                          <a:fillRect/>
                        </a:stretch>
                      </p:blipFill>
                      <p:spPr>
                        <a:xfrm>
                          <a:off x="5400" y="4560"/>
                          <a:ext cx="1396" cy="655"/>
                        </a:xfrm>
                        <a:prstGeom prst="rect">
                          <a:avLst/>
                        </a:prstGeom>
                        <a:noFill/>
                        <a:ln w="38100">
                          <a:noFill/>
                          <a:miter/>
                        </a:ln>
                      </p:spPr>
                    </p:pic>
                  </p:oleObj>
                </mc:Fallback>
              </mc:AlternateContent>
            </a:graphicData>
          </a:graphic>
        </p:graphicFrame>
        <p:graphicFrame>
          <p:nvGraphicFramePr>
            <p:cNvPr id="6" name="对象 -2147482139"/>
            <p:cNvGraphicFramePr>
              <a:graphicFrameLocks noChangeAspect="1"/>
            </p:cNvGraphicFramePr>
            <p:nvPr/>
          </p:nvGraphicFramePr>
          <p:xfrm>
            <a:off x="7320" y="4560"/>
            <a:ext cx="1298" cy="610"/>
          </p:xfrm>
          <a:graphic>
            <a:graphicData uri="http://schemas.openxmlformats.org/presentationml/2006/ole">
              <mc:AlternateContent xmlns:mc="http://schemas.openxmlformats.org/markup-compatibility/2006">
                <mc:Choice xmlns:v="urn:schemas-microsoft-com:vml" Requires="v">
                  <p:oleObj spid="_x0000_s14" name="" r:id="rId7" imgW="405765" imgH="190500" progId="Equation.DSMT4">
                    <p:embed/>
                  </p:oleObj>
                </mc:Choice>
                <mc:Fallback>
                  <p:oleObj name="" r:id="rId7" imgW="405765" imgH="190500" progId="Equation.DSMT4">
                    <p:embed/>
                    <p:pic>
                      <p:nvPicPr>
                        <p:cNvPr id="0" name="图片 13"/>
                        <p:cNvPicPr/>
                        <p:nvPr/>
                      </p:nvPicPr>
                      <p:blipFill>
                        <a:blip r:embed="rId8"/>
                        <a:stretch>
                          <a:fillRect/>
                        </a:stretch>
                      </p:blipFill>
                      <p:spPr>
                        <a:xfrm>
                          <a:off x="7320" y="4560"/>
                          <a:ext cx="1298" cy="610"/>
                        </a:xfrm>
                        <a:prstGeom prst="rect">
                          <a:avLst/>
                        </a:prstGeom>
                        <a:noFill/>
                        <a:ln w="38100">
                          <a:noFill/>
                          <a:miter/>
                        </a:ln>
                      </p:spPr>
                    </p:pic>
                  </p:oleObj>
                </mc:Fallback>
              </mc:AlternateContent>
            </a:graphicData>
          </a:graphic>
        </p:graphicFrame>
        <p:graphicFrame>
          <p:nvGraphicFramePr>
            <p:cNvPr id="7" name="对象 -2147482138"/>
            <p:cNvGraphicFramePr>
              <a:graphicFrameLocks noChangeAspect="1"/>
            </p:cNvGraphicFramePr>
            <p:nvPr/>
          </p:nvGraphicFramePr>
          <p:xfrm>
            <a:off x="9360" y="4560"/>
            <a:ext cx="1311" cy="616"/>
          </p:xfrm>
          <a:graphic>
            <a:graphicData uri="http://schemas.openxmlformats.org/presentationml/2006/ole">
              <mc:AlternateContent xmlns:mc="http://schemas.openxmlformats.org/markup-compatibility/2006">
                <mc:Choice xmlns:v="urn:schemas-microsoft-com:vml" Requires="v">
                  <p:oleObj spid="_x0000_s16" name="" r:id="rId9" imgW="405765" imgH="190500" progId="Equation.DSMT4">
                    <p:embed/>
                  </p:oleObj>
                </mc:Choice>
                <mc:Fallback>
                  <p:oleObj name="" r:id="rId9" imgW="405765" imgH="190500" progId="Equation.DSMT4">
                    <p:embed/>
                    <p:pic>
                      <p:nvPicPr>
                        <p:cNvPr id="0" name="图片 15"/>
                        <p:cNvPicPr/>
                        <p:nvPr/>
                      </p:nvPicPr>
                      <p:blipFill>
                        <a:blip r:embed="rId10"/>
                        <a:stretch>
                          <a:fillRect/>
                        </a:stretch>
                      </p:blipFill>
                      <p:spPr>
                        <a:xfrm>
                          <a:off x="9360" y="4560"/>
                          <a:ext cx="1311" cy="616"/>
                        </a:xfrm>
                        <a:prstGeom prst="rect">
                          <a:avLst/>
                        </a:prstGeom>
                        <a:noFill/>
                        <a:ln w="38100">
                          <a:noFill/>
                          <a:miter/>
                        </a:ln>
                      </p:spPr>
                    </p:pic>
                  </p:oleObj>
                </mc:Fallback>
              </mc:AlternateContent>
            </a:graphicData>
          </a:graphic>
        </p:graphicFrame>
        <p:graphicFrame>
          <p:nvGraphicFramePr>
            <p:cNvPr id="8" name="对象 -2147482137"/>
            <p:cNvGraphicFramePr>
              <a:graphicFrameLocks noChangeAspect="1"/>
            </p:cNvGraphicFramePr>
            <p:nvPr/>
          </p:nvGraphicFramePr>
          <p:xfrm>
            <a:off x="11116" y="4648"/>
            <a:ext cx="1373" cy="531"/>
          </p:xfrm>
          <a:graphic>
            <a:graphicData uri="http://schemas.openxmlformats.org/presentationml/2006/ole">
              <mc:AlternateContent xmlns:mc="http://schemas.openxmlformats.org/markup-compatibility/2006">
                <mc:Choice xmlns:v="urn:schemas-microsoft-com:vml" Requires="v">
                  <p:oleObj spid="_x0000_s18" name="" r:id="rId11" imgW="393065" imgH="152400" progId="Equation.DSMT4">
                    <p:embed/>
                  </p:oleObj>
                </mc:Choice>
                <mc:Fallback>
                  <p:oleObj name="" r:id="rId11" imgW="393065" imgH="152400" progId="Equation.DSMT4">
                    <p:embed/>
                    <p:pic>
                      <p:nvPicPr>
                        <p:cNvPr id="0" name="图片 17"/>
                        <p:cNvPicPr/>
                        <p:nvPr/>
                      </p:nvPicPr>
                      <p:blipFill>
                        <a:blip r:embed="rId12"/>
                        <a:stretch>
                          <a:fillRect/>
                        </a:stretch>
                      </p:blipFill>
                      <p:spPr>
                        <a:xfrm>
                          <a:off x="11116" y="4648"/>
                          <a:ext cx="1373" cy="53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pic>
        <p:nvPicPr>
          <p:cNvPr id="9" name="图片 8" descr="]FTRS[ZP_7Z$X`6UO){8{YP"/>
          <p:cNvPicPr>
            <a:picLocks noChangeAspect="1"/>
          </p:cNvPicPr>
          <p:nvPr/>
        </p:nvPicPr>
        <p:blipFill>
          <a:blip r:embed="rId1"/>
          <a:stretch>
            <a:fillRect/>
          </a:stretch>
        </p:blipFill>
        <p:spPr>
          <a:xfrm>
            <a:off x="838200" y="1219200"/>
            <a:ext cx="7639050" cy="3305175"/>
          </a:xfrm>
          <a:prstGeom prst="rect">
            <a:avLst/>
          </a:prstGeom>
        </p:spPr>
      </p:pic>
      <p:grpSp>
        <p:nvGrpSpPr>
          <p:cNvPr id="11" name="组合 10"/>
          <p:cNvGrpSpPr/>
          <p:nvPr/>
        </p:nvGrpSpPr>
        <p:grpSpPr>
          <a:xfrm>
            <a:off x="2819400" y="4495800"/>
            <a:ext cx="2980690" cy="1950720"/>
            <a:chOff x="4680" y="7200"/>
            <a:chExt cx="4694" cy="3072"/>
          </a:xfrm>
        </p:grpSpPr>
        <p:pic>
          <p:nvPicPr>
            <p:cNvPr id="9223" name="图片 2660"/>
            <p:cNvPicPr>
              <a:picLocks noChangeAspect="1"/>
            </p:cNvPicPr>
            <p:nvPr/>
          </p:nvPicPr>
          <p:blipFill>
            <a:blip r:embed="rId2"/>
            <a:stretch>
              <a:fillRect/>
            </a:stretch>
          </p:blipFill>
          <p:spPr>
            <a:xfrm>
              <a:off x="4680" y="7200"/>
              <a:ext cx="4695" cy="2600"/>
            </a:xfrm>
            <a:prstGeom prst="rect">
              <a:avLst/>
            </a:prstGeom>
            <a:noFill/>
            <a:ln>
              <a:noFill/>
            </a:ln>
          </p:spPr>
        </p:pic>
        <p:sp>
          <p:nvSpPr>
            <p:cNvPr id="100" name="文本框 99"/>
            <p:cNvSpPr txBox="1"/>
            <p:nvPr/>
          </p:nvSpPr>
          <p:spPr>
            <a:xfrm>
              <a:off x="5770" y="9742"/>
              <a:ext cx="3282" cy="531"/>
            </a:xfrm>
            <a:prstGeom prst="rect">
              <a:avLst/>
            </a:prstGeom>
            <a:noFill/>
            <a:ln w="9525">
              <a:noFill/>
            </a:ln>
          </p:spPr>
          <p:txBody>
            <a:bodyPr wrap="square">
              <a:spAutoFit/>
            </a:bodyPr>
            <a:p>
              <a:r>
                <a:rPr lang="zh-CN" sz="1600">
                  <a:latin typeface="Times New Roman" panose="02020603050405020304" charset="0"/>
                  <a:ea typeface="宋体" panose="02010600030101010101" pitchFamily="2" charset="-122"/>
                </a:rPr>
                <a:t>图</a:t>
              </a:r>
              <a:r>
                <a:rPr lang="en-US" sz="1600">
                  <a:latin typeface="Times New Roman" panose="02020603050405020304" charset="0"/>
                  <a:ea typeface="宋体" panose="02010600030101010101" pitchFamily="2" charset="-122"/>
                </a:rPr>
                <a:t>2-23</a:t>
              </a:r>
              <a:r>
                <a:rPr lang="zh-CN" sz="1600">
                  <a:latin typeface="Times New Roman" panose="02020603050405020304" charset="0"/>
                  <a:ea typeface="宋体" panose="02010600030101010101" pitchFamily="2" charset="-122"/>
                </a:rPr>
                <a:t>例</a:t>
              </a:r>
              <a:r>
                <a:rPr lang="en-US" sz="1600">
                  <a:latin typeface="Times New Roman" panose="02020603050405020304" charset="0"/>
                  <a:ea typeface="宋体" panose="02010600030101010101" pitchFamily="2" charset="-122"/>
                </a:rPr>
                <a:t>2-26</a:t>
              </a:r>
              <a:r>
                <a:rPr lang="zh-CN" sz="1600">
                  <a:latin typeface="Times New Roman" panose="02020603050405020304" charset="0"/>
                  <a:ea typeface="宋体" panose="02010600030101010101" pitchFamily="2" charset="-122"/>
                </a:rPr>
                <a:t>卡诺图</a:t>
              </a:r>
              <a:endParaRPr lang="zh-CN" altLang="en-US" sz="1600"/>
            </a:p>
          </p:txBody>
        </p:sp>
      </p:grpSp>
      <p:sp>
        <p:nvSpPr>
          <p:cNvPr id="17"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4770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7" name="Rectangle 3"/>
          <p:cNvSpPr>
            <a:spLocks noGrp="1"/>
          </p:cNvSpPr>
          <p:nvPr/>
        </p:nvSpPr>
        <p:spPr>
          <a:xfrm>
            <a:off x="533400" y="1143000"/>
            <a:ext cx="7798435"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en-US" sz="2400" b="1" dirty="0">
                <a:solidFill>
                  <a:srgbClr val="070707"/>
                </a:solidFill>
                <a:latin typeface="Times New Roman" panose="02020603050405020304" charset="0"/>
                <a:ea typeface="楷体_GB2312" pitchFamily="49" charset="-122"/>
                <a:cs typeface="Times New Roman" panose="02020603050405020304" charset="0"/>
                <a:sym typeface="+mn-ea"/>
              </a:rPr>
              <a:t>(2) </a:t>
            </a:r>
            <a:r>
              <a:rPr lang="en-US" sz="2400" b="1" dirty="0">
                <a:solidFill>
                  <a:srgbClr val="070707"/>
                </a:solidFill>
                <a:latin typeface="Times New Roman" panose="02020603050405020304" charset="0"/>
                <a:ea typeface="楷体_GB2312" pitchFamily="49" charset="-122"/>
                <a:cs typeface="Times New Roman" panose="02020603050405020304" charset="0"/>
              </a:rPr>
              <a:t>用卡诺图化简有无关项的逻辑函数</a:t>
            </a:r>
            <a:r>
              <a:rPr lang="en-US" sz="2400" b="1" dirty="0">
                <a:solidFill>
                  <a:srgbClr val="070707"/>
                </a:solidFill>
                <a:latin typeface="Times New Roman" panose="02020603050405020304" charset="0"/>
                <a:ea typeface="楷体_GB2312" pitchFamily="49" charset="-122"/>
                <a:cs typeface="Times New Roman" panose="02020603050405020304" charset="0"/>
              </a:rPr>
              <a:t>。</a:t>
            </a:r>
            <a:endParaRPr lang="en-US" sz="2400" b="1" dirty="0">
              <a:solidFill>
                <a:srgbClr val="070707"/>
              </a:solidFill>
              <a:latin typeface="Times New Roman" panose="02020603050405020304" charset="0"/>
              <a:ea typeface="楷体_GB2312" pitchFamily="49" charset="-122"/>
              <a:cs typeface="Times New Roman" panose="02020603050405020304" charset="0"/>
            </a:endParaRPr>
          </a:p>
        </p:txBody>
      </p:sp>
      <p:grpSp>
        <p:nvGrpSpPr>
          <p:cNvPr id="22" name="组合 21"/>
          <p:cNvGrpSpPr/>
          <p:nvPr/>
        </p:nvGrpSpPr>
        <p:grpSpPr>
          <a:xfrm>
            <a:off x="304800" y="1620520"/>
            <a:ext cx="8232140" cy="1844040"/>
            <a:chOff x="480" y="2552"/>
            <a:chExt cx="12964" cy="2904"/>
          </a:xfrm>
        </p:grpSpPr>
        <p:grpSp>
          <p:nvGrpSpPr>
            <p:cNvPr id="21" name="组合 20"/>
            <p:cNvGrpSpPr/>
            <p:nvPr/>
          </p:nvGrpSpPr>
          <p:grpSpPr>
            <a:xfrm>
              <a:off x="480" y="2552"/>
              <a:ext cx="12964" cy="2904"/>
              <a:chOff x="480" y="2552"/>
              <a:chExt cx="12964" cy="2904"/>
            </a:xfrm>
          </p:grpSpPr>
          <p:sp>
            <p:nvSpPr>
              <p:cNvPr id="15" name="Rectangle 3"/>
              <p:cNvSpPr>
                <a:spLocks noGrp="1"/>
              </p:cNvSpPr>
              <p:nvPr/>
            </p:nvSpPr>
            <p:spPr>
              <a:xfrm>
                <a:off x="490" y="2552"/>
                <a:ext cx="12954" cy="1581"/>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【例2-27】用卡诺图化简法将下列逻辑函数化为最简与-或表达式。</a:t>
                </a:r>
                <a:endParaRPr sz="2400" b="1" dirty="0">
                  <a:solidFill>
                    <a:srgbClr val="000066"/>
                  </a:solidFill>
                  <a:latin typeface="Arial" panose="020B0604020202020204" pitchFamily="34" charset="0"/>
                  <a:ea typeface="楷体_GB2312" pitchFamily="49" charset="-122"/>
                </a:endParaRPr>
              </a:p>
            </p:txBody>
          </p:sp>
          <p:sp>
            <p:nvSpPr>
              <p:cNvPr id="3" name="Rectangle 3"/>
              <p:cNvSpPr>
                <a:spLocks noGrp="1"/>
              </p:cNvSpPr>
              <p:nvPr/>
            </p:nvSpPr>
            <p:spPr>
              <a:xfrm>
                <a:off x="480" y="4680"/>
                <a:ext cx="10532" cy="77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sz="2400" b="1" dirty="0">
                    <a:solidFill>
                      <a:srgbClr val="000066"/>
                    </a:solidFill>
                    <a:latin typeface="Arial" panose="020B0604020202020204" pitchFamily="34" charset="0"/>
                    <a:ea typeface="楷体_GB2312" pitchFamily="49" charset="-122"/>
                  </a:rPr>
                  <a:t>式中，</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表示最小项，</a:t>
                </a:r>
                <a:r>
                  <a:rPr lang="en-US" sz="2400" b="1"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表示无关项。</a:t>
                </a:r>
                <a:endParaRPr sz="2400" b="1" dirty="0">
                  <a:solidFill>
                    <a:srgbClr val="000066"/>
                  </a:solidFill>
                  <a:latin typeface="Arial" panose="020B0604020202020204" pitchFamily="34" charset="0"/>
                  <a:ea typeface="楷体_GB2312" pitchFamily="49" charset="-122"/>
                </a:endParaRPr>
              </a:p>
            </p:txBody>
          </p:sp>
          <p:graphicFrame>
            <p:nvGraphicFramePr>
              <p:cNvPr id="2" name="对象 -2147482136"/>
              <p:cNvGraphicFramePr>
                <a:graphicFrameLocks noChangeAspect="1"/>
              </p:cNvGraphicFramePr>
              <p:nvPr/>
            </p:nvGraphicFramePr>
            <p:xfrm>
              <a:off x="1800" y="3960"/>
              <a:ext cx="8532" cy="694"/>
            </p:xfrm>
            <a:graphic>
              <a:graphicData uri="http://schemas.openxmlformats.org/presentationml/2006/ole">
                <mc:AlternateContent xmlns:mc="http://schemas.openxmlformats.org/markup-compatibility/2006">
                  <mc:Choice xmlns:v="urn:schemas-microsoft-com:vml" Requires="v">
                    <p:oleObj spid="_x0000_s10" name="" r:id="rId1" imgW="2651125" imgH="215900" progId="Equation.DSMT4">
                      <p:embed/>
                    </p:oleObj>
                  </mc:Choice>
                  <mc:Fallback>
                    <p:oleObj name="" r:id="rId1" imgW="2651125" imgH="215900" progId="Equation.DSMT4">
                      <p:embed/>
                      <p:pic>
                        <p:nvPicPr>
                          <p:cNvPr id="0" name="图片 9"/>
                          <p:cNvPicPr/>
                          <p:nvPr/>
                        </p:nvPicPr>
                        <p:blipFill>
                          <a:blip r:embed="rId2"/>
                          <a:stretch>
                            <a:fillRect/>
                          </a:stretch>
                        </p:blipFill>
                        <p:spPr>
                          <a:xfrm>
                            <a:off x="1800" y="3960"/>
                            <a:ext cx="8532" cy="694"/>
                          </a:xfrm>
                          <a:prstGeom prst="rect">
                            <a:avLst/>
                          </a:prstGeom>
                          <a:noFill/>
                          <a:ln w="38100">
                            <a:noFill/>
                            <a:miter/>
                          </a:ln>
                        </p:spPr>
                      </p:pic>
                    </p:oleObj>
                  </mc:Fallback>
                </mc:AlternateContent>
              </a:graphicData>
            </a:graphic>
          </p:graphicFrame>
        </p:grpSp>
        <p:graphicFrame>
          <p:nvGraphicFramePr>
            <p:cNvPr id="4" name="对象 -2147482135"/>
            <p:cNvGraphicFramePr>
              <a:graphicFrameLocks noChangeAspect="1"/>
            </p:cNvGraphicFramePr>
            <p:nvPr/>
          </p:nvGraphicFramePr>
          <p:xfrm>
            <a:off x="2160" y="4800"/>
            <a:ext cx="791" cy="585"/>
          </p:xfrm>
          <a:graphic>
            <a:graphicData uri="http://schemas.openxmlformats.org/presentationml/2006/ole">
              <mc:AlternateContent xmlns:mc="http://schemas.openxmlformats.org/markup-compatibility/2006">
                <mc:Choice xmlns:v="urn:schemas-microsoft-com:vml" Requires="v">
                  <p:oleObj spid="_x0000_s12" name="" r:id="rId3" imgW="291465" imgH="215900" progId="Equation.DSMT4">
                    <p:embed/>
                  </p:oleObj>
                </mc:Choice>
                <mc:Fallback>
                  <p:oleObj name="" r:id="rId3" imgW="291465" imgH="215900" progId="Equation.DSMT4">
                    <p:embed/>
                    <p:pic>
                      <p:nvPicPr>
                        <p:cNvPr id="0" name="图片 11"/>
                        <p:cNvPicPr/>
                        <p:nvPr/>
                      </p:nvPicPr>
                      <p:blipFill>
                        <a:blip r:embed="rId4"/>
                        <a:stretch>
                          <a:fillRect/>
                        </a:stretch>
                      </p:blipFill>
                      <p:spPr>
                        <a:xfrm>
                          <a:off x="2160" y="4800"/>
                          <a:ext cx="791" cy="585"/>
                        </a:xfrm>
                        <a:prstGeom prst="rect">
                          <a:avLst/>
                        </a:prstGeom>
                        <a:noFill/>
                        <a:ln w="38100">
                          <a:noFill/>
                          <a:miter/>
                        </a:ln>
                      </p:spPr>
                    </p:pic>
                  </p:oleObj>
                </mc:Fallback>
              </mc:AlternateContent>
            </a:graphicData>
          </a:graphic>
        </p:graphicFrame>
        <p:graphicFrame>
          <p:nvGraphicFramePr>
            <p:cNvPr id="5" name="对象 -2147482134"/>
            <p:cNvGraphicFramePr>
              <a:graphicFrameLocks noChangeAspect="1"/>
            </p:cNvGraphicFramePr>
            <p:nvPr/>
          </p:nvGraphicFramePr>
          <p:xfrm>
            <a:off x="5760" y="4800"/>
            <a:ext cx="797" cy="616"/>
          </p:xfrm>
          <a:graphic>
            <a:graphicData uri="http://schemas.openxmlformats.org/presentationml/2006/ole">
              <mc:AlternateContent xmlns:mc="http://schemas.openxmlformats.org/markup-compatibility/2006">
                <mc:Choice xmlns:v="urn:schemas-microsoft-com:vml" Requires="v">
                  <p:oleObj spid="_x0000_s13" name="" r:id="rId5" imgW="278765" imgH="215900" progId="Equation.DSMT4">
                    <p:embed/>
                  </p:oleObj>
                </mc:Choice>
                <mc:Fallback>
                  <p:oleObj name="" r:id="rId5" imgW="278765" imgH="215900" progId="Equation.DSMT4">
                    <p:embed/>
                    <p:pic>
                      <p:nvPicPr>
                        <p:cNvPr id="0" name="图片 12"/>
                        <p:cNvPicPr/>
                        <p:nvPr/>
                      </p:nvPicPr>
                      <p:blipFill>
                        <a:blip r:embed="rId6"/>
                        <a:stretch>
                          <a:fillRect/>
                        </a:stretch>
                      </p:blipFill>
                      <p:spPr>
                        <a:xfrm>
                          <a:off x="5760" y="4800"/>
                          <a:ext cx="797" cy="616"/>
                        </a:xfrm>
                        <a:prstGeom prst="rect">
                          <a:avLst/>
                        </a:prstGeom>
                        <a:noFill/>
                        <a:ln w="38100">
                          <a:noFill/>
                          <a:miter/>
                        </a:ln>
                      </p:spPr>
                    </p:pic>
                  </p:oleObj>
                </mc:Fallback>
              </mc:AlternateContent>
            </a:graphicData>
          </a:graphic>
        </p:graphicFrame>
      </p:grpSp>
      <p:sp>
        <p:nvSpPr>
          <p:cNvPr id="14" name="Rectangle 3"/>
          <p:cNvSpPr>
            <a:spLocks noGrp="1"/>
          </p:cNvSpPr>
          <p:nvPr/>
        </p:nvSpPr>
        <p:spPr>
          <a:xfrm>
            <a:off x="313690" y="3423920"/>
            <a:ext cx="5207000" cy="17494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解：(1) 画卡诺图，在图中对应于逻辑表达式中各最小项的小方格中填入1，对应于无关项的小方格中填入×。</a:t>
            </a:r>
            <a:endParaRPr sz="2400" b="1" dirty="0">
              <a:solidFill>
                <a:srgbClr val="000066"/>
              </a:solidFill>
              <a:latin typeface="Arial" panose="020B0604020202020204" pitchFamily="34" charset="0"/>
              <a:ea typeface="楷体_GB2312" pitchFamily="49" charset="-122"/>
            </a:endParaRPr>
          </a:p>
        </p:txBody>
      </p:sp>
      <p:sp>
        <p:nvSpPr>
          <p:cNvPr id="16" name="Rectangle 3"/>
          <p:cNvSpPr>
            <a:spLocks noGrp="1"/>
          </p:cNvSpPr>
          <p:nvPr/>
        </p:nvSpPr>
        <p:spPr>
          <a:xfrm>
            <a:off x="304800" y="5105400"/>
            <a:ext cx="5588635" cy="9455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sz="2400" b="1" dirty="0">
                <a:solidFill>
                  <a:srgbClr val="000066"/>
                </a:solidFill>
                <a:latin typeface="Arial" panose="020B0604020202020204" pitchFamily="34" charset="0"/>
                <a:ea typeface="楷体_GB2312" pitchFamily="49" charset="-122"/>
              </a:rPr>
              <a:t>(2) 画包围圈，合并相邻的最小项</a:t>
            </a:r>
            <a:r>
              <a:rPr lang="zh-CN" sz="2400" b="1" dirty="0">
                <a:solidFill>
                  <a:srgbClr val="000066"/>
                </a:solidFill>
                <a:latin typeface="Arial" panose="020B0604020202020204" pitchFamily="34" charset="0"/>
                <a:ea typeface="楷体_GB2312" pitchFamily="49" charset="-122"/>
              </a:rPr>
              <a:t>，得到化简结果</a:t>
            </a:r>
            <a:r>
              <a:rPr sz="2400" b="1" dirty="0">
                <a:solidFill>
                  <a:srgbClr val="000066"/>
                </a:solidFill>
                <a:latin typeface="Arial" panose="020B0604020202020204" pitchFamily="34" charset="0"/>
                <a:ea typeface="楷体_GB2312" pitchFamily="49" charset="-122"/>
              </a:rPr>
              <a:t>。</a:t>
            </a:r>
            <a:endParaRPr sz="2400" b="1" dirty="0">
              <a:solidFill>
                <a:srgbClr val="000066"/>
              </a:solidFill>
              <a:latin typeface="Arial" panose="020B0604020202020204" pitchFamily="34" charset="0"/>
              <a:ea typeface="楷体_GB2312" pitchFamily="49" charset="-122"/>
            </a:endParaRPr>
          </a:p>
        </p:txBody>
      </p:sp>
      <p:sp>
        <p:nvSpPr>
          <p:cNvPr id="18" name="TextBox 6"/>
          <p:cNvSpPr txBox="1"/>
          <p:nvPr/>
        </p:nvSpPr>
        <p:spPr>
          <a:xfrm>
            <a:off x="1752600" y="533400"/>
            <a:ext cx="557339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2.6 </a:t>
            </a:r>
            <a:r>
              <a:rPr lang="zh-CN" altLang="en-US" b="1" dirty="0">
                <a:solidFill>
                  <a:srgbClr val="FF0000"/>
                </a:solidFill>
                <a:latin typeface="黑体" panose="02010609060101010101" pitchFamily="49" charset="-122"/>
                <a:ea typeface="黑体" panose="02010609060101010101" pitchFamily="49" charset="-122"/>
              </a:rPr>
              <a:t>逻辑函数的卡诺图化简法</a:t>
            </a:r>
            <a:endParaRPr lang="zh-CN" altLang="en-US" b="1" dirty="0">
              <a:solidFill>
                <a:srgbClr val="FF0000"/>
              </a:solidFill>
              <a:latin typeface="黑体" panose="02010609060101010101" pitchFamily="49" charset="-122"/>
              <a:ea typeface="黑体" panose="02010609060101010101" pitchFamily="49" charset="-122"/>
            </a:endParaRPr>
          </a:p>
        </p:txBody>
      </p:sp>
      <p:graphicFrame>
        <p:nvGraphicFramePr>
          <p:cNvPr id="6" name="对象 -2147482121"/>
          <p:cNvGraphicFramePr>
            <a:graphicFrameLocks noChangeAspect="1"/>
          </p:cNvGraphicFramePr>
          <p:nvPr/>
        </p:nvGraphicFramePr>
        <p:xfrm>
          <a:off x="1447800" y="5991860"/>
          <a:ext cx="2997835" cy="490220"/>
        </p:xfrm>
        <a:graphic>
          <a:graphicData uri="http://schemas.openxmlformats.org/presentationml/2006/ole">
            <mc:AlternateContent xmlns:mc="http://schemas.openxmlformats.org/markup-compatibility/2006">
              <mc:Choice xmlns:v="urn:schemas-microsoft-com:vml" Requires="v">
                <p:oleObj spid="_x0000_s20" name="" r:id="rId7" imgW="1318895" imgH="215900" progId="Equation.DSMT4">
                  <p:embed/>
                </p:oleObj>
              </mc:Choice>
              <mc:Fallback>
                <p:oleObj name="" r:id="rId7" imgW="1318895" imgH="215900" progId="Equation.DSMT4">
                  <p:embed/>
                  <p:pic>
                    <p:nvPicPr>
                      <p:cNvPr id="0" name="图片 19"/>
                      <p:cNvPicPr/>
                      <p:nvPr/>
                    </p:nvPicPr>
                    <p:blipFill>
                      <a:blip r:embed="rId8"/>
                      <a:stretch>
                        <a:fillRect/>
                      </a:stretch>
                    </p:blipFill>
                    <p:spPr>
                      <a:xfrm>
                        <a:off x="1447800" y="5991860"/>
                        <a:ext cx="2997835" cy="490220"/>
                      </a:xfrm>
                      <a:prstGeom prst="rect">
                        <a:avLst/>
                      </a:prstGeom>
                      <a:noFill/>
                      <a:ln w="38100">
                        <a:noFill/>
                        <a:miter/>
                      </a:ln>
                    </p:spPr>
                  </p:pic>
                </p:oleObj>
              </mc:Fallback>
            </mc:AlternateContent>
          </a:graphicData>
        </a:graphic>
      </p:graphicFrame>
      <p:grpSp>
        <p:nvGrpSpPr>
          <p:cNvPr id="48" name="组合 47"/>
          <p:cNvGrpSpPr/>
          <p:nvPr/>
        </p:nvGrpSpPr>
        <p:grpSpPr>
          <a:xfrm>
            <a:off x="5867400" y="3505200"/>
            <a:ext cx="2774950" cy="2698750"/>
            <a:chOff x="9240" y="5520"/>
            <a:chExt cx="4370" cy="4250"/>
          </a:xfrm>
        </p:grpSpPr>
        <p:sp>
          <p:nvSpPr>
            <p:cNvPr id="100" name="文本框 99"/>
            <p:cNvSpPr txBox="1"/>
            <p:nvPr/>
          </p:nvSpPr>
          <p:spPr>
            <a:xfrm>
              <a:off x="10080" y="9240"/>
              <a:ext cx="3388" cy="531"/>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rPr>
                <a:t>2-24</a:t>
              </a:r>
              <a:r>
                <a:rPr lang="zh-CN" sz="1600">
                  <a:ea typeface="宋体" panose="02010600030101010101" pitchFamily="2" charset="-122"/>
                </a:rPr>
                <a:t>例</a:t>
              </a:r>
              <a:r>
                <a:rPr lang="en-US" sz="1600">
                  <a:latin typeface="Times New Roman" panose="02020603050405020304" charset="0"/>
                  <a:ea typeface="宋体" panose="02010600030101010101" pitchFamily="2" charset="-122"/>
                </a:rPr>
                <a:t>2-27</a:t>
              </a:r>
              <a:r>
                <a:rPr lang="zh-CN" sz="1600">
                  <a:ea typeface="宋体" panose="02010600030101010101" pitchFamily="2" charset="-122"/>
                </a:rPr>
                <a:t>的卡诺图</a:t>
              </a:r>
              <a:endParaRPr lang="zh-CN" altLang="en-US" sz="1600"/>
            </a:p>
          </p:txBody>
        </p:sp>
        <p:pic>
          <p:nvPicPr>
            <p:cNvPr id="7" name="图片 6" descr="0X}GDF9OF~O{QIMF]G0K45P"/>
            <p:cNvPicPr>
              <a:picLocks noChangeAspect="1"/>
            </p:cNvPicPr>
            <p:nvPr/>
          </p:nvPicPr>
          <p:blipFill>
            <a:blip r:embed="rId9"/>
            <a:stretch>
              <a:fillRect/>
            </a:stretch>
          </p:blipFill>
          <p:spPr>
            <a:xfrm>
              <a:off x="9240" y="5520"/>
              <a:ext cx="4371" cy="3614"/>
            </a:xfrm>
            <a:prstGeom prst="rect">
              <a:avLst/>
            </a:prstGeom>
          </p:spPr>
        </p:pic>
      </p:grpSp>
      <p:grpSp>
        <p:nvGrpSpPr>
          <p:cNvPr id="34" name="组合 33"/>
          <p:cNvGrpSpPr/>
          <p:nvPr/>
        </p:nvGrpSpPr>
        <p:grpSpPr>
          <a:xfrm>
            <a:off x="6504940" y="4053840"/>
            <a:ext cx="1953260" cy="1484630"/>
            <a:chOff x="2814" y="5206"/>
            <a:chExt cx="3076" cy="2338"/>
          </a:xfrm>
        </p:grpSpPr>
        <p:grpSp>
          <p:nvGrpSpPr>
            <p:cNvPr id="8" name="组合 7"/>
            <p:cNvGrpSpPr/>
            <p:nvPr/>
          </p:nvGrpSpPr>
          <p:grpSpPr>
            <a:xfrm>
              <a:off x="2814" y="5214"/>
              <a:ext cx="476" cy="2326"/>
              <a:chOff x="2814" y="5214"/>
              <a:chExt cx="476" cy="2326"/>
            </a:xfrm>
          </p:grpSpPr>
          <p:sp>
            <p:nvSpPr>
              <p:cNvPr id="49"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9" name="文本框 35"/>
              <p:cNvSpPr txBox="1"/>
              <p:nvPr/>
            </p:nvSpPr>
            <p:spPr>
              <a:xfrm>
                <a:off x="2818" y="5828"/>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1" name="文本框 35"/>
              <p:cNvSpPr txBox="1"/>
              <p:nvPr/>
            </p:nvSpPr>
            <p:spPr>
              <a:xfrm>
                <a:off x="2826" y="6534"/>
                <a:ext cx="454" cy="340"/>
              </a:xfrm>
              <a:prstGeom prst="rect">
                <a:avLst/>
              </a:prstGeom>
              <a:noFill/>
              <a:ln>
                <a:noFill/>
              </a:ln>
            </p:spPr>
            <p:txBody>
              <a:bodyPr lIns="18000" tIns="10800" rIns="18000" bIns="10800" upright="1"/>
              <a:p>
                <a:pPr algn="ctr"/>
                <a:r>
                  <a:rPr lang="zh-CN" altLang="en-US" sz="2000" b="1">
                    <a:solidFill>
                      <a:srgbClr val="FE1CD6"/>
                    </a:solidFill>
                    <a:sym typeface="+mn-ea"/>
                  </a:rPr>
                  <a:t>×</a:t>
                </a:r>
                <a:endParaRPr lang="zh-CN" altLang="en-US" sz="2000" b="1">
                  <a:solidFill>
                    <a:srgbClr val="FE1CD6"/>
                  </a:solidFill>
                </a:endParaRPr>
              </a:p>
              <a:p>
                <a:pPr algn="ctr"/>
                <a:endParaRPr lang="zh-CN" altLang="en-US" sz="2000" b="1" kern="100">
                  <a:solidFill>
                    <a:srgbClr val="FE1CD6"/>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3"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24" name="组合 23"/>
            <p:cNvGrpSpPr/>
            <p:nvPr/>
          </p:nvGrpSpPr>
          <p:grpSpPr>
            <a:xfrm>
              <a:off x="3614" y="5218"/>
              <a:ext cx="476" cy="2326"/>
              <a:chOff x="2814" y="5214"/>
              <a:chExt cx="476" cy="2326"/>
            </a:xfrm>
          </p:grpSpPr>
          <p:sp>
            <p:nvSpPr>
              <p:cNvPr id="25" name="文本框 35"/>
              <p:cNvSpPr txBox="1"/>
              <p:nvPr/>
            </p:nvSpPr>
            <p:spPr>
              <a:xfrm>
                <a:off x="2814" y="5214"/>
                <a:ext cx="454" cy="340"/>
              </a:xfrm>
              <a:prstGeom prst="rect">
                <a:avLst/>
              </a:prstGeom>
              <a:noFill/>
              <a:ln>
                <a:noFill/>
              </a:ln>
            </p:spPr>
            <p:txBody>
              <a:bodyPr lIns="18000" tIns="10800" rIns="18000" bIns="10800" upright="1"/>
              <a:p>
                <a:pPr algn="ctr"/>
                <a:endParaRPr lang="zh-CN" altLang="en-US"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6" name="文本框 35"/>
              <p:cNvSpPr txBox="1"/>
              <p:nvPr/>
            </p:nvSpPr>
            <p:spPr>
              <a:xfrm>
                <a:off x="2818" y="5828"/>
                <a:ext cx="454" cy="340"/>
              </a:xfrm>
              <a:prstGeom prst="rect">
                <a:avLst/>
              </a:prstGeom>
              <a:noFill/>
              <a:ln>
                <a:noFill/>
              </a:ln>
            </p:spPr>
            <p:txBody>
              <a:bodyPr lIns="18000" tIns="10800" rIns="18000" bIns="10800" upright="1"/>
              <a:p>
                <a:pPr algn="ctr"/>
                <a:r>
                  <a:rPr lang="zh-CN" altLang="en-US" sz="2000" b="1">
                    <a:solidFill>
                      <a:srgbClr val="FE1CD6"/>
                    </a:solidFill>
                    <a:sym typeface="+mn-ea"/>
                  </a:rPr>
                  <a:t>×</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7" name="文本框 35"/>
              <p:cNvSpPr txBox="1"/>
              <p:nvPr/>
            </p:nvSpPr>
            <p:spPr>
              <a:xfrm>
                <a:off x="2826" y="653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28"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29" name="组合 28"/>
            <p:cNvGrpSpPr/>
            <p:nvPr/>
          </p:nvGrpSpPr>
          <p:grpSpPr>
            <a:xfrm>
              <a:off x="4498" y="5218"/>
              <a:ext cx="476" cy="2326"/>
              <a:chOff x="2814" y="5214"/>
              <a:chExt cx="476" cy="2326"/>
            </a:xfrm>
          </p:grpSpPr>
          <p:sp>
            <p:nvSpPr>
              <p:cNvPr id="30" name="文本框 35"/>
              <p:cNvSpPr txBox="1"/>
              <p:nvPr/>
            </p:nvSpPr>
            <p:spPr>
              <a:xfrm>
                <a:off x="2814" y="5214"/>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1" name="文本框 35"/>
              <p:cNvSpPr txBox="1"/>
              <p:nvPr/>
            </p:nvSpPr>
            <p:spPr>
              <a:xfrm>
                <a:off x="2818" y="5828"/>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2" name="文本框 35"/>
              <p:cNvSpPr txBox="1"/>
              <p:nvPr/>
            </p:nvSpPr>
            <p:spPr>
              <a:xfrm>
                <a:off x="2826" y="6534"/>
                <a:ext cx="454" cy="340"/>
              </a:xfrm>
              <a:prstGeom prst="rect">
                <a:avLst/>
              </a:prstGeom>
              <a:noFill/>
              <a:ln>
                <a:noFill/>
              </a:ln>
            </p:spPr>
            <p:txBody>
              <a:bodyPr lIns="18000" tIns="10800" rIns="18000" bIns="10800" upright="1"/>
              <a:p>
                <a:pPr algn="ctr"/>
                <a:r>
                  <a:rPr lang="zh-CN" altLang="en-US" sz="2000" b="1">
                    <a:solidFill>
                      <a:srgbClr val="FE1CD6"/>
                    </a:solidFill>
                    <a:sym typeface="+mn-ea"/>
                  </a:rPr>
                  <a:t>×</a:t>
                </a:r>
                <a:endParaRPr lang="zh-CN" altLang="en-US" sz="2000" b="1">
                  <a:solidFill>
                    <a:srgbClr val="FE1CD6"/>
                  </a:solidFill>
                </a:endParaRPr>
              </a:p>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3" name="文本框 35"/>
              <p:cNvSpPr txBox="1"/>
              <p:nvPr/>
            </p:nvSpPr>
            <p:spPr>
              <a:xfrm>
                <a:off x="2836" y="7200"/>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nvGrpSpPr>
            <p:cNvPr id="35" name="组合 34"/>
            <p:cNvGrpSpPr/>
            <p:nvPr/>
          </p:nvGrpSpPr>
          <p:grpSpPr>
            <a:xfrm>
              <a:off x="5414" y="5206"/>
              <a:ext cx="476" cy="2326"/>
              <a:chOff x="2814" y="5214"/>
              <a:chExt cx="476" cy="2326"/>
            </a:xfrm>
          </p:grpSpPr>
          <p:sp>
            <p:nvSpPr>
              <p:cNvPr id="36" name="文本框 35"/>
              <p:cNvSpPr txBox="1"/>
              <p:nvPr/>
            </p:nvSpPr>
            <p:spPr>
              <a:xfrm>
                <a:off x="2814" y="5214"/>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7" name="文本框 35"/>
              <p:cNvSpPr txBox="1"/>
              <p:nvPr/>
            </p:nvSpPr>
            <p:spPr>
              <a:xfrm>
                <a:off x="2818" y="5828"/>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8" name="文本框 35"/>
              <p:cNvSpPr txBox="1"/>
              <p:nvPr/>
            </p:nvSpPr>
            <p:spPr>
              <a:xfrm>
                <a:off x="2826" y="6534"/>
                <a:ext cx="454" cy="340"/>
              </a:xfrm>
              <a:prstGeom prst="rect">
                <a:avLst/>
              </a:prstGeom>
              <a:noFill/>
              <a:ln>
                <a:noFill/>
              </a:ln>
            </p:spPr>
            <p:txBody>
              <a:bodyPr lIns="18000" tIns="10800" rIns="18000" bIns="10800" upright="1"/>
              <a:p>
                <a:pPr algn="ct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39" name="文本框 35"/>
              <p:cNvSpPr txBox="1"/>
              <p:nvPr/>
            </p:nvSpPr>
            <p:spPr>
              <a:xfrm>
                <a:off x="2836" y="7200"/>
                <a:ext cx="454" cy="340"/>
              </a:xfrm>
              <a:prstGeom prst="rect">
                <a:avLst/>
              </a:prstGeom>
              <a:noFill/>
              <a:ln>
                <a:noFill/>
              </a:ln>
            </p:spPr>
            <p:txBody>
              <a:bodyPr lIns="18000" tIns="10800" rIns="18000" bIns="10800" upright="1"/>
              <a:p>
                <a:pPr algn="ctr"/>
                <a:r>
                  <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rPr>
                  <a:t>1</a:t>
                </a:r>
                <a:endParaRPr lang="en-US" altLang="zh-CN" sz="2000" b="1" kern="100">
                  <a:solidFill>
                    <a:srgbClr val="EA02DC"/>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grpSp>
      <p:grpSp>
        <p:nvGrpSpPr>
          <p:cNvPr id="46" name="组合 45"/>
          <p:cNvGrpSpPr/>
          <p:nvPr/>
        </p:nvGrpSpPr>
        <p:grpSpPr>
          <a:xfrm>
            <a:off x="6395720" y="4021455"/>
            <a:ext cx="2160270" cy="1683385"/>
            <a:chOff x="10072" y="6333"/>
            <a:chExt cx="3402" cy="2651"/>
          </a:xfrm>
        </p:grpSpPr>
        <p:sp>
          <p:nvSpPr>
            <p:cNvPr id="42" name="同侧圆角矩形 41"/>
            <p:cNvSpPr/>
            <p:nvPr/>
          </p:nvSpPr>
          <p:spPr>
            <a:xfrm>
              <a:off x="12698" y="8356"/>
              <a:ext cx="776" cy="593"/>
            </a:xfrm>
            <a:prstGeom prst="round2SameRect">
              <a:avLst/>
            </a:prstGeom>
            <a:noFill/>
            <a:ln>
              <a:solidFill>
                <a:srgbClr val="070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同侧圆角矩形 42"/>
            <p:cNvSpPr/>
            <p:nvPr/>
          </p:nvSpPr>
          <p:spPr>
            <a:xfrm>
              <a:off x="10082" y="8392"/>
              <a:ext cx="776" cy="593"/>
            </a:xfrm>
            <a:prstGeom prst="round2SameRect">
              <a:avLst/>
            </a:prstGeom>
            <a:noFill/>
            <a:ln>
              <a:solidFill>
                <a:srgbClr val="070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同侧圆角矩形 43"/>
            <p:cNvSpPr/>
            <p:nvPr/>
          </p:nvSpPr>
          <p:spPr>
            <a:xfrm flipV="1">
              <a:off x="12678" y="6360"/>
              <a:ext cx="776" cy="560"/>
            </a:xfrm>
            <a:prstGeom prst="round2SameRect">
              <a:avLst/>
            </a:prstGeom>
            <a:noFill/>
            <a:ln>
              <a:solidFill>
                <a:srgbClr val="070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同侧圆角矩形 44"/>
            <p:cNvSpPr/>
            <p:nvPr/>
          </p:nvSpPr>
          <p:spPr>
            <a:xfrm flipV="1">
              <a:off x="10072" y="6333"/>
              <a:ext cx="776" cy="573"/>
            </a:xfrm>
            <a:prstGeom prst="round2SameRect">
              <a:avLst/>
            </a:prstGeom>
            <a:noFill/>
            <a:ln>
              <a:solidFill>
                <a:srgbClr val="070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7" name="圆角矩形 46"/>
          <p:cNvSpPr/>
          <p:nvPr/>
        </p:nvSpPr>
        <p:spPr>
          <a:xfrm>
            <a:off x="6386830" y="4848860"/>
            <a:ext cx="1066800" cy="828040"/>
          </a:xfrm>
          <a:prstGeom prst="round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additive="base">
                                        <p:cTn id="21" dur="500" fill="hold"/>
                                        <p:tgtEl>
                                          <p:spTgt spid="48"/>
                                        </p:tgtEl>
                                        <p:attrNameLst>
                                          <p:attrName>ppt_x</p:attrName>
                                        </p:attrNameLst>
                                      </p:cBhvr>
                                      <p:tavLst>
                                        <p:tav tm="0">
                                          <p:val>
                                            <p:strVal val="#ppt_x"/>
                                          </p:val>
                                        </p:tav>
                                        <p:tav tm="100000">
                                          <p:val>
                                            <p:strVal val="#ppt_x"/>
                                          </p:val>
                                        </p:tav>
                                      </p:tavLst>
                                    </p:anim>
                                    <p:anim calcmode="lin" valueType="num">
                                      <p:cBhvr additive="base">
                                        <p:cTn id="2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heel(1)">
                                      <p:cBhvr>
                                        <p:cTn id="27" dur="20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up)">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nodeType="clickEffect">
                                  <p:stCondLst>
                                    <p:cond delay="0"/>
                                  </p:stCondLst>
                                  <p:childTnLst>
                                    <p:set>
                                      <p:cBhvr>
                                        <p:cTn id="45" dur="1000" fill="hold">
                                          <p:stCondLst>
                                            <p:cond delay="0"/>
                                          </p:stCondLst>
                                        </p:cTn>
                                        <p:tgtEl>
                                          <p:spTgt spid="6"/>
                                        </p:tgtEl>
                                        <p:attrNameLst>
                                          <p:attrName>style.visibility</p:attrName>
                                        </p:attrNameLst>
                                      </p:cBhvr>
                                      <p:to>
                                        <p:strVal val="visible"/>
                                      </p:to>
                                    </p:set>
                                    <p:animEffect transition="in" filter="diamond(in)">
                                      <p:cBhvr>
                                        <p:cTn id="4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4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4250690"/>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1. 逻辑代数是分析和设计逻辑电路的工具。与普通代数一样，逻辑代数中也有常量和变量之分，并且常量与常量、常量与变量、以及变量与变量之间也可以进行各种运算。逻辑代数中最基本的运算有与、或、非三种，常用的逻辑运算有与非、或非、异或、同或等。除了进行基本的和常用的逻辑运算外，逻辑变量还具有</a:t>
            </a:r>
            <a:r>
              <a:rPr lang="zh-CN" altLang="en-US" sz="2400" b="1" kern="1200" dirty="0">
                <a:solidFill>
                  <a:srgbClr val="000066"/>
                </a:solidFill>
                <a:latin typeface="Arial" panose="020B0604020202020204" pitchFamily="34" charset="0"/>
                <a:ea typeface="楷体_GB2312" pitchFamily="49" charset="-122"/>
                <a:sym typeface="+mn-ea"/>
              </a:rPr>
              <a:t>一些</a:t>
            </a:r>
            <a:r>
              <a:rPr lang="zh-CN" altLang="en-US" sz="2400" b="1" kern="1200" dirty="0">
                <a:solidFill>
                  <a:srgbClr val="000066"/>
                </a:solidFill>
                <a:latin typeface="Arial" panose="020B0604020202020204" pitchFamily="34" charset="0"/>
                <a:ea typeface="楷体_GB2312" pitchFamily="49" charset="-122"/>
              </a:rPr>
              <a:t>与普通代数类似的运算定律如：交换律、结合律和分配律，还有一些与普通代数不同的一些运算定律，如重叠律、还原律、互补律、吸收律和摩根定律等等。</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nvSpPr>
        <p:spPr>
          <a:xfrm>
            <a:off x="0" y="6096000"/>
            <a:ext cx="9186545"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7" name="Rectangle 3"/>
          <p:cNvSpPr>
            <a:spLocks noGrp="1"/>
          </p:cNvSpPr>
          <p:nvPr>
            <p:ph idx="1"/>
          </p:nvPr>
        </p:nvSpPr>
        <p:spPr>
          <a:xfrm>
            <a:off x="685800" y="1143000"/>
            <a:ext cx="8003540" cy="262953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2. 对于一个逻辑电路而言，逻辑变量有输入逻辑变量和输出逻辑变量两种。逻辑函数是用来描述输入逻辑变量和输出逻辑变量之间存在的因果关系。一个逻辑函数可以用不同的方法进行表示，逻辑函数常用的表示方法有真值表、逻辑函数表达式、逻辑图、波形图和卡诺图等，这些表示方法之间可以进行相互转换。</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3733800"/>
            <a:ext cx="8003540" cy="31546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3. 一个逻辑电路可以用不同的逻辑函数表达式来实现，不同的逻辑函数式所需逻辑门的数量和类型不尽相同。简单的逻辑函数式实现的逻辑电路所用的逻辑门数量更少，或者数量相同的情况下逻辑门的种类更少，因此，用简单的逻辑函数实现逻辑电路时可以减少电路占用的体积，降低电路设计的成本和复杂性，也可以使电路设计的调试和维护更为简单方便。</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295400"/>
            <a:ext cx="8003540" cy="1846580"/>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4. 同一个逻辑函数式可以用不同的最简形式表示，例如：与-或式、与非-与非式、与非-与式、与-或非式、或-与式、或-与非式、或非-或式、或非-或非式等。应用最广的最简形式为与-或式。</a:t>
            </a: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0720" y="3175000"/>
            <a:ext cx="8003540" cy="32105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5. 为了得到最简与-或式，可以采用逻辑代数中的公式化简法和卡诺图化简法来实现。公式化简法常用的方法有并项法、吸收法、消去法和配项法。公式化简法的优点是化简时不受变量数量的限制；缺点是不能遵循固定的步骤进行，并且需要掌握各种公式和规则。卡诺图化简法的优点是不仅可以遵循一定步骤进行，而且更加直观和简单；但是其缺点是变量的个数不宜太多。</a:t>
            </a:r>
            <a:endParaRPr lang="zh-CN" altLang="en-US" sz="2400" b="1" kern="1200" dirty="0">
              <a:solidFill>
                <a:srgbClr val="000066"/>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685800" y="1524000"/>
            <a:ext cx="8003540" cy="1846580"/>
          </a:xfrm>
        </p:spPr>
        <p:txBody>
          <a:bodyPr vert="horz" wrap="square" lIns="91440" tIns="45720" rIns="91440" bIns="45720" anchor="t" anchorCtr="0"/>
          <a:p>
            <a:pPr marL="0" indent="0" algn="just" eaLnBrk="1" latinLnBrk="0" hangingPunct="1">
              <a:lnSpc>
                <a:spcPct val="120000"/>
              </a:lnSpc>
              <a:spcBef>
                <a:spcPts val="0"/>
              </a:spcBef>
              <a:buNone/>
            </a:pP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6. 卡诺图化简逻辑函数时，要注意包围圈中1的个数只能是</a:t>
            </a:r>
            <a:r>
              <a:rPr lang="en-US" altLang="zh-CN" sz="2400" b="1" kern="1200" dirty="0">
                <a:solidFill>
                  <a:srgbClr val="000066"/>
                </a:solidFill>
                <a:latin typeface="Arial" panose="020B0604020202020204" pitchFamily="34" charset="0"/>
                <a:ea typeface="楷体_GB2312" pitchFamily="49" charset="-122"/>
              </a:rPr>
              <a:t>                      </a:t>
            </a:r>
            <a:r>
              <a:rPr lang="zh-CN" altLang="en-US" sz="2400" b="1" kern="1200" dirty="0">
                <a:solidFill>
                  <a:srgbClr val="000066"/>
                </a:solidFill>
                <a:latin typeface="Arial" panose="020B0604020202020204" pitchFamily="34" charset="0"/>
                <a:ea typeface="楷体_GB2312" pitchFamily="49" charset="-122"/>
              </a:rPr>
              <a:t>，包围圈要尽可能的大才能使结果最简。在用卡诺图化简具有无关项的逻辑函数时，无关项可以视为0或1，但一个包围圈中不能全部都是无关项。</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graphicFrame>
        <p:nvGraphicFramePr>
          <p:cNvPr id="2" name="对象 606"/>
          <p:cNvGraphicFramePr>
            <a:graphicFrameLocks noChangeAspect="1"/>
          </p:cNvGraphicFramePr>
          <p:nvPr/>
        </p:nvGraphicFramePr>
        <p:xfrm>
          <a:off x="1752600" y="2023110"/>
          <a:ext cx="1840230" cy="433705"/>
        </p:xfrm>
        <a:graphic>
          <a:graphicData uri="http://schemas.openxmlformats.org/presentationml/2006/ole">
            <mc:AlternateContent xmlns:mc="http://schemas.openxmlformats.org/markup-compatibility/2006">
              <mc:Choice xmlns:v="urn:schemas-microsoft-com:vml" Requires="v">
                <p:oleObj spid="_x0000_s3076" name="" r:id="rId1" imgW="862965" imgH="203200" progId="Equation.DSMT4">
                  <p:embed/>
                </p:oleObj>
              </mc:Choice>
              <mc:Fallback>
                <p:oleObj name="" r:id="rId1" imgW="862965" imgH="203200" progId="Equation.DSMT4">
                  <p:embed/>
                  <p:pic>
                    <p:nvPicPr>
                      <p:cNvPr id="0" name="图片 3075"/>
                      <p:cNvPicPr/>
                      <p:nvPr/>
                    </p:nvPicPr>
                    <p:blipFill>
                      <a:blip r:embed="rId2"/>
                      <a:stretch>
                        <a:fillRect/>
                      </a:stretch>
                    </p:blipFill>
                    <p:spPr>
                      <a:xfrm>
                        <a:off x="1752600" y="2023110"/>
                        <a:ext cx="1840230" cy="43370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317119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Arial" panose="020B0604020202020204" pitchFamily="34" charset="0"/>
                <a:ea typeface="楷体_GB2312" pitchFamily="49" charset="-122"/>
              </a:rPr>
              <a:t>P38-40</a:t>
            </a:r>
            <a:endParaRPr lang="en-US" altLang="zh-CN"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rPr>
              <a:t>题</a:t>
            </a:r>
            <a:r>
              <a:rPr lang="en-US" altLang="zh-CN" sz="2800" b="1" kern="1200" dirty="0">
                <a:solidFill>
                  <a:srgbClr val="000066"/>
                </a:solidFill>
                <a:latin typeface="Arial" panose="020B0604020202020204" pitchFamily="34" charset="0"/>
                <a:ea typeface="楷体_GB2312" pitchFamily="49" charset="-122"/>
              </a:rPr>
              <a:t>2</a:t>
            </a:r>
            <a:r>
              <a:rPr lang="en-US" altLang="zh-CN" sz="2800" b="1" kern="1200" dirty="0">
                <a:solidFill>
                  <a:srgbClr val="000066"/>
                </a:solidFill>
                <a:latin typeface="Arial" panose="020B0604020202020204" pitchFamily="34" charset="0"/>
                <a:ea typeface="楷体_GB2312" pitchFamily="49" charset="-122"/>
              </a:rPr>
              <a:t>-5 </a:t>
            </a:r>
            <a:r>
              <a:rPr lang="zh-CN" altLang="en-US" sz="2800" b="1" kern="1200" dirty="0">
                <a:solidFill>
                  <a:srgbClr val="000066"/>
                </a:solidFill>
                <a:latin typeface="Arial" panose="020B0604020202020204" pitchFamily="34" charset="0"/>
                <a:ea typeface="楷体_GB2312" pitchFamily="49" charset="-122"/>
              </a:rPr>
              <a:t>（</a:t>
            </a:r>
            <a:r>
              <a:rPr lang="en-US" altLang="zh-CN" sz="2800" b="1" kern="1200" dirty="0">
                <a:solidFill>
                  <a:srgbClr val="000066"/>
                </a:solidFill>
                <a:latin typeface="Arial" panose="020B0604020202020204" pitchFamily="34" charset="0"/>
                <a:ea typeface="楷体_GB2312" pitchFamily="49" charset="-122"/>
              </a:rPr>
              <a:t>d</a:t>
            </a:r>
            <a:r>
              <a:rPr lang="zh-CN" altLang="en-US" sz="2800" b="1" kern="1200" dirty="0">
                <a:solidFill>
                  <a:srgbClr val="000066"/>
                </a:solidFill>
                <a:latin typeface="Arial" panose="020B0604020202020204" pitchFamily="34" charset="0"/>
                <a:ea typeface="楷体_GB2312" pitchFamily="49" charset="-122"/>
              </a:rPr>
              <a:t>）；</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a:t>
            </a:r>
            <a:r>
              <a:rPr lang="en-US" altLang="zh-CN" sz="2800" b="1" kern="1200" dirty="0">
                <a:solidFill>
                  <a:srgbClr val="000066"/>
                </a:solidFill>
                <a:latin typeface="Arial" panose="020B0604020202020204" pitchFamily="34" charset="0"/>
                <a:ea typeface="楷体_GB2312" pitchFamily="49" charset="-122"/>
                <a:sym typeface="+mn-ea"/>
              </a:rPr>
              <a:t>-7 </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b</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a:t>
            </a:r>
            <a:r>
              <a:rPr lang="en-US" altLang="zh-CN" sz="2800" b="1" kern="1200" dirty="0">
                <a:solidFill>
                  <a:srgbClr val="000066"/>
                </a:solidFill>
                <a:latin typeface="Arial" panose="020B0604020202020204" pitchFamily="34" charset="0"/>
                <a:ea typeface="楷体_GB2312" pitchFamily="49" charset="-122"/>
                <a:sym typeface="+mn-ea"/>
              </a:rPr>
              <a:t>-13 </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4</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2-14 </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3</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2-15</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3</a:t>
            </a:r>
            <a:r>
              <a:rPr lang="zh-CN" altLang="en-US" sz="2800" b="1" kern="1200" dirty="0">
                <a:solidFill>
                  <a:srgbClr val="000066"/>
                </a:solidFill>
                <a:latin typeface="Arial" panose="020B0604020202020204" pitchFamily="34" charset="0"/>
                <a:ea typeface="楷体_GB2312" pitchFamily="49" charset="-122"/>
                <a:sym typeface="+mn-ea"/>
              </a:rPr>
              <a:t>）、</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6</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Arial" panose="020B0604020202020204" pitchFamily="34" charset="0"/>
                <a:ea typeface="楷体_GB2312" pitchFamily="49" charset="-122"/>
                <a:sym typeface="+mn-ea"/>
              </a:rPr>
              <a:t> </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2-20</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2</a:t>
            </a:r>
            <a:r>
              <a:rPr lang="zh-CN" altLang="en-US" sz="2800" b="1" kern="1200" dirty="0">
                <a:solidFill>
                  <a:srgbClr val="000066"/>
                </a:solidFill>
                <a:latin typeface="Arial" panose="020B0604020202020204" pitchFamily="34" charset="0"/>
                <a:ea typeface="楷体_GB2312" pitchFamily="49" charset="-122"/>
                <a:sym typeface="+mn-ea"/>
              </a:rPr>
              <a:t>）、</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6</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8</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2</a:t>
            </a:r>
            <a:r>
              <a:rPr lang="en-US" altLang="zh-CN" sz="2800" b="1" kern="1200" dirty="0">
                <a:solidFill>
                  <a:srgbClr val="000066"/>
                </a:solidFill>
                <a:latin typeface="Arial" panose="020B0604020202020204" pitchFamily="34" charset="0"/>
                <a:ea typeface="楷体_GB2312" pitchFamily="49" charset="-122"/>
                <a:sym typeface="+mn-ea"/>
              </a:rPr>
              <a:t>-21 </a:t>
            </a:r>
            <a:endParaRPr lang="zh-CN" altLang="en-US" sz="28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1946,&quot;width&quot;:2970}"/>
</p:tagLst>
</file>

<file path=ppt/tags/tag2.xml><?xml version="1.0" encoding="utf-8"?>
<p:tagLst xmlns:p="http://schemas.openxmlformats.org/presentationml/2006/main">
  <p:tag name="KSO_WM_UNIT_PLACING_PICTURE_USER_VIEWPORT" val="{&quot;height&quot;:3240,&quot;width&quot;:11985}"/>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13173</Words>
  <Application>WPS 演示</Application>
  <PresentationFormat>全屏显示(4:3)</PresentationFormat>
  <Paragraphs>1106</Paragraphs>
  <Slides>72</Slides>
  <Notes>8</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289</vt:i4>
      </vt:variant>
      <vt:variant>
        <vt:lpstr>幻灯片标题</vt:lpstr>
      </vt:variant>
      <vt:variant>
        <vt:i4>72</vt:i4>
      </vt:variant>
    </vt:vector>
  </HeadingPairs>
  <TitlesOfParts>
    <vt:vector size="375" baseType="lpstr">
      <vt:lpstr>Arial</vt:lpstr>
      <vt:lpstr>宋体</vt:lpstr>
      <vt:lpstr>Wingdings</vt:lpstr>
      <vt:lpstr>Calibri</vt:lpstr>
      <vt:lpstr>微软雅黑</vt:lpstr>
      <vt:lpstr>黑体</vt:lpstr>
      <vt:lpstr>楷体_GB2312</vt:lpstr>
      <vt:lpstr>新宋体</vt:lpstr>
      <vt:lpstr>Times New Roman</vt:lpstr>
      <vt:lpstr>Arial Unicode MS</vt:lpstr>
      <vt:lpstr>Symbol</vt:lpstr>
      <vt:lpstr>Arial Narrow</vt:lpstr>
      <vt:lpstr>Times New Roman</vt:lpstr>
      <vt:lpstr>Default Design</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Equation.DSMT4</vt:lpstr>
      <vt:lpstr>Equation.DSMT4</vt:lpstr>
      <vt:lpstr>Equation.DSMT4</vt:lpstr>
      <vt:lpstr>Equation.KSEE3</vt:lpstr>
      <vt:lpstr>Equation.DSMT4</vt:lpstr>
      <vt:lpstr>Equation.KSEE3</vt:lpstr>
      <vt:lpstr>Equation.KSEE3</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Equation.KSEE3</vt:lpstr>
      <vt:lpstr>Equation.DSMT4</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Equation.KSEE3</vt:lpstr>
      <vt:lpstr>Equation.KSEE3</vt:lpstr>
      <vt:lpstr>Equation.KSEE3</vt:lpstr>
      <vt:lpstr>Equation.DSMT4</vt:lpstr>
      <vt:lpstr>Equation.DSMT4</vt:lpstr>
      <vt:lpstr>Equation.DSMT4</vt:lpstr>
      <vt:lpstr>Equation.KSEE3</vt:lpstr>
      <vt:lpstr>Equation.DSMT4</vt:lpstr>
      <vt:lpstr>Equation.DSMT4</vt:lpstr>
      <vt:lpstr>Equation.KSEE3</vt:lpstr>
      <vt:lpstr>Equation.KSEE3</vt:lpstr>
      <vt:lpstr>Equation.KSEE3</vt:lpstr>
      <vt:lpstr>Equation.KSEE3</vt:lpstr>
      <vt:lpstr>Equation.DSMT4</vt:lpstr>
      <vt:lpstr>Equation.DSMT4</vt:lpstr>
      <vt:lpstr>Equation.DSMT4</vt:lpstr>
      <vt:lpstr>Equation.DSMT4</vt:lpstr>
      <vt:lpstr>PowerPoint 演示文稿</vt:lpstr>
      <vt:lpstr>第2章 逻辑代数基础</vt:lpstr>
      <vt:lpstr>2.1.1 基本的逻辑运算及表示</vt:lpstr>
      <vt:lpstr>PowerPoint 演示文稿</vt:lpstr>
      <vt:lpstr>PowerPoint 演示文稿</vt:lpstr>
      <vt:lpstr>PowerPoint 演示文稿</vt:lpstr>
      <vt:lpstr>PowerPoint 演示文稿</vt:lpstr>
      <vt:lpstr>PowerPoint 演示文稿</vt:lpstr>
      <vt:lpstr>PowerPoint 演示文稿</vt:lpstr>
      <vt:lpstr>2.1.2 常用的逻辑运算及表示</vt:lpstr>
      <vt:lpstr>PowerPoint 演示文稿</vt:lpstr>
      <vt:lpstr>PowerPoint 演示文稿</vt:lpstr>
      <vt:lpstr>PowerPoint 演示文稿</vt:lpstr>
      <vt:lpstr>PowerPoint 演示文稿</vt:lpstr>
      <vt:lpstr>PowerPoint 演示文稿</vt:lpstr>
      <vt:lpstr>PowerPoint 演示文稿</vt:lpstr>
      <vt:lpstr>2.2.1 逻辑函数的四种表示方法</vt:lpstr>
      <vt:lpstr>PowerPoint 演示文稿</vt:lpstr>
      <vt:lpstr>PowerPoint 演示文稿</vt:lpstr>
      <vt:lpstr>PowerPoint 演示文稿</vt:lpstr>
      <vt:lpstr>PowerPoint 演示文稿</vt:lpstr>
      <vt:lpstr>2.2.2 逻辑函数表示方法之间的转换</vt:lpstr>
      <vt:lpstr>PowerPoint 演示文稿</vt:lpstr>
      <vt:lpstr>2.3.1 逻辑代数公式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2.3.2 逻辑代数的基本规则</vt:lpstr>
      <vt:lpstr>PowerPoint 演示文稿</vt:lpstr>
      <vt:lpstr>PowerPoint 演示文稿</vt:lpstr>
      <vt:lpstr>PowerPoint 演示文稿</vt:lpstr>
      <vt:lpstr>PowerPoint 演示文稿</vt:lpstr>
      <vt:lpstr>PowerPoint 演示文稿</vt:lpstr>
      <vt:lpstr>2.4.1 最小项及其性质</vt:lpstr>
      <vt:lpstr>PowerPoint 演示文稿</vt:lpstr>
      <vt:lpstr>PowerPoint 演示文稿</vt:lpstr>
      <vt:lpstr>PowerPoint 演示文稿</vt:lpstr>
      <vt:lpstr>2.4.2 最大项及其性质</vt:lpstr>
      <vt:lpstr>PowerPoint 演示文稿</vt:lpstr>
      <vt:lpstr>PowerPoint 演示文稿</vt:lpstr>
      <vt:lpstr>PowerPoint 演示文稿</vt:lpstr>
      <vt:lpstr>PowerPoint 演示文稿</vt:lpstr>
      <vt:lpstr>2.5.1 逻辑函数的最简形式</vt:lpstr>
      <vt:lpstr>PowerPoint 演示文稿</vt:lpstr>
      <vt:lpstr>2.5.2 逻辑函数的公式化简方法</vt:lpstr>
      <vt:lpstr>PowerPoint 演示文稿</vt:lpstr>
      <vt:lpstr>PowerPoint 演示文稿</vt:lpstr>
      <vt:lpstr>PowerPoint 演示文稿</vt:lpstr>
      <vt:lpstr>PowerPoint 演示文稿</vt:lpstr>
      <vt:lpstr>PowerPoint 演示文稿</vt:lpstr>
      <vt:lpstr>2.6.1 最小项的卡诺图表示法</vt:lpstr>
      <vt:lpstr>PowerPoint 演示文稿</vt:lpstr>
      <vt:lpstr>2.6.2 逻辑函数的卡诺图表示法</vt:lpstr>
      <vt:lpstr>2.6.3 用卡诺图化简逻辑函数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238</cp:revision>
  <dcterms:created xsi:type="dcterms:W3CDTF">2007-02-20T07:59:00Z</dcterms:created>
  <dcterms:modified xsi:type="dcterms:W3CDTF">2022-03-21T03:55:35Z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D7810DE3FFD04D61A08384750A2B3197</vt:lpwstr>
  </property>
  <property fmtid="{D5CDD505-2E9C-101B-9397-08002B2CF9AE}" pid="3" name="KSOProductBuildVer">
    <vt:lpwstr>2052-11.1.0.11365</vt:lpwstr>
  </property>
</Properties>
</file>