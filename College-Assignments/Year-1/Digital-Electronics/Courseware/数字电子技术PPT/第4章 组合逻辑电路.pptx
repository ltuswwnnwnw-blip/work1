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98"/>
  </p:handoutMasterIdLst>
  <p:sldIdLst>
    <p:sldId id="563" r:id="rId3"/>
    <p:sldId id="261" r:id="rId4"/>
    <p:sldId id="705" r:id="rId5"/>
    <p:sldId id="1004" r:id="rId7"/>
    <p:sldId id="706" r:id="rId8"/>
    <p:sldId id="707" r:id="rId9"/>
    <p:sldId id="708" r:id="rId10"/>
    <p:sldId id="709" r:id="rId11"/>
    <p:sldId id="1005" r:id="rId12"/>
    <p:sldId id="1007" r:id="rId13"/>
    <p:sldId id="1006" r:id="rId14"/>
    <p:sldId id="1008" r:id="rId15"/>
    <p:sldId id="1009" r:id="rId16"/>
    <p:sldId id="1010" r:id="rId17"/>
    <p:sldId id="1011" r:id="rId18"/>
    <p:sldId id="1012" r:id="rId19"/>
    <p:sldId id="1013" r:id="rId20"/>
    <p:sldId id="1014" r:id="rId21"/>
    <p:sldId id="1015" r:id="rId22"/>
    <p:sldId id="1086" r:id="rId23"/>
    <p:sldId id="1087" r:id="rId24"/>
    <p:sldId id="1088" r:id="rId25"/>
    <p:sldId id="1089" r:id="rId26"/>
    <p:sldId id="1090" r:id="rId27"/>
    <p:sldId id="1095" r:id="rId28"/>
    <p:sldId id="1097" r:id="rId29"/>
    <p:sldId id="1096" r:id="rId30"/>
    <p:sldId id="1098" r:id="rId31"/>
    <p:sldId id="1100" r:id="rId32"/>
    <p:sldId id="1101" r:id="rId33"/>
    <p:sldId id="1102" r:id="rId34"/>
    <p:sldId id="1103" r:id="rId35"/>
    <p:sldId id="1108" r:id="rId36"/>
    <p:sldId id="1109" r:id="rId37"/>
    <p:sldId id="1110" r:id="rId38"/>
    <p:sldId id="1111" r:id="rId39"/>
    <p:sldId id="1112" r:id="rId40"/>
    <p:sldId id="1113" r:id="rId41"/>
    <p:sldId id="1114" r:id="rId42"/>
    <p:sldId id="1115" r:id="rId43"/>
    <p:sldId id="1116" r:id="rId44"/>
    <p:sldId id="1117" r:id="rId45"/>
    <p:sldId id="1118" r:id="rId46"/>
    <p:sldId id="1123" r:id="rId47"/>
    <p:sldId id="1124" r:id="rId48"/>
    <p:sldId id="1125" r:id="rId49"/>
    <p:sldId id="1126" r:id="rId50"/>
    <p:sldId id="1132" r:id="rId51"/>
    <p:sldId id="1133" r:id="rId52"/>
    <p:sldId id="1134" r:id="rId53"/>
    <p:sldId id="1135" r:id="rId54"/>
    <p:sldId id="1136" r:id="rId55"/>
    <p:sldId id="1137" r:id="rId56"/>
    <p:sldId id="1138" r:id="rId57"/>
    <p:sldId id="1144" r:id="rId58"/>
    <p:sldId id="1143" r:id="rId59"/>
    <p:sldId id="1145" r:id="rId60"/>
    <p:sldId id="1146" r:id="rId61"/>
    <p:sldId id="1147" r:id="rId62"/>
    <p:sldId id="1148" r:id="rId63"/>
    <p:sldId id="1149" r:id="rId64"/>
    <p:sldId id="1150" r:id="rId65"/>
    <p:sldId id="1151" r:id="rId66"/>
    <p:sldId id="1152" r:id="rId67"/>
    <p:sldId id="1153" r:id="rId68"/>
    <p:sldId id="1159" r:id="rId69"/>
    <p:sldId id="1160" r:id="rId70"/>
    <p:sldId id="1161" r:id="rId71"/>
    <p:sldId id="1162" r:id="rId72"/>
    <p:sldId id="1163" r:id="rId73"/>
    <p:sldId id="1164" r:id="rId74"/>
    <p:sldId id="1165" r:id="rId75"/>
    <p:sldId id="1166" r:id="rId76"/>
    <p:sldId id="1171" r:id="rId77"/>
    <p:sldId id="1172" r:id="rId78"/>
    <p:sldId id="1173" r:id="rId79"/>
    <p:sldId id="1178" r:id="rId80"/>
    <p:sldId id="1179" r:id="rId81"/>
    <p:sldId id="1184" r:id="rId82"/>
    <p:sldId id="1185" r:id="rId83"/>
    <p:sldId id="1190" r:id="rId84"/>
    <p:sldId id="1191" r:id="rId85"/>
    <p:sldId id="1192" r:id="rId86"/>
    <p:sldId id="1193" r:id="rId87"/>
    <p:sldId id="1194" r:id="rId88"/>
    <p:sldId id="1199" r:id="rId89"/>
    <p:sldId id="1200" r:id="rId90"/>
    <p:sldId id="1201" r:id="rId91"/>
    <p:sldId id="541" r:id="rId92"/>
    <p:sldId id="542" r:id="rId93"/>
    <p:sldId id="700" r:id="rId94"/>
    <p:sldId id="1202" r:id="rId95"/>
    <p:sldId id="1203" r:id="rId96"/>
    <p:sldId id="468" r:id="rId97"/>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0707"/>
    <a:srgbClr val="02115E"/>
    <a:srgbClr val="FE09D6"/>
    <a:srgbClr val="FE1CD6"/>
    <a:srgbClr val="FF9900"/>
    <a:srgbClr val="92D0E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1" d="100"/>
          <a:sy n="71" d="100"/>
        </p:scale>
        <p:origin x="-756" y="-90"/>
      </p:cViewPr>
      <p:guideLst>
        <p:guide orient="horz" pos="2304"/>
        <p:guide pos="2924"/>
      </p:guideLst>
    </p:cSldViewPr>
  </p:slideViewPr>
  <p:notesTextViewPr>
    <p:cViewPr>
      <p:scale>
        <a:sx n="100" d="100"/>
        <a:sy n="100" d="100"/>
      </p:scale>
      <p:origin x="0" y="0"/>
    </p:cViewPr>
  </p:notesTextViewPr>
  <p:sorterViewPr showFormatting="0">
    <p:cViewPr>
      <p:scale>
        <a:sx n="66" d="100"/>
        <a:sy n="66" d="100"/>
      </p:scale>
      <p:origin x="0" y="696"/>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presProps" Target="presProps.xml"/><Relationship Id="rId98" Type="http://schemas.openxmlformats.org/officeDocument/2006/relationships/handoutMaster" Target="handoutMasters/handoutMaster1.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1" Type="http://schemas.openxmlformats.org/officeDocument/2006/relationships/tableStyles" Target="tableStyles.xml"/><Relationship Id="rId100" Type="http://schemas.openxmlformats.org/officeDocument/2006/relationships/viewProps" Target="viewProps.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25.wmf"/><Relationship Id="rId7" Type="http://schemas.openxmlformats.org/officeDocument/2006/relationships/image" Target="../media/image24.wmf"/><Relationship Id="rId6" Type="http://schemas.openxmlformats.org/officeDocument/2006/relationships/image" Target="../media/image23.wmf"/><Relationship Id="rId5" Type="http://schemas.openxmlformats.org/officeDocument/2006/relationships/image" Target="../media/image22.wmf"/><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8.vml.rels><?xml version="1.0" encoding="UTF-8" standalone="yes"?>
<Relationships xmlns="http://schemas.openxmlformats.org/package/2006/relationships"><Relationship Id="rId7" Type="http://schemas.openxmlformats.org/officeDocument/2006/relationships/image" Target="../media/image61.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66.wmf"/><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71.wmf"/><Relationship Id="rId8" Type="http://schemas.openxmlformats.org/officeDocument/2006/relationships/image" Target="../media/image65.wmf"/><Relationship Id="rId7" Type="http://schemas.openxmlformats.org/officeDocument/2006/relationships/image" Target="../media/image64.wmf"/><Relationship Id="rId6" Type="http://schemas.openxmlformats.org/officeDocument/2006/relationships/image" Target="../media/image60.wmf"/><Relationship Id="rId5" Type="http://schemas.openxmlformats.org/officeDocument/2006/relationships/image" Target="../media/image61.wmf"/><Relationship Id="rId4" Type="http://schemas.openxmlformats.org/officeDocument/2006/relationships/image" Target="../media/image70.wmf"/><Relationship Id="rId3" Type="http://schemas.openxmlformats.org/officeDocument/2006/relationships/image" Target="../media/image69.wmf"/><Relationship Id="rId2" Type="http://schemas.openxmlformats.org/officeDocument/2006/relationships/image" Target="../media/image68.wmf"/><Relationship Id="rId13" Type="http://schemas.openxmlformats.org/officeDocument/2006/relationships/image" Target="../media/image56.wmf"/><Relationship Id="rId12" Type="http://schemas.openxmlformats.org/officeDocument/2006/relationships/image" Target="../media/image74.wmf"/><Relationship Id="rId11" Type="http://schemas.openxmlformats.org/officeDocument/2006/relationships/image" Target="../media/image73.wmf"/><Relationship Id="rId10" Type="http://schemas.openxmlformats.org/officeDocument/2006/relationships/image" Target="../media/image72.wmf"/><Relationship Id="rId1" Type="http://schemas.openxmlformats.org/officeDocument/2006/relationships/image" Target="../media/image67.w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70.wmf"/><Relationship Id="rId8" Type="http://schemas.openxmlformats.org/officeDocument/2006/relationships/image" Target="../media/image69.wmf"/><Relationship Id="rId7" Type="http://schemas.openxmlformats.org/officeDocument/2006/relationships/image" Target="../media/image56.wmf"/><Relationship Id="rId6" Type="http://schemas.openxmlformats.org/officeDocument/2006/relationships/image" Target="../media/image55.wmf"/><Relationship Id="rId5" Type="http://schemas.openxmlformats.org/officeDocument/2006/relationships/image" Target="../media/image76.wmf"/><Relationship Id="rId4" Type="http://schemas.openxmlformats.org/officeDocument/2006/relationships/image" Target="../media/image75.wmf"/><Relationship Id="rId3" Type="http://schemas.openxmlformats.org/officeDocument/2006/relationships/image" Target="../media/image61.wmf"/><Relationship Id="rId20" Type="http://schemas.openxmlformats.org/officeDocument/2006/relationships/image" Target="../media/image85.wmf"/><Relationship Id="rId2" Type="http://schemas.openxmlformats.org/officeDocument/2006/relationships/image" Target="../media/image60.wmf"/><Relationship Id="rId19" Type="http://schemas.openxmlformats.org/officeDocument/2006/relationships/image" Target="../media/image84.wmf"/><Relationship Id="rId18" Type="http://schemas.openxmlformats.org/officeDocument/2006/relationships/image" Target="../media/image83.wmf"/><Relationship Id="rId17" Type="http://schemas.openxmlformats.org/officeDocument/2006/relationships/image" Target="../media/image82.wmf"/><Relationship Id="rId16" Type="http://schemas.openxmlformats.org/officeDocument/2006/relationships/image" Target="../media/image81.wmf"/><Relationship Id="rId15" Type="http://schemas.openxmlformats.org/officeDocument/2006/relationships/image" Target="../media/image80.wmf"/><Relationship Id="rId14" Type="http://schemas.openxmlformats.org/officeDocument/2006/relationships/image" Target="../media/image79.wmf"/><Relationship Id="rId13" Type="http://schemas.openxmlformats.org/officeDocument/2006/relationships/image" Target="../media/image78.wmf"/><Relationship Id="rId12" Type="http://schemas.openxmlformats.org/officeDocument/2006/relationships/image" Target="../media/image77.wmf"/><Relationship Id="rId11" Type="http://schemas.openxmlformats.org/officeDocument/2006/relationships/image" Target="../media/image71.wmf"/><Relationship Id="rId10" Type="http://schemas.openxmlformats.org/officeDocument/2006/relationships/image" Target="../media/image65.wmf"/><Relationship Id="rId1" Type="http://schemas.openxmlformats.org/officeDocument/2006/relationships/image" Target="../media/image59.wmf"/></Relationships>
</file>

<file path=ppt/drawings/_rels/vmlDrawing12.vml.rels><?xml version="1.0" encoding="UTF-8" standalone="yes"?>
<Relationships xmlns="http://schemas.openxmlformats.org/package/2006/relationships"><Relationship Id="rId7" Type="http://schemas.openxmlformats.org/officeDocument/2006/relationships/image" Target="../media/image95.wmf"/><Relationship Id="rId6" Type="http://schemas.openxmlformats.org/officeDocument/2006/relationships/image" Target="../media/image94.wmf"/><Relationship Id="rId5" Type="http://schemas.openxmlformats.org/officeDocument/2006/relationships/image" Target="../media/image93.wmf"/><Relationship Id="rId4" Type="http://schemas.openxmlformats.org/officeDocument/2006/relationships/image" Target="../media/image92.wmf"/><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s>
</file>

<file path=ppt/drawings/_rels/vmlDrawing13.vml.rels><?xml version="1.0" encoding="UTF-8" standalone="yes"?>
<Relationships xmlns="http://schemas.openxmlformats.org/package/2006/relationships"><Relationship Id="rId7" Type="http://schemas.openxmlformats.org/officeDocument/2006/relationships/image" Target="../media/image106.wmf"/><Relationship Id="rId6" Type="http://schemas.openxmlformats.org/officeDocument/2006/relationships/image" Target="../media/image105.wmf"/><Relationship Id="rId5" Type="http://schemas.openxmlformats.org/officeDocument/2006/relationships/image" Target="../media/image104.wmf"/><Relationship Id="rId4" Type="http://schemas.openxmlformats.org/officeDocument/2006/relationships/image" Target="../media/image103.wmf"/><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111.wmf"/><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15.wmf"/><Relationship Id="rId1" Type="http://schemas.openxmlformats.org/officeDocument/2006/relationships/image" Target="../media/image114.w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119.wmf"/><Relationship Id="rId3" Type="http://schemas.openxmlformats.org/officeDocument/2006/relationships/image" Target="../media/image118.wmf"/><Relationship Id="rId2" Type="http://schemas.openxmlformats.org/officeDocument/2006/relationships/image" Target="../media/image109.wmf"/><Relationship Id="rId1" Type="http://schemas.openxmlformats.org/officeDocument/2006/relationships/image" Target="../media/image117.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128.wmf"/><Relationship Id="rId8" Type="http://schemas.openxmlformats.org/officeDocument/2006/relationships/image" Target="../media/image127.wmf"/><Relationship Id="rId7" Type="http://schemas.openxmlformats.org/officeDocument/2006/relationships/image" Target="../media/image126.wmf"/><Relationship Id="rId6" Type="http://schemas.openxmlformats.org/officeDocument/2006/relationships/image" Target="../media/image125.wmf"/><Relationship Id="rId5" Type="http://schemas.openxmlformats.org/officeDocument/2006/relationships/image" Target="../media/image124.wmf"/><Relationship Id="rId4" Type="http://schemas.openxmlformats.org/officeDocument/2006/relationships/image" Target="../media/image123.wmf"/><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18.vml.rels><?xml version="1.0" encoding="UTF-8" standalone="yes"?>
<Relationships xmlns="http://schemas.openxmlformats.org/package/2006/relationships"><Relationship Id="rId5" Type="http://schemas.openxmlformats.org/officeDocument/2006/relationships/image" Target="../media/image134.wmf"/><Relationship Id="rId4" Type="http://schemas.openxmlformats.org/officeDocument/2006/relationships/image" Target="../media/image133.wmf"/><Relationship Id="rId3" Type="http://schemas.openxmlformats.org/officeDocument/2006/relationships/image" Target="../media/image132.wmf"/><Relationship Id="rId2" Type="http://schemas.openxmlformats.org/officeDocument/2006/relationships/image" Target="../media/image130.wmf"/><Relationship Id="rId1" Type="http://schemas.openxmlformats.org/officeDocument/2006/relationships/image" Target="../media/image129.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34.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148.wmf"/><Relationship Id="rId3" Type="http://schemas.openxmlformats.org/officeDocument/2006/relationships/image" Target="../media/image147.wmf"/><Relationship Id="rId2" Type="http://schemas.openxmlformats.org/officeDocument/2006/relationships/image" Target="../media/image146.wmf"/><Relationship Id="rId1" Type="http://schemas.openxmlformats.org/officeDocument/2006/relationships/image" Target="../media/image145.w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153.png"/><Relationship Id="rId4" Type="http://schemas.openxmlformats.org/officeDocument/2006/relationships/image" Target="../media/image152.wmf"/><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8.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60.wmf"/><Relationship Id="rId7" Type="http://schemas.openxmlformats.org/officeDocument/2006/relationships/image" Target="../media/image159.wmf"/><Relationship Id="rId6" Type="http://schemas.openxmlformats.org/officeDocument/2006/relationships/image" Target="../media/image158.wmf"/><Relationship Id="rId5" Type="http://schemas.openxmlformats.org/officeDocument/2006/relationships/image" Target="../media/image157.wmf"/><Relationship Id="rId4" Type="http://schemas.openxmlformats.org/officeDocument/2006/relationships/image" Target="../media/image156.wmf"/><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48.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s>
</file>

<file path=ppt/drawings/_rels/vmlDrawing25.vml.rels><?xml version="1.0" encoding="UTF-8" standalone="yes"?>
<Relationships xmlns="http://schemas.openxmlformats.org/package/2006/relationships"><Relationship Id="rId7" Type="http://schemas.openxmlformats.org/officeDocument/2006/relationships/image" Target="../media/image176.wmf"/><Relationship Id="rId6" Type="http://schemas.openxmlformats.org/officeDocument/2006/relationships/image" Target="../media/image175.wmf"/><Relationship Id="rId5" Type="http://schemas.openxmlformats.org/officeDocument/2006/relationships/image" Target="../media/image174.wmf"/><Relationship Id="rId4" Type="http://schemas.openxmlformats.org/officeDocument/2006/relationships/image" Target="../media/image173.wmf"/><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s>
</file>

<file path=ppt/drawings/_rels/vmlDrawing26.vml.rels><?xml version="1.0" encoding="UTF-8" standalone="yes"?>
<Relationships xmlns="http://schemas.openxmlformats.org/package/2006/relationships"><Relationship Id="rId9" Type="http://schemas.openxmlformats.org/officeDocument/2006/relationships/image" Target="../media/image191.wmf"/><Relationship Id="rId8" Type="http://schemas.openxmlformats.org/officeDocument/2006/relationships/image" Target="../media/image190.wmf"/><Relationship Id="rId7" Type="http://schemas.openxmlformats.org/officeDocument/2006/relationships/image" Target="../media/image189.wmf"/><Relationship Id="rId6" Type="http://schemas.openxmlformats.org/officeDocument/2006/relationships/image" Target="../media/image188.wmf"/><Relationship Id="rId5" Type="http://schemas.openxmlformats.org/officeDocument/2006/relationships/image" Target="../media/image184.wmf"/><Relationship Id="rId4" Type="http://schemas.openxmlformats.org/officeDocument/2006/relationships/image" Target="../media/image183.wmf"/><Relationship Id="rId3" Type="http://schemas.openxmlformats.org/officeDocument/2006/relationships/image" Target="../media/image173.wmf"/><Relationship Id="rId2" Type="http://schemas.openxmlformats.org/officeDocument/2006/relationships/image" Target="../media/image182.wmf"/><Relationship Id="rId11" Type="http://schemas.openxmlformats.org/officeDocument/2006/relationships/image" Target="../media/image193.wmf"/><Relationship Id="rId10" Type="http://schemas.openxmlformats.org/officeDocument/2006/relationships/image" Target="../media/image192.wmf"/><Relationship Id="rId1" Type="http://schemas.openxmlformats.org/officeDocument/2006/relationships/image" Target="../media/image181.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96.wmf"/><Relationship Id="rId1" Type="http://schemas.openxmlformats.org/officeDocument/2006/relationships/image" Target="../media/image195.wmf"/></Relationships>
</file>

<file path=ppt/drawings/_rels/vmlDrawing28.vml.rels><?xml version="1.0" encoding="UTF-8" standalone="yes"?>
<Relationships xmlns="http://schemas.openxmlformats.org/package/2006/relationships"><Relationship Id="rId6" Type="http://schemas.openxmlformats.org/officeDocument/2006/relationships/image" Target="../media/image202.wmf"/><Relationship Id="rId5" Type="http://schemas.openxmlformats.org/officeDocument/2006/relationships/image" Target="../media/image201.wmf"/><Relationship Id="rId4" Type="http://schemas.openxmlformats.org/officeDocument/2006/relationships/image" Target="../media/image200.wmf"/><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image" Target="../media/image197.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202.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211.wmf"/><Relationship Id="rId8" Type="http://schemas.openxmlformats.org/officeDocument/2006/relationships/image" Target="../media/image210.wmf"/><Relationship Id="rId7" Type="http://schemas.openxmlformats.org/officeDocument/2006/relationships/image" Target="../media/image209.wmf"/><Relationship Id="rId6" Type="http://schemas.openxmlformats.org/officeDocument/2006/relationships/image" Target="../media/image208.wmf"/><Relationship Id="rId5" Type="http://schemas.openxmlformats.org/officeDocument/2006/relationships/image" Target="../media/image207.wmf"/><Relationship Id="rId4" Type="http://schemas.openxmlformats.org/officeDocument/2006/relationships/image" Target="../media/image206.wmf"/><Relationship Id="rId3" Type="http://schemas.openxmlformats.org/officeDocument/2006/relationships/image" Target="../media/image205.wmf"/><Relationship Id="rId2" Type="http://schemas.openxmlformats.org/officeDocument/2006/relationships/image" Target="../media/image204.wmf"/><Relationship Id="rId1" Type="http://schemas.openxmlformats.org/officeDocument/2006/relationships/image" Target="../media/image200.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211.wmf"/></Relationships>
</file>

<file path=ppt/drawings/_rels/vmlDrawing32.vml.rels><?xml version="1.0" encoding="UTF-8" standalone="yes"?>
<Relationships xmlns="http://schemas.openxmlformats.org/package/2006/relationships"><Relationship Id="rId7" Type="http://schemas.openxmlformats.org/officeDocument/2006/relationships/image" Target="../media/image219.wmf"/><Relationship Id="rId6" Type="http://schemas.openxmlformats.org/officeDocument/2006/relationships/image" Target="../media/image218.wmf"/><Relationship Id="rId5" Type="http://schemas.openxmlformats.org/officeDocument/2006/relationships/image" Target="../media/image217.wmf"/><Relationship Id="rId4" Type="http://schemas.openxmlformats.org/officeDocument/2006/relationships/image" Target="../media/image216.wmf"/><Relationship Id="rId3" Type="http://schemas.openxmlformats.org/officeDocument/2006/relationships/image" Target="../media/image191.wmf"/><Relationship Id="rId2" Type="http://schemas.openxmlformats.org/officeDocument/2006/relationships/image" Target="../media/image215.wmf"/><Relationship Id="rId1" Type="http://schemas.openxmlformats.org/officeDocument/2006/relationships/image" Target="../media/image214.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22.wmf"/><Relationship Id="rId2" Type="http://schemas.openxmlformats.org/officeDocument/2006/relationships/image" Target="../media/image191.wmf"/><Relationship Id="rId1" Type="http://schemas.openxmlformats.org/officeDocument/2006/relationships/image" Target="../media/image221.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22.wmf"/><Relationship Id="rId2" Type="http://schemas.openxmlformats.org/officeDocument/2006/relationships/image" Target="../media/image223.wmf"/><Relationship Id="rId1" Type="http://schemas.openxmlformats.org/officeDocument/2006/relationships/image" Target="../media/image191.wmf"/></Relationships>
</file>

<file path=ppt/drawings/_rels/vmlDrawing35.vml.rels><?xml version="1.0" encoding="UTF-8" standalone="yes"?>
<Relationships xmlns="http://schemas.openxmlformats.org/package/2006/relationships"><Relationship Id="rId4" Type="http://schemas.openxmlformats.org/officeDocument/2006/relationships/image" Target="../media/image227.wmf"/><Relationship Id="rId3" Type="http://schemas.openxmlformats.org/officeDocument/2006/relationships/image" Target="../media/image226.wmf"/><Relationship Id="rId2" Type="http://schemas.openxmlformats.org/officeDocument/2006/relationships/image" Target="../media/image225.wmf"/><Relationship Id="rId1" Type="http://schemas.openxmlformats.org/officeDocument/2006/relationships/image" Target="../media/image224.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29.wmf"/><Relationship Id="rId2" Type="http://schemas.openxmlformats.org/officeDocument/2006/relationships/image" Target="../media/image227.wmf"/><Relationship Id="rId1" Type="http://schemas.openxmlformats.org/officeDocument/2006/relationships/image" Target="../media/image226.wmf"/></Relationships>
</file>

<file path=ppt/drawings/_rels/vmlDrawing37.vml.rels><?xml version="1.0" encoding="UTF-8" standalone="yes"?>
<Relationships xmlns="http://schemas.openxmlformats.org/package/2006/relationships"><Relationship Id="rId5" Type="http://schemas.openxmlformats.org/officeDocument/2006/relationships/image" Target="../media/image236.wmf"/><Relationship Id="rId4" Type="http://schemas.openxmlformats.org/officeDocument/2006/relationships/image" Target="../media/image235.wmf"/><Relationship Id="rId3" Type="http://schemas.openxmlformats.org/officeDocument/2006/relationships/image" Target="../media/image234.wmf"/><Relationship Id="rId2" Type="http://schemas.openxmlformats.org/officeDocument/2006/relationships/image" Target="../media/image233.wmf"/><Relationship Id="rId1" Type="http://schemas.openxmlformats.org/officeDocument/2006/relationships/image" Target="../media/image232.wmf"/></Relationships>
</file>

<file path=ppt/drawings/_rels/vmlDrawing38.vml.rels><?xml version="1.0" encoding="UTF-8" standalone="yes"?>
<Relationships xmlns="http://schemas.openxmlformats.org/package/2006/relationships"><Relationship Id="rId4" Type="http://schemas.openxmlformats.org/officeDocument/2006/relationships/image" Target="../media/image241.wmf"/><Relationship Id="rId3" Type="http://schemas.openxmlformats.org/officeDocument/2006/relationships/image" Target="../media/image240.wmf"/><Relationship Id="rId2" Type="http://schemas.openxmlformats.org/officeDocument/2006/relationships/image" Target="../media/image239.wmf"/><Relationship Id="rId1" Type="http://schemas.openxmlformats.org/officeDocument/2006/relationships/image" Target="../media/image238.wmf"/></Relationships>
</file>

<file path=ppt/drawings/_rels/vmlDrawing39.vml.rels><?xml version="1.0" encoding="UTF-8" standalone="yes"?>
<Relationships xmlns="http://schemas.openxmlformats.org/package/2006/relationships"><Relationship Id="rId9" Type="http://schemas.openxmlformats.org/officeDocument/2006/relationships/image" Target="../media/image253.wmf"/><Relationship Id="rId8" Type="http://schemas.openxmlformats.org/officeDocument/2006/relationships/image" Target="../media/image252.wmf"/><Relationship Id="rId7" Type="http://schemas.openxmlformats.org/officeDocument/2006/relationships/image" Target="../media/image251.wmf"/><Relationship Id="rId6" Type="http://schemas.openxmlformats.org/officeDocument/2006/relationships/image" Target="../media/image250.wmf"/><Relationship Id="rId5" Type="http://schemas.openxmlformats.org/officeDocument/2006/relationships/image" Target="../media/image249.wmf"/><Relationship Id="rId4" Type="http://schemas.openxmlformats.org/officeDocument/2006/relationships/image" Target="../media/image248.wmf"/><Relationship Id="rId3" Type="http://schemas.openxmlformats.org/officeDocument/2006/relationships/image" Target="../media/image247.wmf"/><Relationship Id="rId2" Type="http://schemas.openxmlformats.org/officeDocument/2006/relationships/image" Target="../media/image246.wmf"/><Relationship Id="rId1" Type="http://schemas.openxmlformats.org/officeDocument/2006/relationships/image" Target="../media/image245.wmf"/></Relationships>
</file>

<file path=ppt/drawings/_rels/vmlDrawing40.vml.rels><?xml version="1.0" encoding="UTF-8" standalone="yes"?>
<Relationships xmlns="http://schemas.openxmlformats.org/package/2006/relationships"><Relationship Id="rId9" Type="http://schemas.openxmlformats.org/officeDocument/2006/relationships/image" Target="../media/image262.wmf"/><Relationship Id="rId8" Type="http://schemas.openxmlformats.org/officeDocument/2006/relationships/image" Target="../media/image261.wmf"/><Relationship Id="rId7" Type="http://schemas.openxmlformats.org/officeDocument/2006/relationships/image" Target="../media/image260.wmf"/><Relationship Id="rId6" Type="http://schemas.openxmlformats.org/officeDocument/2006/relationships/image" Target="../media/image259.wmf"/><Relationship Id="rId5" Type="http://schemas.openxmlformats.org/officeDocument/2006/relationships/image" Target="../media/image258.wmf"/><Relationship Id="rId4" Type="http://schemas.openxmlformats.org/officeDocument/2006/relationships/image" Target="../media/image257.wmf"/><Relationship Id="rId3" Type="http://schemas.openxmlformats.org/officeDocument/2006/relationships/image" Target="../media/image256.wmf"/><Relationship Id="rId2" Type="http://schemas.openxmlformats.org/officeDocument/2006/relationships/image" Target="../media/image255.wmf"/><Relationship Id="rId17" Type="http://schemas.openxmlformats.org/officeDocument/2006/relationships/image" Target="../media/image270.wmf"/><Relationship Id="rId16" Type="http://schemas.openxmlformats.org/officeDocument/2006/relationships/image" Target="../media/image269.wmf"/><Relationship Id="rId15" Type="http://schemas.openxmlformats.org/officeDocument/2006/relationships/image" Target="../media/image268.wmf"/><Relationship Id="rId14" Type="http://schemas.openxmlformats.org/officeDocument/2006/relationships/image" Target="../media/image267.wmf"/><Relationship Id="rId13" Type="http://schemas.openxmlformats.org/officeDocument/2006/relationships/image" Target="../media/image266.wmf"/><Relationship Id="rId12" Type="http://schemas.openxmlformats.org/officeDocument/2006/relationships/image" Target="../media/image265.wmf"/><Relationship Id="rId11" Type="http://schemas.openxmlformats.org/officeDocument/2006/relationships/image" Target="../media/image264.wmf"/><Relationship Id="rId10" Type="http://schemas.openxmlformats.org/officeDocument/2006/relationships/image" Target="../media/image263.wmf"/><Relationship Id="rId1" Type="http://schemas.openxmlformats.org/officeDocument/2006/relationships/image" Target="../media/image254.wmf"/></Relationships>
</file>

<file path=ppt/drawings/_rels/vmlDrawing41.vml.rels><?xml version="1.0" encoding="UTF-8" standalone="yes"?>
<Relationships xmlns="http://schemas.openxmlformats.org/package/2006/relationships"><Relationship Id="rId9" Type="http://schemas.openxmlformats.org/officeDocument/2006/relationships/image" Target="../media/image278.wmf"/><Relationship Id="rId8" Type="http://schemas.openxmlformats.org/officeDocument/2006/relationships/image" Target="../media/image277.wmf"/><Relationship Id="rId7" Type="http://schemas.openxmlformats.org/officeDocument/2006/relationships/image" Target="../media/image276.wmf"/><Relationship Id="rId6" Type="http://schemas.openxmlformats.org/officeDocument/2006/relationships/image" Target="../media/image275.wmf"/><Relationship Id="rId5" Type="http://schemas.openxmlformats.org/officeDocument/2006/relationships/image" Target="../media/image274.wmf"/><Relationship Id="rId4" Type="http://schemas.openxmlformats.org/officeDocument/2006/relationships/image" Target="../media/image273.wmf"/><Relationship Id="rId3" Type="http://schemas.openxmlformats.org/officeDocument/2006/relationships/image" Target="../media/image272.wmf"/><Relationship Id="rId2" Type="http://schemas.openxmlformats.org/officeDocument/2006/relationships/image" Target="../media/image271.wmf"/><Relationship Id="rId13" Type="http://schemas.openxmlformats.org/officeDocument/2006/relationships/image" Target="../media/image282.wmf"/><Relationship Id="rId12" Type="http://schemas.openxmlformats.org/officeDocument/2006/relationships/image" Target="../media/image281.wmf"/><Relationship Id="rId11" Type="http://schemas.openxmlformats.org/officeDocument/2006/relationships/image" Target="../media/image280.wmf"/><Relationship Id="rId10" Type="http://schemas.openxmlformats.org/officeDocument/2006/relationships/image" Target="../media/image279.wmf"/><Relationship Id="rId1" Type="http://schemas.openxmlformats.org/officeDocument/2006/relationships/image" Target="../media/image259.wmf"/></Relationships>
</file>

<file path=ppt/drawings/_rels/vmlDrawing42.vml.rels><?xml version="1.0" encoding="UTF-8" standalone="yes"?>
<Relationships xmlns="http://schemas.openxmlformats.org/package/2006/relationships"><Relationship Id="rId5" Type="http://schemas.openxmlformats.org/officeDocument/2006/relationships/image" Target="../media/image289.wmf"/><Relationship Id="rId4" Type="http://schemas.openxmlformats.org/officeDocument/2006/relationships/image" Target="../media/image288.wmf"/><Relationship Id="rId3" Type="http://schemas.openxmlformats.org/officeDocument/2006/relationships/image" Target="../media/image287.wmf"/><Relationship Id="rId2" Type="http://schemas.openxmlformats.org/officeDocument/2006/relationships/image" Target="../media/image286.wmf"/><Relationship Id="rId1" Type="http://schemas.openxmlformats.org/officeDocument/2006/relationships/image" Target="../media/image285.wmf"/></Relationships>
</file>

<file path=ppt/drawings/_rels/vmlDrawing43.vml.rels><?xml version="1.0" encoding="UTF-8" standalone="yes"?>
<Relationships xmlns="http://schemas.openxmlformats.org/package/2006/relationships"><Relationship Id="rId9" Type="http://schemas.openxmlformats.org/officeDocument/2006/relationships/image" Target="../media/image299.wmf"/><Relationship Id="rId8" Type="http://schemas.openxmlformats.org/officeDocument/2006/relationships/image" Target="../media/image298.wmf"/><Relationship Id="rId7" Type="http://schemas.openxmlformats.org/officeDocument/2006/relationships/image" Target="../media/image297.wmf"/><Relationship Id="rId6" Type="http://schemas.openxmlformats.org/officeDocument/2006/relationships/image" Target="../media/image296.wmf"/><Relationship Id="rId5" Type="http://schemas.openxmlformats.org/officeDocument/2006/relationships/image" Target="../media/image295.wmf"/><Relationship Id="rId4" Type="http://schemas.openxmlformats.org/officeDocument/2006/relationships/image" Target="../media/image294.wmf"/><Relationship Id="rId3" Type="http://schemas.openxmlformats.org/officeDocument/2006/relationships/image" Target="../media/image293.wmf"/><Relationship Id="rId2" Type="http://schemas.openxmlformats.org/officeDocument/2006/relationships/image" Target="../media/image292.wmf"/><Relationship Id="rId11" Type="http://schemas.openxmlformats.org/officeDocument/2006/relationships/image" Target="../media/image301.wmf"/><Relationship Id="rId10" Type="http://schemas.openxmlformats.org/officeDocument/2006/relationships/image" Target="../media/image300.wmf"/><Relationship Id="rId1" Type="http://schemas.openxmlformats.org/officeDocument/2006/relationships/image" Target="../media/image291.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306.wmf"/><Relationship Id="rId2" Type="http://schemas.openxmlformats.org/officeDocument/2006/relationships/image" Target="../media/image304.wmf"/><Relationship Id="rId1" Type="http://schemas.openxmlformats.org/officeDocument/2006/relationships/image" Target="../media/image303.wmf"/></Relationships>
</file>

<file path=ppt/drawings/_rels/vmlDrawing45.vml.rels><?xml version="1.0" encoding="UTF-8" standalone="yes"?>
<Relationships xmlns="http://schemas.openxmlformats.org/package/2006/relationships"><Relationship Id="rId9" Type="http://schemas.openxmlformats.org/officeDocument/2006/relationships/image" Target="../media/image314.wmf"/><Relationship Id="rId8" Type="http://schemas.openxmlformats.org/officeDocument/2006/relationships/image" Target="../media/image313.wmf"/><Relationship Id="rId7" Type="http://schemas.openxmlformats.org/officeDocument/2006/relationships/image" Target="../media/image312.wmf"/><Relationship Id="rId6" Type="http://schemas.openxmlformats.org/officeDocument/2006/relationships/image" Target="../media/image311.wmf"/><Relationship Id="rId5" Type="http://schemas.openxmlformats.org/officeDocument/2006/relationships/image" Target="../media/image310.wmf"/><Relationship Id="rId4" Type="http://schemas.openxmlformats.org/officeDocument/2006/relationships/image" Target="../media/image309.wmf"/><Relationship Id="rId3" Type="http://schemas.openxmlformats.org/officeDocument/2006/relationships/image" Target="../media/image308.wmf"/><Relationship Id="rId24" Type="http://schemas.openxmlformats.org/officeDocument/2006/relationships/image" Target="../media/image329.wmf"/><Relationship Id="rId23" Type="http://schemas.openxmlformats.org/officeDocument/2006/relationships/image" Target="../media/image328.wmf"/><Relationship Id="rId22" Type="http://schemas.openxmlformats.org/officeDocument/2006/relationships/image" Target="../media/image327.wmf"/><Relationship Id="rId21" Type="http://schemas.openxmlformats.org/officeDocument/2006/relationships/image" Target="../media/image326.wmf"/><Relationship Id="rId20" Type="http://schemas.openxmlformats.org/officeDocument/2006/relationships/image" Target="../media/image325.wmf"/><Relationship Id="rId2" Type="http://schemas.openxmlformats.org/officeDocument/2006/relationships/image" Target="../media/image292.wmf"/><Relationship Id="rId19" Type="http://schemas.openxmlformats.org/officeDocument/2006/relationships/image" Target="../media/image324.wmf"/><Relationship Id="rId18" Type="http://schemas.openxmlformats.org/officeDocument/2006/relationships/image" Target="../media/image323.wmf"/><Relationship Id="rId17" Type="http://schemas.openxmlformats.org/officeDocument/2006/relationships/image" Target="../media/image322.wmf"/><Relationship Id="rId16" Type="http://schemas.openxmlformats.org/officeDocument/2006/relationships/image" Target="../media/image321.wmf"/><Relationship Id="rId15" Type="http://schemas.openxmlformats.org/officeDocument/2006/relationships/image" Target="../media/image320.wmf"/><Relationship Id="rId14" Type="http://schemas.openxmlformats.org/officeDocument/2006/relationships/image" Target="../media/image319.wmf"/><Relationship Id="rId13" Type="http://schemas.openxmlformats.org/officeDocument/2006/relationships/image" Target="../media/image318.wmf"/><Relationship Id="rId12" Type="http://schemas.openxmlformats.org/officeDocument/2006/relationships/image" Target="../media/image317.wmf"/><Relationship Id="rId11" Type="http://schemas.openxmlformats.org/officeDocument/2006/relationships/image" Target="../media/image316.wmf"/><Relationship Id="rId10" Type="http://schemas.openxmlformats.org/officeDocument/2006/relationships/image" Target="../media/image315.wmf"/><Relationship Id="rId1" Type="http://schemas.openxmlformats.org/officeDocument/2006/relationships/image" Target="../media/image291.wmf"/></Relationships>
</file>

<file path=ppt/drawings/_rels/vmlDrawing46.vml.rels><?xml version="1.0" encoding="UTF-8" standalone="yes"?>
<Relationships xmlns="http://schemas.openxmlformats.org/package/2006/relationships"><Relationship Id="rId8" Type="http://schemas.openxmlformats.org/officeDocument/2006/relationships/image" Target="../media/image332.wmf"/><Relationship Id="rId7" Type="http://schemas.openxmlformats.org/officeDocument/2006/relationships/image" Target="../media/image331.wmf"/><Relationship Id="rId6" Type="http://schemas.openxmlformats.org/officeDocument/2006/relationships/image" Target="../media/image330.wmf"/><Relationship Id="rId5" Type="http://schemas.openxmlformats.org/officeDocument/2006/relationships/image" Target="../media/image312.wmf"/><Relationship Id="rId4" Type="http://schemas.openxmlformats.org/officeDocument/2006/relationships/image" Target="../media/image311.wmf"/><Relationship Id="rId3" Type="http://schemas.openxmlformats.org/officeDocument/2006/relationships/image" Target="../media/image310.wmf"/><Relationship Id="rId2" Type="http://schemas.openxmlformats.org/officeDocument/2006/relationships/image" Target="../media/image309.wmf"/><Relationship Id="rId1" Type="http://schemas.openxmlformats.org/officeDocument/2006/relationships/image" Target="../media/image308.wmf"/></Relationships>
</file>

<file path=ppt/drawings/_rels/vmlDrawing47.vml.rels><?xml version="1.0" encoding="UTF-8" standalone="yes"?>
<Relationships xmlns="http://schemas.openxmlformats.org/package/2006/relationships"><Relationship Id="rId8" Type="http://schemas.openxmlformats.org/officeDocument/2006/relationships/image" Target="../media/image332.wmf"/><Relationship Id="rId7" Type="http://schemas.openxmlformats.org/officeDocument/2006/relationships/image" Target="../media/image331.wmf"/><Relationship Id="rId6" Type="http://schemas.openxmlformats.org/officeDocument/2006/relationships/image" Target="../media/image330.wmf"/><Relationship Id="rId5" Type="http://schemas.openxmlformats.org/officeDocument/2006/relationships/image" Target="../media/image337.wmf"/><Relationship Id="rId4" Type="http://schemas.openxmlformats.org/officeDocument/2006/relationships/image" Target="../media/image336.wmf"/><Relationship Id="rId3" Type="http://schemas.openxmlformats.org/officeDocument/2006/relationships/image" Target="../media/image328.wmf"/><Relationship Id="rId2" Type="http://schemas.openxmlformats.org/officeDocument/2006/relationships/image" Target="../media/image335.wmf"/><Relationship Id="rId1" Type="http://schemas.openxmlformats.org/officeDocument/2006/relationships/image" Target="../media/image327.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343.wmf"/><Relationship Id="rId1" Type="http://schemas.openxmlformats.org/officeDocument/2006/relationships/image" Target="../media/image342.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343.wmf"/><Relationship Id="rId2" Type="http://schemas.openxmlformats.org/officeDocument/2006/relationships/image" Target="../media/image342.wmf"/><Relationship Id="rId1" Type="http://schemas.openxmlformats.org/officeDocument/2006/relationships/image" Target="../media/image34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4CE3B78-4C24-40AA-B3C7-9D99C1C50DA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BB3A8F-C92E-4D35-9C30-EEB82B447B3F}"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8" name="Rectangle 127"/>
          <p:cNvSpPr>
            <a:spLocks noChangeArrowheads="1"/>
          </p:cNvSpPr>
          <p:nvPr/>
        </p:nvSpPr>
        <p:spPr bwMode="gray">
          <a:xfrm>
            <a:off x="0" y="0"/>
            <a:ext cx="9144000" cy="18288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2051" name="Group 15"/>
          <p:cNvGrpSpPr/>
          <p:nvPr/>
        </p:nvGrpSpPr>
        <p:grpSpPr>
          <a:xfrm>
            <a:off x="152400" y="381000"/>
            <a:ext cx="6838950" cy="3365500"/>
            <a:chOff x="664" y="1951"/>
            <a:chExt cx="4308" cy="2120"/>
          </a:xfrm>
        </p:grpSpPr>
        <p:sp>
          <p:nvSpPr>
            <p:cNvPr id="2066" name="Freeform 16"/>
            <p:cNvSpPr/>
            <p:nvPr/>
          </p:nvSpPr>
          <p:spPr>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w="12700">
              <a:noFill/>
            </a:ln>
          </p:spPr>
          <p:txBody>
            <a:bodyPr/>
            <a:p>
              <a:endParaRPr lang="zh-CN" altLang="en-US"/>
            </a:p>
          </p:txBody>
        </p:sp>
        <p:sp>
          <p:nvSpPr>
            <p:cNvPr id="2067" name="Freeform 17"/>
            <p:cNvSpPr/>
            <p:nvPr/>
          </p:nvSpPr>
          <p:spPr>
            <a:xfrm>
              <a:off x="703" y="2230"/>
              <a:ext cx="34" cy="28"/>
            </a:xfrm>
            <a:custGeom>
              <a:avLst/>
              <a:gdLst/>
              <a:ahLst/>
              <a:cxnLst>
                <a:cxn ang="0">
                  <a:pos x="16" y="4"/>
                </a:cxn>
                <a:cxn ang="0">
                  <a:pos x="0" y="22"/>
                </a:cxn>
                <a:cxn ang="0">
                  <a:pos x="22" y="38"/>
                </a:cxn>
                <a:cxn ang="0">
                  <a:pos x="46" y="26"/>
                </a:cxn>
                <a:cxn ang="0">
                  <a:pos x="30" y="0"/>
                </a:cxn>
                <a:cxn ang="0">
                  <a:pos x="16" y="4"/>
                </a:cxn>
              </a:cxnLst>
              <a:pathLst>
                <a:path w="46" h="38">
                  <a:moveTo>
                    <a:pt x="16" y="4"/>
                  </a:moveTo>
                  <a:lnTo>
                    <a:pt x="0" y="22"/>
                  </a:lnTo>
                  <a:lnTo>
                    <a:pt x="22" y="38"/>
                  </a:lnTo>
                  <a:lnTo>
                    <a:pt x="46" y="26"/>
                  </a:lnTo>
                  <a:lnTo>
                    <a:pt x="30" y="0"/>
                  </a:lnTo>
                  <a:lnTo>
                    <a:pt x="16" y="4"/>
                  </a:lnTo>
                  <a:close/>
                </a:path>
              </a:pathLst>
            </a:custGeom>
            <a:solidFill>
              <a:srgbClr val="FEFEFE">
                <a:alpha val="30196"/>
              </a:srgbClr>
            </a:solidFill>
            <a:ln w="12700">
              <a:noFill/>
            </a:ln>
          </p:spPr>
          <p:txBody>
            <a:bodyPr/>
            <a:p>
              <a:endParaRPr lang="zh-CN" altLang="en-US"/>
            </a:p>
          </p:txBody>
        </p:sp>
        <p:sp>
          <p:nvSpPr>
            <p:cNvPr id="2068" name="Freeform 18"/>
            <p:cNvSpPr/>
            <p:nvPr/>
          </p:nvSpPr>
          <p:spPr>
            <a:xfrm>
              <a:off x="1010" y="2353"/>
              <a:ext cx="39" cy="32"/>
            </a:xfrm>
            <a:custGeom>
              <a:avLst/>
              <a:gdLst/>
              <a:ahLst/>
              <a:cxnLst>
                <a:cxn ang="0">
                  <a:pos x="12" y="0"/>
                </a:cxn>
                <a:cxn ang="0">
                  <a:pos x="26" y="44"/>
                </a:cxn>
                <a:cxn ang="0">
                  <a:pos x="42" y="42"/>
                </a:cxn>
                <a:cxn ang="0">
                  <a:pos x="38" y="16"/>
                </a:cxn>
                <a:cxn ang="0">
                  <a:pos x="26" y="2"/>
                </a:cxn>
                <a:cxn ang="0">
                  <a:pos x="12" y="0"/>
                </a:cxn>
              </a:cxnLst>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w="12700">
              <a:noFill/>
            </a:ln>
          </p:spPr>
          <p:txBody>
            <a:bodyPr/>
            <a:p>
              <a:endParaRPr lang="zh-CN" altLang="en-US"/>
            </a:p>
          </p:txBody>
        </p:sp>
        <p:sp>
          <p:nvSpPr>
            <p:cNvPr id="2069" name="Freeform 19"/>
            <p:cNvSpPr/>
            <p:nvPr/>
          </p:nvSpPr>
          <p:spPr>
            <a:xfrm>
              <a:off x="1792" y="2409"/>
              <a:ext cx="98" cy="74"/>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w="12700">
              <a:noFill/>
            </a:ln>
          </p:spPr>
          <p:txBody>
            <a:bodyPr/>
            <a:p>
              <a:endParaRPr lang="zh-CN" altLang="en-US"/>
            </a:p>
          </p:txBody>
        </p:sp>
        <p:sp>
          <p:nvSpPr>
            <p:cNvPr id="2070" name="Freeform 20"/>
            <p:cNvSpPr/>
            <p:nvPr/>
          </p:nvSpPr>
          <p:spPr>
            <a:xfrm>
              <a:off x="1318" y="2793"/>
              <a:ext cx="158" cy="84"/>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w="12700">
              <a:noFill/>
            </a:ln>
          </p:spPr>
          <p:txBody>
            <a:bodyPr/>
            <a:p>
              <a:endParaRPr lang="zh-CN" altLang="en-US"/>
            </a:p>
          </p:txBody>
        </p:sp>
        <p:sp>
          <p:nvSpPr>
            <p:cNvPr id="2071" name="Freeform 21"/>
            <p:cNvSpPr/>
            <p:nvPr/>
          </p:nvSpPr>
          <p:spPr>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w="12700">
              <a:noFill/>
            </a:ln>
          </p:spPr>
          <p:txBody>
            <a:bodyPr/>
            <a:p>
              <a:endParaRPr lang="zh-CN" altLang="en-US"/>
            </a:p>
          </p:txBody>
        </p:sp>
        <p:sp>
          <p:nvSpPr>
            <p:cNvPr id="2072" name="Freeform 22"/>
            <p:cNvSpPr/>
            <p:nvPr/>
          </p:nvSpPr>
          <p:spPr>
            <a:xfrm>
              <a:off x="1553" y="288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73" name="Freeform 23"/>
            <p:cNvSpPr/>
            <p:nvPr/>
          </p:nvSpPr>
          <p:spPr>
            <a:xfrm>
              <a:off x="1609" y="2886"/>
              <a:ext cx="12" cy="25"/>
            </a:xfrm>
            <a:custGeom>
              <a:avLst/>
              <a:gdLst/>
              <a:ahLst/>
              <a:cxnLst>
                <a:cxn ang="0">
                  <a:pos x="14" y="0"/>
                </a:cxn>
                <a:cxn ang="0">
                  <a:pos x="0" y="14"/>
                </a:cxn>
                <a:cxn ang="0">
                  <a:pos x="16" y="34"/>
                </a:cxn>
                <a:cxn ang="0">
                  <a:pos x="12" y="18"/>
                </a:cxn>
                <a:cxn ang="0">
                  <a:pos x="16" y="6"/>
                </a:cxn>
                <a:cxn ang="0">
                  <a:pos x="14" y="0"/>
                </a:cxn>
              </a:cxnLst>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w="12700">
              <a:noFill/>
            </a:ln>
          </p:spPr>
          <p:txBody>
            <a:bodyPr/>
            <a:p>
              <a:endParaRPr lang="zh-CN" altLang="en-US"/>
            </a:p>
          </p:txBody>
        </p:sp>
        <p:sp>
          <p:nvSpPr>
            <p:cNvPr id="2074" name="Freeform 24"/>
            <p:cNvSpPr/>
            <p:nvPr/>
          </p:nvSpPr>
          <p:spPr>
            <a:xfrm>
              <a:off x="1426" y="2040"/>
              <a:ext cx="180" cy="88"/>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w="12700">
              <a:noFill/>
            </a:ln>
          </p:spPr>
          <p:txBody>
            <a:bodyPr/>
            <a:p>
              <a:endParaRPr lang="zh-CN" altLang="en-US"/>
            </a:p>
          </p:txBody>
        </p:sp>
        <p:sp>
          <p:nvSpPr>
            <p:cNvPr id="2075" name="Freeform 25"/>
            <p:cNvSpPr/>
            <p:nvPr/>
          </p:nvSpPr>
          <p:spPr>
            <a:xfrm>
              <a:off x="1506" y="1999"/>
              <a:ext cx="146" cy="60"/>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w="12700">
              <a:noFill/>
            </a:ln>
          </p:spPr>
          <p:txBody>
            <a:bodyPr/>
            <a:p>
              <a:endParaRPr lang="zh-CN" altLang="en-US"/>
            </a:p>
          </p:txBody>
        </p:sp>
        <p:sp>
          <p:nvSpPr>
            <p:cNvPr id="2076" name="Freeform 26"/>
            <p:cNvSpPr/>
            <p:nvPr/>
          </p:nvSpPr>
          <p:spPr>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w="12700">
              <a:noFill/>
            </a:ln>
          </p:spPr>
          <p:txBody>
            <a:bodyPr/>
            <a:p>
              <a:endParaRPr lang="zh-CN" altLang="en-US"/>
            </a:p>
          </p:txBody>
        </p:sp>
        <p:sp>
          <p:nvSpPr>
            <p:cNvPr id="2077" name="Freeform 27"/>
            <p:cNvSpPr/>
            <p:nvPr/>
          </p:nvSpPr>
          <p:spPr>
            <a:xfrm>
              <a:off x="1709" y="1987"/>
              <a:ext cx="44" cy="37"/>
            </a:xfrm>
            <a:custGeom>
              <a:avLst/>
              <a:gdLst/>
              <a:ahLst/>
              <a:cxnLst>
                <a:cxn ang="0">
                  <a:pos x="26" y="0"/>
                </a:cxn>
                <a:cxn ang="0">
                  <a:pos x="0" y="10"/>
                </a:cxn>
                <a:cxn ang="0">
                  <a:pos x="30" y="40"/>
                </a:cxn>
                <a:cxn ang="0">
                  <a:pos x="48" y="50"/>
                </a:cxn>
                <a:cxn ang="0">
                  <a:pos x="58" y="28"/>
                </a:cxn>
                <a:cxn ang="0">
                  <a:pos x="44" y="8"/>
                </a:cxn>
                <a:cxn ang="0">
                  <a:pos x="26" y="0"/>
                </a:cxn>
              </a:cxnLst>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w="12700">
              <a:noFill/>
            </a:ln>
          </p:spPr>
          <p:txBody>
            <a:bodyPr/>
            <a:p>
              <a:endParaRPr lang="zh-CN" altLang="en-US"/>
            </a:p>
          </p:txBody>
        </p:sp>
        <p:sp>
          <p:nvSpPr>
            <p:cNvPr id="2078" name="Freeform 28"/>
            <p:cNvSpPr/>
            <p:nvPr/>
          </p:nvSpPr>
          <p:spPr>
            <a:xfrm>
              <a:off x="1625" y="2057"/>
              <a:ext cx="65" cy="42"/>
            </a:xfrm>
            <a:custGeom>
              <a:avLst/>
              <a:gdLst/>
              <a:ahLst/>
              <a:cxnLst>
                <a:cxn ang="0">
                  <a:pos x="44" y="7"/>
                </a:cxn>
                <a:cxn ang="0">
                  <a:pos x="24" y="25"/>
                </a:cxn>
                <a:cxn ang="0">
                  <a:pos x="4" y="27"/>
                </a:cxn>
                <a:cxn ang="0">
                  <a:pos x="16" y="57"/>
                </a:cxn>
                <a:cxn ang="0">
                  <a:pos x="74" y="35"/>
                </a:cxn>
                <a:cxn ang="0">
                  <a:pos x="86" y="17"/>
                </a:cxn>
                <a:cxn ang="0">
                  <a:pos x="56" y="7"/>
                </a:cxn>
                <a:cxn ang="0">
                  <a:pos x="44" y="7"/>
                </a:cxn>
              </a:cxnLst>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w="12700">
              <a:noFill/>
            </a:ln>
          </p:spPr>
          <p:txBody>
            <a:bodyPr/>
            <a:p>
              <a:endParaRPr lang="zh-CN" altLang="en-US"/>
            </a:p>
          </p:txBody>
        </p:sp>
        <p:sp>
          <p:nvSpPr>
            <p:cNvPr id="2079" name="Freeform 29"/>
            <p:cNvSpPr/>
            <p:nvPr/>
          </p:nvSpPr>
          <p:spPr>
            <a:xfrm>
              <a:off x="1693" y="2065"/>
              <a:ext cx="54" cy="25"/>
            </a:xfrm>
            <a:custGeom>
              <a:avLst/>
              <a:gdLst/>
              <a:ahLst/>
              <a:cxnLst>
                <a:cxn ang="0">
                  <a:pos x="40" y="0"/>
                </a:cxn>
                <a:cxn ang="0">
                  <a:pos x="10" y="16"/>
                </a:cxn>
                <a:cxn ang="0">
                  <a:pos x="24" y="34"/>
                </a:cxn>
                <a:cxn ang="0">
                  <a:pos x="52" y="28"/>
                </a:cxn>
                <a:cxn ang="0">
                  <a:pos x="64" y="20"/>
                </a:cxn>
                <a:cxn ang="0">
                  <a:pos x="40" y="0"/>
                </a:cxn>
              </a:cxnLst>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w="12700">
              <a:noFill/>
            </a:ln>
          </p:spPr>
          <p:txBody>
            <a:bodyPr/>
            <a:p>
              <a:endParaRPr lang="zh-CN" altLang="en-US"/>
            </a:p>
          </p:txBody>
        </p:sp>
        <p:sp>
          <p:nvSpPr>
            <p:cNvPr id="2080" name="Freeform 30"/>
            <p:cNvSpPr/>
            <p:nvPr/>
          </p:nvSpPr>
          <p:spPr>
            <a:xfrm>
              <a:off x="1664" y="2029"/>
              <a:ext cx="64" cy="34"/>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w="12700">
              <a:noFill/>
            </a:ln>
          </p:spPr>
          <p:txBody>
            <a:bodyPr/>
            <a:p>
              <a:endParaRPr lang="zh-CN" altLang="en-US"/>
            </a:p>
          </p:txBody>
        </p:sp>
        <p:sp>
          <p:nvSpPr>
            <p:cNvPr id="2081" name="Freeform 31"/>
            <p:cNvSpPr/>
            <p:nvPr/>
          </p:nvSpPr>
          <p:spPr>
            <a:xfrm>
              <a:off x="1637" y="1997"/>
              <a:ext cx="44" cy="24"/>
            </a:xfrm>
            <a:custGeom>
              <a:avLst/>
              <a:gdLst/>
              <a:ahLst/>
              <a:cxnLst>
                <a:cxn ang="0">
                  <a:pos x="16" y="4"/>
                </a:cxn>
                <a:cxn ang="0">
                  <a:pos x="0" y="18"/>
                </a:cxn>
                <a:cxn ang="0">
                  <a:pos x="20" y="28"/>
                </a:cxn>
                <a:cxn ang="0">
                  <a:pos x="28" y="20"/>
                </a:cxn>
                <a:cxn ang="0">
                  <a:pos x="52" y="12"/>
                </a:cxn>
                <a:cxn ang="0">
                  <a:pos x="44" y="0"/>
                </a:cxn>
                <a:cxn ang="0">
                  <a:pos x="16" y="4"/>
                </a:cxn>
              </a:cxnLst>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w="12700">
              <a:noFill/>
            </a:ln>
          </p:spPr>
          <p:txBody>
            <a:bodyPr/>
            <a:p>
              <a:endParaRPr lang="zh-CN" altLang="en-US"/>
            </a:p>
          </p:txBody>
        </p:sp>
        <p:sp>
          <p:nvSpPr>
            <p:cNvPr id="2082" name="Freeform 32"/>
            <p:cNvSpPr/>
            <p:nvPr/>
          </p:nvSpPr>
          <p:spPr>
            <a:xfrm>
              <a:off x="1751" y="2000"/>
              <a:ext cx="114" cy="77"/>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w="12700">
              <a:noFill/>
            </a:ln>
          </p:spPr>
          <p:txBody>
            <a:bodyPr/>
            <a:p>
              <a:endParaRPr lang="zh-CN" altLang="en-US"/>
            </a:p>
          </p:txBody>
        </p:sp>
        <p:sp>
          <p:nvSpPr>
            <p:cNvPr id="2083" name="Freeform 33"/>
            <p:cNvSpPr/>
            <p:nvPr/>
          </p:nvSpPr>
          <p:spPr>
            <a:xfrm>
              <a:off x="664" y="2245"/>
              <a:ext cx="25" cy="15"/>
            </a:xfrm>
            <a:custGeom>
              <a:avLst/>
              <a:gdLst/>
              <a:ahLst/>
              <a:cxnLst>
                <a:cxn ang="0">
                  <a:pos x="34" y="0"/>
                </a:cxn>
                <a:cxn ang="0">
                  <a:pos x="24" y="20"/>
                </a:cxn>
                <a:cxn ang="0">
                  <a:pos x="4" y="18"/>
                </a:cxn>
                <a:cxn ang="0">
                  <a:pos x="4" y="6"/>
                </a:cxn>
                <a:cxn ang="0">
                  <a:pos x="34" y="0"/>
                </a:cxn>
              </a:cxnLst>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w="12700">
              <a:noFill/>
            </a:ln>
          </p:spPr>
          <p:txBody>
            <a:bodyPr/>
            <a:p>
              <a:endParaRPr lang="zh-CN" altLang="en-US"/>
            </a:p>
          </p:txBody>
        </p:sp>
        <p:sp>
          <p:nvSpPr>
            <p:cNvPr id="2084" name="Freeform 34"/>
            <p:cNvSpPr/>
            <p:nvPr/>
          </p:nvSpPr>
          <p:spPr>
            <a:xfrm>
              <a:off x="1421" y="2756"/>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5" name="Freeform 35"/>
            <p:cNvSpPr/>
            <p:nvPr/>
          </p:nvSpPr>
          <p:spPr>
            <a:xfrm>
              <a:off x="1424" y="2781"/>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6" name="Freeform 36"/>
            <p:cNvSpPr/>
            <p:nvPr/>
          </p:nvSpPr>
          <p:spPr>
            <a:xfrm>
              <a:off x="1628" y="2913"/>
              <a:ext cx="15"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7" name="Freeform 37"/>
            <p:cNvSpPr/>
            <p:nvPr/>
          </p:nvSpPr>
          <p:spPr>
            <a:xfrm>
              <a:off x="1752" y="2429"/>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8" name="Freeform 38"/>
            <p:cNvSpPr/>
            <p:nvPr/>
          </p:nvSpPr>
          <p:spPr>
            <a:xfrm>
              <a:off x="1652" y="2224"/>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9" name="Freeform 39"/>
            <p:cNvSpPr/>
            <p:nvPr/>
          </p:nvSpPr>
          <p:spPr>
            <a:xfrm>
              <a:off x="1717" y="2045"/>
              <a:ext cx="39"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0" name="Freeform 40"/>
            <p:cNvSpPr/>
            <p:nvPr/>
          </p:nvSpPr>
          <p:spPr>
            <a:xfrm>
              <a:off x="1780" y="215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1" name="Freeform 41"/>
            <p:cNvSpPr/>
            <p:nvPr/>
          </p:nvSpPr>
          <p:spPr>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w="12700">
              <a:noFill/>
            </a:ln>
          </p:spPr>
          <p:txBody>
            <a:bodyPr/>
            <a:p>
              <a:endParaRPr lang="zh-CN" altLang="en-US"/>
            </a:p>
          </p:txBody>
        </p:sp>
        <p:sp>
          <p:nvSpPr>
            <p:cNvPr id="2092" name="Freeform 42"/>
            <p:cNvSpPr/>
            <p:nvPr/>
          </p:nvSpPr>
          <p:spPr>
            <a:xfrm>
              <a:off x="2009" y="2135"/>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3" name="Freeform 43"/>
            <p:cNvSpPr/>
            <p:nvPr/>
          </p:nvSpPr>
          <p:spPr>
            <a:xfrm>
              <a:off x="2292" y="2201"/>
              <a:ext cx="128"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w="12700">
              <a:noFill/>
            </a:ln>
          </p:spPr>
          <p:txBody>
            <a:bodyPr/>
            <a:p>
              <a:endParaRPr lang="zh-CN" altLang="en-US"/>
            </a:p>
          </p:txBody>
        </p:sp>
        <p:sp>
          <p:nvSpPr>
            <p:cNvPr id="2094" name="Freeform 44"/>
            <p:cNvSpPr/>
            <p:nvPr/>
          </p:nvSpPr>
          <p:spPr>
            <a:xfrm>
              <a:off x="2393" y="2038"/>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5" name="Freeform 45"/>
            <p:cNvSpPr/>
            <p:nvPr/>
          </p:nvSpPr>
          <p:spPr>
            <a:xfrm>
              <a:off x="2662" y="2006"/>
              <a:ext cx="155" cy="63"/>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w="12700">
              <a:noFill/>
            </a:ln>
          </p:spPr>
          <p:txBody>
            <a:bodyPr/>
            <a:p>
              <a:endParaRPr lang="zh-CN" altLang="en-US"/>
            </a:p>
          </p:txBody>
        </p:sp>
        <p:sp>
          <p:nvSpPr>
            <p:cNvPr id="2096" name="Freeform 46"/>
            <p:cNvSpPr/>
            <p:nvPr/>
          </p:nvSpPr>
          <p:spPr>
            <a:xfrm>
              <a:off x="2759" y="2039"/>
              <a:ext cx="48" cy="21"/>
            </a:xfrm>
            <a:custGeom>
              <a:avLst/>
              <a:gdLst/>
              <a:ahLst/>
              <a:cxnLst>
                <a:cxn ang="0">
                  <a:pos x="36" y="6"/>
                </a:cxn>
                <a:cxn ang="0">
                  <a:pos x="8" y="4"/>
                </a:cxn>
                <a:cxn ang="0">
                  <a:pos x="24" y="28"/>
                </a:cxn>
                <a:cxn ang="0">
                  <a:pos x="54" y="14"/>
                </a:cxn>
                <a:cxn ang="0">
                  <a:pos x="36" y="6"/>
                </a:cxn>
              </a:cxnLst>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w="12700">
              <a:noFill/>
            </a:ln>
          </p:spPr>
          <p:txBody>
            <a:bodyPr/>
            <a:p>
              <a:endParaRPr lang="zh-CN" altLang="en-US"/>
            </a:p>
          </p:txBody>
        </p:sp>
        <p:sp>
          <p:nvSpPr>
            <p:cNvPr id="2097" name="Freeform 47"/>
            <p:cNvSpPr/>
            <p:nvPr/>
          </p:nvSpPr>
          <p:spPr>
            <a:xfrm>
              <a:off x="2467" y="2311"/>
              <a:ext cx="109"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w="12700">
              <a:noFill/>
            </a:ln>
          </p:spPr>
          <p:txBody>
            <a:bodyPr/>
            <a:p>
              <a:endParaRPr lang="zh-CN" altLang="en-US"/>
            </a:p>
          </p:txBody>
        </p:sp>
        <p:sp>
          <p:nvSpPr>
            <p:cNvPr id="2098" name="Freeform 48"/>
            <p:cNvSpPr/>
            <p:nvPr/>
          </p:nvSpPr>
          <p:spPr>
            <a:xfrm>
              <a:off x="2413" y="2359"/>
              <a:ext cx="69" cy="68"/>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w="12700">
              <a:noFill/>
            </a:ln>
          </p:spPr>
          <p:txBody>
            <a:bodyPr/>
            <a:p>
              <a:endParaRPr lang="zh-CN" altLang="en-US"/>
            </a:p>
          </p:txBody>
        </p:sp>
        <p:sp>
          <p:nvSpPr>
            <p:cNvPr id="2099" name="Freeform 49"/>
            <p:cNvSpPr/>
            <p:nvPr/>
          </p:nvSpPr>
          <p:spPr>
            <a:xfrm>
              <a:off x="4099" y="3502"/>
              <a:ext cx="474" cy="495"/>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w="12700">
              <a:noFill/>
            </a:ln>
          </p:spPr>
          <p:txBody>
            <a:bodyPr/>
            <a:p>
              <a:endParaRPr lang="zh-CN" altLang="en-US"/>
            </a:p>
          </p:txBody>
        </p:sp>
        <p:sp>
          <p:nvSpPr>
            <p:cNvPr id="2100" name="Freeform 50"/>
            <p:cNvSpPr/>
            <p:nvPr/>
          </p:nvSpPr>
          <p:spPr>
            <a:xfrm>
              <a:off x="4246" y="3241"/>
              <a:ext cx="319" cy="210"/>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w="12700">
              <a:noFill/>
            </a:ln>
          </p:spPr>
          <p:txBody>
            <a:bodyPr/>
            <a:p>
              <a:endParaRPr lang="zh-CN" altLang="en-US"/>
            </a:p>
          </p:txBody>
        </p:sp>
        <p:sp>
          <p:nvSpPr>
            <p:cNvPr id="2101" name="Freeform 51"/>
            <p:cNvSpPr/>
            <p:nvPr/>
          </p:nvSpPr>
          <p:spPr>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w="12700">
              <a:noFill/>
            </a:ln>
          </p:spPr>
          <p:txBody>
            <a:bodyPr/>
            <a:p>
              <a:endParaRPr lang="zh-CN" altLang="en-US"/>
            </a:p>
          </p:txBody>
        </p:sp>
        <p:sp>
          <p:nvSpPr>
            <p:cNvPr id="2102" name="Freeform 52"/>
            <p:cNvSpPr/>
            <p:nvPr/>
          </p:nvSpPr>
          <p:spPr>
            <a:xfrm>
              <a:off x="4485" y="4013"/>
              <a:ext cx="45" cy="58"/>
            </a:xfrm>
            <a:custGeom>
              <a:avLst/>
              <a:gdLst/>
              <a:ahLst/>
              <a:cxnLst>
                <a:cxn ang="0">
                  <a:pos x="32" y="18"/>
                </a:cxn>
                <a:cxn ang="0">
                  <a:pos x="0" y="18"/>
                </a:cxn>
                <a:cxn ang="0">
                  <a:pos x="20" y="42"/>
                </a:cxn>
                <a:cxn ang="0">
                  <a:pos x="28" y="66"/>
                </a:cxn>
                <a:cxn ang="0">
                  <a:pos x="32" y="78"/>
                </a:cxn>
                <a:cxn ang="0">
                  <a:pos x="60" y="50"/>
                </a:cxn>
                <a:cxn ang="0">
                  <a:pos x="32" y="18"/>
                </a:cxn>
              </a:cxnLst>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w="12700">
              <a:noFill/>
            </a:ln>
          </p:spPr>
          <p:txBody>
            <a:bodyPr/>
            <a:p>
              <a:endParaRPr lang="zh-CN" altLang="en-US"/>
            </a:p>
          </p:txBody>
        </p:sp>
        <p:sp>
          <p:nvSpPr>
            <p:cNvPr id="2103" name="Freeform 53"/>
            <p:cNvSpPr/>
            <p:nvPr/>
          </p:nvSpPr>
          <p:spPr>
            <a:xfrm>
              <a:off x="4621" y="3923"/>
              <a:ext cx="164" cy="85"/>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w="12700">
              <a:noFill/>
            </a:ln>
          </p:spPr>
          <p:txBody>
            <a:bodyPr/>
            <a:p>
              <a:endParaRPr lang="zh-CN" altLang="en-US"/>
            </a:p>
          </p:txBody>
        </p:sp>
        <p:sp>
          <p:nvSpPr>
            <p:cNvPr id="2104" name="Freeform 54"/>
            <p:cNvSpPr/>
            <p:nvPr/>
          </p:nvSpPr>
          <p:spPr>
            <a:xfrm>
              <a:off x="4791" y="3873"/>
              <a:ext cx="104" cy="92"/>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w="12700">
              <a:noFill/>
            </a:ln>
          </p:spPr>
          <p:txBody>
            <a:bodyPr/>
            <a:p>
              <a:endParaRPr lang="zh-CN" altLang="en-US"/>
            </a:p>
          </p:txBody>
        </p:sp>
        <p:sp>
          <p:nvSpPr>
            <p:cNvPr id="2105" name="Freeform 55"/>
            <p:cNvSpPr/>
            <p:nvPr/>
          </p:nvSpPr>
          <p:spPr>
            <a:xfrm>
              <a:off x="4846" y="3832"/>
              <a:ext cx="37" cy="26"/>
            </a:xfrm>
            <a:custGeom>
              <a:avLst/>
              <a:gdLst/>
              <a:ahLst/>
              <a:cxnLst>
                <a:cxn ang="0">
                  <a:pos x="29" y="0"/>
                </a:cxn>
                <a:cxn ang="0">
                  <a:pos x="8" y="11"/>
                </a:cxn>
                <a:cxn ang="0">
                  <a:pos x="24" y="35"/>
                </a:cxn>
                <a:cxn ang="0">
                  <a:pos x="39" y="26"/>
                </a:cxn>
                <a:cxn ang="0">
                  <a:pos x="29" y="0"/>
                </a:cxn>
              </a:cxnLst>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w="12700">
              <a:noFill/>
            </a:ln>
          </p:spPr>
          <p:txBody>
            <a:bodyPr/>
            <a:p>
              <a:endParaRPr lang="zh-CN" altLang="en-US"/>
            </a:p>
          </p:txBody>
        </p:sp>
        <p:sp>
          <p:nvSpPr>
            <p:cNvPr id="2106" name="Freeform 56"/>
            <p:cNvSpPr/>
            <p:nvPr/>
          </p:nvSpPr>
          <p:spPr>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w="12700">
              <a:noFill/>
            </a:ln>
          </p:spPr>
          <p:txBody>
            <a:bodyPr/>
            <a:p>
              <a:endParaRPr lang="zh-CN" altLang="en-US"/>
            </a:p>
          </p:txBody>
        </p:sp>
        <p:sp>
          <p:nvSpPr>
            <p:cNvPr id="2107" name="Freeform 57"/>
            <p:cNvSpPr/>
            <p:nvPr/>
          </p:nvSpPr>
          <p:spPr>
            <a:xfrm>
              <a:off x="3655" y="3034"/>
              <a:ext cx="49" cy="61"/>
            </a:xfrm>
            <a:custGeom>
              <a:avLst/>
              <a:gdLst/>
              <a:ahLst/>
              <a:cxnLst>
                <a:cxn ang="0">
                  <a:pos x="29" y="0"/>
                </a:cxn>
                <a:cxn ang="0">
                  <a:pos x="25" y="60"/>
                </a:cxn>
                <a:cxn ang="0">
                  <a:pos x="29" y="76"/>
                </a:cxn>
                <a:cxn ang="0">
                  <a:pos x="41" y="80"/>
                </a:cxn>
                <a:cxn ang="0">
                  <a:pos x="57" y="76"/>
                </a:cxn>
                <a:cxn ang="0">
                  <a:pos x="29" y="0"/>
                </a:cxn>
              </a:cxnLst>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w="12700">
              <a:noFill/>
            </a:ln>
          </p:spPr>
          <p:txBody>
            <a:bodyPr/>
            <a:p>
              <a:endParaRPr lang="zh-CN" altLang="en-US"/>
            </a:p>
          </p:txBody>
        </p:sp>
        <p:sp>
          <p:nvSpPr>
            <p:cNvPr id="2108" name="Freeform 58"/>
            <p:cNvSpPr/>
            <p:nvPr/>
          </p:nvSpPr>
          <p:spPr>
            <a:xfrm>
              <a:off x="3988" y="3100"/>
              <a:ext cx="111" cy="183"/>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w="12700">
              <a:noFill/>
            </a:ln>
          </p:spPr>
          <p:txBody>
            <a:bodyPr/>
            <a:p>
              <a:endParaRPr lang="zh-CN" altLang="en-US"/>
            </a:p>
          </p:txBody>
        </p:sp>
        <p:sp>
          <p:nvSpPr>
            <p:cNvPr id="2109" name="Freeform 59"/>
            <p:cNvSpPr/>
            <p:nvPr/>
          </p:nvSpPr>
          <p:spPr>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w="12700">
              <a:noFill/>
            </a:ln>
          </p:spPr>
          <p:txBody>
            <a:bodyPr/>
            <a:p>
              <a:endParaRPr lang="zh-CN" altLang="en-US"/>
            </a:p>
          </p:txBody>
        </p:sp>
        <p:sp>
          <p:nvSpPr>
            <p:cNvPr id="2110" name="Freeform 60"/>
            <p:cNvSpPr/>
            <p:nvPr/>
          </p:nvSpPr>
          <p:spPr>
            <a:xfrm>
              <a:off x="3943" y="3153"/>
              <a:ext cx="40" cy="131"/>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w="12700">
              <a:noFill/>
            </a:ln>
          </p:spPr>
          <p:txBody>
            <a:bodyPr/>
            <a:p>
              <a:endParaRPr lang="zh-CN" altLang="en-US"/>
            </a:p>
          </p:txBody>
        </p:sp>
        <p:sp>
          <p:nvSpPr>
            <p:cNvPr id="2111" name="Freeform 61"/>
            <p:cNvSpPr/>
            <p:nvPr/>
          </p:nvSpPr>
          <p:spPr>
            <a:xfrm>
              <a:off x="3988" y="3290"/>
              <a:ext cx="65" cy="54"/>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w="12700">
              <a:noFill/>
            </a:ln>
          </p:spPr>
          <p:txBody>
            <a:bodyPr/>
            <a:p>
              <a:endParaRPr lang="zh-CN" altLang="en-US"/>
            </a:p>
          </p:txBody>
        </p:sp>
        <p:sp>
          <p:nvSpPr>
            <p:cNvPr id="2112" name="Freeform 62"/>
            <p:cNvSpPr/>
            <p:nvPr/>
          </p:nvSpPr>
          <p:spPr>
            <a:xfrm>
              <a:off x="4092" y="3195"/>
              <a:ext cx="83" cy="117"/>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w="12700">
              <a:noFill/>
            </a:ln>
          </p:spPr>
          <p:txBody>
            <a:bodyPr/>
            <a:p>
              <a:endParaRPr lang="zh-CN" altLang="en-US"/>
            </a:p>
          </p:txBody>
        </p:sp>
        <p:sp>
          <p:nvSpPr>
            <p:cNvPr id="2113" name="Freeform 63"/>
            <p:cNvSpPr/>
            <p:nvPr/>
          </p:nvSpPr>
          <p:spPr>
            <a:xfrm>
              <a:off x="4064" y="2777"/>
              <a:ext cx="22" cy="71"/>
            </a:xfrm>
            <a:custGeom>
              <a:avLst/>
              <a:gdLst/>
              <a:ahLst/>
              <a:cxnLst>
                <a:cxn ang="0">
                  <a:pos x="12" y="0"/>
                </a:cxn>
                <a:cxn ang="0">
                  <a:pos x="0" y="16"/>
                </a:cxn>
                <a:cxn ang="0">
                  <a:pos x="6" y="37"/>
                </a:cxn>
                <a:cxn ang="0">
                  <a:pos x="1" y="61"/>
                </a:cxn>
                <a:cxn ang="0">
                  <a:pos x="16" y="94"/>
                </a:cxn>
                <a:cxn ang="0">
                  <a:pos x="30" y="82"/>
                </a:cxn>
                <a:cxn ang="0">
                  <a:pos x="22" y="61"/>
                </a:cxn>
                <a:cxn ang="0">
                  <a:pos x="12" y="0"/>
                </a:cxn>
              </a:cxnLst>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w="12700">
              <a:noFill/>
            </a:ln>
          </p:spPr>
          <p:txBody>
            <a:bodyPr/>
            <a:p>
              <a:endParaRPr lang="zh-CN" altLang="en-US"/>
            </a:p>
          </p:txBody>
        </p:sp>
        <p:sp>
          <p:nvSpPr>
            <p:cNvPr id="2114" name="Freeform 64"/>
            <p:cNvSpPr/>
            <p:nvPr/>
          </p:nvSpPr>
          <p:spPr>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w="12700">
              <a:noFill/>
            </a:ln>
          </p:spPr>
          <p:txBody>
            <a:bodyPr/>
            <a:p>
              <a:endParaRPr lang="zh-CN" altLang="en-US"/>
            </a:p>
          </p:txBody>
        </p:sp>
        <p:sp>
          <p:nvSpPr>
            <p:cNvPr id="2115" name="Freeform 65"/>
            <p:cNvSpPr/>
            <p:nvPr/>
          </p:nvSpPr>
          <p:spPr>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w="12700">
              <a:noFill/>
            </a:ln>
          </p:spPr>
          <p:txBody>
            <a:bodyPr/>
            <a:p>
              <a:endParaRPr lang="zh-CN" altLang="en-US"/>
            </a:p>
          </p:txBody>
        </p:sp>
        <p:sp>
          <p:nvSpPr>
            <p:cNvPr id="2116" name="Freeform 66"/>
            <p:cNvSpPr/>
            <p:nvPr/>
          </p:nvSpPr>
          <p:spPr>
            <a:xfrm>
              <a:off x="4197" y="3193"/>
              <a:ext cx="29" cy="49"/>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w="12700">
              <a:noFill/>
            </a:ln>
          </p:spPr>
          <p:txBody>
            <a:bodyPr/>
            <a:p>
              <a:endParaRPr lang="zh-CN" altLang="en-US"/>
            </a:p>
          </p:txBody>
        </p:sp>
        <p:sp>
          <p:nvSpPr>
            <p:cNvPr id="2117" name="Freeform 67"/>
            <p:cNvSpPr/>
            <p:nvPr/>
          </p:nvSpPr>
          <p:spPr>
            <a:xfrm>
              <a:off x="4181" y="3275"/>
              <a:ext cx="18" cy="17"/>
            </a:xfrm>
            <a:custGeom>
              <a:avLst/>
              <a:gdLst/>
              <a:ahLst/>
              <a:cxnLst>
                <a:cxn ang="0">
                  <a:pos x="0" y="0"/>
                </a:cxn>
                <a:cxn ang="0">
                  <a:pos x="6" y="23"/>
                </a:cxn>
                <a:cxn ang="0">
                  <a:pos x="24" y="11"/>
                </a:cxn>
                <a:cxn ang="0">
                  <a:pos x="0" y="0"/>
                </a:cxn>
              </a:cxnLst>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w="12700">
              <a:noFill/>
            </a:ln>
          </p:spPr>
          <p:txBody>
            <a:bodyPr/>
            <a:p>
              <a:endParaRPr lang="zh-CN" altLang="en-US"/>
            </a:p>
          </p:txBody>
        </p:sp>
        <p:sp>
          <p:nvSpPr>
            <p:cNvPr id="2118" name="Freeform 68"/>
            <p:cNvSpPr/>
            <p:nvPr/>
          </p:nvSpPr>
          <p:spPr>
            <a:xfrm>
              <a:off x="4208" y="3265"/>
              <a:ext cx="45" cy="37"/>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w="12700">
              <a:noFill/>
            </a:ln>
          </p:spPr>
          <p:txBody>
            <a:bodyPr/>
            <a:p>
              <a:endParaRPr lang="zh-CN" altLang="en-US"/>
            </a:p>
          </p:txBody>
        </p:sp>
        <p:sp>
          <p:nvSpPr>
            <p:cNvPr id="2119" name="Freeform 69"/>
            <p:cNvSpPr/>
            <p:nvPr/>
          </p:nvSpPr>
          <p:spPr>
            <a:xfrm>
              <a:off x="4277" y="3335"/>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20" name="Freeform 70"/>
            <p:cNvSpPr/>
            <p:nvPr/>
          </p:nvSpPr>
          <p:spPr>
            <a:xfrm>
              <a:off x="4544" y="3293"/>
              <a:ext cx="46" cy="47"/>
            </a:xfrm>
            <a:custGeom>
              <a:avLst/>
              <a:gdLst/>
              <a:ahLst/>
              <a:cxnLst>
                <a:cxn ang="0">
                  <a:pos x="7" y="0"/>
                </a:cxn>
                <a:cxn ang="0">
                  <a:pos x="0" y="14"/>
                </a:cxn>
                <a:cxn ang="0">
                  <a:pos x="24" y="35"/>
                </a:cxn>
                <a:cxn ang="0">
                  <a:pos x="36" y="54"/>
                </a:cxn>
                <a:cxn ang="0">
                  <a:pos x="46" y="63"/>
                </a:cxn>
                <a:cxn ang="0">
                  <a:pos x="61" y="56"/>
                </a:cxn>
                <a:cxn ang="0">
                  <a:pos x="33" y="17"/>
                </a:cxn>
                <a:cxn ang="0">
                  <a:pos x="7" y="0"/>
                </a:cxn>
              </a:cxnLst>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w="12700">
              <a:noFill/>
            </a:ln>
          </p:spPr>
          <p:txBody>
            <a:bodyPr/>
            <a:p>
              <a:endParaRPr lang="zh-CN" altLang="en-US"/>
            </a:p>
          </p:txBody>
        </p:sp>
        <p:sp>
          <p:nvSpPr>
            <p:cNvPr id="2121" name="Freeform 71"/>
            <p:cNvSpPr/>
            <p:nvPr/>
          </p:nvSpPr>
          <p:spPr>
            <a:xfrm>
              <a:off x="4147" y="3352"/>
              <a:ext cx="46" cy="50"/>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w="12700">
              <a:noFill/>
            </a:ln>
          </p:spPr>
          <p:txBody>
            <a:bodyPr/>
            <a:p>
              <a:endParaRPr lang="zh-CN" altLang="en-US"/>
            </a:p>
          </p:txBody>
        </p:sp>
        <p:sp>
          <p:nvSpPr>
            <p:cNvPr id="2122" name="Freeform 72"/>
            <p:cNvSpPr/>
            <p:nvPr/>
          </p:nvSpPr>
          <p:spPr>
            <a:xfrm>
              <a:off x="4098" y="3371"/>
              <a:ext cx="32" cy="27"/>
            </a:xfrm>
            <a:custGeom>
              <a:avLst/>
              <a:gdLst/>
              <a:ahLst/>
              <a:cxnLst>
                <a:cxn ang="0">
                  <a:pos x="21" y="3"/>
                </a:cxn>
                <a:cxn ang="0">
                  <a:pos x="6" y="6"/>
                </a:cxn>
                <a:cxn ang="0">
                  <a:pos x="33" y="36"/>
                </a:cxn>
                <a:cxn ang="0">
                  <a:pos x="42" y="30"/>
                </a:cxn>
                <a:cxn ang="0">
                  <a:pos x="21" y="3"/>
                </a:cxn>
              </a:cxnLst>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w="12700">
              <a:noFill/>
            </a:ln>
          </p:spPr>
          <p:txBody>
            <a:bodyPr/>
            <a:p>
              <a:endParaRPr lang="zh-CN" altLang="en-US"/>
            </a:p>
          </p:txBody>
        </p:sp>
        <p:sp>
          <p:nvSpPr>
            <p:cNvPr id="2123" name="Freeform 73"/>
            <p:cNvSpPr/>
            <p:nvPr/>
          </p:nvSpPr>
          <p:spPr>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w="12700">
              <a:noFill/>
            </a:ln>
          </p:spPr>
          <p:txBody>
            <a:bodyPr/>
            <a:p>
              <a:endParaRPr lang="zh-CN" altLang="en-US"/>
            </a:p>
          </p:txBody>
        </p:sp>
        <p:sp>
          <p:nvSpPr>
            <p:cNvPr id="2124" name="Freeform 74"/>
            <p:cNvSpPr/>
            <p:nvPr/>
          </p:nvSpPr>
          <p:spPr>
            <a:xfrm>
              <a:off x="4111" y="3353"/>
              <a:ext cx="34" cy="24"/>
            </a:xfrm>
            <a:custGeom>
              <a:avLst/>
              <a:gdLst/>
              <a:ahLst/>
              <a:cxnLst>
                <a:cxn ang="0">
                  <a:pos x="21" y="0"/>
                </a:cxn>
                <a:cxn ang="0">
                  <a:pos x="0" y="7"/>
                </a:cxn>
                <a:cxn ang="0">
                  <a:pos x="27" y="31"/>
                </a:cxn>
                <a:cxn ang="0">
                  <a:pos x="45" y="24"/>
                </a:cxn>
                <a:cxn ang="0">
                  <a:pos x="22" y="10"/>
                </a:cxn>
                <a:cxn ang="0">
                  <a:pos x="21" y="0"/>
                </a:cxn>
              </a:cxnLst>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w="12700">
              <a:noFill/>
            </a:ln>
          </p:spPr>
          <p:txBody>
            <a:bodyPr/>
            <a:p>
              <a:endParaRPr lang="zh-CN" altLang="en-US"/>
            </a:p>
          </p:txBody>
        </p:sp>
        <p:sp>
          <p:nvSpPr>
            <p:cNvPr id="2125" name="Freeform 75"/>
            <p:cNvSpPr/>
            <p:nvPr/>
          </p:nvSpPr>
          <p:spPr>
            <a:xfrm>
              <a:off x="4062" y="3021"/>
              <a:ext cx="27" cy="55"/>
            </a:xfrm>
            <a:custGeom>
              <a:avLst/>
              <a:gdLst/>
              <a:ahLst/>
              <a:cxnLst>
                <a:cxn ang="0">
                  <a:pos x="30" y="0"/>
                </a:cxn>
                <a:cxn ang="0">
                  <a:pos x="21" y="15"/>
                </a:cxn>
                <a:cxn ang="0">
                  <a:pos x="9" y="36"/>
                </a:cxn>
                <a:cxn ang="0">
                  <a:pos x="0" y="59"/>
                </a:cxn>
                <a:cxn ang="0">
                  <a:pos x="8" y="74"/>
                </a:cxn>
                <a:cxn ang="0">
                  <a:pos x="20" y="59"/>
                </a:cxn>
                <a:cxn ang="0">
                  <a:pos x="35" y="32"/>
                </a:cxn>
                <a:cxn ang="0">
                  <a:pos x="30" y="0"/>
                </a:cxn>
              </a:cxnLst>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w="12700">
              <a:noFill/>
            </a:ln>
          </p:spPr>
          <p:txBody>
            <a:bodyPr/>
            <a:p>
              <a:endParaRPr lang="zh-CN" altLang="en-US"/>
            </a:p>
          </p:txBody>
        </p:sp>
        <p:sp>
          <p:nvSpPr>
            <p:cNvPr id="2126" name="Freeform 76"/>
            <p:cNvSpPr/>
            <p:nvPr/>
          </p:nvSpPr>
          <p:spPr>
            <a:xfrm>
              <a:off x="4113" y="3012"/>
              <a:ext cx="19" cy="55"/>
            </a:xfrm>
            <a:custGeom>
              <a:avLst/>
              <a:gdLst/>
              <a:ahLst/>
              <a:cxnLst>
                <a:cxn ang="0">
                  <a:pos x="13" y="7"/>
                </a:cxn>
                <a:cxn ang="0">
                  <a:pos x="4" y="8"/>
                </a:cxn>
                <a:cxn ang="0">
                  <a:pos x="0" y="22"/>
                </a:cxn>
                <a:cxn ang="0">
                  <a:pos x="15" y="41"/>
                </a:cxn>
                <a:cxn ang="0">
                  <a:pos x="25" y="56"/>
                </a:cxn>
                <a:cxn ang="0">
                  <a:pos x="16" y="20"/>
                </a:cxn>
                <a:cxn ang="0">
                  <a:pos x="13" y="7"/>
                </a:cxn>
              </a:cxnLst>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w="12700">
              <a:noFill/>
            </a:ln>
          </p:spPr>
          <p:txBody>
            <a:bodyPr/>
            <a:p>
              <a:endParaRPr lang="zh-CN" altLang="en-US"/>
            </a:p>
          </p:txBody>
        </p:sp>
        <p:sp>
          <p:nvSpPr>
            <p:cNvPr id="2127" name="Freeform 77"/>
            <p:cNvSpPr/>
            <p:nvPr/>
          </p:nvSpPr>
          <p:spPr>
            <a:xfrm>
              <a:off x="4135" y="2995"/>
              <a:ext cx="10" cy="25"/>
            </a:xfrm>
            <a:custGeom>
              <a:avLst/>
              <a:gdLst/>
              <a:ahLst/>
              <a:cxnLst>
                <a:cxn ang="0">
                  <a:pos x="11" y="0"/>
                </a:cxn>
                <a:cxn ang="0">
                  <a:pos x="1" y="10"/>
                </a:cxn>
                <a:cxn ang="0">
                  <a:pos x="11" y="25"/>
                </a:cxn>
                <a:cxn ang="0">
                  <a:pos x="11" y="0"/>
                </a:cxn>
              </a:cxnLst>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w="12700">
              <a:noFill/>
            </a:ln>
          </p:spPr>
          <p:txBody>
            <a:bodyPr/>
            <a:p>
              <a:endParaRPr lang="zh-CN" altLang="en-US"/>
            </a:p>
          </p:txBody>
        </p:sp>
        <p:sp>
          <p:nvSpPr>
            <p:cNvPr id="2128" name="Freeform 78"/>
            <p:cNvSpPr/>
            <p:nvPr/>
          </p:nvSpPr>
          <p:spPr>
            <a:xfrm>
              <a:off x="4145" y="3007"/>
              <a:ext cx="21" cy="48"/>
            </a:xfrm>
            <a:custGeom>
              <a:avLst/>
              <a:gdLst/>
              <a:ahLst/>
              <a:cxnLst>
                <a:cxn ang="0">
                  <a:pos x="5" y="0"/>
                </a:cxn>
                <a:cxn ang="0">
                  <a:pos x="11" y="14"/>
                </a:cxn>
                <a:cxn ang="0">
                  <a:pos x="20" y="21"/>
                </a:cxn>
                <a:cxn ang="0">
                  <a:pos x="8" y="39"/>
                </a:cxn>
                <a:cxn ang="0">
                  <a:pos x="0" y="56"/>
                </a:cxn>
                <a:cxn ang="0">
                  <a:pos x="11" y="57"/>
                </a:cxn>
                <a:cxn ang="0">
                  <a:pos x="26" y="26"/>
                </a:cxn>
                <a:cxn ang="0">
                  <a:pos x="5" y="0"/>
                </a:cxn>
              </a:cxnLst>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w="12700">
              <a:noFill/>
            </a:ln>
          </p:spPr>
          <p:txBody>
            <a:bodyPr/>
            <a:p>
              <a:endParaRPr lang="zh-CN" altLang="en-US"/>
            </a:p>
          </p:txBody>
        </p:sp>
        <p:sp>
          <p:nvSpPr>
            <p:cNvPr id="2129" name="Freeform 79"/>
            <p:cNvSpPr/>
            <p:nvPr/>
          </p:nvSpPr>
          <p:spPr>
            <a:xfrm>
              <a:off x="3876" y="3076"/>
              <a:ext cx="12" cy="27"/>
            </a:xfrm>
            <a:custGeom>
              <a:avLst/>
              <a:gdLst/>
              <a:ahLst/>
              <a:cxnLst>
                <a:cxn ang="0">
                  <a:pos x="14" y="3"/>
                </a:cxn>
                <a:cxn ang="0">
                  <a:pos x="0" y="7"/>
                </a:cxn>
                <a:cxn ang="0">
                  <a:pos x="8" y="22"/>
                </a:cxn>
                <a:cxn ang="0">
                  <a:pos x="14" y="3"/>
                </a:cxn>
              </a:cxnLst>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w="12700">
              <a:noFill/>
            </a:ln>
          </p:spPr>
          <p:txBody>
            <a:bodyPr/>
            <a:p>
              <a:endParaRPr lang="zh-CN" altLang="en-US"/>
            </a:p>
          </p:txBody>
        </p:sp>
        <p:sp>
          <p:nvSpPr>
            <p:cNvPr id="2130" name="Freeform 80"/>
            <p:cNvSpPr/>
            <p:nvPr/>
          </p:nvSpPr>
          <p:spPr>
            <a:xfrm>
              <a:off x="3866" y="305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31" name="Freeform 81"/>
            <p:cNvSpPr/>
            <p:nvPr/>
          </p:nvSpPr>
          <p:spPr>
            <a:xfrm>
              <a:off x="3862" y="3035"/>
              <a:ext cx="12" cy="14"/>
            </a:xfrm>
            <a:custGeom>
              <a:avLst/>
              <a:gdLst/>
              <a:ahLst/>
              <a:cxnLst>
                <a:cxn ang="0">
                  <a:pos x="10" y="5"/>
                </a:cxn>
                <a:cxn ang="0">
                  <a:pos x="0" y="10"/>
                </a:cxn>
                <a:cxn ang="0">
                  <a:pos x="12" y="19"/>
                </a:cxn>
                <a:cxn ang="0">
                  <a:pos x="10" y="5"/>
                </a:cxn>
              </a:cxnLst>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w="12700">
              <a:noFill/>
            </a:ln>
          </p:spPr>
          <p:txBody>
            <a:bodyPr/>
            <a:p>
              <a:endParaRPr lang="zh-CN" altLang="en-US"/>
            </a:p>
          </p:txBody>
        </p:sp>
        <p:sp>
          <p:nvSpPr>
            <p:cNvPr id="2132" name="Freeform 82"/>
            <p:cNvSpPr/>
            <p:nvPr/>
          </p:nvSpPr>
          <p:spPr>
            <a:xfrm>
              <a:off x="3850" y="2995"/>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33" name="Freeform 83"/>
            <p:cNvSpPr/>
            <p:nvPr/>
          </p:nvSpPr>
          <p:spPr>
            <a:xfrm>
              <a:off x="3852" y="3020"/>
              <a:ext cx="16" cy="13"/>
            </a:xfrm>
            <a:custGeom>
              <a:avLst/>
              <a:gdLst/>
              <a:ahLst/>
              <a:cxnLst>
                <a:cxn ang="0">
                  <a:pos x="13" y="0"/>
                </a:cxn>
                <a:cxn ang="0">
                  <a:pos x="19" y="18"/>
                </a:cxn>
                <a:cxn ang="0">
                  <a:pos x="14" y="6"/>
                </a:cxn>
                <a:cxn ang="0">
                  <a:pos x="13" y="0"/>
                </a:cxn>
              </a:cxnLst>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w="12700">
              <a:noFill/>
            </a:ln>
          </p:spPr>
          <p:txBody>
            <a:bodyPr/>
            <a:p>
              <a:endParaRPr lang="zh-CN" altLang="en-US"/>
            </a:p>
          </p:txBody>
        </p:sp>
        <p:sp>
          <p:nvSpPr>
            <p:cNvPr id="2134" name="Freeform 84"/>
            <p:cNvSpPr/>
            <p:nvPr/>
          </p:nvSpPr>
          <p:spPr>
            <a:xfrm>
              <a:off x="4688" y="3643"/>
              <a:ext cx="45" cy="60"/>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w="12700">
              <a:noFill/>
            </a:ln>
          </p:spPr>
          <p:txBody>
            <a:bodyPr/>
            <a:p>
              <a:endParaRPr lang="zh-CN" altLang="en-US"/>
            </a:p>
          </p:txBody>
        </p:sp>
        <p:sp>
          <p:nvSpPr>
            <p:cNvPr id="2135" name="Freeform 85"/>
            <p:cNvSpPr/>
            <p:nvPr/>
          </p:nvSpPr>
          <p:spPr>
            <a:xfrm>
              <a:off x="4919" y="3594"/>
              <a:ext cx="53" cy="46"/>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w="12700">
              <a:noFill/>
            </a:ln>
          </p:spPr>
          <p:txBody>
            <a:bodyPr/>
            <a:p>
              <a:endParaRPr lang="zh-CN" altLang="en-US"/>
            </a:p>
          </p:txBody>
        </p:sp>
        <p:sp>
          <p:nvSpPr>
            <p:cNvPr id="2136" name="Freeform 86"/>
            <p:cNvSpPr/>
            <p:nvPr/>
          </p:nvSpPr>
          <p:spPr>
            <a:xfrm>
              <a:off x="4759" y="3569"/>
              <a:ext cx="17" cy="23"/>
            </a:xfrm>
            <a:custGeom>
              <a:avLst/>
              <a:gdLst/>
              <a:ahLst/>
              <a:cxnLst>
                <a:cxn ang="0">
                  <a:pos x="9" y="0"/>
                </a:cxn>
                <a:cxn ang="0">
                  <a:pos x="0" y="14"/>
                </a:cxn>
                <a:cxn ang="0">
                  <a:pos x="12" y="30"/>
                </a:cxn>
                <a:cxn ang="0">
                  <a:pos x="9" y="0"/>
                </a:cxn>
              </a:cxnLst>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w="12700">
              <a:noFill/>
            </a:ln>
          </p:spPr>
          <p:txBody>
            <a:bodyPr/>
            <a:p>
              <a:endParaRPr lang="zh-CN" altLang="en-US"/>
            </a:p>
          </p:txBody>
        </p:sp>
        <p:sp>
          <p:nvSpPr>
            <p:cNvPr id="2137" name="Freeform 87"/>
            <p:cNvSpPr/>
            <p:nvPr/>
          </p:nvSpPr>
          <p:spPr>
            <a:xfrm>
              <a:off x="4751" y="3547"/>
              <a:ext cx="20" cy="17"/>
            </a:xfrm>
            <a:custGeom>
              <a:avLst/>
              <a:gdLst/>
              <a:ahLst/>
              <a:cxnLst>
                <a:cxn ang="0">
                  <a:pos x="19" y="0"/>
                </a:cxn>
                <a:cxn ang="0">
                  <a:pos x="0" y="14"/>
                </a:cxn>
                <a:cxn ang="0">
                  <a:pos x="21" y="20"/>
                </a:cxn>
                <a:cxn ang="0">
                  <a:pos x="19" y="0"/>
                </a:cxn>
              </a:cxnLst>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w="12700">
              <a:noFill/>
            </a:ln>
          </p:spPr>
          <p:txBody>
            <a:bodyPr/>
            <a:p>
              <a:endParaRPr lang="zh-CN" altLang="en-US"/>
            </a:p>
          </p:txBody>
        </p:sp>
        <p:sp>
          <p:nvSpPr>
            <p:cNvPr id="2138" name="Freeform 88"/>
            <p:cNvSpPr/>
            <p:nvPr/>
          </p:nvSpPr>
          <p:spPr>
            <a:xfrm>
              <a:off x="4598" y="3353"/>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39" name="Freeform 89"/>
            <p:cNvSpPr/>
            <p:nvPr/>
          </p:nvSpPr>
          <p:spPr>
            <a:xfrm>
              <a:off x="4632" y="3396"/>
              <a:ext cx="26" cy="33"/>
            </a:xfrm>
            <a:custGeom>
              <a:avLst/>
              <a:gdLst/>
              <a:ahLst/>
              <a:cxnLst>
                <a:cxn ang="0">
                  <a:pos x="30" y="0"/>
                </a:cxn>
                <a:cxn ang="0">
                  <a:pos x="10" y="9"/>
                </a:cxn>
                <a:cxn ang="0">
                  <a:pos x="14" y="32"/>
                </a:cxn>
                <a:cxn ang="0">
                  <a:pos x="26" y="36"/>
                </a:cxn>
                <a:cxn ang="0">
                  <a:pos x="30" y="0"/>
                </a:cxn>
              </a:cxnLst>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w="12700">
              <a:noFill/>
            </a:ln>
          </p:spPr>
          <p:txBody>
            <a:bodyPr/>
            <a:p>
              <a:endParaRPr lang="zh-CN" altLang="en-US"/>
            </a:p>
          </p:txBody>
        </p:sp>
        <p:sp>
          <p:nvSpPr>
            <p:cNvPr id="2140" name="Freeform 90"/>
            <p:cNvSpPr/>
            <p:nvPr/>
          </p:nvSpPr>
          <p:spPr>
            <a:xfrm>
              <a:off x="4659" y="3459"/>
              <a:ext cx="28" cy="28"/>
            </a:xfrm>
            <a:custGeom>
              <a:avLst/>
              <a:gdLst/>
              <a:ahLst/>
              <a:cxnLst>
                <a:cxn ang="0">
                  <a:pos x="34" y="2"/>
                </a:cxn>
                <a:cxn ang="0">
                  <a:pos x="10" y="2"/>
                </a:cxn>
                <a:cxn ang="0">
                  <a:pos x="14" y="25"/>
                </a:cxn>
                <a:cxn ang="0">
                  <a:pos x="26" y="29"/>
                </a:cxn>
                <a:cxn ang="0">
                  <a:pos x="34" y="2"/>
                </a:cxn>
              </a:cxnLst>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w="12700">
              <a:noFill/>
            </a:ln>
          </p:spPr>
          <p:txBody>
            <a:bodyPr/>
            <a:p>
              <a:endParaRPr lang="zh-CN" altLang="en-US"/>
            </a:p>
          </p:txBody>
        </p:sp>
        <p:sp>
          <p:nvSpPr>
            <p:cNvPr id="2141" name="Freeform 91"/>
            <p:cNvSpPr/>
            <p:nvPr/>
          </p:nvSpPr>
          <p:spPr>
            <a:xfrm>
              <a:off x="4693" y="3449"/>
              <a:ext cx="28" cy="26"/>
            </a:xfrm>
            <a:custGeom>
              <a:avLst/>
              <a:gdLst/>
              <a:ahLst/>
              <a:cxnLst>
                <a:cxn ang="0">
                  <a:pos x="34" y="2"/>
                </a:cxn>
                <a:cxn ang="0">
                  <a:pos x="10" y="2"/>
                </a:cxn>
                <a:cxn ang="0">
                  <a:pos x="16" y="22"/>
                </a:cxn>
                <a:cxn ang="0">
                  <a:pos x="27" y="22"/>
                </a:cxn>
                <a:cxn ang="0">
                  <a:pos x="34" y="2"/>
                </a:cxn>
              </a:cxnLst>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w="12700">
              <a:noFill/>
            </a:ln>
          </p:spPr>
          <p:txBody>
            <a:bodyPr/>
            <a:p>
              <a:endParaRPr lang="zh-CN" altLang="en-US"/>
            </a:p>
          </p:txBody>
        </p:sp>
        <p:sp>
          <p:nvSpPr>
            <p:cNvPr id="2142" name="Freeform 92"/>
            <p:cNvSpPr/>
            <p:nvPr/>
          </p:nvSpPr>
          <p:spPr>
            <a:xfrm>
              <a:off x="4683" y="3413"/>
              <a:ext cx="26" cy="20"/>
            </a:xfrm>
            <a:custGeom>
              <a:avLst/>
              <a:gdLst/>
              <a:ahLst/>
              <a:cxnLst>
                <a:cxn ang="0">
                  <a:pos x="31" y="1"/>
                </a:cxn>
                <a:cxn ang="0">
                  <a:pos x="10" y="2"/>
                </a:cxn>
                <a:cxn ang="0">
                  <a:pos x="13" y="15"/>
                </a:cxn>
                <a:cxn ang="0">
                  <a:pos x="25" y="19"/>
                </a:cxn>
                <a:cxn ang="0">
                  <a:pos x="31" y="1"/>
                </a:cxn>
              </a:cxnLst>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w="12700">
              <a:noFill/>
            </a:ln>
          </p:spPr>
          <p:txBody>
            <a:bodyPr/>
            <a:p>
              <a:endParaRPr lang="zh-CN" altLang="en-US"/>
            </a:p>
          </p:txBody>
        </p:sp>
        <p:sp>
          <p:nvSpPr>
            <p:cNvPr id="2143" name="Freeform 93"/>
            <p:cNvSpPr/>
            <p:nvPr/>
          </p:nvSpPr>
          <p:spPr>
            <a:xfrm>
              <a:off x="4657" y="3388"/>
              <a:ext cx="26" cy="35"/>
            </a:xfrm>
            <a:custGeom>
              <a:avLst/>
              <a:gdLst/>
              <a:ahLst/>
              <a:cxnLst>
                <a:cxn ang="0">
                  <a:pos x="28" y="16"/>
                </a:cxn>
                <a:cxn ang="0">
                  <a:pos x="19" y="2"/>
                </a:cxn>
                <a:cxn ang="0">
                  <a:pos x="10" y="25"/>
                </a:cxn>
                <a:cxn ang="0">
                  <a:pos x="19" y="35"/>
                </a:cxn>
                <a:cxn ang="0">
                  <a:pos x="27" y="29"/>
                </a:cxn>
                <a:cxn ang="0">
                  <a:pos x="28" y="16"/>
                </a:cxn>
              </a:cxnLst>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w="12700">
              <a:noFill/>
            </a:ln>
          </p:spPr>
          <p:txBody>
            <a:bodyPr/>
            <a:p>
              <a:endParaRPr lang="zh-CN" altLang="en-US"/>
            </a:p>
          </p:txBody>
        </p:sp>
        <p:sp>
          <p:nvSpPr>
            <p:cNvPr id="2144" name="Freeform 94"/>
            <p:cNvSpPr/>
            <p:nvPr/>
          </p:nvSpPr>
          <p:spPr>
            <a:xfrm>
              <a:off x="4625" y="3372"/>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5" name="Freeform 95"/>
            <p:cNvSpPr/>
            <p:nvPr/>
          </p:nvSpPr>
          <p:spPr>
            <a:xfrm>
              <a:off x="4665" y="3425"/>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6" name="Freeform 96"/>
            <p:cNvSpPr/>
            <p:nvPr/>
          </p:nvSpPr>
          <p:spPr>
            <a:xfrm>
              <a:off x="3055" y="2051"/>
              <a:ext cx="141" cy="108"/>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w="12700">
              <a:noFill/>
            </a:ln>
          </p:spPr>
          <p:txBody>
            <a:bodyPr/>
            <a:p>
              <a:endParaRPr lang="zh-CN" altLang="en-US"/>
            </a:p>
          </p:txBody>
        </p:sp>
        <p:sp>
          <p:nvSpPr>
            <p:cNvPr id="2147" name="Freeform 97"/>
            <p:cNvSpPr/>
            <p:nvPr/>
          </p:nvSpPr>
          <p:spPr>
            <a:xfrm>
              <a:off x="3139" y="2155"/>
              <a:ext cx="40" cy="12"/>
            </a:xfrm>
            <a:custGeom>
              <a:avLst/>
              <a:gdLst/>
              <a:ahLst/>
              <a:cxnLst>
                <a:cxn ang="0">
                  <a:pos x="24" y="0"/>
                </a:cxn>
                <a:cxn ang="0">
                  <a:pos x="12" y="2"/>
                </a:cxn>
                <a:cxn ang="0">
                  <a:pos x="32" y="16"/>
                </a:cxn>
                <a:cxn ang="0">
                  <a:pos x="44" y="14"/>
                </a:cxn>
                <a:cxn ang="0">
                  <a:pos x="24" y="0"/>
                </a:cxn>
              </a:cxnLst>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w="12700">
              <a:noFill/>
            </a:ln>
          </p:spPr>
          <p:txBody>
            <a:bodyPr/>
            <a:p>
              <a:endParaRPr lang="zh-CN" altLang="en-US"/>
            </a:p>
          </p:txBody>
        </p:sp>
        <p:sp>
          <p:nvSpPr>
            <p:cNvPr id="2148" name="Freeform 98"/>
            <p:cNvSpPr/>
            <p:nvPr/>
          </p:nvSpPr>
          <p:spPr>
            <a:xfrm>
              <a:off x="3344" y="1999"/>
              <a:ext cx="42" cy="28"/>
            </a:xfrm>
            <a:custGeom>
              <a:avLst/>
              <a:gdLst/>
              <a:ahLst/>
              <a:cxnLst>
                <a:cxn ang="0">
                  <a:pos x="57" y="4"/>
                </a:cxn>
                <a:cxn ang="0">
                  <a:pos x="25" y="24"/>
                </a:cxn>
                <a:cxn ang="0">
                  <a:pos x="11" y="34"/>
                </a:cxn>
                <a:cxn ang="0">
                  <a:pos x="9" y="4"/>
                </a:cxn>
                <a:cxn ang="0">
                  <a:pos x="21" y="0"/>
                </a:cxn>
                <a:cxn ang="0">
                  <a:pos x="57" y="4"/>
                </a:cxn>
              </a:cxnLst>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w="12700">
              <a:noFill/>
            </a:ln>
          </p:spPr>
          <p:txBody>
            <a:bodyPr/>
            <a:p>
              <a:endParaRPr lang="zh-CN" altLang="en-US"/>
            </a:p>
          </p:txBody>
        </p:sp>
        <p:sp>
          <p:nvSpPr>
            <p:cNvPr id="2149" name="Freeform 99"/>
            <p:cNvSpPr/>
            <p:nvPr/>
          </p:nvSpPr>
          <p:spPr>
            <a:xfrm>
              <a:off x="3374" y="2012"/>
              <a:ext cx="50" cy="20"/>
            </a:xfrm>
            <a:custGeom>
              <a:avLst/>
              <a:gdLst/>
              <a:ahLst/>
              <a:cxnLst>
                <a:cxn ang="0">
                  <a:pos x="29" y="0"/>
                </a:cxn>
                <a:cxn ang="0">
                  <a:pos x="11" y="6"/>
                </a:cxn>
                <a:cxn ang="0">
                  <a:pos x="57" y="26"/>
                </a:cxn>
                <a:cxn ang="0">
                  <a:pos x="63" y="24"/>
                </a:cxn>
                <a:cxn ang="0">
                  <a:pos x="29" y="0"/>
                </a:cxn>
              </a:cxnLst>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w="12700">
              <a:noFill/>
            </a:ln>
          </p:spPr>
          <p:txBody>
            <a:bodyPr/>
            <a:p>
              <a:endParaRPr lang="zh-CN" altLang="en-US"/>
            </a:p>
          </p:txBody>
        </p:sp>
        <p:sp>
          <p:nvSpPr>
            <p:cNvPr id="2150" name="Freeform 100"/>
            <p:cNvSpPr/>
            <p:nvPr/>
          </p:nvSpPr>
          <p:spPr>
            <a:xfrm>
              <a:off x="3428" y="2015"/>
              <a:ext cx="50" cy="32"/>
            </a:xfrm>
            <a:custGeom>
              <a:avLst/>
              <a:gdLst/>
              <a:ahLst/>
              <a:cxnLst>
                <a:cxn ang="0">
                  <a:pos x="50" y="9"/>
                </a:cxn>
                <a:cxn ang="0">
                  <a:pos x="26" y="9"/>
                </a:cxn>
                <a:cxn ang="0">
                  <a:pos x="10" y="9"/>
                </a:cxn>
                <a:cxn ang="0">
                  <a:pos x="8" y="35"/>
                </a:cxn>
                <a:cxn ang="0">
                  <a:pos x="32" y="43"/>
                </a:cxn>
                <a:cxn ang="0">
                  <a:pos x="62" y="27"/>
                </a:cxn>
                <a:cxn ang="0">
                  <a:pos x="50" y="9"/>
                </a:cxn>
              </a:cxnLst>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w="12700">
              <a:noFill/>
            </a:ln>
          </p:spPr>
          <p:txBody>
            <a:bodyPr/>
            <a:p>
              <a:endParaRPr lang="zh-CN" altLang="en-US"/>
            </a:p>
          </p:txBody>
        </p:sp>
        <p:sp>
          <p:nvSpPr>
            <p:cNvPr id="2151" name="Freeform 101"/>
            <p:cNvSpPr/>
            <p:nvPr/>
          </p:nvSpPr>
          <p:spPr>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w="12700">
              <a:noFill/>
            </a:ln>
          </p:spPr>
          <p:txBody>
            <a:bodyPr/>
            <a:p>
              <a:endParaRPr lang="zh-CN" altLang="en-US"/>
            </a:p>
          </p:txBody>
        </p:sp>
        <p:sp>
          <p:nvSpPr>
            <p:cNvPr id="2152" name="Freeform 102"/>
            <p:cNvSpPr/>
            <p:nvPr/>
          </p:nvSpPr>
          <p:spPr>
            <a:xfrm>
              <a:off x="3867" y="2041"/>
              <a:ext cx="46" cy="24"/>
            </a:xfrm>
            <a:custGeom>
              <a:avLst/>
              <a:gdLst/>
              <a:ahLst/>
              <a:cxnLst>
                <a:cxn ang="0">
                  <a:pos x="32" y="4"/>
                </a:cxn>
                <a:cxn ang="0">
                  <a:pos x="62" y="10"/>
                </a:cxn>
                <a:cxn ang="0">
                  <a:pos x="30" y="32"/>
                </a:cxn>
                <a:cxn ang="0">
                  <a:pos x="6" y="22"/>
                </a:cxn>
                <a:cxn ang="0">
                  <a:pos x="32" y="4"/>
                </a:cxn>
              </a:cxnLst>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w="12700">
              <a:noFill/>
            </a:ln>
          </p:spPr>
          <p:txBody>
            <a:bodyPr/>
            <a:p>
              <a:endParaRPr lang="zh-CN" altLang="en-US"/>
            </a:p>
          </p:txBody>
        </p:sp>
        <p:sp>
          <p:nvSpPr>
            <p:cNvPr id="2153" name="Freeform 103"/>
            <p:cNvSpPr/>
            <p:nvPr/>
          </p:nvSpPr>
          <p:spPr>
            <a:xfrm>
              <a:off x="3846" y="2070"/>
              <a:ext cx="37" cy="17"/>
            </a:xfrm>
            <a:custGeom>
              <a:avLst/>
              <a:gdLst/>
              <a:ahLst/>
              <a:cxnLst>
                <a:cxn ang="0">
                  <a:pos x="20" y="1"/>
                </a:cxn>
                <a:cxn ang="0">
                  <a:pos x="6" y="5"/>
                </a:cxn>
                <a:cxn ang="0">
                  <a:pos x="38" y="23"/>
                </a:cxn>
                <a:cxn ang="0">
                  <a:pos x="20" y="1"/>
                </a:cxn>
              </a:cxnLst>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w="12700">
              <a:noFill/>
            </a:ln>
          </p:spPr>
          <p:txBody>
            <a:bodyPr/>
            <a:p>
              <a:endParaRPr lang="zh-CN" altLang="en-US"/>
            </a:p>
          </p:txBody>
        </p:sp>
        <p:sp>
          <p:nvSpPr>
            <p:cNvPr id="2154" name="Freeform 104"/>
            <p:cNvSpPr/>
            <p:nvPr/>
          </p:nvSpPr>
          <p:spPr>
            <a:xfrm>
              <a:off x="4098" y="2294"/>
              <a:ext cx="76"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w="12700">
              <a:noFill/>
            </a:ln>
          </p:spPr>
          <p:txBody>
            <a:bodyPr/>
            <a:p>
              <a:endParaRPr lang="zh-CN" altLang="en-US"/>
            </a:p>
          </p:txBody>
        </p:sp>
        <p:sp>
          <p:nvSpPr>
            <p:cNvPr id="2155" name="Freeform 105"/>
            <p:cNvSpPr/>
            <p:nvPr/>
          </p:nvSpPr>
          <p:spPr>
            <a:xfrm>
              <a:off x="4159" y="2412"/>
              <a:ext cx="55" cy="78"/>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w="12700">
              <a:noFill/>
            </a:ln>
          </p:spPr>
          <p:txBody>
            <a:bodyPr/>
            <a:p>
              <a:endParaRPr lang="zh-CN" altLang="en-US"/>
            </a:p>
          </p:txBody>
        </p:sp>
        <p:sp>
          <p:nvSpPr>
            <p:cNvPr id="2156" name="Freeform 106"/>
            <p:cNvSpPr/>
            <p:nvPr/>
          </p:nvSpPr>
          <p:spPr>
            <a:xfrm>
              <a:off x="4123" y="2492"/>
              <a:ext cx="109" cy="189"/>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w="12700">
              <a:noFill/>
            </a:ln>
          </p:spPr>
          <p:txBody>
            <a:bodyPr/>
            <a:p>
              <a:endParaRPr lang="zh-CN" altLang="en-US"/>
            </a:p>
          </p:txBody>
        </p:sp>
        <p:sp>
          <p:nvSpPr>
            <p:cNvPr id="2157" name="Freeform 107"/>
            <p:cNvSpPr/>
            <p:nvPr/>
          </p:nvSpPr>
          <p:spPr>
            <a:xfrm>
              <a:off x="3062" y="1988"/>
              <a:ext cx="52" cy="30"/>
            </a:xfrm>
            <a:custGeom>
              <a:avLst/>
              <a:gdLst/>
              <a:ahLst/>
              <a:cxnLst>
                <a:cxn ang="0">
                  <a:pos x="59" y="0"/>
                </a:cxn>
                <a:cxn ang="0">
                  <a:pos x="65" y="20"/>
                </a:cxn>
                <a:cxn ang="0">
                  <a:pos x="41" y="24"/>
                </a:cxn>
                <a:cxn ang="0">
                  <a:pos x="31" y="40"/>
                </a:cxn>
                <a:cxn ang="0">
                  <a:pos x="7" y="38"/>
                </a:cxn>
                <a:cxn ang="0">
                  <a:pos x="1" y="36"/>
                </a:cxn>
                <a:cxn ang="0">
                  <a:pos x="33" y="20"/>
                </a:cxn>
                <a:cxn ang="0">
                  <a:pos x="59" y="0"/>
                </a:cxn>
              </a:cxnLst>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w="12700">
              <a:noFill/>
            </a:ln>
          </p:spPr>
          <p:txBody>
            <a:bodyPr/>
            <a:p>
              <a:endParaRPr lang="zh-CN" altLang="en-US"/>
            </a:p>
          </p:txBody>
        </p:sp>
        <p:sp>
          <p:nvSpPr>
            <p:cNvPr id="2158" name="Freeform 108"/>
            <p:cNvSpPr/>
            <p:nvPr/>
          </p:nvSpPr>
          <p:spPr>
            <a:xfrm>
              <a:off x="2955" y="1997"/>
              <a:ext cx="19" cy="22"/>
            </a:xfrm>
            <a:custGeom>
              <a:avLst/>
              <a:gdLst/>
              <a:ahLst/>
              <a:cxnLst>
                <a:cxn ang="0">
                  <a:pos x="18" y="0"/>
                </a:cxn>
                <a:cxn ang="0">
                  <a:pos x="0" y="18"/>
                </a:cxn>
                <a:cxn ang="0">
                  <a:pos x="18" y="26"/>
                </a:cxn>
                <a:cxn ang="0">
                  <a:pos x="18" y="0"/>
                </a:cxn>
              </a:cxnLst>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w="12700">
              <a:noFill/>
            </a:ln>
          </p:spPr>
          <p:txBody>
            <a:bodyPr/>
            <a:p>
              <a:endParaRPr lang="zh-CN" altLang="en-US"/>
            </a:p>
          </p:txBody>
        </p:sp>
        <p:sp>
          <p:nvSpPr>
            <p:cNvPr id="2159" name="Freeform 109"/>
            <p:cNvSpPr/>
            <p:nvPr/>
          </p:nvSpPr>
          <p:spPr>
            <a:xfrm>
              <a:off x="2979" y="1996"/>
              <a:ext cx="37" cy="27"/>
            </a:xfrm>
            <a:custGeom>
              <a:avLst/>
              <a:gdLst/>
              <a:ahLst/>
              <a:cxnLst>
                <a:cxn ang="0">
                  <a:pos x="14" y="6"/>
                </a:cxn>
                <a:cxn ang="0">
                  <a:pos x="0" y="18"/>
                </a:cxn>
                <a:cxn ang="0">
                  <a:pos x="6" y="32"/>
                </a:cxn>
                <a:cxn ang="0">
                  <a:pos x="18" y="36"/>
                </a:cxn>
                <a:cxn ang="0">
                  <a:pos x="40" y="26"/>
                </a:cxn>
                <a:cxn ang="0">
                  <a:pos x="14" y="6"/>
                </a:cxn>
              </a:cxnLst>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w="12700">
              <a:noFill/>
            </a:ln>
          </p:spPr>
          <p:txBody>
            <a:bodyPr/>
            <a:p>
              <a:endParaRPr lang="zh-CN" altLang="en-US"/>
            </a:p>
          </p:txBody>
        </p:sp>
        <p:sp>
          <p:nvSpPr>
            <p:cNvPr id="2160" name="Freeform 110"/>
            <p:cNvSpPr/>
            <p:nvPr/>
          </p:nvSpPr>
          <p:spPr>
            <a:xfrm>
              <a:off x="3040" y="1987"/>
              <a:ext cx="20" cy="16"/>
            </a:xfrm>
            <a:custGeom>
              <a:avLst/>
              <a:gdLst/>
              <a:ahLst/>
              <a:cxnLst>
                <a:cxn ang="0">
                  <a:pos x="11" y="0"/>
                </a:cxn>
                <a:cxn ang="0">
                  <a:pos x="3" y="12"/>
                </a:cxn>
                <a:cxn ang="0">
                  <a:pos x="19" y="22"/>
                </a:cxn>
                <a:cxn ang="0">
                  <a:pos x="11" y="0"/>
                </a:cxn>
              </a:cxnLst>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w="12700">
              <a:noFill/>
            </a:ln>
          </p:spPr>
          <p:txBody>
            <a:bodyPr/>
            <a:p>
              <a:endParaRPr lang="zh-CN" altLang="en-US"/>
            </a:p>
          </p:txBody>
        </p:sp>
        <p:sp>
          <p:nvSpPr>
            <p:cNvPr id="2161" name="Freeform 111"/>
            <p:cNvSpPr/>
            <p:nvPr/>
          </p:nvSpPr>
          <p:spPr>
            <a:xfrm>
              <a:off x="3022" y="2005"/>
              <a:ext cx="15" cy="13"/>
            </a:xfrm>
            <a:custGeom>
              <a:avLst/>
              <a:gdLst/>
              <a:ahLst/>
              <a:cxnLst>
                <a:cxn ang="0">
                  <a:pos x="11" y="0"/>
                </a:cxn>
                <a:cxn ang="0">
                  <a:pos x="9" y="18"/>
                </a:cxn>
                <a:cxn ang="0">
                  <a:pos x="11" y="0"/>
                </a:cxn>
              </a:cxnLst>
              <a:pathLst>
                <a:path w="20" h="18">
                  <a:moveTo>
                    <a:pt x="11" y="0"/>
                  </a:moveTo>
                  <a:cubicBezTo>
                    <a:pt x="1" y="14"/>
                    <a:pt x="0" y="9"/>
                    <a:pt x="9" y="18"/>
                  </a:cubicBezTo>
                  <a:cubicBezTo>
                    <a:pt x="20" y="14"/>
                    <a:pt x="16" y="18"/>
                    <a:pt x="11" y="0"/>
                  </a:cubicBezTo>
                  <a:close/>
                </a:path>
              </a:pathLst>
            </a:custGeom>
            <a:solidFill>
              <a:srgbClr val="FEFEFE">
                <a:alpha val="30196"/>
              </a:srgbClr>
            </a:solidFill>
            <a:ln w="12700">
              <a:noFill/>
            </a:ln>
          </p:spPr>
          <p:txBody>
            <a:bodyPr/>
            <a:p>
              <a:endParaRPr lang="zh-CN" altLang="en-US"/>
            </a:p>
          </p:txBody>
        </p:sp>
        <p:sp>
          <p:nvSpPr>
            <p:cNvPr id="2162" name="Freeform 112"/>
            <p:cNvSpPr/>
            <p:nvPr/>
          </p:nvSpPr>
          <p:spPr>
            <a:xfrm>
              <a:off x="4162" y="2021"/>
              <a:ext cx="18" cy="33"/>
            </a:xfrm>
            <a:custGeom>
              <a:avLst/>
              <a:gdLst/>
              <a:ahLst/>
              <a:cxnLst>
                <a:cxn ang="0">
                  <a:pos x="24" y="0"/>
                </a:cxn>
                <a:cxn ang="0">
                  <a:pos x="8" y="16"/>
                </a:cxn>
                <a:cxn ang="0">
                  <a:pos x="0" y="34"/>
                </a:cxn>
                <a:cxn ang="0">
                  <a:pos x="16" y="40"/>
                </a:cxn>
                <a:cxn ang="0">
                  <a:pos x="24" y="0"/>
                </a:cxn>
              </a:cxnLst>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w="12700">
              <a:noFill/>
            </a:ln>
          </p:spPr>
          <p:txBody>
            <a:bodyPr/>
            <a:p>
              <a:endParaRPr lang="zh-CN" altLang="en-US"/>
            </a:p>
          </p:txBody>
        </p:sp>
        <p:sp>
          <p:nvSpPr>
            <p:cNvPr id="2163" name="Freeform 113"/>
            <p:cNvSpPr/>
            <p:nvPr/>
          </p:nvSpPr>
          <p:spPr>
            <a:xfrm>
              <a:off x="3278" y="3473"/>
              <a:ext cx="31" cy="18"/>
            </a:xfrm>
            <a:custGeom>
              <a:avLst/>
              <a:gdLst/>
              <a:ahLst/>
              <a:cxnLst>
                <a:cxn ang="0">
                  <a:pos x="30" y="0"/>
                </a:cxn>
                <a:cxn ang="0">
                  <a:pos x="26" y="24"/>
                </a:cxn>
                <a:cxn ang="0">
                  <a:pos x="30" y="0"/>
                </a:cxn>
              </a:cxnLst>
              <a:pathLst>
                <a:path w="41" h="24">
                  <a:moveTo>
                    <a:pt x="30" y="0"/>
                  </a:moveTo>
                  <a:cubicBezTo>
                    <a:pt x="4" y="4"/>
                    <a:pt x="0" y="17"/>
                    <a:pt x="26" y="24"/>
                  </a:cubicBezTo>
                  <a:cubicBezTo>
                    <a:pt x="41" y="19"/>
                    <a:pt x="38" y="10"/>
                    <a:pt x="30" y="0"/>
                  </a:cubicBezTo>
                  <a:close/>
                </a:path>
              </a:pathLst>
            </a:custGeom>
            <a:solidFill>
              <a:srgbClr val="FEFEFE">
                <a:alpha val="30196"/>
              </a:srgbClr>
            </a:solidFill>
            <a:ln w="12700">
              <a:noFill/>
            </a:ln>
          </p:spPr>
          <p:txBody>
            <a:bodyPr/>
            <a:p>
              <a:endParaRPr lang="zh-CN" altLang="en-US"/>
            </a:p>
          </p:txBody>
        </p:sp>
        <p:sp>
          <p:nvSpPr>
            <p:cNvPr id="2164" name="Freeform 114"/>
            <p:cNvSpPr/>
            <p:nvPr/>
          </p:nvSpPr>
          <p:spPr>
            <a:xfrm>
              <a:off x="3318" y="3466"/>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5" name="Freeform 115"/>
            <p:cNvSpPr/>
            <p:nvPr/>
          </p:nvSpPr>
          <p:spPr>
            <a:xfrm>
              <a:off x="3251" y="3312"/>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6" name="Freeform 116"/>
            <p:cNvSpPr/>
            <p:nvPr/>
          </p:nvSpPr>
          <p:spPr>
            <a:xfrm>
              <a:off x="3311" y="3239"/>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7" name="Freeform 117"/>
            <p:cNvSpPr/>
            <p:nvPr/>
          </p:nvSpPr>
          <p:spPr>
            <a:xfrm>
              <a:off x="3287" y="3238"/>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8" name="Freeform 118"/>
            <p:cNvSpPr/>
            <p:nvPr/>
          </p:nvSpPr>
          <p:spPr>
            <a:xfrm>
              <a:off x="3276" y="3260"/>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9" name="Freeform 119"/>
            <p:cNvSpPr/>
            <p:nvPr/>
          </p:nvSpPr>
          <p:spPr>
            <a:xfrm>
              <a:off x="3251" y="3294"/>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0" name="Freeform 120"/>
            <p:cNvSpPr/>
            <p:nvPr/>
          </p:nvSpPr>
          <p:spPr>
            <a:xfrm>
              <a:off x="3270" y="3281"/>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1" name="Freeform 121"/>
            <p:cNvSpPr/>
            <p:nvPr/>
          </p:nvSpPr>
          <p:spPr>
            <a:xfrm>
              <a:off x="2537" y="229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2" name="Freeform 122"/>
            <p:cNvSpPr/>
            <p:nvPr/>
          </p:nvSpPr>
          <p:spPr>
            <a:xfrm>
              <a:off x="2476" y="2259"/>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3" name="Freeform 123"/>
            <p:cNvSpPr/>
            <p:nvPr/>
          </p:nvSpPr>
          <p:spPr>
            <a:xfrm>
              <a:off x="2238" y="2042"/>
              <a:ext cx="2060" cy="1644"/>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w="12700">
              <a:noFill/>
            </a:ln>
          </p:spPr>
          <p:txBody>
            <a:bodyPr/>
            <a:p>
              <a:endParaRPr lang="zh-CN" altLang="en-US"/>
            </a:p>
          </p:txBody>
        </p:sp>
      </p:grpSp>
      <p:pic>
        <p:nvPicPr>
          <p:cNvPr id="2052" name="Picture 7" descr="artplus_nature_naturalcity42_a"/>
          <p:cNvPicPr>
            <a:picLocks noChangeAspect="1"/>
          </p:cNvPicPr>
          <p:nvPr/>
        </p:nvPicPr>
        <p:blipFill>
          <a:blip r:embed="rId3"/>
          <a:stretch>
            <a:fillRect/>
          </a:stretch>
        </p:blipFill>
        <p:spPr>
          <a:xfrm>
            <a:off x="4870450" y="3167063"/>
            <a:ext cx="4425950" cy="2989262"/>
          </a:xfrm>
          <a:prstGeom prst="rect">
            <a:avLst/>
          </a:prstGeom>
          <a:noFill/>
          <a:ln w="9525">
            <a:noFill/>
          </a:ln>
        </p:spPr>
      </p:pic>
      <p:pic>
        <p:nvPicPr>
          <p:cNvPr id="2053" name="Picture 12" descr="artplus_nature_naturalcity42_i"/>
          <p:cNvPicPr>
            <a:picLocks noChangeAspect="1"/>
          </p:cNvPicPr>
          <p:nvPr/>
        </p:nvPicPr>
        <p:blipFill>
          <a:blip r:embed="rId4"/>
          <a:stretch>
            <a:fillRect/>
          </a:stretch>
        </p:blipFill>
        <p:spPr>
          <a:xfrm>
            <a:off x="6956425" y="3352800"/>
            <a:ext cx="1654175" cy="877888"/>
          </a:xfrm>
          <a:prstGeom prst="rect">
            <a:avLst/>
          </a:prstGeom>
          <a:noFill/>
          <a:ln w="9525">
            <a:noFill/>
          </a:ln>
        </p:spPr>
      </p:pic>
      <p:pic>
        <p:nvPicPr>
          <p:cNvPr id="2054" name="Picture 10" descr="artplus_nature_naturalcity42_c"/>
          <p:cNvPicPr>
            <a:picLocks noChangeAspect="1"/>
          </p:cNvPicPr>
          <p:nvPr/>
        </p:nvPicPr>
        <p:blipFill>
          <a:blip r:embed="rId5"/>
          <a:stretch>
            <a:fillRect/>
          </a:stretch>
        </p:blipFill>
        <p:spPr>
          <a:xfrm>
            <a:off x="7315200" y="3429000"/>
            <a:ext cx="1112838" cy="866775"/>
          </a:xfrm>
          <a:prstGeom prst="rect">
            <a:avLst/>
          </a:prstGeom>
          <a:noFill/>
          <a:ln w="9525">
            <a:noFill/>
          </a:ln>
        </p:spPr>
      </p:pic>
      <p:pic>
        <p:nvPicPr>
          <p:cNvPr id="2055" name="Picture 13" descr="artplus_nature_naturalcity42_f"/>
          <p:cNvPicPr>
            <a:picLocks noChangeAspect="1"/>
          </p:cNvPicPr>
          <p:nvPr/>
        </p:nvPicPr>
        <p:blipFill>
          <a:blip r:embed="rId6"/>
          <a:stretch>
            <a:fillRect/>
          </a:stretch>
        </p:blipFill>
        <p:spPr>
          <a:xfrm>
            <a:off x="4994275" y="4594225"/>
            <a:ext cx="4911725" cy="1882775"/>
          </a:xfrm>
          <a:prstGeom prst="rect">
            <a:avLst/>
          </a:prstGeom>
          <a:noFill/>
          <a:ln w="9525">
            <a:noFill/>
          </a:ln>
        </p:spPr>
      </p:pic>
      <p:pic>
        <p:nvPicPr>
          <p:cNvPr id="2056" name="Picture 9" descr="artplus_nature_naturalcity42_b"/>
          <p:cNvPicPr>
            <a:picLocks noChangeAspect="1"/>
          </p:cNvPicPr>
          <p:nvPr/>
        </p:nvPicPr>
        <p:blipFill>
          <a:blip r:embed="rId7"/>
          <a:stretch>
            <a:fillRect/>
          </a:stretch>
        </p:blipFill>
        <p:spPr>
          <a:xfrm>
            <a:off x="5195888" y="3097213"/>
            <a:ext cx="2971800" cy="571500"/>
          </a:xfrm>
          <a:prstGeom prst="rect">
            <a:avLst/>
          </a:prstGeom>
          <a:noFill/>
          <a:ln w="9525">
            <a:noFill/>
          </a:ln>
        </p:spPr>
      </p:pic>
      <p:pic>
        <p:nvPicPr>
          <p:cNvPr id="2057" name="Picture 8" descr="artplus_nature_naturalcity42_e"/>
          <p:cNvPicPr>
            <a:picLocks noChangeAspect="1"/>
          </p:cNvPicPr>
          <p:nvPr/>
        </p:nvPicPr>
        <p:blipFill>
          <a:blip r:embed="rId8"/>
          <a:stretch>
            <a:fillRect/>
          </a:stretch>
        </p:blipFill>
        <p:spPr>
          <a:xfrm>
            <a:off x="5943600" y="1993900"/>
            <a:ext cx="1546225" cy="1663700"/>
          </a:xfrm>
          <a:prstGeom prst="rect">
            <a:avLst/>
          </a:prstGeom>
          <a:noFill/>
          <a:ln w="9525">
            <a:noFill/>
          </a:ln>
        </p:spPr>
      </p:pic>
      <p:pic>
        <p:nvPicPr>
          <p:cNvPr id="2058" name="Picture 11" descr="artplus_nature_naturalcity42_d"/>
          <p:cNvPicPr>
            <a:picLocks noChangeAspect="1"/>
          </p:cNvPicPr>
          <p:nvPr/>
        </p:nvPicPr>
        <p:blipFill>
          <a:blip r:embed="rId9"/>
          <a:stretch>
            <a:fillRect/>
          </a:stretch>
        </p:blipFill>
        <p:spPr>
          <a:xfrm>
            <a:off x="5626100" y="2862263"/>
            <a:ext cx="623888" cy="579437"/>
          </a:xfrm>
          <a:prstGeom prst="rect">
            <a:avLst/>
          </a:prstGeom>
          <a:noFill/>
          <a:ln w="9525">
            <a:noFill/>
          </a:ln>
        </p:spPr>
      </p:pic>
      <p:pic>
        <p:nvPicPr>
          <p:cNvPr id="2059" name="Picture 128" descr="a1"/>
          <p:cNvPicPr>
            <a:picLocks noChangeAspect="1"/>
          </p:cNvPicPr>
          <p:nvPr userDrawn="1"/>
        </p:nvPicPr>
        <p:blipFill>
          <a:blip r:embed="rId10"/>
          <a:stretch>
            <a:fillRect/>
          </a:stretch>
        </p:blipFill>
        <p:spPr>
          <a:xfrm>
            <a:off x="914400" y="2286000"/>
            <a:ext cx="1803400" cy="2070100"/>
          </a:xfrm>
          <a:prstGeom prst="rect">
            <a:avLst/>
          </a:prstGeom>
          <a:noFill/>
          <a:ln w="9525">
            <a:noFill/>
          </a:ln>
        </p:spPr>
      </p:pic>
      <p:pic>
        <p:nvPicPr>
          <p:cNvPr id="2060" name="Picture 129" descr="b_1"/>
          <p:cNvPicPr>
            <a:picLocks noChangeAspect="1"/>
          </p:cNvPicPr>
          <p:nvPr userDrawn="1"/>
        </p:nvPicPr>
        <p:blipFill>
          <a:blip r:embed="rId11"/>
          <a:stretch>
            <a:fillRect/>
          </a:stretch>
        </p:blipFill>
        <p:spPr>
          <a:xfrm>
            <a:off x="2286000" y="3581400"/>
            <a:ext cx="1079500" cy="469900"/>
          </a:xfrm>
          <a:prstGeom prst="rect">
            <a:avLst/>
          </a:prstGeom>
          <a:noFill/>
          <a:ln w="9525">
            <a:noFill/>
          </a:ln>
        </p:spPr>
      </p:pic>
      <p:sp>
        <p:nvSpPr>
          <p:cNvPr id="4098" name="Rectangle 2"/>
          <p:cNvSpPr>
            <a:spLocks noGrp="1" noChangeArrowheads="1"/>
          </p:cNvSpPr>
          <p:nvPr>
            <p:ph type="ctrTitle"/>
          </p:nvPr>
        </p:nvSpPr>
        <p:spPr>
          <a:xfrm>
            <a:off x="304800" y="4419600"/>
            <a:ext cx="6400800" cy="1143000"/>
          </a:xfrm>
        </p:spPr>
        <p:txBody>
          <a:bodyPr/>
          <a:lstStyle>
            <a:lvl1pPr algn="l">
              <a:defRPr sz="4300">
                <a:solidFill>
                  <a:schemeClr val="bg1"/>
                </a:solidFill>
              </a:defRPr>
            </a:lvl1pPr>
          </a:lstStyle>
          <a:p>
            <a:r>
              <a:rPr lang="en-US" altLang="zh-CN"/>
              <a:t>Click to edit Master title style</a:t>
            </a:r>
            <a:endParaRPr lang="en-US" altLang="zh-CN"/>
          </a:p>
        </p:txBody>
      </p:sp>
      <p:sp>
        <p:nvSpPr>
          <p:cNvPr id="4099" name="Rectangle 3"/>
          <p:cNvSpPr>
            <a:spLocks noGrp="1" noChangeArrowheads="1"/>
          </p:cNvSpPr>
          <p:nvPr>
            <p:ph type="subTitle" idx="1"/>
          </p:nvPr>
        </p:nvSpPr>
        <p:spPr>
          <a:xfrm>
            <a:off x="304800" y="5715000"/>
            <a:ext cx="6400800" cy="381000"/>
          </a:xfrm>
        </p:spPr>
        <p:txBody>
          <a:bodyPr/>
          <a:lstStyle>
            <a:lvl1pPr marL="0" indent="0">
              <a:buFont typeface="Wingdings" panose="05000000000000000000" pitchFamily="2" charset="2"/>
              <a:buNone/>
              <a:defRPr sz="1800" b="1" i="1">
                <a:solidFill>
                  <a:schemeClr val="bg1"/>
                </a:solidFill>
              </a:defRPr>
            </a:lvl1pPr>
          </a:lstStyle>
          <a:p>
            <a:r>
              <a:rPr lang="en-US" altLang="zh-CN"/>
              <a:t>Click to edit Master subtitle style</a:t>
            </a:r>
            <a:endParaRPr lang="en-US" altLang="zh-CN"/>
          </a:p>
        </p:txBody>
      </p:sp>
      <p:sp>
        <p:nvSpPr>
          <p:cNvPr id="137" name="Rectangle 4"/>
          <p:cNvSpPr>
            <a:spLocks noGrp="1" noChangeArrowheads="1"/>
          </p:cNvSpPr>
          <p:nvPr>
            <p:ph type="dt" sz="half" idx="2"/>
          </p:nvPr>
        </p:nvSpPr>
        <p:spPr bwMode="auto">
          <a:xfrm>
            <a:off x="304800" y="6477000"/>
            <a:ext cx="2133600" cy="168275"/>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8" name="Rectangle 5"/>
          <p:cNvSpPr>
            <a:spLocks noGrp="1" noChangeArrowheads="1"/>
          </p:cNvSpPr>
          <p:nvPr>
            <p:ph type="ftr" sz="quarter" idx="3"/>
          </p:nvPr>
        </p:nvSpPr>
        <p:spPr bwMode="auto">
          <a:xfrm>
            <a:off x="6705600" y="6477000"/>
            <a:ext cx="2286000" cy="168275"/>
          </a:xfrm>
          <a:prstGeom prst="rect">
            <a:avLst/>
          </a:prstGeom>
          <a:ln>
            <a:miter lim="800000"/>
          </a:ln>
        </p:spPr>
        <p:txBody>
          <a:bodyPr vert="horz" wrap="square" lIns="91440" tIns="45720" rIns="91440" bIns="45720" numCol="1" anchor="t" anchorCtr="0" compatLnSpc="1"/>
          <a:lstStyle>
            <a:lvl1pPr algn="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www.themegallery.com</a:t>
            </a: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9" name="Rectangle 6"/>
          <p:cNvSpPr>
            <a:spLocks noGrp="1" noChangeArrowheads="1"/>
          </p:cNvSpPr>
          <p:nvPr>
            <p:ph type="sldNum" sz="quarter" idx="4"/>
          </p:nvPr>
        </p:nvSpPr>
        <p:spPr bwMode="auto">
          <a:xfrm>
            <a:off x="3657600" y="6477000"/>
            <a:ext cx="2133600" cy="168275"/>
          </a:xfrm>
          <a:prstGeom prst="rect">
            <a:avLst/>
          </a:prstGeom>
          <a:ln>
            <a:miter lim="800000"/>
          </a:ln>
        </p:spPr>
        <p:txBody>
          <a:bodyPr vert="horz" wrap="square" lIns="91440" tIns="45720" rIns="91440" bIns="45720" numCol="1" anchor="t" anchorCtr="0" compatLnSpc="1"/>
          <a:p>
            <a:pPr algn="ctr">
              <a:buNone/>
            </a:pPr>
            <a:fld id="{9A0DB2DC-4C9A-4742-B13C-FB6460FD3503}" type="slidenum">
              <a:rPr lang="en-US" altLang="zh-CN" dirty="0"/>
            </a:fld>
            <a:endParaRPr lang="en-US" altLang="zh-CN" dirty="0"/>
          </a:p>
        </p:txBody>
      </p:sp>
    </p:spTree>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ChangeArrowheads="1"/>
          </p:cNvSpPr>
          <p:nvPr userDrawn="1"/>
        </p:nvSpPr>
        <p:spPr bwMode="ltGray">
          <a:xfrm>
            <a:off x="581343" y="942975"/>
            <a:ext cx="396000" cy="3960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3" name="Rectangle 7"/>
          <p:cNvSpPr>
            <a:spLocks noChangeArrowheads="1"/>
          </p:cNvSpPr>
          <p:nvPr userDrawn="1"/>
        </p:nvSpPr>
        <p:spPr bwMode="gray">
          <a:xfrm>
            <a:off x="762000" y="803275"/>
            <a:ext cx="31750" cy="68400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4" name="Rectangle 8"/>
          <p:cNvSpPr>
            <a:spLocks noChangeArrowheads="1"/>
          </p:cNvSpPr>
          <p:nvPr userDrawn="1"/>
        </p:nvSpPr>
        <p:spPr bwMode="gray">
          <a:xfrm>
            <a:off x="442913" y="1136650"/>
            <a:ext cx="8352000" cy="3175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6096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60960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8683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95400"/>
            <a:ext cx="8229600" cy="5029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Char char="v"/>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0.png"/><Relationship Id="rId14" Type="http://schemas.openxmlformats.org/officeDocument/2006/relationships/image" Target="../media/image9.png"/><Relationship Id="rId13" Type="http://schemas.openxmlformats.org/officeDocument/2006/relationships/image" Target="../media/image1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9" descr="1"/>
          <p:cNvPicPr>
            <a:picLocks noChangeAspect="1"/>
          </p:cNvPicPr>
          <p:nvPr userDrawn="1"/>
        </p:nvPicPr>
        <p:blipFill>
          <a:blip r:embed="rId13"/>
          <a:srcRect b="38461"/>
          <a:stretch>
            <a:fillRect/>
          </a:stretch>
        </p:blipFill>
        <p:spPr>
          <a:xfrm>
            <a:off x="0" y="6324600"/>
            <a:ext cx="9144000" cy="542925"/>
          </a:xfrm>
          <a:prstGeom prst="rect">
            <a:avLst/>
          </a:prstGeom>
          <a:noFill/>
          <a:ln w="9525">
            <a:noFill/>
          </a:ln>
        </p:spPr>
      </p:pic>
      <p:sp>
        <p:nvSpPr>
          <p:cNvPr id="1041" name="Rectangle 17"/>
          <p:cNvSpPr>
            <a:spLocks noChangeArrowheads="1"/>
          </p:cNvSpPr>
          <p:nvPr userDrawn="1"/>
        </p:nvSpPr>
        <p:spPr bwMode="gray">
          <a:xfrm>
            <a:off x="0" y="0"/>
            <a:ext cx="9144000" cy="1219200"/>
          </a:xfrm>
          <a:prstGeom prst="rect">
            <a:avLst/>
          </a:prstGeom>
          <a:gradFill rotWithShape="1">
            <a:gsLst>
              <a:gs pos="0">
                <a:schemeClr val="accent1"/>
              </a:gs>
              <a:gs pos="100000">
                <a:schemeClr val="accent1">
                  <a:gamma/>
                  <a:tint val="0"/>
                  <a:invGamma/>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3"/>
          <p:cNvSpPr>
            <a:spLocks noGrp="1"/>
          </p:cNvSpPr>
          <p:nvPr>
            <p:ph type="body" idx="1"/>
          </p:nvPr>
        </p:nvSpPr>
        <p:spPr>
          <a:xfrm>
            <a:off x="457200" y="1295400"/>
            <a:ext cx="8229600" cy="5029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537325"/>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bg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537325"/>
            <a:ext cx="2895600" cy="244475"/>
          </a:xfrm>
          <a:prstGeom prst="rect">
            <a:avLst/>
          </a:prstGeom>
          <a:noFill/>
          <a:ln w="9525">
            <a:noFill/>
            <a:miter lim="800000"/>
          </a:ln>
          <a:effectLst/>
        </p:spPr>
        <p:txBody>
          <a:bodyPr vert="horz" wrap="square" lIns="91440" tIns="45720" rIns="91440" bIns="45720" numCol="1" anchor="t" anchorCtr="0" compatLnSpc="1"/>
          <a:lstStyle>
            <a:lvl1pPr algn="ctr">
              <a:defRPr sz="1200">
                <a:solidFill>
                  <a:schemeClr val="bg1"/>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537325"/>
            <a:ext cx="2133600" cy="24447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defRPr>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1039" name="Rectangle 2"/>
          <p:cNvSpPr>
            <a:spLocks noGrp="1"/>
          </p:cNvSpPr>
          <p:nvPr>
            <p:ph type="title"/>
          </p:nvPr>
        </p:nvSpPr>
        <p:spPr>
          <a:xfrm>
            <a:off x="457200" y="228600"/>
            <a:ext cx="8229600" cy="868363"/>
          </a:xfrm>
          <a:prstGeom prst="rect">
            <a:avLst/>
          </a:prstGeom>
          <a:noFill/>
          <a:ln w="9525">
            <a:noFill/>
          </a:ln>
        </p:spPr>
        <p:txBody>
          <a:bodyPr anchor="ctr" anchorCtr="0"/>
          <a:p>
            <a:pPr lvl="0"/>
            <a:r>
              <a:rPr lang="en-US" altLang="zh-CN" dirty="0"/>
              <a:t>Click to edit Master title style</a:t>
            </a:r>
            <a:endParaRPr lang="en-US" altLang="zh-CN" dirty="0"/>
          </a:p>
        </p:txBody>
      </p:sp>
      <p:pic>
        <p:nvPicPr>
          <p:cNvPr id="1040" name="Picture 20" descr="a1"/>
          <p:cNvPicPr>
            <a:picLocks noChangeAspect="1"/>
          </p:cNvPicPr>
          <p:nvPr userDrawn="1"/>
        </p:nvPicPr>
        <p:blipFill>
          <a:blip r:embed="rId14"/>
          <a:stretch>
            <a:fillRect/>
          </a:stretch>
        </p:blipFill>
        <p:spPr>
          <a:xfrm>
            <a:off x="152400" y="0"/>
            <a:ext cx="942975" cy="1082675"/>
          </a:xfrm>
          <a:prstGeom prst="rect">
            <a:avLst/>
          </a:prstGeom>
          <a:noFill/>
          <a:ln w="9525">
            <a:noFill/>
          </a:ln>
        </p:spPr>
      </p:pic>
      <p:pic>
        <p:nvPicPr>
          <p:cNvPr id="3" name="Picture 21" descr="b_1"/>
          <p:cNvPicPr>
            <a:picLocks noChangeAspect="1"/>
          </p:cNvPicPr>
          <p:nvPr userDrawn="1"/>
        </p:nvPicPr>
        <p:blipFill>
          <a:blip r:embed="rId15"/>
          <a:stretch>
            <a:fillRect/>
          </a:stretch>
        </p:blipFill>
        <p:spPr>
          <a:xfrm>
            <a:off x="7848600" y="152400"/>
            <a:ext cx="1234440" cy="5365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200" b="1" i="1">
          <a:solidFill>
            <a:schemeClr val="tx1"/>
          </a:solidFill>
          <a:latin typeface="+mj-lt"/>
          <a:ea typeface="+mj-ea"/>
          <a:cs typeface="+mj-cs"/>
        </a:defRPr>
      </a:lvl1pPr>
      <a:lvl2pPr algn="ctr" rtl="0" eaLnBrk="0" fontAlgn="base" hangingPunct="0">
        <a:spcBef>
          <a:spcPct val="0"/>
        </a:spcBef>
        <a:spcAft>
          <a:spcPct val="0"/>
        </a:spcAft>
        <a:defRPr sz="4200" b="1" i="1">
          <a:solidFill>
            <a:schemeClr val="tx1"/>
          </a:solidFill>
          <a:latin typeface="Arial" panose="020B0604020202020204" pitchFamily="34" charset="0"/>
        </a:defRPr>
      </a:lvl2pPr>
      <a:lvl3pPr algn="ctr" rtl="0" eaLnBrk="0" fontAlgn="base" hangingPunct="0">
        <a:spcBef>
          <a:spcPct val="0"/>
        </a:spcBef>
        <a:spcAft>
          <a:spcPct val="0"/>
        </a:spcAft>
        <a:defRPr sz="4200" b="1" i="1">
          <a:solidFill>
            <a:schemeClr val="tx1"/>
          </a:solidFill>
          <a:latin typeface="Arial" panose="020B0604020202020204" pitchFamily="34" charset="0"/>
        </a:defRPr>
      </a:lvl3pPr>
      <a:lvl4pPr algn="ctr" rtl="0" eaLnBrk="0" fontAlgn="base" hangingPunct="0">
        <a:spcBef>
          <a:spcPct val="0"/>
        </a:spcBef>
        <a:spcAft>
          <a:spcPct val="0"/>
        </a:spcAft>
        <a:defRPr sz="4200" b="1" i="1">
          <a:solidFill>
            <a:schemeClr val="tx1"/>
          </a:solidFill>
          <a:latin typeface="Arial" panose="020B0604020202020204" pitchFamily="34" charset="0"/>
        </a:defRPr>
      </a:lvl4pPr>
      <a:lvl5pPr algn="ctr" rtl="0" eaLnBrk="0" fontAlgn="base" hangingPunct="0">
        <a:spcBef>
          <a:spcPct val="0"/>
        </a:spcBef>
        <a:spcAft>
          <a:spcPct val="0"/>
        </a:spcAft>
        <a:defRPr sz="4200" b="1" i="1">
          <a:solidFill>
            <a:schemeClr val="tx1"/>
          </a:solidFill>
          <a:latin typeface="Arial" panose="020B0604020202020204" pitchFamily="34" charset="0"/>
        </a:defRPr>
      </a:lvl5pPr>
      <a:lvl6pPr marL="457200" algn="ctr" rtl="0" fontAlgn="base">
        <a:spcBef>
          <a:spcPct val="0"/>
        </a:spcBef>
        <a:spcAft>
          <a:spcPct val="0"/>
        </a:spcAft>
        <a:defRPr sz="4200" b="1" i="1">
          <a:solidFill>
            <a:schemeClr val="tx1"/>
          </a:solidFill>
          <a:latin typeface="Arial" panose="020B0604020202020204" pitchFamily="34" charset="0"/>
        </a:defRPr>
      </a:lvl6pPr>
      <a:lvl7pPr marL="914400" algn="ctr" rtl="0" fontAlgn="base">
        <a:spcBef>
          <a:spcPct val="0"/>
        </a:spcBef>
        <a:spcAft>
          <a:spcPct val="0"/>
        </a:spcAft>
        <a:defRPr sz="4200" b="1" i="1">
          <a:solidFill>
            <a:schemeClr val="tx1"/>
          </a:solidFill>
          <a:latin typeface="Arial" panose="020B0604020202020204" pitchFamily="34" charset="0"/>
        </a:defRPr>
      </a:lvl7pPr>
      <a:lvl8pPr marL="1371600" algn="ctr" rtl="0" fontAlgn="base">
        <a:spcBef>
          <a:spcPct val="0"/>
        </a:spcBef>
        <a:spcAft>
          <a:spcPct val="0"/>
        </a:spcAft>
        <a:defRPr sz="4200" b="1" i="1">
          <a:solidFill>
            <a:schemeClr val="tx1"/>
          </a:solidFill>
          <a:latin typeface="Arial" panose="020B0604020202020204" pitchFamily="34" charset="0"/>
        </a:defRPr>
      </a:lvl8pPr>
      <a:lvl9pPr marL="1828800" algn="ctr" rtl="0" fontAlgn="base">
        <a:spcBef>
          <a:spcPct val="0"/>
        </a:spcBef>
        <a:spcAft>
          <a:spcPct val="0"/>
        </a:spcAft>
        <a:defRPr sz="4200" b="1" i="1">
          <a:solidFill>
            <a:schemeClr val="tx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image" Target="../media/image21.wmf"/><Relationship Id="rId8" Type="http://schemas.openxmlformats.org/officeDocument/2006/relationships/oleObject" Target="../embeddings/oleObject4.bin"/><Relationship Id="rId7" Type="http://schemas.openxmlformats.org/officeDocument/2006/relationships/image" Target="../media/image20.wmf"/><Relationship Id="rId6" Type="http://schemas.openxmlformats.org/officeDocument/2006/relationships/oleObject" Target="../embeddings/oleObject3.bin"/><Relationship Id="rId5" Type="http://schemas.openxmlformats.org/officeDocument/2006/relationships/image" Target="../media/image19.wmf"/><Relationship Id="rId4" Type="http://schemas.openxmlformats.org/officeDocument/2006/relationships/oleObject" Target="../embeddings/oleObject2.bin"/><Relationship Id="rId3" Type="http://schemas.openxmlformats.org/officeDocument/2006/relationships/image" Target="../media/image18.wmf"/><Relationship Id="rId20" Type="http://schemas.openxmlformats.org/officeDocument/2006/relationships/notesSlide" Target="../notesSlides/notesSlide3.xml"/><Relationship Id="rId2" Type="http://schemas.openxmlformats.org/officeDocument/2006/relationships/oleObject" Target="../embeddings/oleObject1.bin"/><Relationship Id="rId19" Type="http://schemas.openxmlformats.org/officeDocument/2006/relationships/vmlDrawing" Target="../drawings/vmlDrawing1.vml"/><Relationship Id="rId18" Type="http://schemas.openxmlformats.org/officeDocument/2006/relationships/slideLayout" Target="../slideLayouts/slideLayout2.xml"/><Relationship Id="rId17" Type="http://schemas.openxmlformats.org/officeDocument/2006/relationships/image" Target="../media/image25.wmf"/><Relationship Id="rId16" Type="http://schemas.openxmlformats.org/officeDocument/2006/relationships/oleObject" Target="../embeddings/oleObject8.bin"/><Relationship Id="rId15" Type="http://schemas.openxmlformats.org/officeDocument/2006/relationships/image" Target="../media/image24.wmf"/><Relationship Id="rId14" Type="http://schemas.openxmlformats.org/officeDocument/2006/relationships/oleObject" Target="../embeddings/oleObject7.bin"/><Relationship Id="rId13" Type="http://schemas.openxmlformats.org/officeDocument/2006/relationships/image" Target="../media/image23.wmf"/><Relationship Id="rId12" Type="http://schemas.openxmlformats.org/officeDocument/2006/relationships/oleObject" Target="../embeddings/oleObject6.bin"/><Relationship Id="rId11" Type="http://schemas.openxmlformats.org/officeDocument/2006/relationships/image" Target="../media/image22.wmf"/><Relationship Id="rId10" Type="http://schemas.openxmlformats.org/officeDocument/2006/relationships/oleObject" Target="../embeddings/oleObject5.bin"/><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tags" Target="../tags/tag1.xml"/><Relationship Id="rId1" Type="http://schemas.openxmlformats.org/officeDocument/2006/relationships/image" Target="../media/image2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30.wmf"/><Relationship Id="rId3" Type="http://schemas.openxmlformats.org/officeDocument/2006/relationships/oleObject" Target="../embeddings/oleObject9.bin"/><Relationship Id="rId2" Type="http://schemas.openxmlformats.org/officeDocument/2006/relationships/image" Target="../media/image29.png"/><Relationship Id="rId1" Type="http://schemas.openxmlformats.org/officeDocument/2006/relationships/image" Target="../media/image28.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wmf"/><Relationship Id="rId4" Type="http://schemas.openxmlformats.org/officeDocument/2006/relationships/oleObject" Target="../embeddings/oleObject11.bin"/><Relationship Id="rId3" Type="http://schemas.openxmlformats.org/officeDocument/2006/relationships/image" Target="../media/image32.wmf"/><Relationship Id="rId2" Type="http://schemas.openxmlformats.org/officeDocument/2006/relationships/oleObject" Target="../embeddings/oleObject10.bin"/><Relationship Id="rId1" Type="http://schemas.openxmlformats.org/officeDocument/2006/relationships/image" Target="../media/image3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2.xml"/><Relationship Id="rId7" Type="http://schemas.openxmlformats.org/officeDocument/2006/relationships/image" Target="../media/image38.wmf"/><Relationship Id="rId6" Type="http://schemas.openxmlformats.org/officeDocument/2006/relationships/oleObject" Target="../embeddings/oleObject14.bin"/><Relationship Id="rId5" Type="http://schemas.openxmlformats.org/officeDocument/2006/relationships/image" Target="../media/image37.wmf"/><Relationship Id="rId4" Type="http://schemas.openxmlformats.org/officeDocument/2006/relationships/oleObject" Target="../embeddings/oleObject13.bin"/><Relationship Id="rId3" Type="http://schemas.openxmlformats.org/officeDocument/2006/relationships/image" Target="../media/image36.wmf"/><Relationship Id="rId2" Type="http://schemas.openxmlformats.org/officeDocument/2006/relationships/oleObject" Target="../embeddings/oleObject12.bin"/><Relationship Id="rId10" Type="http://schemas.openxmlformats.org/officeDocument/2006/relationships/notesSlide" Target="../notesSlides/notesSlide10.xml"/><Relationship Id="rId1" Type="http://schemas.openxmlformats.org/officeDocument/2006/relationships/image" Target="../media/image35.png"/></Relationships>
</file>

<file path=ppt/slides/_rels/slide13.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2.xml"/><Relationship Id="rId7" Type="http://schemas.openxmlformats.org/officeDocument/2006/relationships/image" Target="../media/image42.wmf"/><Relationship Id="rId6" Type="http://schemas.openxmlformats.org/officeDocument/2006/relationships/oleObject" Target="../embeddings/oleObject17.bin"/><Relationship Id="rId5" Type="http://schemas.openxmlformats.org/officeDocument/2006/relationships/image" Target="../media/image41.wmf"/><Relationship Id="rId4" Type="http://schemas.openxmlformats.org/officeDocument/2006/relationships/oleObject" Target="../embeddings/oleObject16.bin"/><Relationship Id="rId3" Type="http://schemas.openxmlformats.org/officeDocument/2006/relationships/image" Target="../media/image40.wmf"/><Relationship Id="rId2" Type="http://schemas.openxmlformats.org/officeDocument/2006/relationships/oleObject" Target="../embeddings/oleObject15.bin"/><Relationship Id="rId10" Type="http://schemas.openxmlformats.org/officeDocument/2006/relationships/notesSlide" Target="../notesSlides/notesSlide11.xml"/><Relationship Id="rId1"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17.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2.xml"/><Relationship Id="rId7" Type="http://schemas.openxmlformats.org/officeDocument/2006/relationships/image" Target="../media/image48.wmf"/><Relationship Id="rId6" Type="http://schemas.openxmlformats.org/officeDocument/2006/relationships/oleObject" Target="../embeddings/oleObject20.bin"/><Relationship Id="rId5" Type="http://schemas.openxmlformats.org/officeDocument/2006/relationships/image" Target="../media/image47.wmf"/><Relationship Id="rId4" Type="http://schemas.openxmlformats.org/officeDocument/2006/relationships/oleObject" Target="../embeddings/oleObject19.bin"/><Relationship Id="rId3" Type="http://schemas.openxmlformats.org/officeDocument/2006/relationships/image" Target="../media/image46.wmf"/><Relationship Id="rId2" Type="http://schemas.openxmlformats.org/officeDocument/2006/relationships/oleObject" Target="../embeddings/oleObject18.bin"/><Relationship Id="rId10" Type="http://schemas.openxmlformats.org/officeDocument/2006/relationships/notesSlide" Target="../notesSlides/notesSlide15.xml"/><Relationship Id="rId1"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20.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2.xml"/><Relationship Id="rId7" Type="http://schemas.openxmlformats.org/officeDocument/2006/relationships/image" Target="../media/image54.png"/><Relationship Id="rId6" Type="http://schemas.openxmlformats.org/officeDocument/2006/relationships/image" Target="../media/image53.wmf"/><Relationship Id="rId5" Type="http://schemas.openxmlformats.org/officeDocument/2006/relationships/oleObject" Target="../embeddings/oleObject23.bin"/><Relationship Id="rId4" Type="http://schemas.openxmlformats.org/officeDocument/2006/relationships/image" Target="../media/image52.wmf"/><Relationship Id="rId3" Type="http://schemas.openxmlformats.org/officeDocument/2006/relationships/oleObject" Target="../embeddings/oleObject22.bin"/><Relationship Id="rId2" Type="http://schemas.openxmlformats.org/officeDocument/2006/relationships/image" Target="../media/image51.wmf"/><Relationship Id="rId10" Type="http://schemas.openxmlformats.org/officeDocument/2006/relationships/notesSlide" Target="../notesSlides/notesSlide18.xml"/><Relationship Id="rId1" Type="http://schemas.openxmlformats.org/officeDocument/2006/relationships/oleObject" Target="../embeddings/oleObject21.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image" Target="../media/image58.wmf"/><Relationship Id="rId7" Type="http://schemas.openxmlformats.org/officeDocument/2006/relationships/oleObject" Target="../embeddings/oleObject27.bin"/><Relationship Id="rId6" Type="http://schemas.openxmlformats.org/officeDocument/2006/relationships/image" Target="../media/image57.wmf"/><Relationship Id="rId5" Type="http://schemas.openxmlformats.org/officeDocument/2006/relationships/oleObject" Target="../embeddings/oleObject26.bin"/><Relationship Id="rId4" Type="http://schemas.openxmlformats.org/officeDocument/2006/relationships/image" Target="../media/image56.wmf"/><Relationship Id="rId3" Type="http://schemas.openxmlformats.org/officeDocument/2006/relationships/oleObject" Target="../embeddings/oleObject25.bin"/><Relationship Id="rId2" Type="http://schemas.openxmlformats.org/officeDocument/2006/relationships/image" Target="../media/image55.wmf"/><Relationship Id="rId17" Type="http://schemas.openxmlformats.org/officeDocument/2006/relationships/notesSlide" Target="../notesSlides/notesSlide19.xml"/><Relationship Id="rId16" Type="http://schemas.openxmlformats.org/officeDocument/2006/relationships/vmlDrawing" Target="../drawings/vmlDrawing8.vml"/><Relationship Id="rId15" Type="http://schemas.openxmlformats.org/officeDocument/2006/relationships/slideLayout" Target="../slideLayouts/slideLayout2.xml"/><Relationship Id="rId14" Type="http://schemas.openxmlformats.org/officeDocument/2006/relationships/image" Target="../media/image61.wmf"/><Relationship Id="rId13" Type="http://schemas.openxmlformats.org/officeDocument/2006/relationships/oleObject" Target="../embeddings/oleObject30.bin"/><Relationship Id="rId12" Type="http://schemas.openxmlformats.org/officeDocument/2006/relationships/image" Target="../media/image60.wmf"/><Relationship Id="rId11" Type="http://schemas.openxmlformats.org/officeDocument/2006/relationships/oleObject" Target="../embeddings/oleObject29.bin"/><Relationship Id="rId10" Type="http://schemas.openxmlformats.org/officeDocument/2006/relationships/image" Target="../media/image59.wmf"/><Relationship Id="rId1" Type="http://schemas.openxmlformats.org/officeDocument/2006/relationships/oleObject" Target="../embeddings/oleObject24.bin"/></Relationships>
</file>

<file path=ppt/slides/_rels/slide22.xml.rels><?xml version="1.0" encoding="UTF-8" standalone="yes"?>
<Relationships xmlns="http://schemas.openxmlformats.org/package/2006/relationships"><Relationship Id="rId9" Type="http://schemas.openxmlformats.org/officeDocument/2006/relationships/image" Target="../media/image66.wmf"/><Relationship Id="rId8" Type="http://schemas.openxmlformats.org/officeDocument/2006/relationships/oleObject" Target="../embeddings/oleObject34.bin"/><Relationship Id="rId7" Type="http://schemas.openxmlformats.org/officeDocument/2006/relationships/image" Target="../media/image65.wmf"/><Relationship Id="rId6" Type="http://schemas.openxmlformats.org/officeDocument/2006/relationships/oleObject" Target="../embeddings/oleObject33.bin"/><Relationship Id="rId5" Type="http://schemas.openxmlformats.org/officeDocument/2006/relationships/image" Target="../media/image64.wmf"/><Relationship Id="rId4" Type="http://schemas.openxmlformats.org/officeDocument/2006/relationships/oleObject" Target="../embeddings/oleObject32.bin"/><Relationship Id="rId3" Type="http://schemas.openxmlformats.org/officeDocument/2006/relationships/image" Target="../media/image63.wmf"/><Relationship Id="rId2" Type="http://schemas.openxmlformats.org/officeDocument/2006/relationships/oleObject" Target="../embeddings/oleObject31.bin"/><Relationship Id="rId12" Type="http://schemas.openxmlformats.org/officeDocument/2006/relationships/notesSlide" Target="../notesSlides/notesSlide20.xml"/><Relationship Id="rId11" Type="http://schemas.openxmlformats.org/officeDocument/2006/relationships/vmlDrawing" Target="../drawings/vmlDrawing9.vml"/><Relationship Id="rId10" Type="http://schemas.openxmlformats.org/officeDocument/2006/relationships/slideLayout" Target="../slideLayouts/slideLayout2.xml"/><Relationship Id="rId1" Type="http://schemas.openxmlformats.org/officeDocument/2006/relationships/image" Target="../media/image62.png"/></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39.bin"/><Relationship Id="rId8" Type="http://schemas.openxmlformats.org/officeDocument/2006/relationships/image" Target="../media/image70.wmf"/><Relationship Id="rId7" Type="http://schemas.openxmlformats.org/officeDocument/2006/relationships/oleObject" Target="../embeddings/oleObject38.bin"/><Relationship Id="rId6" Type="http://schemas.openxmlformats.org/officeDocument/2006/relationships/image" Target="../media/image69.wmf"/><Relationship Id="rId5" Type="http://schemas.openxmlformats.org/officeDocument/2006/relationships/oleObject" Target="../embeddings/oleObject37.bin"/><Relationship Id="rId4" Type="http://schemas.openxmlformats.org/officeDocument/2006/relationships/image" Target="../media/image68.wmf"/><Relationship Id="rId35" Type="http://schemas.openxmlformats.org/officeDocument/2006/relationships/notesSlide" Target="../notesSlides/notesSlide21.xml"/><Relationship Id="rId34" Type="http://schemas.openxmlformats.org/officeDocument/2006/relationships/vmlDrawing" Target="../drawings/vmlDrawing10.vml"/><Relationship Id="rId33" Type="http://schemas.openxmlformats.org/officeDocument/2006/relationships/slideLayout" Target="../slideLayouts/slideLayout2.xml"/><Relationship Id="rId32" Type="http://schemas.openxmlformats.org/officeDocument/2006/relationships/oleObject" Target="../embeddings/oleObject53.bin"/><Relationship Id="rId31" Type="http://schemas.openxmlformats.org/officeDocument/2006/relationships/oleObject" Target="../embeddings/oleObject52.bin"/><Relationship Id="rId30" Type="http://schemas.openxmlformats.org/officeDocument/2006/relationships/oleObject" Target="../embeddings/oleObject51.bin"/><Relationship Id="rId3" Type="http://schemas.openxmlformats.org/officeDocument/2006/relationships/oleObject" Target="../embeddings/oleObject36.bin"/><Relationship Id="rId29" Type="http://schemas.openxmlformats.org/officeDocument/2006/relationships/oleObject" Target="../embeddings/oleObject50.bin"/><Relationship Id="rId28" Type="http://schemas.openxmlformats.org/officeDocument/2006/relationships/image" Target="../media/image56.wmf"/><Relationship Id="rId27" Type="http://schemas.openxmlformats.org/officeDocument/2006/relationships/oleObject" Target="../embeddings/oleObject49.bin"/><Relationship Id="rId26" Type="http://schemas.openxmlformats.org/officeDocument/2006/relationships/image" Target="../media/image74.wmf"/><Relationship Id="rId25" Type="http://schemas.openxmlformats.org/officeDocument/2006/relationships/oleObject" Target="../embeddings/oleObject48.bin"/><Relationship Id="rId24" Type="http://schemas.openxmlformats.org/officeDocument/2006/relationships/image" Target="../media/image73.wmf"/><Relationship Id="rId23" Type="http://schemas.openxmlformats.org/officeDocument/2006/relationships/oleObject" Target="../embeddings/oleObject47.bin"/><Relationship Id="rId22" Type="http://schemas.openxmlformats.org/officeDocument/2006/relationships/oleObject" Target="../embeddings/oleObject46.bin"/><Relationship Id="rId21" Type="http://schemas.openxmlformats.org/officeDocument/2006/relationships/image" Target="../media/image72.wmf"/><Relationship Id="rId20" Type="http://schemas.openxmlformats.org/officeDocument/2006/relationships/oleObject" Target="../embeddings/oleObject45.bin"/><Relationship Id="rId2" Type="http://schemas.openxmlformats.org/officeDocument/2006/relationships/image" Target="../media/image67.wmf"/><Relationship Id="rId19" Type="http://schemas.openxmlformats.org/officeDocument/2006/relationships/image" Target="../media/image71.wmf"/><Relationship Id="rId18" Type="http://schemas.openxmlformats.org/officeDocument/2006/relationships/oleObject" Target="../embeddings/oleObject44.bin"/><Relationship Id="rId17" Type="http://schemas.openxmlformats.org/officeDocument/2006/relationships/image" Target="../media/image65.wmf"/><Relationship Id="rId16" Type="http://schemas.openxmlformats.org/officeDocument/2006/relationships/oleObject" Target="../embeddings/oleObject43.bin"/><Relationship Id="rId15" Type="http://schemas.openxmlformats.org/officeDocument/2006/relationships/image" Target="../media/image64.wmf"/><Relationship Id="rId14" Type="http://schemas.openxmlformats.org/officeDocument/2006/relationships/oleObject" Target="../embeddings/oleObject42.bin"/><Relationship Id="rId13" Type="http://schemas.openxmlformats.org/officeDocument/2006/relationships/oleObject" Target="../embeddings/oleObject41.bin"/><Relationship Id="rId12" Type="http://schemas.openxmlformats.org/officeDocument/2006/relationships/image" Target="../media/image60.wmf"/><Relationship Id="rId11" Type="http://schemas.openxmlformats.org/officeDocument/2006/relationships/oleObject" Target="../embeddings/oleObject40.bin"/><Relationship Id="rId10" Type="http://schemas.openxmlformats.org/officeDocument/2006/relationships/image" Target="../media/image61.wmf"/><Relationship Id="rId1" Type="http://schemas.openxmlformats.org/officeDocument/2006/relationships/oleObject" Target="../embeddings/oleObject35.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58.bin"/><Relationship Id="rId8" Type="http://schemas.openxmlformats.org/officeDocument/2006/relationships/image" Target="../media/image75.wmf"/><Relationship Id="rId7" Type="http://schemas.openxmlformats.org/officeDocument/2006/relationships/oleObject" Target="../embeddings/oleObject57.bin"/><Relationship Id="rId6" Type="http://schemas.openxmlformats.org/officeDocument/2006/relationships/image" Target="../media/image61.wmf"/><Relationship Id="rId5" Type="http://schemas.openxmlformats.org/officeDocument/2006/relationships/oleObject" Target="../embeddings/oleObject56.bin"/><Relationship Id="rId46" Type="http://schemas.openxmlformats.org/officeDocument/2006/relationships/notesSlide" Target="../notesSlides/notesSlide22.xml"/><Relationship Id="rId45" Type="http://schemas.openxmlformats.org/officeDocument/2006/relationships/vmlDrawing" Target="../drawings/vmlDrawing11.vml"/><Relationship Id="rId44" Type="http://schemas.openxmlformats.org/officeDocument/2006/relationships/slideLayout" Target="../slideLayouts/slideLayout2.xml"/><Relationship Id="rId43" Type="http://schemas.openxmlformats.org/officeDocument/2006/relationships/image" Target="../media/image85.wmf"/><Relationship Id="rId42" Type="http://schemas.openxmlformats.org/officeDocument/2006/relationships/oleObject" Target="../embeddings/oleObject76.bin"/><Relationship Id="rId41" Type="http://schemas.openxmlformats.org/officeDocument/2006/relationships/image" Target="../media/image84.wmf"/><Relationship Id="rId40" Type="http://schemas.openxmlformats.org/officeDocument/2006/relationships/oleObject" Target="../embeddings/oleObject75.bin"/><Relationship Id="rId4" Type="http://schemas.openxmlformats.org/officeDocument/2006/relationships/image" Target="../media/image60.wmf"/><Relationship Id="rId39" Type="http://schemas.openxmlformats.org/officeDocument/2006/relationships/image" Target="../media/image83.wmf"/><Relationship Id="rId38" Type="http://schemas.openxmlformats.org/officeDocument/2006/relationships/oleObject" Target="../embeddings/oleObject74.bin"/><Relationship Id="rId37" Type="http://schemas.openxmlformats.org/officeDocument/2006/relationships/image" Target="../media/image82.wmf"/><Relationship Id="rId36" Type="http://schemas.openxmlformats.org/officeDocument/2006/relationships/oleObject" Target="../embeddings/oleObject73.bin"/><Relationship Id="rId35" Type="http://schemas.openxmlformats.org/officeDocument/2006/relationships/image" Target="../media/image81.wmf"/><Relationship Id="rId34" Type="http://schemas.openxmlformats.org/officeDocument/2006/relationships/oleObject" Target="../embeddings/oleObject72.bin"/><Relationship Id="rId33" Type="http://schemas.openxmlformats.org/officeDocument/2006/relationships/image" Target="../media/image80.wmf"/><Relationship Id="rId32" Type="http://schemas.openxmlformats.org/officeDocument/2006/relationships/oleObject" Target="../embeddings/oleObject71.bin"/><Relationship Id="rId31" Type="http://schemas.openxmlformats.org/officeDocument/2006/relationships/image" Target="../media/image79.wmf"/><Relationship Id="rId30" Type="http://schemas.openxmlformats.org/officeDocument/2006/relationships/oleObject" Target="../embeddings/oleObject70.bin"/><Relationship Id="rId3" Type="http://schemas.openxmlformats.org/officeDocument/2006/relationships/oleObject" Target="../embeddings/oleObject55.bin"/><Relationship Id="rId29" Type="http://schemas.openxmlformats.org/officeDocument/2006/relationships/image" Target="../media/image78.wmf"/><Relationship Id="rId28" Type="http://schemas.openxmlformats.org/officeDocument/2006/relationships/oleObject" Target="../embeddings/oleObject69.bin"/><Relationship Id="rId27" Type="http://schemas.openxmlformats.org/officeDocument/2006/relationships/image" Target="../media/image77.wmf"/><Relationship Id="rId26" Type="http://schemas.openxmlformats.org/officeDocument/2006/relationships/oleObject" Target="../embeddings/oleObject68.bin"/><Relationship Id="rId25" Type="http://schemas.openxmlformats.org/officeDocument/2006/relationships/image" Target="../media/image71.wmf"/><Relationship Id="rId24" Type="http://schemas.openxmlformats.org/officeDocument/2006/relationships/oleObject" Target="../embeddings/oleObject67.bin"/><Relationship Id="rId23" Type="http://schemas.openxmlformats.org/officeDocument/2006/relationships/image" Target="../media/image65.wmf"/><Relationship Id="rId22" Type="http://schemas.openxmlformats.org/officeDocument/2006/relationships/oleObject" Target="../embeddings/oleObject66.bin"/><Relationship Id="rId21" Type="http://schemas.openxmlformats.org/officeDocument/2006/relationships/oleObject" Target="../embeddings/oleObject65.bin"/><Relationship Id="rId20" Type="http://schemas.openxmlformats.org/officeDocument/2006/relationships/image" Target="../media/image70.wmf"/><Relationship Id="rId2" Type="http://schemas.openxmlformats.org/officeDocument/2006/relationships/image" Target="../media/image59.wmf"/><Relationship Id="rId19" Type="http://schemas.openxmlformats.org/officeDocument/2006/relationships/oleObject" Target="../embeddings/oleObject64.bin"/><Relationship Id="rId18" Type="http://schemas.openxmlformats.org/officeDocument/2006/relationships/image" Target="../media/image69.wmf"/><Relationship Id="rId17" Type="http://schemas.openxmlformats.org/officeDocument/2006/relationships/oleObject" Target="../embeddings/oleObject63.bin"/><Relationship Id="rId16" Type="http://schemas.openxmlformats.org/officeDocument/2006/relationships/image" Target="../media/image56.wmf"/><Relationship Id="rId15" Type="http://schemas.openxmlformats.org/officeDocument/2006/relationships/oleObject" Target="../embeddings/oleObject62.bin"/><Relationship Id="rId14" Type="http://schemas.openxmlformats.org/officeDocument/2006/relationships/image" Target="../media/image55.wmf"/><Relationship Id="rId13" Type="http://schemas.openxmlformats.org/officeDocument/2006/relationships/oleObject" Target="../embeddings/oleObject61.bin"/><Relationship Id="rId12" Type="http://schemas.openxmlformats.org/officeDocument/2006/relationships/image" Target="../media/image76.wmf"/><Relationship Id="rId11" Type="http://schemas.openxmlformats.org/officeDocument/2006/relationships/oleObject" Target="../embeddings/oleObject60.bin"/><Relationship Id="rId10" Type="http://schemas.openxmlformats.org/officeDocument/2006/relationships/oleObject" Target="../embeddings/oleObject59.bin"/><Relationship Id="rId1" Type="http://schemas.openxmlformats.org/officeDocument/2006/relationships/oleObject" Target="../embeddings/oleObject54.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8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9" Type="http://schemas.openxmlformats.org/officeDocument/2006/relationships/image" Target="../media/image92.wmf"/><Relationship Id="rId8" Type="http://schemas.openxmlformats.org/officeDocument/2006/relationships/oleObject" Target="../embeddings/oleObject80.bin"/><Relationship Id="rId7" Type="http://schemas.openxmlformats.org/officeDocument/2006/relationships/image" Target="../media/image91.wmf"/><Relationship Id="rId6" Type="http://schemas.openxmlformats.org/officeDocument/2006/relationships/oleObject" Target="../embeddings/oleObject79.bin"/><Relationship Id="rId5" Type="http://schemas.openxmlformats.org/officeDocument/2006/relationships/image" Target="../media/image90.wmf"/><Relationship Id="rId4" Type="http://schemas.openxmlformats.org/officeDocument/2006/relationships/oleObject" Target="../embeddings/oleObject78.bin"/><Relationship Id="rId3" Type="http://schemas.openxmlformats.org/officeDocument/2006/relationships/image" Target="../media/image89.wmf"/><Relationship Id="rId2" Type="http://schemas.openxmlformats.org/officeDocument/2006/relationships/oleObject" Target="../embeddings/oleObject77.bin"/><Relationship Id="rId18" Type="http://schemas.openxmlformats.org/officeDocument/2006/relationships/notesSlide" Target="../notesSlides/notesSlide29.xml"/><Relationship Id="rId17" Type="http://schemas.openxmlformats.org/officeDocument/2006/relationships/vmlDrawing" Target="../drawings/vmlDrawing12.vml"/><Relationship Id="rId16" Type="http://schemas.openxmlformats.org/officeDocument/2006/relationships/slideLayout" Target="../slideLayouts/slideLayout2.xml"/><Relationship Id="rId15" Type="http://schemas.openxmlformats.org/officeDocument/2006/relationships/image" Target="../media/image95.wmf"/><Relationship Id="rId14" Type="http://schemas.openxmlformats.org/officeDocument/2006/relationships/oleObject" Target="../embeddings/oleObject83.bin"/><Relationship Id="rId13" Type="http://schemas.openxmlformats.org/officeDocument/2006/relationships/image" Target="../media/image94.wmf"/><Relationship Id="rId12" Type="http://schemas.openxmlformats.org/officeDocument/2006/relationships/oleObject" Target="../embeddings/oleObject82.bin"/><Relationship Id="rId11" Type="http://schemas.openxmlformats.org/officeDocument/2006/relationships/image" Target="../media/image93.wmf"/><Relationship Id="rId10" Type="http://schemas.openxmlformats.org/officeDocument/2006/relationships/oleObject" Target="../embeddings/oleObject81.bin"/><Relationship Id="rId1" Type="http://schemas.openxmlformats.org/officeDocument/2006/relationships/image" Target="../media/image88.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87.bin"/><Relationship Id="rId8" Type="http://schemas.openxmlformats.org/officeDocument/2006/relationships/image" Target="../media/image102.wmf"/><Relationship Id="rId7" Type="http://schemas.openxmlformats.org/officeDocument/2006/relationships/oleObject" Target="../embeddings/oleObject86.bin"/><Relationship Id="rId6" Type="http://schemas.openxmlformats.org/officeDocument/2006/relationships/image" Target="../media/image101.wmf"/><Relationship Id="rId5" Type="http://schemas.openxmlformats.org/officeDocument/2006/relationships/oleObject" Target="../embeddings/oleObject85.bin"/><Relationship Id="rId4" Type="http://schemas.openxmlformats.org/officeDocument/2006/relationships/image" Target="../media/image100.wmf"/><Relationship Id="rId3" Type="http://schemas.openxmlformats.org/officeDocument/2006/relationships/oleObject" Target="../embeddings/oleObject84.bin"/><Relationship Id="rId2" Type="http://schemas.openxmlformats.org/officeDocument/2006/relationships/image" Target="../media/image99.png"/><Relationship Id="rId19" Type="http://schemas.openxmlformats.org/officeDocument/2006/relationships/notesSlide" Target="../notesSlides/notesSlide32.xml"/><Relationship Id="rId18" Type="http://schemas.openxmlformats.org/officeDocument/2006/relationships/vmlDrawing" Target="../drawings/vmlDrawing13.vml"/><Relationship Id="rId17" Type="http://schemas.openxmlformats.org/officeDocument/2006/relationships/slideLayout" Target="../slideLayouts/slideLayout2.xml"/><Relationship Id="rId16" Type="http://schemas.openxmlformats.org/officeDocument/2006/relationships/image" Target="../media/image106.wmf"/><Relationship Id="rId15" Type="http://schemas.openxmlformats.org/officeDocument/2006/relationships/oleObject" Target="../embeddings/oleObject90.bin"/><Relationship Id="rId14" Type="http://schemas.openxmlformats.org/officeDocument/2006/relationships/image" Target="../media/image105.wmf"/><Relationship Id="rId13" Type="http://schemas.openxmlformats.org/officeDocument/2006/relationships/oleObject" Target="../embeddings/oleObject89.bin"/><Relationship Id="rId12" Type="http://schemas.openxmlformats.org/officeDocument/2006/relationships/image" Target="../media/image104.wmf"/><Relationship Id="rId11" Type="http://schemas.openxmlformats.org/officeDocument/2006/relationships/oleObject" Target="../embeddings/oleObject88.bin"/><Relationship Id="rId10" Type="http://schemas.openxmlformats.org/officeDocument/2006/relationships/image" Target="../media/image103.wmf"/><Relationship Id="rId1" Type="http://schemas.openxmlformats.org/officeDocument/2006/relationships/image" Target="../media/image98.png"/></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95.bin"/><Relationship Id="rId8" Type="http://schemas.openxmlformats.org/officeDocument/2006/relationships/oleObject" Target="../embeddings/oleObject94.bin"/><Relationship Id="rId7" Type="http://schemas.openxmlformats.org/officeDocument/2006/relationships/image" Target="../media/image110.wmf"/><Relationship Id="rId6" Type="http://schemas.openxmlformats.org/officeDocument/2006/relationships/oleObject" Target="../embeddings/oleObject93.bin"/><Relationship Id="rId5" Type="http://schemas.openxmlformats.org/officeDocument/2006/relationships/image" Target="../media/image109.wmf"/><Relationship Id="rId4" Type="http://schemas.openxmlformats.org/officeDocument/2006/relationships/oleObject" Target="../embeddings/oleObject92.bin"/><Relationship Id="rId3" Type="http://schemas.openxmlformats.org/officeDocument/2006/relationships/image" Target="../media/image108.wmf"/><Relationship Id="rId2" Type="http://schemas.openxmlformats.org/officeDocument/2006/relationships/oleObject" Target="../embeddings/oleObject91.bin"/><Relationship Id="rId14" Type="http://schemas.openxmlformats.org/officeDocument/2006/relationships/notesSlide" Target="../notesSlides/notesSlide33.xml"/><Relationship Id="rId13" Type="http://schemas.openxmlformats.org/officeDocument/2006/relationships/vmlDrawing" Target="../drawings/vmlDrawing14.vml"/><Relationship Id="rId12" Type="http://schemas.openxmlformats.org/officeDocument/2006/relationships/slideLayout" Target="../slideLayouts/slideLayout2.xml"/><Relationship Id="rId11" Type="http://schemas.openxmlformats.org/officeDocument/2006/relationships/image" Target="../media/image111.wmf"/><Relationship Id="rId10" Type="http://schemas.openxmlformats.org/officeDocument/2006/relationships/oleObject" Target="../embeddings/oleObject96.bin"/><Relationship Id="rId1" Type="http://schemas.openxmlformats.org/officeDocument/2006/relationships/image" Target="../media/image107.png"/></Relationships>
</file>

<file path=ppt/slides/_rels/slide36.xml.rels><?xml version="1.0" encoding="UTF-8" standalone="yes"?>
<Relationships xmlns="http://schemas.openxmlformats.org/package/2006/relationships"><Relationship Id="rId9" Type="http://schemas.openxmlformats.org/officeDocument/2006/relationships/notesSlide" Target="../notesSlides/notesSlide34.xml"/><Relationship Id="rId8" Type="http://schemas.openxmlformats.org/officeDocument/2006/relationships/vmlDrawing" Target="../drawings/vmlDrawing15.vml"/><Relationship Id="rId7" Type="http://schemas.openxmlformats.org/officeDocument/2006/relationships/slideLayout" Target="../slideLayouts/slideLayout2.xml"/><Relationship Id="rId6" Type="http://schemas.openxmlformats.org/officeDocument/2006/relationships/image" Target="../media/image115.wmf"/><Relationship Id="rId5" Type="http://schemas.openxmlformats.org/officeDocument/2006/relationships/oleObject" Target="../embeddings/oleObject98.bin"/><Relationship Id="rId4" Type="http://schemas.openxmlformats.org/officeDocument/2006/relationships/image" Target="../media/image114.wmf"/><Relationship Id="rId3" Type="http://schemas.openxmlformats.org/officeDocument/2006/relationships/oleObject" Target="../embeddings/oleObject97.bin"/><Relationship Id="rId2" Type="http://schemas.openxmlformats.org/officeDocument/2006/relationships/image" Target="../media/image113.png"/><Relationship Id="rId1" Type="http://schemas.openxmlformats.org/officeDocument/2006/relationships/image" Target="../media/image112.png"/></Relationships>
</file>

<file path=ppt/slides/_rels/slide37.xml.rels><?xml version="1.0" encoding="UTF-8" standalone="yes"?>
<Relationships xmlns="http://schemas.openxmlformats.org/package/2006/relationships"><Relationship Id="rId9" Type="http://schemas.openxmlformats.org/officeDocument/2006/relationships/image" Target="../media/image119.wmf"/><Relationship Id="rId8" Type="http://schemas.openxmlformats.org/officeDocument/2006/relationships/oleObject" Target="../embeddings/oleObject102.bin"/><Relationship Id="rId7" Type="http://schemas.openxmlformats.org/officeDocument/2006/relationships/image" Target="../media/image118.wmf"/><Relationship Id="rId6" Type="http://schemas.openxmlformats.org/officeDocument/2006/relationships/oleObject" Target="../embeddings/oleObject101.bin"/><Relationship Id="rId5" Type="http://schemas.openxmlformats.org/officeDocument/2006/relationships/image" Target="../media/image109.wmf"/><Relationship Id="rId4" Type="http://schemas.openxmlformats.org/officeDocument/2006/relationships/oleObject" Target="../embeddings/oleObject100.bin"/><Relationship Id="rId3" Type="http://schemas.openxmlformats.org/officeDocument/2006/relationships/image" Target="../media/image117.wmf"/><Relationship Id="rId2" Type="http://schemas.openxmlformats.org/officeDocument/2006/relationships/oleObject" Target="../embeddings/oleObject99.bin"/><Relationship Id="rId12" Type="http://schemas.openxmlformats.org/officeDocument/2006/relationships/notesSlide" Target="../notesSlides/notesSlide35.xml"/><Relationship Id="rId11" Type="http://schemas.openxmlformats.org/officeDocument/2006/relationships/vmlDrawing" Target="../drawings/vmlDrawing16.vml"/><Relationship Id="rId10" Type="http://schemas.openxmlformats.org/officeDocument/2006/relationships/slideLayout" Target="../slideLayouts/slideLayout2.xml"/><Relationship Id="rId1" Type="http://schemas.openxmlformats.org/officeDocument/2006/relationships/image" Target="../media/image116.png"/></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107.bin"/><Relationship Id="rId8" Type="http://schemas.openxmlformats.org/officeDocument/2006/relationships/image" Target="../media/image123.wmf"/><Relationship Id="rId7" Type="http://schemas.openxmlformats.org/officeDocument/2006/relationships/oleObject" Target="../embeddings/oleObject106.bin"/><Relationship Id="rId6" Type="http://schemas.openxmlformats.org/officeDocument/2006/relationships/image" Target="../media/image122.wmf"/><Relationship Id="rId5" Type="http://schemas.openxmlformats.org/officeDocument/2006/relationships/oleObject" Target="../embeddings/oleObject105.bin"/><Relationship Id="rId4" Type="http://schemas.openxmlformats.org/officeDocument/2006/relationships/image" Target="../media/image121.wmf"/><Relationship Id="rId3" Type="http://schemas.openxmlformats.org/officeDocument/2006/relationships/oleObject" Target="../embeddings/oleObject104.bin"/><Relationship Id="rId21" Type="http://schemas.openxmlformats.org/officeDocument/2006/relationships/notesSlide" Target="../notesSlides/notesSlide36.xml"/><Relationship Id="rId20" Type="http://schemas.openxmlformats.org/officeDocument/2006/relationships/vmlDrawing" Target="../drawings/vmlDrawing17.vml"/><Relationship Id="rId2" Type="http://schemas.openxmlformats.org/officeDocument/2006/relationships/image" Target="../media/image120.wmf"/><Relationship Id="rId19" Type="http://schemas.openxmlformats.org/officeDocument/2006/relationships/slideLayout" Target="../slideLayouts/slideLayout2.xml"/><Relationship Id="rId18" Type="http://schemas.openxmlformats.org/officeDocument/2006/relationships/image" Target="../media/image128.wmf"/><Relationship Id="rId17" Type="http://schemas.openxmlformats.org/officeDocument/2006/relationships/oleObject" Target="../embeddings/oleObject111.bin"/><Relationship Id="rId16" Type="http://schemas.openxmlformats.org/officeDocument/2006/relationships/image" Target="../media/image127.wmf"/><Relationship Id="rId15" Type="http://schemas.openxmlformats.org/officeDocument/2006/relationships/oleObject" Target="../embeddings/oleObject110.bin"/><Relationship Id="rId14" Type="http://schemas.openxmlformats.org/officeDocument/2006/relationships/image" Target="../media/image126.wmf"/><Relationship Id="rId13" Type="http://schemas.openxmlformats.org/officeDocument/2006/relationships/oleObject" Target="../embeddings/oleObject109.bin"/><Relationship Id="rId12" Type="http://schemas.openxmlformats.org/officeDocument/2006/relationships/image" Target="../media/image125.wmf"/><Relationship Id="rId11" Type="http://schemas.openxmlformats.org/officeDocument/2006/relationships/oleObject" Target="../embeddings/oleObject108.bin"/><Relationship Id="rId10" Type="http://schemas.openxmlformats.org/officeDocument/2006/relationships/image" Target="../media/image124.wmf"/><Relationship Id="rId1" Type="http://schemas.openxmlformats.org/officeDocument/2006/relationships/oleObject" Target="../embeddings/oleObject103.bin"/></Relationships>
</file>

<file path=ppt/slides/_rels/slide39.xml.rels><?xml version="1.0" encoding="UTF-8" standalone="yes"?>
<Relationships xmlns="http://schemas.openxmlformats.org/package/2006/relationships"><Relationship Id="rId9" Type="http://schemas.openxmlformats.org/officeDocument/2006/relationships/image" Target="../media/image133.wmf"/><Relationship Id="rId8" Type="http://schemas.openxmlformats.org/officeDocument/2006/relationships/oleObject" Target="../embeddings/oleObject115.bin"/><Relationship Id="rId7" Type="http://schemas.openxmlformats.org/officeDocument/2006/relationships/image" Target="../media/image132.wmf"/><Relationship Id="rId6" Type="http://schemas.openxmlformats.org/officeDocument/2006/relationships/oleObject" Target="../embeddings/oleObject114.bin"/><Relationship Id="rId5" Type="http://schemas.openxmlformats.org/officeDocument/2006/relationships/image" Target="../media/image131.png"/><Relationship Id="rId4" Type="http://schemas.openxmlformats.org/officeDocument/2006/relationships/image" Target="../media/image130.wmf"/><Relationship Id="rId3" Type="http://schemas.openxmlformats.org/officeDocument/2006/relationships/oleObject" Target="../embeddings/oleObject113.bin"/><Relationship Id="rId2" Type="http://schemas.openxmlformats.org/officeDocument/2006/relationships/image" Target="../media/image129.wmf"/><Relationship Id="rId14" Type="http://schemas.openxmlformats.org/officeDocument/2006/relationships/notesSlide" Target="../notesSlides/notesSlide37.xml"/><Relationship Id="rId13" Type="http://schemas.openxmlformats.org/officeDocument/2006/relationships/vmlDrawing" Target="../drawings/vmlDrawing18.vml"/><Relationship Id="rId12" Type="http://schemas.openxmlformats.org/officeDocument/2006/relationships/slideLayout" Target="../slideLayouts/slideLayout2.xml"/><Relationship Id="rId11" Type="http://schemas.openxmlformats.org/officeDocument/2006/relationships/image" Target="../media/image134.wmf"/><Relationship Id="rId10" Type="http://schemas.openxmlformats.org/officeDocument/2006/relationships/oleObject" Target="../embeddings/oleObject116.bin"/><Relationship Id="rId1" Type="http://schemas.openxmlformats.org/officeDocument/2006/relationships/oleObject" Target="../embeddings/oleObject112.bin"/></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vmlDrawing" Target="../drawings/vmlDrawing19.vml"/><Relationship Id="rId4" Type="http://schemas.openxmlformats.org/officeDocument/2006/relationships/slideLayout" Target="../slideLayouts/slideLayout2.xml"/><Relationship Id="rId3" Type="http://schemas.openxmlformats.org/officeDocument/2006/relationships/image" Target="../media/image134.wmf"/><Relationship Id="rId2" Type="http://schemas.openxmlformats.org/officeDocument/2006/relationships/oleObject" Target="../embeddings/oleObject117.bin"/><Relationship Id="rId1" Type="http://schemas.openxmlformats.org/officeDocument/2006/relationships/image" Target="../media/image135.png"/></Relationships>
</file>

<file path=ppt/slides/_rels/slide41.xml.rels><?xml version="1.0" encoding="UTF-8" standalone="yes"?>
<Relationships xmlns="http://schemas.openxmlformats.org/package/2006/relationships"><Relationship Id="rId9" Type="http://schemas.openxmlformats.org/officeDocument/2006/relationships/vmlDrawing" Target="../drawings/vmlDrawing20.vml"/><Relationship Id="rId8" Type="http://schemas.openxmlformats.org/officeDocument/2006/relationships/slideLayout" Target="../slideLayouts/slideLayout2.xml"/><Relationship Id="rId7" Type="http://schemas.openxmlformats.org/officeDocument/2006/relationships/image" Target="../media/image139.wmf"/><Relationship Id="rId6" Type="http://schemas.openxmlformats.org/officeDocument/2006/relationships/oleObject" Target="../embeddings/oleObject120.bin"/><Relationship Id="rId5" Type="http://schemas.openxmlformats.org/officeDocument/2006/relationships/image" Target="../media/image138.wmf"/><Relationship Id="rId4" Type="http://schemas.openxmlformats.org/officeDocument/2006/relationships/oleObject" Target="../embeddings/oleObject119.bin"/><Relationship Id="rId3" Type="http://schemas.openxmlformats.org/officeDocument/2006/relationships/image" Target="../media/image137.wmf"/><Relationship Id="rId2" Type="http://schemas.openxmlformats.org/officeDocument/2006/relationships/oleObject" Target="../embeddings/oleObject118.bin"/><Relationship Id="rId10" Type="http://schemas.openxmlformats.org/officeDocument/2006/relationships/notesSlide" Target="../notesSlides/notesSlide39.xml"/><Relationship Id="rId1" Type="http://schemas.openxmlformats.org/officeDocument/2006/relationships/image" Target="../media/image136.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140.pn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2.xml"/><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image" Target="../media/image141.png"/></Relationships>
</file>

<file path=ppt/slides/_rels/slide44.xml.rels><?xml version="1.0" encoding="UTF-8" standalone="yes"?>
<Relationships xmlns="http://schemas.openxmlformats.org/package/2006/relationships"><Relationship Id="rId9" Type="http://schemas.openxmlformats.org/officeDocument/2006/relationships/image" Target="../media/image148.wmf"/><Relationship Id="rId8" Type="http://schemas.openxmlformats.org/officeDocument/2006/relationships/oleObject" Target="../embeddings/oleObject124.bin"/><Relationship Id="rId7" Type="http://schemas.openxmlformats.org/officeDocument/2006/relationships/image" Target="../media/image147.wmf"/><Relationship Id="rId6" Type="http://schemas.openxmlformats.org/officeDocument/2006/relationships/oleObject" Target="../embeddings/oleObject123.bin"/><Relationship Id="rId5" Type="http://schemas.openxmlformats.org/officeDocument/2006/relationships/image" Target="../media/image146.wmf"/><Relationship Id="rId4" Type="http://schemas.openxmlformats.org/officeDocument/2006/relationships/oleObject" Target="../embeddings/oleObject122.bin"/><Relationship Id="rId3" Type="http://schemas.openxmlformats.org/officeDocument/2006/relationships/image" Target="../media/image145.wmf"/><Relationship Id="rId2" Type="http://schemas.openxmlformats.org/officeDocument/2006/relationships/oleObject" Target="../embeddings/oleObject121.bin"/><Relationship Id="rId12" Type="http://schemas.openxmlformats.org/officeDocument/2006/relationships/notesSlide" Target="../notesSlides/notesSlide42.xml"/><Relationship Id="rId11" Type="http://schemas.openxmlformats.org/officeDocument/2006/relationships/vmlDrawing" Target="../drawings/vmlDrawing21.vml"/><Relationship Id="rId10" Type="http://schemas.openxmlformats.org/officeDocument/2006/relationships/slideLayout" Target="../slideLayouts/slideLayout2.xml"/><Relationship Id="rId1" Type="http://schemas.openxmlformats.org/officeDocument/2006/relationships/image" Target="../media/image144.png"/></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129.bin"/><Relationship Id="rId8" Type="http://schemas.openxmlformats.org/officeDocument/2006/relationships/image" Target="../media/image151.wmf"/><Relationship Id="rId7" Type="http://schemas.openxmlformats.org/officeDocument/2006/relationships/oleObject" Target="../embeddings/oleObject128.bin"/><Relationship Id="rId6" Type="http://schemas.openxmlformats.org/officeDocument/2006/relationships/oleObject" Target="../embeddings/oleObject127.bin"/><Relationship Id="rId5" Type="http://schemas.openxmlformats.org/officeDocument/2006/relationships/image" Target="../media/image150.wmf"/><Relationship Id="rId4" Type="http://schemas.openxmlformats.org/officeDocument/2006/relationships/oleObject" Target="../embeddings/oleObject126.bin"/><Relationship Id="rId3" Type="http://schemas.openxmlformats.org/officeDocument/2006/relationships/image" Target="../media/image148.wmf"/><Relationship Id="rId2" Type="http://schemas.openxmlformats.org/officeDocument/2006/relationships/oleObject" Target="../embeddings/oleObject125.bin"/><Relationship Id="rId15" Type="http://schemas.openxmlformats.org/officeDocument/2006/relationships/notesSlide" Target="../notesSlides/notesSlide43.xml"/><Relationship Id="rId14" Type="http://schemas.openxmlformats.org/officeDocument/2006/relationships/vmlDrawing" Target="../drawings/vmlDrawing22.vml"/><Relationship Id="rId13" Type="http://schemas.openxmlformats.org/officeDocument/2006/relationships/slideLayout" Target="../slideLayouts/slideLayout2.xml"/><Relationship Id="rId12" Type="http://schemas.openxmlformats.org/officeDocument/2006/relationships/image" Target="../media/image153.png"/><Relationship Id="rId11" Type="http://schemas.openxmlformats.org/officeDocument/2006/relationships/oleObject" Target="../embeddings/oleObject130.bin"/><Relationship Id="rId10" Type="http://schemas.openxmlformats.org/officeDocument/2006/relationships/image" Target="../media/image152.wmf"/><Relationship Id="rId1" Type="http://schemas.openxmlformats.org/officeDocument/2006/relationships/image" Target="../media/image149.png"/></Relationships>
</file>

<file path=ppt/slides/_rels/slide46.xml.rels><?xml version="1.0" encoding="UTF-8" standalone="yes"?>
<Relationships xmlns="http://schemas.openxmlformats.org/package/2006/relationships"><Relationship Id="rId9" Type="http://schemas.openxmlformats.org/officeDocument/2006/relationships/image" Target="../media/image156.wmf"/><Relationship Id="rId8" Type="http://schemas.openxmlformats.org/officeDocument/2006/relationships/oleObject" Target="../embeddings/oleObject134.bin"/><Relationship Id="rId7" Type="http://schemas.openxmlformats.org/officeDocument/2006/relationships/image" Target="../media/image155.wmf"/><Relationship Id="rId6" Type="http://schemas.openxmlformats.org/officeDocument/2006/relationships/oleObject" Target="../embeddings/oleObject133.bin"/><Relationship Id="rId5" Type="http://schemas.openxmlformats.org/officeDocument/2006/relationships/image" Target="../media/image154.wmf"/><Relationship Id="rId4" Type="http://schemas.openxmlformats.org/officeDocument/2006/relationships/oleObject" Target="../embeddings/oleObject132.bin"/><Relationship Id="rId3" Type="http://schemas.openxmlformats.org/officeDocument/2006/relationships/image" Target="../media/image148.wmf"/><Relationship Id="rId22" Type="http://schemas.openxmlformats.org/officeDocument/2006/relationships/notesSlide" Target="../notesSlides/notesSlide44.xml"/><Relationship Id="rId21" Type="http://schemas.openxmlformats.org/officeDocument/2006/relationships/vmlDrawing" Target="../drawings/vmlDrawing23.vml"/><Relationship Id="rId20" Type="http://schemas.openxmlformats.org/officeDocument/2006/relationships/slideLayout" Target="../slideLayouts/slideLayout2.xml"/><Relationship Id="rId2" Type="http://schemas.openxmlformats.org/officeDocument/2006/relationships/oleObject" Target="../embeddings/oleObject131.bin"/><Relationship Id="rId19" Type="http://schemas.openxmlformats.org/officeDocument/2006/relationships/image" Target="../media/image160.wmf"/><Relationship Id="rId18" Type="http://schemas.openxmlformats.org/officeDocument/2006/relationships/oleObject" Target="../embeddings/oleObject140.bin"/><Relationship Id="rId17" Type="http://schemas.openxmlformats.org/officeDocument/2006/relationships/oleObject" Target="../embeddings/oleObject139.bin"/><Relationship Id="rId16" Type="http://schemas.openxmlformats.org/officeDocument/2006/relationships/image" Target="../media/image159.wmf"/><Relationship Id="rId15" Type="http://schemas.openxmlformats.org/officeDocument/2006/relationships/oleObject" Target="../embeddings/oleObject138.bin"/><Relationship Id="rId14" Type="http://schemas.openxmlformats.org/officeDocument/2006/relationships/image" Target="../media/image158.wmf"/><Relationship Id="rId13" Type="http://schemas.openxmlformats.org/officeDocument/2006/relationships/oleObject" Target="../embeddings/oleObject137.bin"/><Relationship Id="rId12" Type="http://schemas.openxmlformats.org/officeDocument/2006/relationships/image" Target="../media/image157.wmf"/><Relationship Id="rId11" Type="http://schemas.openxmlformats.org/officeDocument/2006/relationships/oleObject" Target="../embeddings/oleObject136.bin"/><Relationship Id="rId10" Type="http://schemas.openxmlformats.org/officeDocument/2006/relationships/oleObject" Target="../embeddings/oleObject135.bin"/><Relationship Id="rId1" Type="http://schemas.openxmlformats.org/officeDocument/2006/relationships/image" Target="../media/image149.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161.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162.png"/></Relationships>
</file>

<file path=ppt/slides/_rels/slide49.xml.rels><?xml version="1.0" encoding="UTF-8" standalone="yes"?>
<Relationships xmlns="http://schemas.openxmlformats.org/package/2006/relationships"><Relationship Id="rId9" Type="http://schemas.openxmlformats.org/officeDocument/2006/relationships/image" Target="../media/image167.wmf"/><Relationship Id="rId8" Type="http://schemas.openxmlformats.org/officeDocument/2006/relationships/oleObject" Target="../embeddings/oleObject143.bin"/><Relationship Id="rId7" Type="http://schemas.openxmlformats.org/officeDocument/2006/relationships/image" Target="../media/image166.wmf"/><Relationship Id="rId6" Type="http://schemas.openxmlformats.org/officeDocument/2006/relationships/oleObject" Target="../embeddings/oleObject142.bin"/><Relationship Id="rId5" Type="http://schemas.openxmlformats.org/officeDocument/2006/relationships/image" Target="../media/image165.wmf"/><Relationship Id="rId4" Type="http://schemas.openxmlformats.org/officeDocument/2006/relationships/oleObject" Target="../embeddings/oleObject141.bin"/><Relationship Id="rId3" Type="http://schemas.openxmlformats.org/officeDocument/2006/relationships/image" Target="../media/image164.png"/><Relationship Id="rId2" Type="http://schemas.openxmlformats.org/officeDocument/2006/relationships/image" Target="../media/image163.png"/><Relationship Id="rId12" Type="http://schemas.openxmlformats.org/officeDocument/2006/relationships/notesSlide" Target="../notesSlides/notesSlide47.xml"/><Relationship Id="rId11" Type="http://schemas.openxmlformats.org/officeDocument/2006/relationships/vmlDrawing" Target="../drawings/vmlDrawing24.vml"/><Relationship Id="rId10" Type="http://schemas.openxmlformats.org/officeDocument/2006/relationships/slideLayout" Target="../slideLayouts/slideLayout2.xml"/><Relationship Id="rId1" Type="http://schemas.openxmlformats.org/officeDocument/2006/relationships/tags" Target="../tags/tag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168.png"/></Relationships>
</file>

<file path=ppt/slides/_rels/slide52.xml.rels><?xml version="1.0" encoding="UTF-8" standalone="yes"?>
<Relationships xmlns="http://schemas.openxmlformats.org/package/2006/relationships"><Relationship Id="rId9" Type="http://schemas.openxmlformats.org/officeDocument/2006/relationships/image" Target="../media/image173.wmf"/><Relationship Id="rId8" Type="http://schemas.openxmlformats.org/officeDocument/2006/relationships/oleObject" Target="../embeddings/oleObject147.bin"/><Relationship Id="rId7" Type="http://schemas.openxmlformats.org/officeDocument/2006/relationships/image" Target="../media/image172.wmf"/><Relationship Id="rId6" Type="http://schemas.openxmlformats.org/officeDocument/2006/relationships/oleObject" Target="../embeddings/oleObject146.bin"/><Relationship Id="rId5" Type="http://schemas.openxmlformats.org/officeDocument/2006/relationships/image" Target="../media/image171.wmf"/><Relationship Id="rId4" Type="http://schemas.openxmlformats.org/officeDocument/2006/relationships/oleObject" Target="../embeddings/oleObject145.bin"/><Relationship Id="rId3" Type="http://schemas.openxmlformats.org/officeDocument/2006/relationships/image" Target="../media/image170.wmf"/><Relationship Id="rId20" Type="http://schemas.openxmlformats.org/officeDocument/2006/relationships/notesSlide" Target="../notesSlides/notesSlide50.xml"/><Relationship Id="rId2" Type="http://schemas.openxmlformats.org/officeDocument/2006/relationships/oleObject" Target="../embeddings/oleObject144.bin"/><Relationship Id="rId19" Type="http://schemas.openxmlformats.org/officeDocument/2006/relationships/vmlDrawing" Target="../drawings/vmlDrawing25.vml"/><Relationship Id="rId18" Type="http://schemas.openxmlformats.org/officeDocument/2006/relationships/slideLayout" Target="../slideLayouts/slideLayout2.xml"/><Relationship Id="rId17" Type="http://schemas.openxmlformats.org/officeDocument/2006/relationships/image" Target="../media/image178.png"/><Relationship Id="rId16" Type="http://schemas.openxmlformats.org/officeDocument/2006/relationships/image" Target="../media/image177.png"/><Relationship Id="rId15" Type="http://schemas.openxmlformats.org/officeDocument/2006/relationships/image" Target="../media/image176.wmf"/><Relationship Id="rId14" Type="http://schemas.openxmlformats.org/officeDocument/2006/relationships/oleObject" Target="../embeddings/oleObject150.bin"/><Relationship Id="rId13" Type="http://schemas.openxmlformats.org/officeDocument/2006/relationships/image" Target="../media/image175.wmf"/><Relationship Id="rId12" Type="http://schemas.openxmlformats.org/officeDocument/2006/relationships/oleObject" Target="../embeddings/oleObject149.bin"/><Relationship Id="rId11" Type="http://schemas.openxmlformats.org/officeDocument/2006/relationships/image" Target="../media/image174.wmf"/><Relationship Id="rId10" Type="http://schemas.openxmlformats.org/officeDocument/2006/relationships/oleObject" Target="../embeddings/oleObject148.bin"/><Relationship Id="rId1" Type="http://schemas.openxmlformats.org/officeDocument/2006/relationships/image" Target="../media/image16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179.png"/></Relationships>
</file>

<file path=ppt/slides/_rels/slide54.xml.rels><?xml version="1.0" encoding="UTF-8" standalone="yes"?>
<Relationships xmlns="http://schemas.openxmlformats.org/package/2006/relationships"><Relationship Id="rId9" Type="http://schemas.openxmlformats.org/officeDocument/2006/relationships/image" Target="../media/image183.wmf"/><Relationship Id="rId8" Type="http://schemas.openxmlformats.org/officeDocument/2006/relationships/oleObject" Target="../embeddings/oleObject154.bin"/><Relationship Id="rId7" Type="http://schemas.openxmlformats.org/officeDocument/2006/relationships/image" Target="../media/image173.wmf"/><Relationship Id="rId6" Type="http://schemas.openxmlformats.org/officeDocument/2006/relationships/oleObject" Target="../embeddings/oleObject153.bin"/><Relationship Id="rId5" Type="http://schemas.openxmlformats.org/officeDocument/2006/relationships/image" Target="../media/image182.wmf"/><Relationship Id="rId4" Type="http://schemas.openxmlformats.org/officeDocument/2006/relationships/oleObject" Target="../embeddings/oleObject152.bin"/><Relationship Id="rId3" Type="http://schemas.openxmlformats.org/officeDocument/2006/relationships/image" Target="../media/image181.wmf"/><Relationship Id="rId29" Type="http://schemas.openxmlformats.org/officeDocument/2006/relationships/notesSlide" Target="../notesSlides/notesSlide52.xml"/><Relationship Id="rId28" Type="http://schemas.openxmlformats.org/officeDocument/2006/relationships/vmlDrawing" Target="../drawings/vmlDrawing26.vml"/><Relationship Id="rId27" Type="http://schemas.openxmlformats.org/officeDocument/2006/relationships/slideLayout" Target="../slideLayouts/slideLayout2.xml"/><Relationship Id="rId26" Type="http://schemas.openxmlformats.org/officeDocument/2006/relationships/image" Target="../media/image193.wmf"/><Relationship Id="rId25" Type="http://schemas.openxmlformats.org/officeDocument/2006/relationships/oleObject" Target="../embeddings/oleObject161.bin"/><Relationship Id="rId24" Type="http://schemas.openxmlformats.org/officeDocument/2006/relationships/image" Target="../media/image192.wmf"/><Relationship Id="rId23" Type="http://schemas.openxmlformats.org/officeDocument/2006/relationships/oleObject" Target="../embeddings/oleObject160.bin"/><Relationship Id="rId22" Type="http://schemas.openxmlformats.org/officeDocument/2006/relationships/image" Target="../media/image191.wmf"/><Relationship Id="rId21" Type="http://schemas.openxmlformats.org/officeDocument/2006/relationships/oleObject" Target="../embeddings/oleObject159.bin"/><Relationship Id="rId20" Type="http://schemas.openxmlformats.org/officeDocument/2006/relationships/image" Target="../media/image190.wmf"/><Relationship Id="rId2" Type="http://schemas.openxmlformats.org/officeDocument/2006/relationships/oleObject" Target="../embeddings/oleObject151.bin"/><Relationship Id="rId19" Type="http://schemas.openxmlformats.org/officeDocument/2006/relationships/oleObject" Target="../embeddings/oleObject158.bin"/><Relationship Id="rId18" Type="http://schemas.openxmlformats.org/officeDocument/2006/relationships/image" Target="../media/image189.wmf"/><Relationship Id="rId17" Type="http://schemas.openxmlformats.org/officeDocument/2006/relationships/oleObject" Target="../embeddings/oleObject157.bin"/><Relationship Id="rId16" Type="http://schemas.openxmlformats.org/officeDocument/2006/relationships/image" Target="../media/image188.wmf"/><Relationship Id="rId15" Type="http://schemas.openxmlformats.org/officeDocument/2006/relationships/oleObject" Target="../embeddings/oleObject156.bin"/><Relationship Id="rId14" Type="http://schemas.openxmlformats.org/officeDocument/2006/relationships/image" Target="../media/image187.png"/><Relationship Id="rId13" Type="http://schemas.openxmlformats.org/officeDocument/2006/relationships/image" Target="../media/image186.png"/><Relationship Id="rId12" Type="http://schemas.openxmlformats.org/officeDocument/2006/relationships/image" Target="../media/image185.png"/><Relationship Id="rId11" Type="http://schemas.openxmlformats.org/officeDocument/2006/relationships/image" Target="../media/image184.wmf"/><Relationship Id="rId10" Type="http://schemas.openxmlformats.org/officeDocument/2006/relationships/oleObject" Target="../embeddings/oleObject155.bin"/><Relationship Id="rId1" Type="http://schemas.openxmlformats.org/officeDocument/2006/relationships/image" Target="../media/image180.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194.png"/></Relationships>
</file>

<file path=ppt/slides/_rels/slide56.xml.rels><?xml version="1.0" encoding="UTF-8" standalone="yes"?>
<Relationships xmlns="http://schemas.openxmlformats.org/package/2006/relationships"><Relationship Id="rId7" Type="http://schemas.openxmlformats.org/officeDocument/2006/relationships/notesSlide" Target="../notesSlides/notesSlide54.xml"/><Relationship Id="rId6" Type="http://schemas.openxmlformats.org/officeDocument/2006/relationships/vmlDrawing" Target="../drawings/vmlDrawing27.vml"/><Relationship Id="rId5" Type="http://schemas.openxmlformats.org/officeDocument/2006/relationships/slideLayout" Target="../slideLayouts/slideLayout2.xml"/><Relationship Id="rId4" Type="http://schemas.openxmlformats.org/officeDocument/2006/relationships/image" Target="../media/image196.wmf"/><Relationship Id="rId3" Type="http://schemas.openxmlformats.org/officeDocument/2006/relationships/oleObject" Target="../embeddings/oleObject163.bin"/><Relationship Id="rId2" Type="http://schemas.openxmlformats.org/officeDocument/2006/relationships/image" Target="../media/image195.wmf"/><Relationship Id="rId1" Type="http://schemas.openxmlformats.org/officeDocument/2006/relationships/oleObject" Target="../embeddings/oleObject162.bin"/></Relationships>
</file>

<file path=ppt/slides/_rels/slide57.xml.rels><?xml version="1.0" encoding="UTF-8" standalone="yes"?>
<Relationships xmlns="http://schemas.openxmlformats.org/package/2006/relationships"><Relationship Id="rId9" Type="http://schemas.openxmlformats.org/officeDocument/2006/relationships/oleObject" Target="../embeddings/oleObject168.bin"/><Relationship Id="rId8" Type="http://schemas.openxmlformats.org/officeDocument/2006/relationships/image" Target="../media/image200.wmf"/><Relationship Id="rId7" Type="http://schemas.openxmlformats.org/officeDocument/2006/relationships/oleObject" Target="../embeddings/oleObject167.bin"/><Relationship Id="rId6" Type="http://schemas.openxmlformats.org/officeDocument/2006/relationships/image" Target="../media/image199.wmf"/><Relationship Id="rId5" Type="http://schemas.openxmlformats.org/officeDocument/2006/relationships/oleObject" Target="../embeddings/oleObject166.bin"/><Relationship Id="rId4" Type="http://schemas.openxmlformats.org/officeDocument/2006/relationships/image" Target="../media/image198.wmf"/><Relationship Id="rId3" Type="http://schemas.openxmlformats.org/officeDocument/2006/relationships/oleObject" Target="../embeddings/oleObject165.bin"/><Relationship Id="rId2" Type="http://schemas.openxmlformats.org/officeDocument/2006/relationships/image" Target="../media/image197.wmf"/><Relationship Id="rId15" Type="http://schemas.openxmlformats.org/officeDocument/2006/relationships/notesSlide" Target="../notesSlides/notesSlide55.xml"/><Relationship Id="rId14" Type="http://schemas.openxmlformats.org/officeDocument/2006/relationships/vmlDrawing" Target="../drawings/vmlDrawing28.vml"/><Relationship Id="rId13" Type="http://schemas.openxmlformats.org/officeDocument/2006/relationships/slideLayout" Target="../slideLayouts/slideLayout2.xml"/><Relationship Id="rId12" Type="http://schemas.openxmlformats.org/officeDocument/2006/relationships/image" Target="../media/image202.wmf"/><Relationship Id="rId11" Type="http://schemas.openxmlformats.org/officeDocument/2006/relationships/oleObject" Target="../embeddings/oleObject169.bin"/><Relationship Id="rId10" Type="http://schemas.openxmlformats.org/officeDocument/2006/relationships/image" Target="../media/image201.wmf"/><Relationship Id="rId1" Type="http://schemas.openxmlformats.org/officeDocument/2006/relationships/oleObject" Target="../embeddings/oleObject164.bin"/></Relationships>
</file>

<file path=ppt/slides/_rels/slide58.xml.rels><?xml version="1.0" encoding="UTF-8" standalone="yes"?>
<Relationships xmlns="http://schemas.openxmlformats.org/package/2006/relationships"><Relationship Id="rId6" Type="http://schemas.openxmlformats.org/officeDocument/2006/relationships/notesSlide" Target="../notesSlides/notesSlide56.xml"/><Relationship Id="rId5" Type="http://schemas.openxmlformats.org/officeDocument/2006/relationships/vmlDrawing" Target="../drawings/vmlDrawing29.vml"/><Relationship Id="rId4" Type="http://schemas.openxmlformats.org/officeDocument/2006/relationships/slideLayout" Target="../slideLayouts/slideLayout2.xml"/><Relationship Id="rId3" Type="http://schemas.openxmlformats.org/officeDocument/2006/relationships/image" Target="../media/image202.wmf"/><Relationship Id="rId2" Type="http://schemas.openxmlformats.org/officeDocument/2006/relationships/oleObject" Target="../embeddings/oleObject170.bin"/><Relationship Id="rId1" Type="http://schemas.openxmlformats.org/officeDocument/2006/relationships/image" Target="../media/image203.png"/></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175.bin"/><Relationship Id="rId8" Type="http://schemas.openxmlformats.org/officeDocument/2006/relationships/image" Target="../media/image206.wmf"/><Relationship Id="rId7" Type="http://schemas.openxmlformats.org/officeDocument/2006/relationships/oleObject" Target="../embeddings/oleObject174.bin"/><Relationship Id="rId6" Type="http://schemas.openxmlformats.org/officeDocument/2006/relationships/image" Target="../media/image205.wmf"/><Relationship Id="rId5" Type="http://schemas.openxmlformats.org/officeDocument/2006/relationships/oleObject" Target="../embeddings/oleObject173.bin"/><Relationship Id="rId4" Type="http://schemas.openxmlformats.org/officeDocument/2006/relationships/image" Target="../media/image204.wmf"/><Relationship Id="rId3" Type="http://schemas.openxmlformats.org/officeDocument/2006/relationships/oleObject" Target="../embeddings/oleObject172.bin"/><Relationship Id="rId22" Type="http://schemas.openxmlformats.org/officeDocument/2006/relationships/notesSlide" Target="../notesSlides/notesSlide57.xml"/><Relationship Id="rId21" Type="http://schemas.openxmlformats.org/officeDocument/2006/relationships/vmlDrawing" Target="../drawings/vmlDrawing30.vml"/><Relationship Id="rId20" Type="http://schemas.openxmlformats.org/officeDocument/2006/relationships/slideLayout" Target="../slideLayouts/slideLayout2.xml"/><Relationship Id="rId2" Type="http://schemas.openxmlformats.org/officeDocument/2006/relationships/image" Target="../media/image200.wmf"/><Relationship Id="rId19" Type="http://schemas.openxmlformats.org/officeDocument/2006/relationships/image" Target="../media/image211.wmf"/><Relationship Id="rId18" Type="http://schemas.openxmlformats.org/officeDocument/2006/relationships/oleObject" Target="../embeddings/oleObject180.bin"/><Relationship Id="rId17" Type="http://schemas.openxmlformats.org/officeDocument/2006/relationships/image" Target="../media/image210.wmf"/><Relationship Id="rId16" Type="http://schemas.openxmlformats.org/officeDocument/2006/relationships/oleObject" Target="../embeddings/oleObject179.bin"/><Relationship Id="rId15" Type="http://schemas.openxmlformats.org/officeDocument/2006/relationships/image" Target="../media/image209.wmf"/><Relationship Id="rId14" Type="http://schemas.openxmlformats.org/officeDocument/2006/relationships/oleObject" Target="../embeddings/oleObject178.bin"/><Relationship Id="rId13" Type="http://schemas.openxmlformats.org/officeDocument/2006/relationships/oleObject" Target="../embeddings/oleObject177.bin"/><Relationship Id="rId12" Type="http://schemas.openxmlformats.org/officeDocument/2006/relationships/image" Target="../media/image208.wmf"/><Relationship Id="rId11" Type="http://schemas.openxmlformats.org/officeDocument/2006/relationships/oleObject" Target="../embeddings/oleObject176.bin"/><Relationship Id="rId10" Type="http://schemas.openxmlformats.org/officeDocument/2006/relationships/image" Target="../media/image207.wmf"/><Relationship Id="rId1" Type="http://schemas.openxmlformats.org/officeDocument/2006/relationships/oleObject" Target="../embeddings/oleObject171.bin"/></Relationships>
</file>

<file path=ppt/slides/_rels/slide60.xml.rels><?xml version="1.0" encoding="UTF-8" standalone="yes"?>
<Relationships xmlns="http://schemas.openxmlformats.org/package/2006/relationships"><Relationship Id="rId6" Type="http://schemas.openxmlformats.org/officeDocument/2006/relationships/notesSlide" Target="../notesSlides/notesSlide58.xml"/><Relationship Id="rId5" Type="http://schemas.openxmlformats.org/officeDocument/2006/relationships/vmlDrawing" Target="../drawings/vmlDrawing31.vml"/><Relationship Id="rId4" Type="http://schemas.openxmlformats.org/officeDocument/2006/relationships/slideLayout" Target="../slideLayouts/slideLayout2.xml"/><Relationship Id="rId3" Type="http://schemas.openxmlformats.org/officeDocument/2006/relationships/image" Target="../media/image211.wmf"/><Relationship Id="rId2" Type="http://schemas.openxmlformats.org/officeDocument/2006/relationships/oleObject" Target="../embeddings/oleObject181.bin"/><Relationship Id="rId1" Type="http://schemas.openxmlformats.org/officeDocument/2006/relationships/image" Target="../media/image212.png"/></Relationships>
</file>

<file path=ppt/slides/_rels/slide61.xml.rels><?xml version="1.0" encoding="UTF-8" standalone="yes"?>
<Relationships xmlns="http://schemas.openxmlformats.org/package/2006/relationships"><Relationship Id="rId9" Type="http://schemas.openxmlformats.org/officeDocument/2006/relationships/image" Target="../media/image216.wmf"/><Relationship Id="rId8" Type="http://schemas.openxmlformats.org/officeDocument/2006/relationships/oleObject" Target="../embeddings/oleObject185.bin"/><Relationship Id="rId7" Type="http://schemas.openxmlformats.org/officeDocument/2006/relationships/image" Target="../media/image191.wmf"/><Relationship Id="rId6" Type="http://schemas.openxmlformats.org/officeDocument/2006/relationships/oleObject" Target="../embeddings/oleObject184.bin"/><Relationship Id="rId5" Type="http://schemas.openxmlformats.org/officeDocument/2006/relationships/image" Target="../media/image215.wmf"/><Relationship Id="rId4" Type="http://schemas.openxmlformats.org/officeDocument/2006/relationships/oleObject" Target="../embeddings/oleObject183.bin"/><Relationship Id="rId3" Type="http://schemas.openxmlformats.org/officeDocument/2006/relationships/image" Target="../media/image214.wmf"/><Relationship Id="rId2" Type="http://schemas.openxmlformats.org/officeDocument/2006/relationships/oleObject" Target="../embeddings/oleObject182.bin"/><Relationship Id="rId18" Type="http://schemas.openxmlformats.org/officeDocument/2006/relationships/notesSlide" Target="../notesSlides/notesSlide59.xml"/><Relationship Id="rId17" Type="http://schemas.openxmlformats.org/officeDocument/2006/relationships/vmlDrawing" Target="../drawings/vmlDrawing32.vml"/><Relationship Id="rId16" Type="http://schemas.openxmlformats.org/officeDocument/2006/relationships/slideLayout" Target="../slideLayouts/slideLayout2.xml"/><Relationship Id="rId15" Type="http://schemas.openxmlformats.org/officeDocument/2006/relationships/image" Target="../media/image219.wmf"/><Relationship Id="rId14" Type="http://schemas.openxmlformats.org/officeDocument/2006/relationships/oleObject" Target="../embeddings/oleObject188.bin"/><Relationship Id="rId13" Type="http://schemas.openxmlformats.org/officeDocument/2006/relationships/image" Target="../media/image218.wmf"/><Relationship Id="rId12" Type="http://schemas.openxmlformats.org/officeDocument/2006/relationships/oleObject" Target="../embeddings/oleObject187.bin"/><Relationship Id="rId11" Type="http://schemas.openxmlformats.org/officeDocument/2006/relationships/image" Target="../media/image217.wmf"/><Relationship Id="rId10" Type="http://schemas.openxmlformats.org/officeDocument/2006/relationships/oleObject" Target="../embeddings/oleObject186.bin"/><Relationship Id="rId1" Type="http://schemas.openxmlformats.org/officeDocument/2006/relationships/image" Target="../media/image213.png"/></Relationships>
</file>

<file path=ppt/slides/_rels/slide62.xml.rels><?xml version="1.0" encoding="UTF-8" standalone="yes"?>
<Relationships xmlns="http://schemas.openxmlformats.org/package/2006/relationships"><Relationship Id="rId9" Type="http://schemas.openxmlformats.org/officeDocument/2006/relationships/vmlDrawing" Target="../drawings/vmlDrawing33.vml"/><Relationship Id="rId8" Type="http://schemas.openxmlformats.org/officeDocument/2006/relationships/slideLayout" Target="../slideLayouts/slideLayout2.xml"/><Relationship Id="rId7" Type="http://schemas.openxmlformats.org/officeDocument/2006/relationships/image" Target="../media/image222.wmf"/><Relationship Id="rId6" Type="http://schemas.openxmlformats.org/officeDocument/2006/relationships/oleObject" Target="../embeddings/oleObject191.bin"/><Relationship Id="rId5" Type="http://schemas.openxmlformats.org/officeDocument/2006/relationships/image" Target="../media/image191.wmf"/><Relationship Id="rId4" Type="http://schemas.openxmlformats.org/officeDocument/2006/relationships/oleObject" Target="../embeddings/oleObject190.bin"/><Relationship Id="rId3" Type="http://schemas.openxmlformats.org/officeDocument/2006/relationships/image" Target="../media/image221.wmf"/><Relationship Id="rId2" Type="http://schemas.openxmlformats.org/officeDocument/2006/relationships/oleObject" Target="../embeddings/oleObject189.bin"/><Relationship Id="rId10" Type="http://schemas.openxmlformats.org/officeDocument/2006/relationships/notesSlide" Target="../notesSlides/notesSlide60.xml"/><Relationship Id="rId1" Type="http://schemas.openxmlformats.org/officeDocument/2006/relationships/image" Target="../media/image220.png"/></Relationships>
</file>

<file path=ppt/slides/_rels/slide6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oleObject" Target="../embeddings/oleObject195.bin"/><Relationship Id="rId7" Type="http://schemas.openxmlformats.org/officeDocument/2006/relationships/image" Target="../media/image222.wmf"/><Relationship Id="rId6" Type="http://schemas.openxmlformats.org/officeDocument/2006/relationships/oleObject" Target="../embeddings/oleObject194.bin"/><Relationship Id="rId5" Type="http://schemas.openxmlformats.org/officeDocument/2006/relationships/image" Target="../media/image223.wmf"/><Relationship Id="rId4" Type="http://schemas.openxmlformats.org/officeDocument/2006/relationships/oleObject" Target="../embeddings/oleObject193.bin"/><Relationship Id="rId3" Type="http://schemas.openxmlformats.org/officeDocument/2006/relationships/image" Target="../media/image191.wmf"/><Relationship Id="rId2" Type="http://schemas.openxmlformats.org/officeDocument/2006/relationships/oleObject" Target="../embeddings/oleObject192.bin"/><Relationship Id="rId11" Type="http://schemas.openxmlformats.org/officeDocument/2006/relationships/notesSlide" Target="../notesSlides/notesSlide61.xml"/><Relationship Id="rId10" Type="http://schemas.openxmlformats.org/officeDocument/2006/relationships/vmlDrawing" Target="../drawings/vmlDrawing34.vml"/><Relationship Id="rId1" Type="http://schemas.openxmlformats.org/officeDocument/2006/relationships/image" Target="../media/image220.png"/></Relationships>
</file>

<file path=ppt/slides/_rels/slide6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27.wmf"/><Relationship Id="rId7" Type="http://schemas.openxmlformats.org/officeDocument/2006/relationships/oleObject" Target="../embeddings/oleObject199.bin"/><Relationship Id="rId6" Type="http://schemas.openxmlformats.org/officeDocument/2006/relationships/image" Target="../media/image226.wmf"/><Relationship Id="rId5" Type="http://schemas.openxmlformats.org/officeDocument/2006/relationships/oleObject" Target="../embeddings/oleObject198.bin"/><Relationship Id="rId4" Type="http://schemas.openxmlformats.org/officeDocument/2006/relationships/image" Target="../media/image225.wmf"/><Relationship Id="rId3" Type="http://schemas.openxmlformats.org/officeDocument/2006/relationships/oleObject" Target="../embeddings/oleObject197.bin"/><Relationship Id="rId2" Type="http://schemas.openxmlformats.org/officeDocument/2006/relationships/image" Target="../media/image224.wmf"/><Relationship Id="rId11" Type="http://schemas.openxmlformats.org/officeDocument/2006/relationships/notesSlide" Target="../notesSlides/notesSlide62.xml"/><Relationship Id="rId10" Type="http://schemas.openxmlformats.org/officeDocument/2006/relationships/vmlDrawing" Target="../drawings/vmlDrawing35.vml"/><Relationship Id="rId1" Type="http://schemas.openxmlformats.org/officeDocument/2006/relationships/oleObject" Target="../embeddings/oleObject196.bin"/></Relationships>
</file>

<file path=ppt/slides/_rels/slide65.xml.rels><?xml version="1.0" encoding="UTF-8" standalone="yes"?>
<Relationships xmlns="http://schemas.openxmlformats.org/package/2006/relationships"><Relationship Id="rId9" Type="http://schemas.openxmlformats.org/officeDocument/2006/relationships/image" Target="../media/image231.png"/><Relationship Id="rId8" Type="http://schemas.openxmlformats.org/officeDocument/2006/relationships/image" Target="../media/image230.png"/><Relationship Id="rId7" Type="http://schemas.openxmlformats.org/officeDocument/2006/relationships/image" Target="../media/image229.wmf"/><Relationship Id="rId6" Type="http://schemas.openxmlformats.org/officeDocument/2006/relationships/oleObject" Target="../embeddings/oleObject202.bin"/><Relationship Id="rId5" Type="http://schemas.openxmlformats.org/officeDocument/2006/relationships/image" Target="../media/image227.wmf"/><Relationship Id="rId4" Type="http://schemas.openxmlformats.org/officeDocument/2006/relationships/oleObject" Target="../embeddings/oleObject201.bin"/><Relationship Id="rId3" Type="http://schemas.openxmlformats.org/officeDocument/2006/relationships/image" Target="../media/image226.wmf"/><Relationship Id="rId2" Type="http://schemas.openxmlformats.org/officeDocument/2006/relationships/oleObject" Target="../embeddings/oleObject200.bin"/><Relationship Id="rId12" Type="http://schemas.openxmlformats.org/officeDocument/2006/relationships/notesSlide" Target="../notesSlides/notesSlide63.xml"/><Relationship Id="rId11" Type="http://schemas.openxmlformats.org/officeDocument/2006/relationships/vmlDrawing" Target="../drawings/vmlDrawing36.vml"/><Relationship Id="rId10" Type="http://schemas.openxmlformats.org/officeDocument/2006/relationships/slideLayout" Target="../slideLayouts/slideLayout2.xml"/><Relationship Id="rId1" Type="http://schemas.openxmlformats.org/officeDocument/2006/relationships/image" Target="../media/image228.png"/></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207.bin"/><Relationship Id="rId8" Type="http://schemas.openxmlformats.org/officeDocument/2006/relationships/image" Target="../media/image235.wmf"/><Relationship Id="rId7" Type="http://schemas.openxmlformats.org/officeDocument/2006/relationships/oleObject" Target="../embeddings/oleObject206.bin"/><Relationship Id="rId6" Type="http://schemas.openxmlformats.org/officeDocument/2006/relationships/image" Target="../media/image234.wmf"/><Relationship Id="rId5" Type="http://schemas.openxmlformats.org/officeDocument/2006/relationships/oleObject" Target="../embeddings/oleObject205.bin"/><Relationship Id="rId4" Type="http://schemas.openxmlformats.org/officeDocument/2006/relationships/image" Target="../media/image233.wmf"/><Relationship Id="rId3" Type="http://schemas.openxmlformats.org/officeDocument/2006/relationships/oleObject" Target="../embeddings/oleObject204.bin"/><Relationship Id="rId2" Type="http://schemas.openxmlformats.org/officeDocument/2006/relationships/image" Target="../media/image232.wmf"/><Relationship Id="rId13" Type="http://schemas.openxmlformats.org/officeDocument/2006/relationships/notesSlide" Target="../notesSlides/notesSlide64.xml"/><Relationship Id="rId12" Type="http://schemas.openxmlformats.org/officeDocument/2006/relationships/vmlDrawing" Target="../drawings/vmlDrawing37.vml"/><Relationship Id="rId11" Type="http://schemas.openxmlformats.org/officeDocument/2006/relationships/slideLayout" Target="../slideLayouts/slideLayout2.xml"/><Relationship Id="rId10" Type="http://schemas.openxmlformats.org/officeDocument/2006/relationships/image" Target="../media/image236.wmf"/><Relationship Id="rId1" Type="http://schemas.openxmlformats.org/officeDocument/2006/relationships/oleObject" Target="../embeddings/oleObject203.bin"/></Relationships>
</file>

<file path=ppt/slides/_rels/slide67.xml.rels><?xml version="1.0" encoding="UTF-8" standalone="yes"?>
<Relationships xmlns="http://schemas.openxmlformats.org/package/2006/relationships"><Relationship Id="rId9" Type="http://schemas.openxmlformats.org/officeDocument/2006/relationships/oleObject" Target="../embeddings/oleObject211.bin"/><Relationship Id="rId8" Type="http://schemas.openxmlformats.org/officeDocument/2006/relationships/image" Target="../media/image240.wmf"/><Relationship Id="rId7" Type="http://schemas.openxmlformats.org/officeDocument/2006/relationships/oleObject" Target="../embeddings/oleObject210.bin"/><Relationship Id="rId6" Type="http://schemas.openxmlformats.org/officeDocument/2006/relationships/image" Target="../media/image239.wmf"/><Relationship Id="rId5" Type="http://schemas.openxmlformats.org/officeDocument/2006/relationships/oleObject" Target="../embeddings/oleObject209.bin"/><Relationship Id="rId4" Type="http://schemas.openxmlformats.org/officeDocument/2006/relationships/image" Target="../media/image238.wmf"/><Relationship Id="rId3" Type="http://schemas.openxmlformats.org/officeDocument/2006/relationships/oleObject" Target="../embeddings/oleObject208.bin"/><Relationship Id="rId2" Type="http://schemas.openxmlformats.org/officeDocument/2006/relationships/image" Target="../media/image237.png"/><Relationship Id="rId15" Type="http://schemas.openxmlformats.org/officeDocument/2006/relationships/notesSlide" Target="../notesSlides/notesSlide65.xml"/><Relationship Id="rId14" Type="http://schemas.openxmlformats.org/officeDocument/2006/relationships/vmlDrawing" Target="../drawings/vmlDrawing38.vml"/><Relationship Id="rId13" Type="http://schemas.openxmlformats.org/officeDocument/2006/relationships/slideLayout" Target="../slideLayouts/slideLayout2.xml"/><Relationship Id="rId12" Type="http://schemas.openxmlformats.org/officeDocument/2006/relationships/image" Target="../media/image243.png"/><Relationship Id="rId11" Type="http://schemas.openxmlformats.org/officeDocument/2006/relationships/image" Target="../media/image242.png"/><Relationship Id="rId10" Type="http://schemas.openxmlformats.org/officeDocument/2006/relationships/image" Target="../media/image241.wmf"/><Relationship Id="rId1" Type="http://schemas.openxmlformats.org/officeDocument/2006/relationships/tags" Target="../tags/tag3.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244.png"/></Relationships>
</file>

<file path=ppt/slides/_rels/slide69.xml.rels><?xml version="1.0" encoding="UTF-8" standalone="yes"?>
<Relationships xmlns="http://schemas.openxmlformats.org/package/2006/relationships"><Relationship Id="rId9" Type="http://schemas.openxmlformats.org/officeDocument/2006/relationships/oleObject" Target="../embeddings/oleObject216.bin"/><Relationship Id="rId8" Type="http://schemas.openxmlformats.org/officeDocument/2006/relationships/image" Target="../media/image248.wmf"/><Relationship Id="rId7" Type="http://schemas.openxmlformats.org/officeDocument/2006/relationships/oleObject" Target="../embeddings/oleObject215.bin"/><Relationship Id="rId6" Type="http://schemas.openxmlformats.org/officeDocument/2006/relationships/image" Target="../media/image247.wmf"/><Relationship Id="rId5" Type="http://schemas.openxmlformats.org/officeDocument/2006/relationships/oleObject" Target="../embeddings/oleObject214.bin"/><Relationship Id="rId4" Type="http://schemas.openxmlformats.org/officeDocument/2006/relationships/image" Target="../media/image246.wmf"/><Relationship Id="rId3" Type="http://schemas.openxmlformats.org/officeDocument/2006/relationships/oleObject" Target="../embeddings/oleObject213.bin"/><Relationship Id="rId22" Type="http://schemas.openxmlformats.org/officeDocument/2006/relationships/notesSlide" Target="../notesSlides/notesSlide67.xml"/><Relationship Id="rId21" Type="http://schemas.openxmlformats.org/officeDocument/2006/relationships/vmlDrawing" Target="../drawings/vmlDrawing39.vml"/><Relationship Id="rId20" Type="http://schemas.openxmlformats.org/officeDocument/2006/relationships/slideLayout" Target="../slideLayouts/slideLayout2.xml"/><Relationship Id="rId2" Type="http://schemas.openxmlformats.org/officeDocument/2006/relationships/image" Target="../media/image245.wmf"/><Relationship Id="rId19" Type="http://schemas.openxmlformats.org/officeDocument/2006/relationships/image" Target="../media/image253.wmf"/><Relationship Id="rId18" Type="http://schemas.openxmlformats.org/officeDocument/2006/relationships/oleObject" Target="../embeddings/oleObject221.bin"/><Relationship Id="rId17" Type="http://schemas.openxmlformats.org/officeDocument/2006/relationships/image" Target="../media/image252.wmf"/><Relationship Id="rId16" Type="http://schemas.openxmlformats.org/officeDocument/2006/relationships/oleObject" Target="../embeddings/oleObject220.bin"/><Relationship Id="rId15" Type="http://schemas.openxmlformats.org/officeDocument/2006/relationships/image" Target="../media/image251.wmf"/><Relationship Id="rId14" Type="http://schemas.openxmlformats.org/officeDocument/2006/relationships/oleObject" Target="../embeddings/oleObject219.bin"/><Relationship Id="rId13" Type="http://schemas.openxmlformats.org/officeDocument/2006/relationships/oleObject" Target="../embeddings/oleObject218.bin"/><Relationship Id="rId12" Type="http://schemas.openxmlformats.org/officeDocument/2006/relationships/image" Target="../media/image250.wmf"/><Relationship Id="rId11" Type="http://schemas.openxmlformats.org/officeDocument/2006/relationships/oleObject" Target="../embeddings/oleObject217.bin"/><Relationship Id="rId10" Type="http://schemas.openxmlformats.org/officeDocument/2006/relationships/image" Target="../media/image249.wmf"/><Relationship Id="rId1" Type="http://schemas.openxmlformats.org/officeDocument/2006/relationships/oleObject" Target="../embeddings/oleObject212.bin"/></Relationships>
</file>

<file path=ppt/slides/_rels/slide70.xml.rels><?xml version="1.0" encoding="UTF-8" standalone="yes"?>
<Relationships xmlns="http://schemas.openxmlformats.org/package/2006/relationships"><Relationship Id="rId9" Type="http://schemas.openxmlformats.org/officeDocument/2006/relationships/oleObject" Target="../embeddings/oleObject226.bin"/><Relationship Id="rId8" Type="http://schemas.openxmlformats.org/officeDocument/2006/relationships/image" Target="../media/image257.wmf"/><Relationship Id="rId7" Type="http://schemas.openxmlformats.org/officeDocument/2006/relationships/oleObject" Target="../embeddings/oleObject225.bin"/><Relationship Id="rId6" Type="http://schemas.openxmlformats.org/officeDocument/2006/relationships/image" Target="../media/image256.wmf"/><Relationship Id="rId5" Type="http://schemas.openxmlformats.org/officeDocument/2006/relationships/oleObject" Target="../embeddings/oleObject224.bin"/><Relationship Id="rId4" Type="http://schemas.openxmlformats.org/officeDocument/2006/relationships/image" Target="../media/image255.wmf"/><Relationship Id="rId38" Type="http://schemas.openxmlformats.org/officeDocument/2006/relationships/notesSlide" Target="../notesSlides/notesSlide68.xml"/><Relationship Id="rId37" Type="http://schemas.openxmlformats.org/officeDocument/2006/relationships/vmlDrawing" Target="../drawings/vmlDrawing40.vml"/><Relationship Id="rId36" Type="http://schemas.openxmlformats.org/officeDocument/2006/relationships/slideLayout" Target="../slideLayouts/slideLayout2.xml"/><Relationship Id="rId35" Type="http://schemas.openxmlformats.org/officeDocument/2006/relationships/image" Target="../media/image270.wmf"/><Relationship Id="rId34" Type="http://schemas.openxmlformats.org/officeDocument/2006/relationships/oleObject" Target="../embeddings/oleObject239.bin"/><Relationship Id="rId33" Type="http://schemas.openxmlformats.org/officeDocument/2006/relationships/image" Target="../media/image269.wmf"/><Relationship Id="rId32" Type="http://schemas.openxmlformats.org/officeDocument/2006/relationships/oleObject" Target="../embeddings/oleObject238.bin"/><Relationship Id="rId31" Type="http://schemas.openxmlformats.org/officeDocument/2006/relationships/image" Target="../media/image268.wmf"/><Relationship Id="rId30" Type="http://schemas.openxmlformats.org/officeDocument/2006/relationships/oleObject" Target="../embeddings/oleObject237.bin"/><Relationship Id="rId3" Type="http://schemas.openxmlformats.org/officeDocument/2006/relationships/oleObject" Target="../embeddings/oleObject223.bin"/><Relationship Id="rId29" Type="http://schemas.openxmlformats.org/officeDocument/2006/relationships/image" Target="../media/image267.wmf"/><Relationship Id="rId28" Type="http://schemas.openxmlformats.org/officeDocument/2006/relationships/oleObject" Target="../embeddings/oleObject236.bin"/><Relationship Id="rId27" Type="http://schemas.openxmlformats.org/officeDocument/2006/relationships/oleObject" Target="../embeddings/oleObject235.bin"/><Relationship Id="rId26" Type="http://schemas.openxmlformats.org/officeDocument/2006/relationships/image" Target="../media/image266.wmf"/><Relationship Id="rId25" Type="http://schemas.openxmlformats.org/officeDocument/2006/relationships/oleObject" Target="../embeddings/oleObject234.bin"/><Relationship Id="rId24" Type="http://schemas.openxmlformats.org/officeDocument/2006/relationships/image" Target="../media/image265.wmf"/><Relationship Id="rId23" Type="http://schemas.openxmlformats.org/officeDocument/2006/relationships/oleObject" Target="../embeddings/oleObject233.bin"/><Relationship Id="rId22" Type="http://schemas.openxmlformats.org/officeDocument/2006/relationships/image" Target="../media/image264.wmf"/><Relationship Id="rId21" Type="http://schemas.openxmlformats.org/officeDocument/2006/relationships/oleObject" Target="../embeddings/oleObject232.bin"/><Relationship Id="rId20" Type="http://schemas.openxmlformats.org/officeDocument/2006/relationships/image" Target="../media/image263.wmf"/><Relationship Id="rId2" Type="http://schemas.openxmlformats.org/officeDocument/2006/relationships/image" Target="../media/image254.wmf"/><Relationship Id="rId19" Type="http://schemas.openxmlformats.org/officeDocument/2006/relationships/oleObject" Target="../embeddings/oleObject231.bin"/><Relationship Id="rId18" Type="http://schemas.openxmlformats.org/officeDocument/2006/relationships/image" Target="../media/image262.wmf"/><Relationship Id="rId17" Type="http://schemas.openxmlformats.org/officeDocument/2006/relationships/oleObject" Target="../embeddings/oleObject230.bin"/><Relationship Id="rId16" Type="http://schemas.openxmlformats.org/officeDocument/2006/relationships/image" Target="../media/image261.wmf"/><Relationship Id="rId15" Type="http://schemas.openxmlformats.org/officeDocument/2006/relationships/oleObject" Target="../embeddings/oleObject229.bin"/><Relationship Id="rId14" Type="http://schemas.openxmlformats.org/officeDocument/2006/relationships/image" Target="../media/image260.wmf"/><Relationship Id="rId13" Type="http://schemas.openxmlformats.org/officeDocument/2006/relationships/oleObject" Target="../embeddings/oleObject228.bin"/><Relationship Id="rId12" Type="http://schemas.openxmlformats.org/officeDocument/2006/relationships/image" Target="../media/image259.wmf"/><Relationship Id="rId11" Type="http://schemas.openxmlformats.org/officeDocument/2006/relationships/oleObject" Target="../embeddings/oleObject227.bin"/><Relationship Id="rId10" Type="http://schemas.openxmlformats.org/officeDocument/2006/relationships/image" Target="../media/image258.wmf"/><Relationship Id="rId1" Type="http://schemas.openxmlformats.org/officeDocument/2006/relationships/oleObject" Target="../embeddings/oleObject222.bin"/></Relationships>
</file>

<file path=ppt/slides/_rels/slide71.xml.rels><?xml version="1.0" encoding="UTF-8" standalone="yes"?>
<Relationships xmlns="http://schemas.openxmlformats.org/package/2006/relationships"><Relationship Id="rId9" Type="http://schemas.openxmlformats.org/officeDocument/2006/relationships/oleObject" Target="../embeddings/oleObject244.bin"/><Relationship Id="rId8" Type="http://schemas.openxmlformats.org/officeDocument/2006/relationships/image" Target="../media/image273.wmf"/><Relationship Id="rId7" Type="http://schemas.openxmlformats.org/officeDocument/2006/relationships/oleObject" Target="../embeddings/oleObject243.bin"/><Relationship Id="rId6" Type="http://schemas.openxmlformats.org/officeDocument/2006/relationships/image" Target="../media/image272.wmf"/><Relationship Id="rId5" Type="http://schemas.openxmlformats.org/officeDocument/2006/relationships/oleObject" Target="../embeddings/oleObject242.bin"/><Relationship Id="rId4" Type="http://schemas.openxmlformats.org/officeDocument/2006/relationships/image" Target="../media/image271.wmf"/><Relationship Id="rId3" Type="http://schemas.openxmlformats.org/officeDocument/2006/relationships/oleObject" Target="../embeddings/oleObject241.bin"/><Relationship Id="rId29" Type="http://schemas.openxmlformats.org/officeDocument/2006/relationships/vmlDrawing" Target="../drawings/vmlDrawing41.vml"/><Relationship Id="rId28" Type="http://schemas.openxmlformats.org/officeDocument/2006/relationships/slideLayout" Target="../slideLayouts/slideLayout2.xml"/><Relationship Id="rId27" Type="http://schemas.openxmlformats.org/officeDocument/2006/relationships/image" Target="../media/image282.wmf"/><Relationship Id="rId26" Type="http://schemas.openxmlformats.org/officeDocument/2006/relationships/oleObject" Target="../embeddings/oleObject253.bin"/><Relationship Id="rId25" Type="http://schemas.openxmlformats.org/officeDocument/2006/relationships/image" Target="../media/image281.wmf"/><Relationship Id="rId24" Type="http://schemas.openxmlformats.org/officeDocument/2006/relationships/oleObject" Target="../embeddings/oleObject252.bin"/><Relationship Id="rId23" Type="http://schemas.openxmlformats.org/officeDocument/2006/relationships/image" Target="../media/image280.wmf"/><Relationship Id="rId22" Type="http://schemas.openxmlformats.org/officeDocument/2006/relationships/oleObject" Target="../embeddings/oleObject251.bin"/><Relationship Id="rId21" Type="http://schemas.openxmlformats.org/officeDocument/2006/relationships/image" Target="../media/image279.wmf"/><Relationship Id="rId20" Type="http://schemas.openxmlformats.org/officeDocument/2006/relationships/oleObject" Target="../embeddings/oleObject250.bin"/><Relationship Id="rId2" Type="http://schemas.openxmlformats.org/officeDocument/2006/relationships/image" Target="../media/image259.wmf"/><Relationship Id="rId19" Type="http://schemas.openxmlformats.org/officeDocument/2006/relationships/oleObject" Target="../embeddings/oleObject249.bin"/><Relationship Id="rId18" Type="http://schemas.openxmlformats.org/officeDocument/2006/relationships/image" Target="../media/image278.wmf"/><Relationship Id="rId17" Type="http://schemas.openxmlformats.org/officeDocument/2006/relationships/oleObject" Target="../embeddings/oleObject248.bin"/><Relationship Id="rId16" Type="http://schemas.openxmlformats.org/officeDocument/2006/relationships/image" Target="../media/image277.wmf"/><Relationship Id="rId15" Type="http://schemas.openxmlformats.org/officeDocument/2006/relationships/oleObject" Target="../embeddings/oleObject247.bin"/><Relationship Id="rId14" Type="http://schemas.openxmlformats.org/officeDocument/2006/relationships/image" Target="../media/image276.wmf"/><Relationship Id="rId13" Type="http://schemas.openxmlformats.org/officeDocument/2006/relationships/oleObject" Target="../embeddings/oleObject246.bin"/><Relationship Id="rId12" Type="http://schemas.openxmlformats.org/officeDocument/2006/relationships/image" Target="../media/image275.wmf"/><Relationship Id="rId11" Type="http://schemas.openxmlformats.org/officeDocument/2006/relationships/oleObject" Target="../embeddings/oleObject245.bin"/><Relationship Id="rId10" Type="http://schemas.openxmlformats.org/officeDocument/2006/relationships/image" Target="../media/image274.wmf"/><Relationship Id="rId1" Type="http://schemas.openxmlformats.org/officeDocument/2006/relationships/oleObject" Target="../embeddings/oleObject240.bin"/></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3.png"/></Relationships>
</file>

<file path=ppt/slides/_rels/slide73.xml.rels><?xml version="1.0" encoding="UTF-8" standalone="yes"?>
<Relationships xmlns="http://schemas.openxmlformats.org/package/2006/relationships"><Relationship Id="rId9" Type="http://schemas.openxmlformats.org/officeDocument/2006/relationships/image" Target="../media/image288.wmf"/><Relationship Id="rId8" Type="http://schemas.openxmlformats.org/officeDocument/2006/relationships/oleObject" Target="../embeddings/oleObject257.bin"/><Relationship Id="rId7" Type="http://schemas.openxmlformats.org/officeDocument/2006/relationships/image" Target="../media/image287.wmf"/><Relationship Id="rId6" Type="http://schemas.openxmlformats.org/officeDocument/2006/relationships/oleObject" Target="../embeddings/oleObject256.bin"/><Relationship Id="rId5" Type="http://schemas.openxmlformats.org/officeDocument/2006/relationships/image" Target="../media/image286.wmf"/><Relationship Id="rId4" Type="http://schemas.openxmlformats.org/officeDocument/2006/relationships/oleObject" Target="../embeddings/oleObject255.bin"/><Relationship Id="rId3" Type="http://schemas.openxmlformats.org/officeDocument/2006/relationships/image" Target="../media/image285.wmf"/><Relationship Id="rId2" Type="http://schemas.openxmlformats.org/officeDocument/2006/relationships/oleObject" Target="../embeddings/oleObject254.bin"/><Relationship Id="rId14" Type="http://schemas.openxmlformats.org/officeDocument/2006/relationships/notesSlide" Target="../notesSlides/notesSlide69.xml"/><Relationship Id="rId13" Type="http://schemas.openxmlformats.org/officeDocument/2006/relationships/vmlDrawing" Target="../drawings/vmlDrawing42.vml"/><Relationship Id="rId12" Type="http://schemas.openxmlformats.org/officeDocument/2006/relationships/slideLayout" Target="../slideLayouts/slideLayout2.xml"/><Relationship Id="rId11" Type="http://schemas.openxmlformats.org/officeDocument/2006/relationships/image" Target="../media/image289.wmf"/><Relationship Id="rId10" Type="http://schemas.openxmlformats.org/officeDocument/2006/relationships/oleObject" Target="../embeddings/oleObject258.bin"/><Relationship Id="rId1" Type="http://schemas.openxmlformats.org/officeDocument/2006/relationships/image" Target="../media/image284.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image" Target="../media/image290.png"/></Relationships>
</file>

<file path=ppt/slides/_rels/slide75.xml.rels><?xml version="1.0" encoding="UTF-8" standalone="yes"?>
<Relationships xmlns="http://schemas.openxmlformats.org/package/2006/relationships"><Relationship Id="rId9" Type="http://schemas.openxmlformats.org/officeDocument/2006/relationships/oleObject" Target="../embeddings/oleObject264.bin"/><Relationship Id="rId8" Type="http://schemas.openxmlformats.org/officeDocument/2006/relationships/image" Target="../media/image293.wmf"/><Relationship Id="rId7" Type="http://schemas.openxmlformats.org/officeDocument/2006/relationships/oleObject" Target="../embeddings/oleObject263.bin"/><Relationship Id="rId6" Type="http://schemas.openxmlformats.org/officeDocument/2006/relationships/oleObject" Target="../embeddings/oleObject262.bin"/><Relationship Id="rId5" Type="http://schemas.openxmlformats.org/officeDocument/2006/relationships/oleObject" Target="../embeddings/oleObject261.bin"/><Relationship Id="rId4" Type="http://schemas.openxmlformats.org/officeDocument/2006/relationships/image" Target="../media/image292.wmf"/><Relationship Id="rId30" Type="http://schemas.openxmlformats.org/officeDocument/2006/relationships/notesSlide" Target="../notesSlides/notesSlide71.xml"/><Relationship Id="rId3" Type="http://schemas.openxmlformats.org/officeDocument/2006/relationships/oleObject" Target="../embeddings/oleObject260.bin"/><Relationship Id="rId29" Type="http://schemas.openxmlformats.org/officeDocument/2006/relationships/vmlDrawing" Target="../drawings/vmlDrawing43.vml"/><Relationship Id="rId28" Type="http://schemas.openxmlformats.org/officeDocument/2006/relationships/slideLayout" Target="../slideLayouts/slideLayout2.xml"/><Relationship Id="rId27" Type="http://schemas.openxmlformats.org/officeDocument/2006/relationships/image" Target="../media/image301.wmf"/><Relationship Id="rId26" Type="http://schemas.openxmlformats.org/officeDocument/2006/relationships/oleObject" Target="../embeddings/oleObject274.bin"/><Relationship Id="rId25" Type="http://schemas.openxmlformats.org/officeDocument/2006/relationships/image" Target="../media/image300.wmf"/><Relationship Id="rId24" Type="http://schemas.openxmlformats.org/officeDocument/2006/relationships/oleObject" Target="../embeddings/oleObject273.bin"/><Relationship Id="rId23" Type="http://schemas.openxmlformats.org/officeDocument/2006/relationships/oleObject" Target="../embeddings/oleObject272.bin"/><Relationship Id="rId22" Type="http://schemas.openxmlformats.org/officeDocument/2006/relationships/oleObject" Target="../embeddings/oleObject271.bin"/><Relationship Id="rId21" Type="http://schemas.openxmlformats.org/officeDocument/2006/relationships/oleObject" Target="../embeddings/oleObject270.bin"/><Relationship Id="rId20" Type="http://schemas.openxmlformats.org/officeDocument/2006/relationships/image" Target="../media/image299.wmf"/><Relationship Id="rId2" Type="http://schemas.openxmlformats.org/officeDocument/2006/relationships/image" Target="../media/image291.wmf"/><Relationship Id="rId19" Type="http://schemas.openxmlformats.org/officeDocument/2006/relationships/oleObject" Target="../embeddings/oleObject269.bin"/><Relationship Id="rId18" Type="http://schemas.openxmlformats.org/officeDocument/2006/relationships/image" Target="../media/image298.wmf"/><Relationship Id="rId17" Type="http://schemas.openxmlformats.org/officeDocument/2006/relationships/oleObject" Target="../embeddings/oleObject268.bin"/><Relationship Id="rId16" Type="http://schemas.openxmlformats.org/officeDocument/2006/relationships/image" Target="../media/image297.wmf"/><Relationship Id="rId15" Type="http://schemas.openxmlformats.org/officeDocument/2006/relationships/oleObject" Target="../embeddings/oleObject267.bin"/><Relationship Id="rId14" Type="http://schemas.openxmlformats.org/officeDocument/2006/relationships/image" Target="../media/image296.wmf"/><Relationship Id="rId13" Type="http://schemas.openxmlformats.org/officeDocument/2006/relationships/oleObject" Target="../embeddings/oleObject266.bin"/><Relationship Id="rId12" Type="http://schemas.openxmlformats.org/officeDocument/2006/relationships/image" Target="../media/image295.wmf"/><Relationship Id="rId11" Type="http://schemas.openxmlformats.org/officeDocument/2006/relationships/oleObject" Target="../embeddings/oleObject265.bin"/><Relationship Id="rId10" Type="http://schemas.openxmlformats.org/officeDocument/2006/relationships/image" Target="../media/image294.wmf"/><Relationship Id="rId1" Type="http://schemas.openxmlformats.org/officeDocument/2006/relationships/oleObject" Target="../embeddings/oleObject259.bin"/></Relationships>
</file>

<file path=ppt/slides/_rels/slide76.xml.rels><?xml version="1.0" encoding="UTF-8" standalone="yes"?>
<Relationships xmlns="http://schemas.openxmlformats.org/package/2006/relationships"><Relationship Id="rId9" Type="http://schemas.openxmlformats.org/officeDocument/2006/relationships/image" Target="../media/image307.png"/><Relationship Id="rId8" Type="http://schemas.openxmlformats.org/officeDocument/2006/relationships/image" Target="../media/image306.wmf"/><Relationship Id="rId7" Type="http://schemas.openxmlformats.org/officeDocument/2006/relationships/oleObject" Target="../embeddings/oleObject277.bin"/><Relationship Id="rId6" Type="http://schemas.openxmlformats.org/officeDocument/2006/relationships/image" Target="../media/image305.png"/><Relationship Id="rId5" Type="http://schemas.openxmlformats.org/officeDocument/2006/relationships/image" Target="../media/image304.wmf"/><Relationship Id="rId4" Type="http://schemas.openxmlformats.org/officeDocument/2006/relationships/oleObject" Target="../embeddings/oleObject276.bin"/><Relationship Id="rId3" Type="http://schemas.openxmlformats.org/officeDocument/2006/relationships/image" Target="../media/image303.wmf"/><Relationship Id="rId2" Type="http://schemas.openxmlformats.org/officeDocument/2006/relationships/oleObject" Target="../embeddings/oleObject275.bin"/><Relationship Id="rId12" Type="http://schemas.openxmlformats.org/officeDocument/2006/relationships/notesSlide" Target="../notesSlides/notesSlide72.xml"/><Relationship Id="rId11" Type="http://schemas.openxmlformats.org/officeDocument/2006/relationships/vmlDrawing" Target="../drawings/vmlDrawing44.vml"/><Relationship Id="rId10" Type="http://schemas.openxmlformats.org/officeDocument/2006/relationships/slideLayout" Target="../slideLayouts/slideLayout2.xml"/><Relationship Id="rId1" Type="http://schemas.openxmlformats.org/officeDocument/2006/relationships/image" Target="../media/image302.png"/></Relationships>
</file>

<file path=ppt/slides/_rels/slide77.xml.rels><?xml version="1.0" encoding="UTF-8" standalone="yes"?>
<Relationships xmlns="http://schemas.openxmlformats.org/package/2006/relationships"><Relationship Id="rId9" Type="http://schemas.openxmlformats.org/officeDocument/2006/relationships/oleObject" Target="../embeddings/oleObject282.bin"/><Relationship Id="rId8" Type="http://schemas.openxmlformats.org/officeDocument/2006/relationships/image" Target="../media/image309.wmf"/><Relationship Id="rId7" Type="http://schemas.openxmlformats.org/officeDocument/2006/relationships/oleObject" Target="../embeddings/oleObject281.bin"/><Relationship Id="rId6" Type="http://schemas.openxmlformats.org/officeDocument/2006/relationships/image" Target="../media/image308.wmf"/><Relationship Id="rId56" Type="http://schemas.openxmlformats.org/officeDocument/2006/relationships/notesSlide" Target="../notesSlides/notesSlide73.xml"/><Relationship Id="rId55" Type="http://schemas.openxmlformats.org/officeDocument/2006/relationships/vmlDrawing" Target="../drawings/vmlDrawing45.vml"/><Relationship Id="rId54" Type="http://schemas.openxmlformats.org/officeDocument/2006/relationships/slideLayout" Target="../slideLayouts/slideLayout2.xml"/><Relationship Id="rId53" Type="http://schemas.openxmlformats.org/officeDocument/2006/relationships/image" Target="../media/image329.wmf"/><Relationship Id="rId52" Type="http://schemas.openxmlformats.org/officeDocument/2006/relationships/oleObject" Target="../embeddings/oleObject305.bin"/><Relationship Id="rId51" Type="http://schemas.openxmlformats.org/officeDocument/2006/relationships/image" Target="../media/image328.wmf"/><Relationship Id="rId50" Type="http://schemas.openxmlformats.org/officeDocument/2006/relationships/oleObject" Target="../embeddings/oleObject304.bin"/><Relationship Id="rId5" Type="http://schemas.openxmlformats.org/officeDocument/2006/relationships/oleObject" Target="../embeddings/oleObject280.bin"/><Relationship Id="rId49" Type="http://schemas.openxmlformats.org/officeDocument/2006/relationships/image" Target="../media/image307.png"/><Relationship Id="rId48" Type="http://schemas.openxmlformats.org/officeDocument/2006/relationships/image" Target="../media/image327.wmf"/><Relationship Id="rId47" Type="http://schemas.openxmlformats.org/officeDocument/2006/relationships/oleObject" Target="../embeddings/oleObject303.bin"/><Relationship Id="rId46" Type="http://schemas.openxmlformats.org/officeDocument/2006/relationships/image" Target="../media/image326.wmf"/><Relationship Id="rId45" Type="http://schemas.openxmlformats.org/officeDocument/2006/relationships/oleObject" Target="../embeddings/oleObject302.bin"/><Relationship Id="rId44" Type="http://schemas.openxmlformats.org/officeDocument/2006/relationships/image" Target="../media/image325.wmf"/><Relationship Id="rId43" Type="http://schemas.openxmlformats.org/officeDocument/2006/relationships/oleObject" Target="../embeddings/oleObject301.bin"/><Relationship Id="rId42" Type="http://schemas.openxmlformats.org/officeDocument/2006/relationships/image" Target="../media/image324.wmf"/><Relationship Id="rId41" Type="http://schemas.openxmlformats.org/officeDocument/2006/relationships/oleObject" Target="../embeddings/oleObject300.bin"/><Relationship Id="rId40" Type="http://schemas.openxmlformats.org/officeDocument/2006/relationships/image" Target="../media/image323.wmf"/><Relationship Id="rId4" Type="http://schemas.openxmlformats.org/officeDocument/2006/relationships/image" Target="../media/image292.wmf"/><Relationship Id="rId39" Type="http://schemas.openxmlformats.org/officeDocument/2006/relationships/oleObject" Target="../embeddings/oleObject299.bin"/><Relationship Id="rId38" Type="http://schemas.openxmlformats.org/officeDocument/2006/relationships/image" Target="../media/image322.wmf"/><Relationship Id="rId37" Type="http://schemas.openxmlformats.org/officeDocument/2006/relationships/oleObject" Target="../embeddings/oleObject298.bin"/><Relationship Id="rId36" Type="http://schemas.openxmlformats.org/officeDocument/2006/relationships/oleObject" Target="../embeddings/oleObject297.bin"/><Relationship Id="rId35" Type="http://schemas.openxmlformats.org/officeDocument/2006/relationships/oleObject" Target="../embeddings/oleObject296.bin"/><Relationship Id="rId34" Type="http://schemas.openxmlformats.org/officeDocument/2006/relationships/image" Target="../media/image321.wmf"/><Relationship Id="rId33" Type="http://schemas.openxmlformats.org/officeDocument/2006/relationships/oleObject" Target="../embeddings/oleObject295.bin"/><Relationship Id="rId32" Type="http://schemas.openxmlformats.org/officeDocument/2006/relationships/oleObject" Target="../embeddings/oleObject294.bin"/><Relationship Id="rId31" Type="http://schemas.openxmlformats.org/officeDocument/2006/relationships/oleObject" Target="../embeddings/oleObject293.bin"/><Relationship Id="rId30" Type="http://schemas.openxmlformats.org/officeDocument/2006/relationships/image" Target="../media/image320.wmf"/><Relationship Id="rId3" Type="http://schemas.openxmlformats.org/officeDocument/2006/relationships/oleObject" Target="../embeddings/oleObject279.bin"/><Relationship Id="rId29" Type="http://schemas.openxmlformats.org/officeDocument/2006/relationships/oleObject" Target="../embeddings/oleObject292.bin"/><Relationship Id="rId28" Type="http://schemas.openxmlformats.org/officeDocument/2006/relationships/image" Target="../media/image319.wmf"/><Relationship Id="rId27" Type="http://schemas.openxmlformats.org/officeDocument/2006/relationships/oleObject" Target="../embeddings/oleObject291.bin"/><Relationship Id="rId26" Type="http://schemas.openxmlformats.org/officeDocument/2006/relationships/image" Target="../media/image318.wmf"/><Relationship Id="rId25" Type="http://schemas.openxmlformats.org/officeDocument/2006/relationships/oleObject" Target="../embeddings/oleObject290.bin"/><Relationship Id="rId24" Type="http://schemas.openxmlformats.org/officeDocument/2006/relationships/image" Target="../media/image317.wmf"/><Relationship Id="rId23" Type="http://schemas.openxmlformats.org/officeDocument/2006/relationships/oleObject" Target="../embeddings/oleObject289.bin"/><Relationship Id="rId22" Type="http://schemas.openxmlformats.org/officeDocument/2006/relationships/image" Target="../media/image316.wmf"/><Relationship Id="rId21" Type="http://schemas.openxmlformats.org/officeDocument/2006/relationships/oleObject" Target="../embeddings/oleObject288.bin"/><Relationship Id="rId20" Type="http://schemas.openxmlformats.org/officeDocument/2006/relationships/image" Target="../media/image315.wmf"/><Relationship Id="rId2" Type="http://schemas.openxmlformats.org/officeDocument/2006/relationships/image" Target="../media/image291.wmf"/><Relationship Id="rId19" Type="http://schemas.openxmlformats.org/officeDocument/2006/relationships/oleObject" Target="../embeddings/oleObject287.bin"/><Relationship Id="rId18" Type="http://schemas.openxmlformats.org/officeDocument/2006/relationships/image" Target="../media/image314.wmf"/><Relationship Id="rId17" Type="http://schemas.openxmlformats.org/officeDocument/2006/relationships/oleObject" Target="../embeddings/oleObject286.bin"/><Relationship Id="rId16" Type="http://schemas.openxmlformats.org/officeDocument/2006/relationships/image" Target="../media/image313.wmf"/><Relationship Id="rId15" Type="http://schemas.openxmlformats.org/officeDocument/2006/relationships/oleObject" Target="../embeddings/oleObject285.bin"/><Relationship Id="rId14" Type="http://schemas.openxmlformats.org/officeDocument/2006/relationships/image" Target="../media/image312.wmf"/><Relationship Id="rId13" Type="http://schemas.openxmlformats.org/officeDocument/2006/relationships/oleObject" Target="../embeddings/oleObject284.bin"/><Relationship Id="rId12" Type="http://schemas.openxmlformats.org/officeDocument/2006/relationships/image" Target="../media/image311.wmf"/><Relationship Id="rId11" Type="http://schemas.openxmlformats.org/officeDocument/2006/relationships/oleObject" Target="../embeddings/oleObject283.bin"/><Relationship Id="rId10" Type="http://schemas.openxmlformats.org/officeDocument/2006/relationships/image" Target="../media/image310.wmf"/><Relationship Id="rId1" Type="http://schemas.openxmlformats.org/officeDocument/2006/relationships/oleObject" Target="../embeddings/oleObject278.bin"/></Relationships>
</file>

<file path=ppt/slides/_rels/slide78.xml.rels><?xml version="1.0" encoding="UTF-8" standalone="yes"?>
<Relationships xmlns="http://schemas.openxmlformats.org/package/2006/relationships"><Relationship Id="rId9" Type="http://schemas.openxmlformats.org/officeDocument/2006/relationships/oleObject" Target="../embeddings/oleObject310.bin"/><Relationship Id="rId8" Type="http://schemas.openxmlformats.org/officeDocument/2006/relationships/image" Target="../media/image311.wmf"/><Relationship Id="rId7" Type="http://schemas.openxmlformats.org/officeDocument/2006/relationships/oleObject" Target="../embeddings/oleObject309.bin"/><Relationship Id="rId6" Type="http://schemas.openxmlformats.org/officeDocument/2006/relationships/image" Target="../media/image310.wmf"/><Relationship Id="rId5" Type="http://schemas.openxmlformats.org/officeDocument/2006/relationships/oleObject" Target="../embeddings/oleObject308.bin"/><Relationship Id="rId4" Type="http://schemas.openxmlformats.org/officeDocument/2006/relationships/image" Target="../media/image309.wmf"/><Relationship Id="rId3" Type="http://schemas.openxmlformats.org/officeDocument/2006/relationships/oleObject" Target="../embeddings/oleObject307.bin"/><Relationship Id="rId20" Type="http://schemas.openxmlformats.org/officeDocument/2006/relationships/notesSlide" Target="../notesSlides/notesSlide74.xml"/><Relationship Id="rId2" Type="http://schemas.openxmlformats.org/officeDocument/2006/relationships/image" Target="../media/image308.wmf"/><Relationship Id="rId19" Type="http://schemas.openxmlformats.org/officeDocument/2006/relationships/vmlDrawing" Target="../drawings/vmlDrawing46.vml"/><Relationship Id="rId18" Type="http://schemas.openxmlformats.org/officeDocument/2006/relationships/slideLayout" Target="../slideLayouts/slideLayout2.xml"/><Relationship Id="rId17" Type="http://schemas.openxmlformats.org/officeDocument/2006/relationships/image" Target="../media/image333.png"/><Relationship Id="rId16" Type="http://schemas.openxmlformats.org/officeDocument/2006/relationships/image" Target="../media/image332.wmf"/><Relationship Id="rId15" Type="http://schemas.openxmlformats.org/officeDocument/2006/relationships/oleObject" Target="../embeddings/oleObject313.bin"/><Relationship Id="rId14" Type="http://schemas.openxmlformats.org/officeDocument/2006/relationships/image" Target="../media/image331.wmf"/><Relationship Id="rId13" Type="http://schemas.openxmlformats.org/officeDocument/2006/relationships/oleObject" Target="../embeddings/oleObject312.bin"/><Relationship Id="rId12" Type="http://schemas.openxmlformats.org/officeDocument/2006/relationships/image" Target="../media/image330.wmf"/><Relationship Id="rId11" Type="http://schemas.openxmlformats.org/officeDocument/2006/relationships/oleObject" Target="../embeddings/oleObject311.bin"/><Relationship Id="rId10" Type="http://schemas.openxmlformats.org/officeDocument/2006/relationships/image" Target="../media/image312.wmf"/><Relationship Id="rId1" Type="http://schemas.openxmlformats.org/officeDocument/2006/relationships/oleObject" Target="../embeddings/oleObject306.bin"/></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image" Target="../media/image334.png"/></Relationships>
</file>

<file path=ppt/slides/_rels/slide80.xml.rels><?xml version="1.0" encoding="UTF-8" standalone="yes"?>
<Relationships xmlns="http://schemas.openxmlformats.org/package/2006/relationships"><Relationship Id="rId9" Type="http://schemas.openxmlformats.org/officeDocument/2006/relationships/image" Target="../media/image336.wmf"/><Relationship Id="rId8" Type="http://schemas.openxmlformats.org/officeDocument/2006/relationships/oleObject" Target="../embeddings/oleObject317.bin"/><Relationship Id="rId7" Type="http://schemas.openxmlformats.org/officeDocument/2006/relationships/image" Target="../media/image328.wmf"/><Relationship Id="rId6" Type="http://schemas.openxmlformats.org/officeDocument/2006/relationships/oleObject" Target="../embeddings/oleObject316.bin"/><Relationship Id="rId5" Type="http://schemas.openxmlformats.org/officeDocument/2006/relationships/image" Target="../media/image307.png"/><Relationship Id="rId4" Type="http://schemas.openxmlformats.org/officeDocument/2006/relationships/image" Target="../media/image335.wmf"/><Relationship Id="rId3" Type="http://schemas.openxmlformats.org/officeDocument/2006/relationships/oleObject" Target="../embeddings/oleObject315.bin"/><Relationship Id="rId23" Type="http://schemas.openxmlformats.org/officeDocument/2006/relationships/notesSlide" Target="../notesSlides/notesSlide76.xml"/><Relationship Id="rId22" Type="http://schemas.openxmlformats.org/officeDocument/2006/relationships/vmlDrawing" Target="../drawings/vmlDrawing47.vml"/><Relationship Id="rId21" Type="http://schemas.openxmlformats.org/officeDocument/2006/relationships/slideLayout" Target="../slideLayouts/slideLayout2.xml"/><Relationship Id="rId20" Type="http://schemas.openxmlformats.org/officeDocument/2006/relationships/oleObject" Target="../embeddings/oleObject324.bin"/><Relationship Id="rId2" Type="http://schemas.openxmlformats.org/officeDocument/2006/relationships/image" Target="../media/image327.wmf"/><Relationship Id="rId19" Type="http://schemas.openxmlformats.org/officeDocument/2006/relationships/oleObject" Target="../embeddings/oleObject323.bin"/><Relationship Id="rId18" Type="http://schemas.openxmlformats.org/officeDocument/2006/relationships/oleObject" Target="../embeddings/oleObject322.bin"/><Relationship Id="rId17" Type="http://schemas.openxmlformats.org/officeDocument/2006/relationships/image" Target="../media/image332.wmf"/><Relationship Id="rId16" Type="http://schemas.openxmlformats.org/officeDocument/2006/relationships/oleObject" Target="../embeddings/oleObject321.bin"/><Relationship Id="rId15" Type="http://schemas.openxmlformats.org/officeDocument/2006/relationships/image" Target="../media/image331.wmf"/><Relationship Id="rId14" Type="http://schemas.openxmlformats.org/officeDocument/2006/relationships/oleObject" Target="../embeddings/oleObject320.bin"/><Relationship Id="rId13" Type="http://schemas.openxmlformats.org/officeDocument/2006/relationships/image" Target="../media/image330.wmf"/><Relationship Id="rId12" Type="http://schemas.openxmlformats.org/officeDocument/2006/relationships/oleObject" Target="../embeddings/oleObject319.bin"/><Relationship Id="rId11" Type="http://schemas.openxmlformats.org/officeDocument/2006/relationships/image" Target="../media/image337.wmf"/><Relationship Id="rId10" Type="http://schemas.openxmlformats.org/officeDocument/2006/relationships/oleObject" Target="../embeddings/oleObject318.bin"/><Relationship Id="rId1" Type="http://schemas.openxmlformats.org/officeDocument/2006/relationships/oleObject" Target="../embeddings/oleObject314.bin"/></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2.xml"/><Relationship Id="rId2" Type="http://schemas.openxmlformats.org/officeDocument/2006/relationships/image" Target="../media/image338.png"/><Relationship Id="rId1" Type="http://schemas.openxmlformats.org/officeDocument/2006/relationships/tags" Target="../tags/tag4.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339.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9" Type="http://schemas.openxmlformats.org/officeDocument/2006/relationships/notesSlide" Target="../notesSlides/notesSlide80.xml"/><Relationship Id="rId8" Type="http://schemas.openxmlformats.org/officeDocument/2006/relationships/vmlDrawing" Target="../drawings/vmlDrawing48.vml"/><Relationship Id="rId7" Type="http://schemas.openxmlformats.org/officeDocument/2006/relationships/slideLayout" Target="../slideLayouts/slideLayout2.xml"/><Relationship Id="rId6" Type="http://schemas.openxmlformats.org/officeDocument/2006/relationships/image" Target="../media/image343.wmf"/><Relationship Id="rId5" Type="http://schemas.openxmlformats.org/officeDocument/2006/relationships/oleObject" Target="../embeddings/oleObject326.bin"/><Relationship Id="rId4" Type="http://schemas.openxmlformats.org/officeDocument/2006/relationships/image" Target="../media/image342.wmf"/><Relationship Id="rId3" Type="http://schemas.openxmlformats.org/officeDocument/2006/relationships/oleObject" Target="../embeddings/oleObject325.bin"/><Relationship Id="rId2" Type="http://schemas.openxmlformats.org/officeDocument/2006/relationships/image" Target="../media/image341.png"/><Relationship Id="rId1" Type="http://schemas.openxmlformats.org/officeDocument/2006/relationships/image" Target="../media/image340.png"/></Relationships>
</file>

<file path=ppt/slides/_rels/slide85.xml.rels><?xml version="1.0" encoding="UTF-8" standalone="yes"?>
<Relationships xmlns="http://schemas.openxmlformats.org/package/2006/relationships"><Relationship Id="rId9" Type="http://schemas.openxmlformats.org/officeDocument/2006/relationships/oleObject" Target="../embeddings/oleObject330.bin"/><Relationship Id="rId8" Type="http://schemas.openxmlformats.org/officeDocument/2006/relationships/image" Target="../media/image343.wmf"/><Relationship Id="rId7" Type="http://schemas.openxmlformats.org/officeDocument/2006/relationships/oleObject" Target="../embeddings/oleObject329.bin"/><Relationship Id="rId6" Type="http://schemas.openxmlformats.org/officeDocument/2006/relationships/image" Target="../media/image342.wmf"/><Relationship Id="rId5" Type="http://schemas.openxmlformats.org/officeDocument/2006/relationships/oleObject" Target="../embeddings/oleObject328.bin"/><Relationship Id="rId4" Type="http://schemas.openxmlformats.org/officeDocument/2006/relationships/image" Target="../media/image346.wmf"/><Relationship Id="rId3" Type="http://schemas.openxmlformats.org/officeDocument/2006/relationships/image" Target="../media/image345.wmf"/><Relationship Id="rId2" Type="http://schemas.openxmlformats.org/officeDocument/2006/relationships/image" Target="../media/image344.wmf"/><Relationship Id="rId13" Type="http://schemas.openxmlformats.org/officeDocument/2006/relationships/notesSlide" Target="../notesSlides/notesSlide81.xml"/><Relationship Id="rId12" Type="http://schemas.openxmlformats.org/officeDocument/2006/relationships/vmlDrawing" Target="../drawings/vmlDrawing49.vml"/><Relationship Id="rId11" Type="http://schemas.openxmlformats.org/officeDocument/2006/relationships/slideLayout" Target="../slideLayouts/slideLayout2.xml"/><Relationship Id="rId10" Type="http://schemas.openxmlformats.org/officeDocument/2006/relationships/oleObject" Target="../embeddings/oleObject331.bin"/><Relationship Id="rId1" Type="http://schemas.openxmlformats.org/officeDocument/2006/relationships/oleObject" Target="../embeddings/oleObject327.bin"/></Relationships>
</file>

<file path=ppt/slides/_rels/slide8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54.png"/><Relationship Id="rId7" Type="http://schemas.openxmlformats.org/officeDocument/2006/relationships/image" Target="../media/image353.png"/><Relationship Id="rId6" Type="http://schemas.openxmlformats.org/officeDocument/2006/relationships/image" Target="../media/image352.wmf"/><Relationship Id="rId5" Type="http://schemas.openxmlformats.org/officeDocument/2006/relationships/image" Target="../media/image351.wmf"/><Relationship Id="rId4" Type="http://schemas.openxmlformats.org/officeDocument/2006/relationships/image" Target="../media/image350.wmf"/><Relationship Id="rId3" Type="http://schemas.openxmlformats.org/officeDocument/2006/relationships/image" Target="../media/image349.wmf"/><Relationship Id="rId2" Type="http://schemas.openxmlformats.org/officeDocument/2006/relationships/image" Target="../media/image348.wmf"/><Relationship Id="rId10" Type="http://schemas.openxmlformats.org/officeDocument/2006/relationships/notesSlide" Target="../notesSlides/notesSlide82.xml"/><Relationship Id="rId1" Type="http://schemas.openxmlformats.org/officeDocument/2006/relationships/image" Target="../media/image347.wmf"/></Relationships>
</file>

<file path=ppt/slides/_rels/slide87.xml.rels><?xml version="1.0" encoding="UTF-8" standalone="yes"?>
<Relationships xmlns="http://schemas.openxmlformats.org/package/2006/relationships"><Relationship Id="rId9" Type="http://schemas.openxmlformats.org/officeDocument/2006/relationships/image" Target="../media/image363.png"/><Relationship Id="rId8" Type="http://schemas.openxmlformats.org/officeDocument/2006/relationships/image" Target="../media/image362.wmf"/><Relationship Id="rId7" Type="http://schemas.openxmlformats.org/officeDocument/2006/relationships/image" Target="../media/image361.wmf"/><Relationship Id="rId6" Type="http://schemas.openxmlformats.org/officeDocument/2006/relationships/image" Target="../media/image360.wmf"/><Relationship Id="rId5" Type="http://schemas.openxmlformats.org/officeDocument/2006/relationships/image" Target="../media/image359.wmf"/><Relationship Id="rId4" Type="http://schemas.openxmlformats.org/officeDocument/2006/relationships/image" Target="../media/image358.wmf"/><Relationship Id="rId3" Type="http://schemas.openxmlformats.org/officeDocument/2006/relationships/image" Target="../media/image357.wmf"/><Relationship Id="rId2" Type="http://schemas.openxmlformats.org/officeDocument/2006/relationships/image" Target="../media/image356.wmf"/><Relationship Id="rId11" Type="http://schemas.openxmlformats.org/officeDocument/2006/relationships/notesSlide" Target="../notesSlides/notesSlide83.xml"/><Relationship Id="rId10" Type="http://schemas.openxmlformats.org/officeDocument/2006/relationships/slideLayout" Target="../slideLayouts/slideLayout2.xml"/><Relationship Id="rId1" Type="http://schemas.openxmlformats.org/officeDocument/2006/relationships/image" Target="../media/image355.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2.wmf"/><Relationship Id="rId2" Type="http://schemas.openxmlformats.org/officeDocument/2006/relationships/image" Target="../media/image331.wmf"/><Relationship Id="rId1" Type="http://schemas.openxmlformats.org/officeDocument/2006/relationships/image" Target="../media/image330.wm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extBox 8"/>
          <p:cNvSpPr txBox="1">
            <a:spLocks noChangeArrowheads="1"/>
          </p:cNvSpPr>
          <p:nvPr/>
        </p:nvSpPr>
        <p:spPr bwMode="auto">
          <a:xfrm>
            <a:off x="1066800" y="2362200"/>
            <a:ext cx="6786880"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20000"/>
              </a:lnSpc>
            </a:pPr>
            <a:r>
              <a:rPr lang="zh-CN" altLang="en-US" sz="4400" b="1" dirty="0">
                <a:solidFill>
                  <a:srgbClr val="FF0000"/>
                </a:solidFill>
                <a:latin typeface="微软雅黑" panose="020B0503020204020204" charset="-122"/>
                <a:ea typeface="微软雅黑" panose="020B0503020204020204" charset="-122"/>
              </a:rPr>
              <a:t>《数字电子技术》</a:t>
            </a:r>
            <a:endParaRPr lang="zh-CN" altLang="en-US" sz="4400" b="1" dirty="0">
              <a:solidFill>
                <a:srgbClr val="FF0000"/>
              </a:solidFill>
              <a:latin typeface="微软雅黑" panose="020B0503020204020204" charset="-122"/>
              <a:ea typeface="微软雅黑" panose="020B0503020204020204" charset="-122"/>
            </a:endParaRPr>
          </a:p>
        </p:txBody>
      </p:sp>
      <p:pic>
        <p:nvPicPr>
          <p:cNvPr id="100" name="图片 99"/>
          <p:cNvPicPr/>
          <p:nvPr/>
        </p:nvPicPr>
        <p:blipFill>
          <a:blip r:embed="rId1"/>
          <a:srcRect l="6440" t="10369" r="5160" b="7142"/>
          <a:stretch>
            <a:fillRect/>
          </a:stretch>
        </p:blipFill>
        <p:spPr>
          <a:xfrm>
            <a:off x="0" y="4953000"/>
            <a:ext cx="3024000" cy="2014855"/>
          </a:xfrm>
          <a:prstGeom prst="rect">
            <a:avLst/>
          </a:prstGeom>
          <a:noFill/>
          <a:ln w="9525">
            <a:noFill/>
          </a:ln>
        </p:spPr>
      </p:pic>
      <p:pic>
        <p:nvPicPr>
          <p:cNvPr id="2" name="图片 1"/>
          <p:cNvPicPr/>
          <p:nvPr/>
        </p:nvPicPr>
        <p:blipFill>
          <a:blip r:embed="rId2"/>
          <a:stretch>
            <a:fillRect/>
          </a:stretch>
        </p:blipFill>
        <p:spPr>
          <a:xfrm>
            <a:off x="3013710" y="4953000"/>
            <a:ext cx="3024000" cy="2026920"/>
          </a:xfrm>
          <a:prstGeom prst="rect">
            <a:avLst/>
          </a:prstGeom>
          <a:noFill/>
          <a:ln w="9525">
            <a:noFill/>
          </a:ln>
        </p:spPr>
      </p:pic>
      <p:pic>
        <p:nvPicPr>
          <p:cNvPr id="101" name="图片 100"/>
          <p:cNvPicPr/>
          <p:nvPr/>
        </p:nvPicPr>
        <p:blipFill>
          <a:blip r:embed="rId3"/>
          <a:srcRect l="11780" t="21920" r="10760" b="21160"/>
          <a:stretch>
            <a:fillRect/>
          </a:stretch>
        </p:blipFill>
        <p:spPr>
          <a:xfrm>
            <a:off x="6041390" y="4953000"/>
            <a:ext cx="3096895" cy="204343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0"/>
                                        </p:tgtEl>
                                        <p:attrNameLst>
                                          <p:attrName>style.visibility</p:attrName>
                                        </p:attrNameLst>
                                      </p:cBhvr>
                                      <p:to>
                                        <p:strVal val="visible"/>
                                      </p:to>
                                    </p:set>
                                    <p:animEffect transition="in" filter="wipe(left)">
                                      <p:cBhvr>
                                        <p:cTn id="11" dur="500"/>
                                        <p:tgtEl>
                                          <p:spTgt spid="10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wipe(left)">
                                      <p:cBhvr>
                                        <p:cTn id="19"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31" name="Rectangle 9"/>
          <p:cNvSpPr>
            <a:spLocks noGrp="1"/>
          </p:cNvSpPr>
          <p:nvPr>
            <p:ph type="title"/>
          </p:nvPr>
        </p:nvSpPr>
        <p:spPr>
          <a:xfrm>
            <a:off x="304800" y="381000"/>
            <a:ext cx="8229600" cy="868363"/>
          </a:xfrm>
        </p:spPr>
        <p:txBody>
          <a:bodyPr vert="horz" wrap="square" lIns="91440" tIns="45720" rIns="91440" bIns="45720" anchor="ctr" anchorCtr="0"/>
          <a:p>
            <a:pPr eaLnBrk="1" hangingPunct="1"/>
            <a:r>
              <a:rPr lang="zh-CN" altLang="en-US" sz="3200" i="0" kern="1200" dirty="0">
                <a:solidFill>
                  <a:srgbClr val="FF0000"/>
                </a:solidFill>
                <a:latin typeface="黑体" panose="02010609060101010101" pitchFamily="49" charset="-122"/>
                <a:ea typeface="黑体" panose="02010609060101010101" pitchFamily="49" charset="-122"/>
                <a:cs typeface="+mn-cs"/>
              </a:rPr>
              <a:t>第</a:t>
            </a:r>
            <a:r>
              <a:rPr lang="en-US" altLang="zh-CN" sz="3200" i="0" kern="1200" dirty="0">
                <a:solidFill>
                  <a:srgbClr val="FF0000"/>
                </a:solidFill>
                <a:latin typeface="黑体" panose="02010609060101010101" pitchFamily="49" charset="-122"/>
                <a:ea typeface="黑体" panose="02010609060101010101" pitchFamily="49" charset="-122"/>
                <a:cs typeface="+mn-cs"/>
              </a:rPr>
              <a:t>4</a:t>
            </a:r>
            <a:r>
              <a:rPr lang="zh-CN" altLang="en-US" sz="3200" i="0" kern="1200" dirty="0">
                <a:solidFill>
                  <a:srgbClr val="FF0000"/>
                </a:solidFill>
                <a:latin typeface="黑体" panose="02010609060101010101" pitchFamily="49" charset="-122"/>
                <a:ea typeface="黑体" panose="02010609060101010101" pitchFamily="49" charset="-122"/>
                <a:cs typeface="+mn-cs"/>
              </a:rPr>
              <a:t>章</a:t>
            </a:r>
            <a:r>
              <a:rPr lang="en-US" altLang="zh-CN" sz="3200" i="0" kern="1200" dirty="0">
                <a:solidFill>
                  <a:srgbClr val="FF0000"/>
                </a:solidFill>
                <a:latin typeface="黑体" panose="02010609060101010101" pitchFamily="49" charset="-122"/>
                <a:ea typeface="黑体" panose="02010609060101010101" pitchFamily="49" charset="-122"/>
                <a:cs typeface="+mn-cs"/>
              </a:rPr>
              <a:t> </a:t>
            </a:r>
            <a:r>
              <a:rPr lang="zh-CN" altLang="en-US" sz="3200" i="0" kern="1200" dirty="0">
                <a:solidFill>
                  <a:srgbClr val="FF0000"/>
                </a:solidFill>
                <a:latin typeface="黑体" panose="02010609060101010101" pitchFamily="49" charset="-122"/>
                <a:ea typeface="黑体" panose="02010609060101010101" pitchFamily="49" charset="-122"/>
                <a:cs typeface="+mn-cs"/>
              </a:rPr>
              <a:t>组合逻辑电路</a:t>
            </a:r>
            <a:endParaRPr lang="zh-CN" altLang="en-US" sz="3200" i="0" kern="1200" dirty="0">
              <a:solidFill>
                <a:srgbClr val="FF0000"/>
              </a:solidFill>
              <a:latin typeface="黑体" panose="02010609060101010101" pitchFamily="49" charset="-122"/>
              <a:ea typeface="黑体" panose="02010609060101010101" pitchFamily="49" charset="-122"/>
              <a:cs typeface="+mn-cs"/>
            </a:endParaRPr>
          </a:p>
        </p:txBody>
      </p:sp>
      <p:sp>
        <p:nvSpPr>
          <p:cNvPr id="5156" name="灯片编号占位符 4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r>
              <a:rPr lang="en-US" altLang="zh-CN" sz="1200" dirty="0">
                <a:solidFill>
                  <a:schemeClr val="bg1"/>
                </a:solidFill>
                <a:ea typeface="宋体" panose="02010600030101010101" pitchFamily="2" charset="-122"/>
              </a:rPr>
              <a:t>2</a:t>
            </a:r>
            <a:endParaRPr lang="en-US" altLang="zh-CN" sz="1200" dirty="0">
              <a:solidFill>
                <a:schemeClr val="bg1"/>
              </a:solidFill>
              <a:ea typeface="宋体" panose="02010600030101010101" pitchFamily="2" charset="-122"/>
            </a:endParaRPr>
          </a:p>
        </p:txBody>
      </p:sp>
      <p:sp>
        <p:nvSpPr>
          <p:cNvPr id="5122" name="Line 3"/>
          <p:cNvSpPr/>
          <p:nvPr/>
        </p:nvSpPr>
        <p:spPr>
          <a:xfrm>
            <a:off x="2805430" y="4198620"/>
            <a:ext cx="463550" cy="612775"/>
          </a:xfrm>
          <a:prstGeom prst="line">
            <a:avLst/>
          </a:prstGeom>
          <a:ln w="12700" cap="rnd" cmpd="sng">
            <a:solidFill>
              <a:srgbClr val="003366"/>
            </a:solidFill>
            <a:prstDash val="sysDot"/>
            <a:headEnd type="none" w="med" len="med"/>
            <a:tailEnd type="none" w="med" len="med"/>
          </a:ln>
        </p:spPr>
      </p:sp>
      <p:sp>
        <p:nvSpPr>
          <p:cNvPr id="5124" name="Line 2"/>
          <p:cNvSpPr/>
          <p:nvPr/>
        </p:nvSpPr>
        <p:spPr>
          <a:xfrm flipV="1">
            <a:off x="2895600" y="2286000"/>
            <a:ext cx="387350" cy="609600"/>
          </a:xfrm>
          <a:prstGeom prst="line">
            <a:avLst/>
          </a:prstGeom>
          <a:ln w="12700" cap="rnd" cmpd="sng">
            <a:solidFill>
              <a:srgbClr val="003366"/>
            </a:solidFill>
            <a:prstDash val="sysDot"/>
            <a:headEnd type="none" w="med" len="med"/>
            <a:tailEnd type="none" w="med" len="med"/>
          </a:ln>
        </p:spPr>
      </p:sp>
      <p:sp>
        <p:nvSpPr>
          <p:cNvPr id="5128" name="Line 6"/>
          <p:cNvSpPr/>
          <p:nvPr/>
        </p:nvSpPr>
        <p:spPr>
          <a:xfrm flipV="1">
            <a:off x="3355975" y="3136900"/>
            <a:ext cx="685800" cy="0"/>
          </a:xfrm>
          <a:prstGeom prst="line">
            <a:avLst/>
          </a:prstGeom>
          <a:ln w="12700" cap="rnd" cmpd="sng">
            <a:solidFill>
              <a:srgbClr val="003366"/>
            </a:solidFill>
            <a:prstDash val="sysDot"/>
            <a:headEnd type="none" w="med" len="med"/>
            <a:tailEnd type="none" w="med" len="med"/>
          </a:ln>
        </p:spPr>
      </p:sp>
      <p:sp>
        <p:nvSpPr>
          <p:cNvPr id="5130" name="Line 8"/>
          <p:cNvSpPr/>
          <p:nvPr/>
        </p:nvSpPr>
        <p:spPr>
          <a:xfrm flipV="1">
            <a:off x="3203575" y="3948113"/>
            <a:ext cx="685800" cy="0"/>
          </a:xfrm>
          <a:prstGeom prst="line">
            <a:avLst/>
          </a:prstGeom>
          <a:ln w="12700" cap="rnd" cmpd="sng">
            <a:solidFill>
              <a:srgbClr val="003366"/>
            </a:solidFill>
            <a:prstDash val="sysDot"/>
            <a:headEnd type="none" w="med" len="med"/>
            <a:tailEnd type="none" w="med" len="med"/>
          </a:ln>
        </p:spPr>
      </p:sp>
      <p:grpSp>
        <p:nvGrpSpPr>
          <p:cNvPr id="3" name="Group 10"/>
          <p:cNvGrpSpPr/>
          <p:nvPr/>
        </p:nvGrpSpPr>
        <p:grpSpPr>
          <a:xfrm>
            <a:off x="835025" y="2205038"/>
            <a:ext cx="2673350" cy="2671762"/>
            <a:chOff x="140" y="1419"/>
            <a:chExt cx="1684" cy="1683"/>
          </a:xfrm>
        </p:grpSpPr>
        <p:sp>
          <p:nvSpPr>
            <p:cNvPr id="4" name="Oval 11"/>
            <p:cNvSpPr>
              <a:spLocks noChangeArrowheads="1"/>
            </p:cNvSpPr>
            <p:nvPr/>
          </p:nvSpPr>
          <p:spPr bwMode="gray">
            <a:xfrm>
              <a:off x="140" y="1419"/>
              <a:ext cx="1684" cy="168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Oval 12"/>
            <p:cNvSpPr>
              <a:spLocks noChangeArrowheads="1"/>
            </p:cNvSpPr>
            <p:nvPr/>
          </p:nvSpPr>
          <p:spPr bwMode="gray">
            <a:xfrm>
              <a:off x="251" y="1528"/>
              <a:ext cx="1461" cy="1463"/>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Oval 13"/>
            <p:cNvSpPr>
              <a:spLocks noChangeArrowheads="1"/>
            </p:cNvSpPr>
            <p:nvPr/>
          </p:nvSpPr>
          <p:spPr bwMode="gray">
            <a:xfrm>
              <a:off x="258" y="1536"/>
              <a:ext cx="1461" cy="146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Oval 14"/>
            <p:cNvSpPr/>
            <p:nvPr/>
          </p:nvSpPr>
          <p:spPr>
            <a:xfrm>
              <a:off x="323" y="1602"/>
              <a:ext cx="1317" cy="1316"/>
            </a:xfrm>
            <a:prstGeom prst="ellipse">
              <a:avLst/>
            </a:prstGeom>
            <a:solidFill>
              <a:srgbClr val="000000"/>
            </a:solidFill>
            <a:ln w="38100">
              <a:noFill/>
            </a:ln>
          </p:spPr>
          <p:txBody>
            <a:bodyPr anchor="ctr" anchorCtr="0">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8" name="Oval 15"/>
            <p:cNvSpPr/>
            <p:nvPr/>
          </p:nvSpPr>
          <p:spPr>
            <a:xfrm>
              <a:off x="344" y="1623"/>
              <a:ext cx="1276" cy="1277"/>
            </a:xfrm>
            <a:prstGeom prst="ellipse">
              <a:avLst/>
            </a:prstGeom>
            <a:gradFill rotWithShape="1">
              <a:gsLst>
                <a:gs pos="0">
                  <a:srgbClr val="636869"/>
                </a:gs>
                <a:gs pos="100000">
                  <a:srgbClr val="D6E1E2"/>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9" name="Oval 16"/>
            <p:cNvSpPr/>
            <p:nvPr/>
          </p:nvSpPr>
          <p:spPr>
            <a:xfrm>
              <a:off x="360" y="1630"/>
              <a:ext cx="1246" cy="1246"/>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10" name="Oval 17"/>
            <p:cNvSpPr/>
            <p:nvPr/>
          </p:nvSpPr>
          <p:spPr>
            <a:xfrm>
              <a:off x="374" y="1642"/>
              <a:ext cx="1184" cy="1164"/>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11" name="Oval 18"/>
            <p:cNvSpPr/>
            <p:nvPr/>
          </p:nvSpPr>
          <p:spPr>
            <a:xfrm>
              <a:off x="443" y="1675"/>
              <a:ext cx="1053" cy="945"/>
            </a:xfrm>
            <a:prstGeom prst="ellipse">
              <a:avLst/>
            </a:prstGeom>
            <a:gradFill rotWithShape="1">
              <a:gsLst>
                <a:gs pos="0">
                  <a:srgbClr val="FFFFFF"/>
                </a:gs>
                <a:gs pos="100000">
                  <a:srgbClr val="D6E1E2">
                    <a:alpha val="37999"/>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pic>
          <p:nvPicPr>
            <p:cNvPr id="12" name="Picture 19" descr="mark"/>
            <p:cNvPicPr>
              <a:picLocks noChangeAspect="1"/>
            </p:cNvPicPr>
            <p:nvPr/>
          </p:nvPicPr>
          <p:blipFill>
            <a:blip r:embed="rId1"/>
            <a:stretch>
              <a:fillRect/>
            </a:stretch>
          </p:blipFill>
          <p:spPr>
            <a:xfrm>
              <a:off x="452" y="1773"/>
              <a:ext cx="1011" cy="1003"/>
            </a:xfrm>
            <a:prstGeom prst="rect">
              <a:avLst/>
            </a:prstGeom>
            <a:noFill/>
            <a:ln w="9525">
              <a:noFill/>
            </a:ln>
          </p:spPr>
        </p:pic>
      </p:grpSp>
      <p:sp>
        <p:nvSpPr>
          <p:cNvPr id="5135" name="AutoShape 22"/>
          <p:cNvSpPr/>
          <p:nvPr/>
        </p:nvSpPr>
        <p:spPr>
          <a:xfrm>
            <a:off x="4038600" y="2889250"/>
            <a:ext cx="424243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40" name="Oval 27"/>
          <p:cNvSpPr/>
          <p:nvPr/>
        </p:nvSpPr>
        <p:spPr>
          <a:xfrm>
            <a:off x="3883025" y="3028950"/>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42" name="AutoShape 29"/>
          <p:cNvSpPr/>
          <p:nvPr/>
        </p:nvSpPr>
        <p:spPr>
          <a:xfrm>
            <a:off x="4038600" y="3733800"/>
            <a:ext cx="354330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7196" name="Oval 28"/>
          <p:cNvSpPr>
            <a:spLocks noChangeArrowheads="1"/>
          </p:cNvSpPr>
          <p:nvPr/>
        </p:nvSpPr>
        <p:spPr bwMode="gray">
          <a:xfrm>
            <a:off x="3914140" y="3837940"/>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ln>
          <a:effectLst>
            <a:outerShdw dist="63500" dir="221219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Line 6"/>
          <p:cNvSpPr/>
          <p:nvPr/>
        </p:nvSpPr>
        <p:spPr>
          <a:xfrm flipV="1">
            <a:off x="3262630" y="2303463"/>
            <a:ext cx="648000" cy="0"/>
          </a:xfrm>
          <a:prstGeom prst="line">
            <a:avLst/>
          </a:prstGeom>
          <a:ln w="12700" cap="rnd" cmpd="sng">
            <a:solidFill>
              <a:srgbClr val="003366"/>
            </a:solidFill>
            <a:prstDash val="sysDot"/>
            <a:headEnd type="none" w="med" len="med"/>
            <a:tailEnd type="none" w="med" len="med"/>
          </a:ln>
        </p:spPr>
      </p:sp>
      <p:sp>
        <p:nvSpPr>
          <p:cNvPr id="17" name="AutoShape 22"/>
          <p:cNvSpPr/>
          <p:nvPr/>
        </p:nvSpPr>
        <p:spPr>
          <a:xfrm>
            <a:off x="3952875" y="2057400"/>
            <a:ext cx="425640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19" name="Oval 27"/>
          <p:cNvSpPr/>
          <p:nvPr/>
        </p:nvSpPr>
        <p:spPr>
          <a:xfrm>
            <a:off x="3890645" y="2190750"/>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52" name="AutoShape 29"/>
          <p:cNvSpPr/>
          <p:nvPr/>
        </p:nvSpPr>
        <p:spPr>
          <a:xfrm>
            <a:off x="3876675" y="4558030"/>
            <a:ext cx="443357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54" name="Oval 31"/>
          <p:cNvSpPr/>
          <p:nvPr/>
        </p:nvSpPr>
        <p:spPr>
          <a:xfrm>
            <a:off x="3787775" y="4675823"/>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55" name="Line 6"/>
          <p:cNvSpPr/>
          <p:nvPr/>
        </p:nvSpPr>
        <p:spPr>
          <a:xfrm flipV="1">
            <a:off x="3276600" y="4807268"/>
            <a:ext cx="533400" cy="0"/>
          </a:xfrm>
          <a:prstGeom prst="line">
            <a:avLst/>
          </a:prstGeom>
          <a:ln w="12700" cap="rnd" cmpd="sng">
            <a:solidFill>
              <a:srgbClr val="003366"/>
            </a:solidFill>
            <a:prstDash val="sysDot"/>
            <a:headEnd type="none" w="med" len="med"/>
            <a:tailEnd type="none" w="med" len="med"/>
          </a:ln>
        </p:spPr>
      </p:sp>
      <p:sp>
        <p:nvSpPr>
          <p:cNvPr id="14" name="Rectangle 21"/>
          <p:cNvSpPr/>
          <p:nvPr/>
        </p:nvSpPr>
        <p:spPr>
          <a:xfrm>
            <a:off x="4030980" y="2085340"/>
            <a:ext cx="416433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4.1 </a:t>
            </a:r>
            <a:r>
              <a:rPr lang="zh-CN" altLang="en-US" sz="2400" b="1" dirty="0">
                <a:solidFill>
                  <a:srgbClr val="000000"/>
                </a:solidFill>
                <a:latin typeface="黑体" panose="02010609060101010101" pitchFamily="49" charset="-122"/>
                <a:ea typeface="黑体" panose="02010609060101010101" pitchFamily="49" charset="-122"/>
              </a:rPr>
              <a:t>组合逻辑电路的分析方法</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36" name="Rectangle 23"/>
          <p:cNvSpPr/>
          <p:nvPr/>
        </p:nvSpPr>
        <p:spPr>
          <a:xfrm>
            <a:off x="4080510" y="3733800"/>
            <a:ext cx="355219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4.3 </a:t>
            </a:r>
            <a:r>
              <a:rPr lang="zh-CN" altLang="en-US" sz="2400" b="1" dirty="0">
                <a:solidFill>
                  <a:srgbClr val="000000"/>
                </a:solidFill>
                <a:latin typeface="黑体" panose="02010609060101010101" pitchFamily="49" charset="-122"/>
                <a:ea typeface="黑体" panose="02010609060101010101" pitchFamily="49" charset="-122"/>
              </a:rPr>
              <a:t>典型的组合逻辑电路</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38" name="Rectangle 25"/>
          <p:cNvSpPr/>
          <p:nvPr/>
        </p:nvSpPr>
        <p:spPr>
          <a:xfrm>
            <a:off x="3962400" y="4558030"/>
            <a:ext cx="431800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4.4 </a:t>
            </a:r>
            <a:r>
              <a:rPr lang="zh-CN" altLang="en-US" sz="2400" b="1" dirty="0">
                <a:solidFill>
                  <a:srgbClr val="000000"/>
                </a:solidFill>
                <a:latin typeface="黑体" panose="02010609060101010101" pitchFamily="49" charset="-122"/>
                <a:ea typeface="黑体" panose="02010609060101010101" pitchFamily="49" charset="-122"/>
              </a:rPr>
              <a:t>组合逻辑电路的竞争</a:t>
            </a:r>
            <a:r>
              <a:rPr lang="en-US" altLang="zh-CN" sz="2400" b="1" dirty="0">
                <a:solidFill>
                  <a:srgbClr val="000000"/>
                </a:solidFill>
                <a:latin typeface="黑体" panose="02010609060101010101" pitchFamily="49" charset="-122"/>
                <a:ea typeface="黑体" panose="02010609060101010101" pitchFamily="49" charset="-122"/>
              </a:rPr>
              <a:t>-</a:t>
            </a:r>
            <a:r>
              <a:rPr lang="zh-CN" altLang="en-US" sz="2400" b="1" dirty="0">
                <a:solidFill>
                  <a:srgbClr val="000000"/>
                </a:solidFill>
                <a:latin typeface="黑体" panose="02010609060101010101" pitchFamily="49" charset="-122"/>
                <a:ea typeface="黑体" panose="02010609060101010101" pitchFamily="49" charset="-122"/>
              </a:rPr>
              <a:t>冒险</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18" name="Rectangle 23"/>
          <p:cNvSpPr/>
          <p:nvPr/>
        </p:nvSpPr>
        <p:spPr>
          <a:xfrm>
            <a:off x="4072890" y="2917190"/>
            <a:ext cx="440817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4.2 </a:t>
            </a:r>
            <a:r>
              <a:rPr lang="zh-CN" altLang="en-US" sz="2400" b="1" dirty="0">
                <a:solidFill>
                  <a:srgbClr val="000000"/>
                </a:solidFill>
                <a:latin typeface="黑体" panose="02010609060101010101" pitchFamily="49" charset="-122"/>
                <a:ea typeface="黑体" panose="02010609060101010101" pitchFamily="49" charset="-122"/>
              </a:rPr>
              <a:t>组合逻辑电路的设计方法</a:t>
            </a:r>
            <a:endParaRPr lang="zh-CN" altLang="en-US" sz="2400" b="1"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762000" y="1143000"/>
            <a:ext cx="584962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4.1.1 </a:t>
            </a:r>
            <a:r>
              <a:rPr lang="zh-CN" altLang="en-US" sz="2800" i="0" dirty="0">
                <a:solidFill>
                  <a:srgbClr val="0070C0"/>
                </a:solidFill>
                <a:latin typeface="黑体" panose="02010609060101010101" pitchFamily="49" charset="-122"/>
                <a:ea typeface="黑体" panose="02010609060101010101" pitchFamily="49" charset="-122"/>
              </a:rPr>
              <a:t>组合逻辑电路的定义和特点</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685800" y="2743200"/>
            <a:ext cx="8003540" cy="97790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图4-1为一个多输入和多输出组合逻辑电路的框图，输入和输出之间的逻辑关系用逻辑函数表示为：</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Rectangle 3"/>
          <p:cNvSpPr>
            <a:spLocks noGrp="1"/>
          </p:cNvSpPr>
          <p:nvPr/>
        </p:nvSpPr>
        <p:spPr>
          <a:xfrm>
            <a:off x="3581400" y="4335780"/>
            <a:ext cx="5189855" cy="5784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组合逻辑具有如下特点</a:t>
            </a:r>
            <a:r>
              <a:rPr lang="zh-CN" sz="2400" b="1" kern="1200" dirty="0">
                <a:solidFill>
                  <a:srgbClr val="000066"/>
                </a:solidFill>
                <a:latin typeface="Arial" panose="020B0604020202020204" pitchFamily="34" charset="0"/>
                <a:ea typeface="楷体_GB2312" pitchFamily="49" charset="-122"/>
              </a:rPr>
              <a:t>：</a:t>
            </a:r>
            <a:endParaRPr lang="zh-CN"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4.1 </a:t>
            </a:r>
            <a:r>
              <a:rPr lang="en-US" altLang="zh-CN" b="1" dirty="0">
                <a:solidFill>
                  <a:srgbClr val="FF0000"/>
                </a:solidFill>
                <a:latin typeface="黑体" panose="02010609060101010101" pitchFamily="49" charset="-122"/>
                <a:ea typeface="黑体" panose="02010609060101010101" pitchFamily="49" charset="-122"/>
                <a:sym typeface="+mn-ea"/>
              </a:rPr>
              <a:t>组合逻辑电路的分析方法</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2" name="组合 1"/>
          <p:cNvGrpSpPr/>
          <p:nvPr/>
        </p:nvGrpSpPr>
        <p:grpSpPr>
          <a:xfrm>
            <a:off x="533400" y="4572000"/>
            <a:ext cx="3544570" cy="1525905"/>
            <a:chOff x="8880" y="7047"/>
            <a:chExt cx="5582" cy="2403"/>
          </a:xfrm>
        </p:grpSpPr>
        <p:sp>
          <p:nvSpPr>
            <p:cNvPr id="100" name="文本框 99"/>
            <p:cNvSpPr txBox="1"/>
            <p:nvPr/>
          </p:nvSpPr>
          <p:spPr>
            <a:xfrm>
              <a:off x="8880" y="8968"/>
              <a:ext cx="5582" cy="483"/>
            </a:xfrm>
            <a:prstGeom prst="rect">
              <a:avLst/>
            </a:prstGeom>
            <a:noFill/>
            <a:ln w="9525">
              <a:noFill/>
            </a:ln>
          </p:spPr>
          <p:txBody>
            <a:bodyPr wrap="square">
              <a:spAutoFit/>
            </a:bodyPr>
            <a:p>
              <a:r>
                <a:rPr sz="1400">
                  <a:latin typeface="Times New Roman" panose="02020603050405020304" charset="0"/>
                  <a:ea typeface="宋体" panose="02010600030101010101" pitchFamily="2" charset="-122"/>
                </a:rPr>
                <a:t>图4-1 多输入和多输出组合逻辑电路的框图</a:t>
              </a:r>
              <a:endParaRPr sz="1400">
                <a:latin typeface="Times New Roman" panose="02020603050405020304" charset="0"/>
                <a:ea typeface="宋体" panose="02010600030101010101" pitchFamily="2" charset="-122"/>
              </a:endParaRPr>
            </a:p>
          </p:txBody>
        </p:sp>
        <p:pic>
          <p:nvPicPr>
            <p:cNvPr id="9286" name="图片 2723"/>
            <p:cNvPicPr>
              <a:picLocks noChangeAspect="1"/>
            </p:cNvPicPr>
            <p:nvPr/>
          </p:nvPicPr>
          <p:blipFill>
            <a:blip r:embed="rId1"/>
            <a:stretch>
              <a:fillRect/>
            </a:stretch>
          </p:blipFill>
          <p:spPr>
            <a:xfrm>
              <a:off x="9120" y="7047"/>
              <a:ext cx="5017" cy="1755"/>
            </a:xfrm>
            <a:prstGeom prst="rect">
              <a:avLst/>
            </a:prstGeom>
            <a:noFill/>
            <a:ln>
              <a:noFill/>
            </a:ln>
          </p:spPr>
        </p:pic>
      </p:grpSp>
      <p:sp>
        <p:nvSpPr>
          <p:cNvPr id="6" name="Rectangle 3"/>
          <p:cNvSpPr>
            <a:spLocks noGrp="1"/>
          </p:cNvSpPr>
          <p:nvPr/>
        </p:nvSpPr>
        <p:spPr>
          <a:xfrm>
            <a:off x="1752600" y="3719830"/>
            <a:ext cx="5451475" cy="5543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_GB2312" pitchFamily="49" charset="-122"/>
                <a:cs typeface="Times New Roman" panose="02020603050405020304" charset="0"/>
              </a:rPr>
              <a:t>     </a:t>
            </a:r>
            <a:r>
              <a:rPr sz="2400" b="1" kern="1200">
                <a:latin typeface="Times New Roman" panose="02020603050405020304" charset="0"/>
                <a:ea typeface="宋体" panose="02010600030101010101" pitchFamily="2" charset="-122"/>
                <a:cs typeface="Times New Roman" panose="02020603050405020304" charset="0"/>
              </a:rPr>
              <a:t> </a:t>
            </a:r>
            <a:r>
              <a:rPr sz="2400" b="1" i="1" kern="1200">
                <a:latin typeface="Times New Roman" panose="02020603050405020304" charset="0"/>
                <a:ea typeface="宋体" panose="02010600030101010101" pitchFamily="2" charset="-122"/>
                <a:cs typeface="Times New Roman" panose="02020603050405020304" charset="0"/>
              </a:rPr>
              <a:t>Y</a:t>
            </a:r>
            <a:r>
              <a:rPr sz="2400" b="1" i="1" kern="1200" baseline="-25000">
                <a:latin typeface="Times New Roman" panose="02020603050405020304" charset="0"/>
                <a:ea typeface="宋体" panose="02010600030101010101" pitchFamily="2" charset="-122"/>
                <a:cs typeface="Times New Roman" panose="02020603050405020304" charset="0"/>
              </a:rPr>
              <a:t>k</a:t>
            </a:r>
            <a:r>
              <a:rPr sz="2400" b="1" kern="1200">
                <a:latin typeface="Times New Roman" panose="02020603050405020304" charset="0"/>
                <a:ea typeface="宋体" panose="02010600030101010101" pitchFamily="2" charset="-122"/>
                <a:cs typeface="Times New Roman" panose="02020603050405020304" charset="0"/>
              </a:rPr>
              <a:t> = </a:t>
            </a:r>
            <a:r>
              <a:rPr sz="2400" b="1" i="1" kern="1200">
                <a:latin typeface="Times New Roman" panose="02020603050405020304" charset="0"/>
                <a:ea typeface="宋体" panose="02010600030101010101" pitchFamily="2" charset="-122"/>
                <a:cs typeface="Times New Roman" panose="02020603050405020304" charset="0"/>
              </a:rPr>
              <a:t>f</a:t>
            </a:r>
            <a:r>
              <a:rPr sz="2400" b="1" kern="1200">
                <a:latin typeface="Times New Roman" panose="02020603050405020304" charset="0"/>
                <a:ea typeface="宋体" panose="02010600030101010101" pitchFamily="2" charset="-122"/>
                <a:cs typeface="Times New Roman" panose="02020603050405020304" charset="0"/>
              </a:rPr>
              <a:t> (</a:t>
            </a:r>
            <a:r>
              <a:rPr sz="2400" b="1" i="1" kern="1200">
                <a:latin typeface="Times New Roman" panose="02020603050405020304" charset="0"/>
                <a:ea typeface="宋体" panose="02010600030101010101" pitchFamily="2" charset="-122"/>
                <a:cs typeface="Times New Roman" panose="02020603050405020304" charset="0"/>
              </a:rPr>
              <a:t>A</a:t>
            </a:r>
            <a:r>
              <a:rPr sz="2400" b="1" kern="1200" baseline="-25000">
                <a:latin typeface="Times New Roman" panose="02020603050405020304" charset="0"/>
                <a:ea typeface="宋体" panose="02010600030101010101" pitchFamily="2" charset="-122"/>
                <a:cs typeface="Times New Roman" panose="02020603050405020304" charset="0"/>
              </a:rPr>
              <a:t>1</a:t>
            </a:r>
            <a:r>
              <a:rPr sz="2400" b="1" kern="1200">
                <a:latin typeface="Times New Roman" panose="02020603050405020304" charset="0"/>
                <a:ea typeface="宋体" panose="02010600030101010101" pitchFamily="2" charset="-122"/>
                <a:cs typeface="Times New Roman" panose="02020603050405020304" charset="0"/>
              </a:rPr>
              <a:t>, </a:t>
            </a:r>
            <a:r>
              <a:rPr sz="2400" b="1" i="1" kern="1200">
                <a:latin typeface="Times New Roman" panose="02020603050405020304" charset="0"/>
                <a:ea typeface="宋体" panose="02010600030101010101" pitchFamily="2" charset="-122"/>
                <a:cs typeface="Times New Roman" panose="02020603050405020304" charset="0"/>
              </a:rPr>
              <a:t>A</a:t>
            </a:r>
            <a:r>
              <a:rPr sz="2400" b="1" kern="1200" baseline="-25000">
                <a:latin typeface="Times New Roman" panose="02020603050405020304" charset="0"/>
                <a:ea typeface="宋体" panose="02010600030101010101" pitchFamily="2" charset="-122"/>
                <a:cs typeface="Times New Roman" panose="02020603050405020304" charset="0"/>
              </a:rPr>
              <a:t>2</a:t>
            </a:r>
            <a:r>
              <a:rPr sz="2400" b="1" kern="1200">
                <a:latin typeface="Times New Roman" panose="02020603050405020304" charset="0"/>
                <a:ea typeface="宋体" panose="02010600030101010101" pitchFamily="2" charset="-122"/>
                <a:cs typeface="Times New Roman" panose="02020603050405020304" charset="0"/>
              </a:rPr>
              <a:t>,…, </a:t>
            </a:r>
            <a:r>
              <a:rPr sz="2400" b="1" i="1" kern="1200">
                <a:latin typeface="Times New Roman" panose="02020603050405020304" charset="0"/>
                <a:ea typeface="宋体" panose="02010600030101010101" pitchFamily="2" charset="-122"/>
                <a:cs typeface="Times New Roman" panose="02020603050405020304" charset="0"/>
              </a:rPr>
              <a:t>A</a:t>
            </a:r>
            <a:r>
              <a:rPr sz="2400" b="1" i="1" kern="1200" baseline="-25000">
                <a:latin typeface="Times New Roman" panose="02020603050405020304" charset="0"/>
                <a:ea typeface="宋体" panose="02010600030101010101" pitchFamily="2" charset="-122"/>
                <a:cs typeface="Times New Roman" panose="02020603050405020304" charset="0"/>
              </a:rPr>
              <a:t>n</a:t>
            </a:r>
            <a:r>
              <a:rPr sz="2400" b="1" kern="1200">
                <a:latin typeface="Times New Roman" panose="02020603050405020304" charset="0"/>
                <a:ea typeface="宋体" panose="02010600030101010101" pitchFamily="2" charset="-122"/>
                <a:cs typeface="Times New Roman" panose="02020603050405020304" charset="0"/>
              </a:rPr>
              <a:t>) (</a:t>
            </a:r>
            <a:r>
              <a:rPr sz="2400" b="1" i="1" kern="1200">
                <a:latin typeface="Times New Roman" panose="02020603050405020304" charset="0"/>
                <a:ea typeface="宋体" panose="02010600030101010101" pitchFamily="2" charset="-122"/>
                <a:cs typeface="Times New Roman" panose="02020603050405020304" charset="0"/>
              </a:rPr>
              <a:t>k</a:t>
            </a:r>
            <a:r>
              <a:rPr sz="2400" b="1" kern="1200">
                <a:latin typeface="Times New Roman" panose="02020603050405020304" charset="0"/>
                <a:ea typeface="宋体" panose="02010600030101010101" pitchFamily="2" charset="-122"/>
                <a:cs typeface="Times New Roman" panose="02020603050405020304" charset="0"/>
              </a:rPr>
              <a:t> = 1, 2, … , </a:t>
            </a:r>
            <a:r>
              <a:rPr sz="2400" b="1" i="1" kern="1200">
                <a:latin typeface="Times New Roman" panose="02020603050405020304" charset="0"/>
                <a:ea typeface="宋体" panose="02010600030101010101" pitchFamily="2" charset="-122"/>
                <a:cs typeface="Times New Roman" panose="02020603050405020304" charset="0"/>
              </a:rPr>
              <a:t>m</a:t>
            </a:r>
            <a:r>
              <a:rPr sz="2400" b="1" kern="1200">
                <a:latin typeface="Times New Roman" panose="02020603050405020304" charset="0"/>
                <a:ea typeface="宋体" panose="02010600030101010101" pitchFamily="2" charset="-122"/>
                <a:cs typeface="Times New Roman" panose="02020603050405020304" charset="0"/>
              </a:rPr>
              <a:t>)</a:t>
            </a:r>
            <a:endParaRPr sz="2400" b="1" kern="1200">
              <a:latin typeface="Times New Roman" panose="02020603050405020304" charset="0"/>
              <a:ea typeface="宋体" panose="02010600030101010101" pitchFamily="2" charset="-122"/>
              <a:cs typeface="Times New Roman" panose="02020603050405020304" charset="0"/>
            </a:endParaRPr>
          </a:p>
        </p:txBody>
      </p:sp>
      <p:sp>
        <p:nvSpPr>
          <p:cNvPr id="7" name="Rectangle 3"/>
          <p:cNvSpPr>
            <a:spLocks noGrp="1"/>
          </p:cNvSpPr>
          <p:nvPr/>
        </p:nvSpPr>
        <p:spPr>
          <a:xfrm>
            <a:off x="3583940" y="4899660"/>
            <a:ext cx="5775960" cy="5784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(1) 电路中不含有记忆功能的元件。</a:t>
            </a:r>
            <a:endParaRPr sz="2400" b="1" kern="1200" dirty="0">
              <a:solidFill>
                <a:srgbClr val="000066"/>
              </a:solidFill>
              <a:latin typeface="Arial" panose="020B0604020202020204" pitchFamily="34" charset="0"/>
              <a:ea typeface="楷体_GB2312" pitchFamily="49" charset="-122"/>
            </a:endParaRPr>
          </a:p>
        </p:txBody>
      </p:sp>
      <p:sp>
        <p:nvSpPr>
          <p:cNvPr id="8" name="Rectangle 3"/>
          <p:cNvSpPr>
            <a:spLocks noGrp="1"/>
          </p:cNvSpPr>
          <p:nvPr/>
        </p:nvSpPr>
        <p:spPr>
          <a:xfrm>
            <a:off x="3586480" y="5427980"/>
            <a:ext cx="5775960" cy="5784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(2) 输出和输入之间无反馈通路。</a:t>
            </a:r>
            <a:endParaRPr sz="2400" b="1" kern="1200" dirty="0">
              <a:solidFill>
                <a:srgbClr val="000066"/>
              </a:solidFill>
              <a:latin typeface="Arial" panose="020B0604020202020204" pitchFamily="34" charset="0"/>
              <a:ea typeface="楷体_GB2312" pitchFamily="49" charset="-122"/>
            </a:endParaRPr>
          </a:p>
        </p:txBody>
      </p:sp>
      <p:sp>
        <p:nvSpPr>
          <p:cNvPr id="9" name="Rectangle 3"/>
          <p:cNvSpPr>
            <a:spLocks noGrp="1"/>
          </p:cNvSpPr>
          <p:nvPr/>
        </p:nvSpPr>
        <p:spPr>
          <a:xfrm>
            <a:off x="688340" y="1803400"/>
            <a:ext cx="8003540" cy="9779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组合逻辑电路是指任何时刻输出信号的状态都只取决于该时刻输入信号的状态，而与之前的状态无关的电路。</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147">
                                            <p:txEl>
                                              <p:pRg st="0" end="0"/>
                                            </p:txEl>
                                          </p:spTgt>
                                        </p:tgtEl>
                                        <p:attrNameLst>
                                          <p:attrName>style.visibility</p:attrName>
                                        </p:attrNameLst>
                                      </p:cBhvr>
                                      <p:to>
                                        <p:strVal val="visible"/>
                                      </p:to>
                                    </p:set>
                                    <p:animEffect transition="in" filter="wipe(up)">
                                      <p:cBhvr>
                                        <p:cTn id="10" dur="500"/>
                                        <p:tgtEl>
                                          <p:spTgt spid="6147">
                                            <p:txEl>
                                              <p:pRg st="0" end="0"/>
                                            </p:txEl>
                                          </p:spTgt>
                                        </p:tgtEl>
                                      </p:cBhvr>
                                    </p:animEffect>
                                  </p:childTnLst>
                                </p:cTn>
                              </p:par>
                            </p:childTnLst>
                          </p:cTn>
                        </p:par>
                        <p:par>
                          <p:cTn id="11" fill="hold">
                            <p:stCondLst>
                              <p:cond delay="500"/>
                            </p:stCondLst>
                            <p:childTnLst>
                              <p:par>
                                <p:cTn id="12" presetID="6" presetClass="entr" presetSubtype="16" fill="hold" grpId="0" nodeType="afterEffect">
                                  <p:stCondLst>
                                    <p:cond delay="0"/>
                                  </p:stCondLst>
                                  <p:childTnLst>
                                    <p:set>
                                      <p:cBhvr>
                                        <p:cTn id="13" dur="1000" fill="hold">
                                          <p:stCondLst>
                                            <p:cond delay="0"/>
                                          </p:stCondLst>
                                        </p:cTn>
                                        <p:tgtEl>
                                          <p:spTgt spid="6"/>
                                        </p:tgtEl>
                                        <p:attrNameLst>
                                          <p:attrName>style.visibility</p:attrName>
                                        </p:attrNameLst>
                                      </p:cBhvr>
                                      <p:to>
                                        <p:strVal val="visible"/>
                                      </p:to>
                                    </p:set>
                                    <p:animEffect transition="in" filter="circle(in)">
                                      <p:cBhvr>
                                        <p:cTn id="14" dur="10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000" fill="hold">
                                          <p:stCondLst>
                                            <p:cond delay="0"/>
                                          </p:stCondLst>
                                        </p:cTn>
                                        <p:tgtEl>
                                          <p:spTgt spid="4"/>
                                        </p:tgtEl>
                                        <p:attrNameLst>
                                          <p:attrName>style.visibility</p:attrName>
                                        </p:attrNameLst>
                                      </p:cBhvr>
                                      <p:to>
                                        <p:strVal val="visible"/>
                                      </p:to>
                                    </p:set>
                                    <p:animEffect transition="in" filter="circle(in)">
                                      <p:cBhvr>
                                        <p:cTn id="19" dur="10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000" fill="hold">
                                          <p:stCondLst>
                                            <p:cond delay="0"/>
                                          </p:stCondLst>
                                        </p:cTn>
                                        <p:tgtEl>
                                          <p:spTgt spid="7"/>
                                        </p:tgtEl>
                                        <p:attrNameLst>
                                          <p:attrName>style.visibility</p:attrName>
                                        </p:attrNameLst>
                                      </p:cBhvr>
                                      <p:to>
                                        <p:strVal val="visible"/>
                                      </p:to>
                                    </p:set>
                                    <p:animEffect transition="in" filter="circle(in)">
                                      <p:cBhvr>
                                        <p:cTn id="24" dur="10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grpId="0" nodeType="clickEffect">
                                  <p:stCondLst>
                                    <p:cond delay="0"/>
                                  </p:stCondLst>
                                  <p:childTnLst>
                                    <p:set>
                                      <p:cBhvr>
                                        <p:cTn id="28" dur="1000" fill="hold">
                                          <p:stCondLst>
                                            <p:cond delay="0"/>
                                          </p:stCondLst>
                                        </p:cTn>
                                        <p:tgtEl>
                                          <p:spTgt spid="8"/>
                                        </p:tgtEl>
                                        <p:attrNameLst>
                                          <p:attrName>style.visibility</p:attrName>
                                        </p:attrNameLst>
                                      </p:cBhvr>
                                      <p:to>
                                        <p:strVal val="visible"/>
                                      </p:to>
                                    </p:set>
                                    <p:animEffect transition="in" filter="circle(in)">
                                      <p:cBhvr>
                                        <p:cTn id="2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614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762000" y="1143000"/>
            <a:ext cx="584962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4.1.2 </a:t>
            </a:r>
            <a:r>
              <a:rPr lang="zh-CN" altLang="en-US" sz="2800" i="0" dirty="0">
                <a:solidFill>
                  <a:srgbClr val="0070C0"/>
                </a:solidFill>
                <a:latin typeface="黑体" panose="02010609060101010101" pitchFamily="49" charset="-122"/>
                <a:ea typeface="黑体" panose="02010609060101010101" pitchFamily="49" charset="-122"/>
              </a:rPr>
              <a:t>组合逻辑电路分析步骤</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Rectangle 3"/>
          <p:cNvSpPr>
            <a:spLocks noGrp="1"/>
          </p:cNvSpPr>
          <p:nvPr/>
        </p:nvSpPr>
        <p:spPr>
          <a:xfrm>
            <a:off x="762000" y="3192780"/>
            <a:ext cx="8012430" cy="30276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(1) 从输入到输出，逐级写出每个门电路的逻辑表达式，直到写出输出变量与输入变量的逻辑表达式。必要时，对输出逻辑表达式进行化简和变换，以得到最简逻辑表达式。</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(2) 根据最简逻辑表达式列出真值表。</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(3) 根据真值表或最简逻辑表达式确定电路的逻辑功能。</a:t>
            </a:r>
            <a:endParaRPr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4.1 </a:t>
            </a:r>
            <a:r>
              <a:rPr lang="en-US" altLang="zh-CN" b="1" dirty="0">
                <a:solidFill>
                  <a:srgbClr val="FF0000"/>
                </a:solidFill>
                <a:latin typeface="黑体" panose="02010609060101010101" pitchFamily="49" charset="-122"/>
                <a:ea typeface="黑体" panose="02010609060101010101" pitchFamily="49" charset="-122"/>
                <a:sym typeface="+mn-ea"/>
              </a:rPr>
              <a:t>组合逻辑电路的分析方法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 name="Rectangle 3"/>
          <p:cNvSpPr>
            <a:spLocks noGrp="1"/>
          </p:cNvSpPr>
          <p:nvPr/>
        </p:nvSpPr>
        <p:spPr>
          <a:xfrm>
            <a:off x="688340" y="1803400"/>
            <a:ext cx="8003540" cy="9779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分析一个组合逻辑电路的目的就是要确定输出和输入之间的逻辑关系，即确定电路的逻辑功能。组合逻辑电路分析的基本步骤如下：</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circle(in)">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2159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685800" y="1219200"/>
            <a:ext cx="8003540" cy="93091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【例4-1】 已知逻辑电路如图4-2所示，分析该电路的功能。</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4.1 </a:t>
            </a:r>
            <a:r>
              <a:rPr lang="en-US" altLang="zh-CN" b="1" dirty="0">
                <a:solidFill>
                  <a:srgbClr val="FF0000"/>
                </a:solidFill>
                <a:latin typeface="黑体" panose="02010609060101010101" pitchFamily="49" charset="-122"/>
                <a:ea typeface="黑体" panose="02010609060101010101" pitchFamily="49" charset="-122"/>
                <a:sym typeface="+mn-ea"/>
              </a:rPr>
              <a:t>组合逻辑电路的分析方法</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22" name="组合 21"/>
          <p:cNvGrpSpPr/>
          <p:nvPr/>
        </p:nvGrpSpPr>
        <p:grpSpPr>
          <a:xfrm>
            <a:off x="685800" y="2667000"/>
            <a:ext cx="5463540" cy="3827780"/>
            <a:chOff x="1080" y="4200"/>
            <a:chExt cx="8604" cy="6028"/>
          </a:xfrm>
        </p:grpSpPr>
        <p:sp>
          <p:nvSpPr>
            <p:cNvPr id="100" name="文本框 99"/>
            <p:cNvSpPr txBox="1"/>
            <p:nvPr/>
          </p:nvSpPr>
          <p:spPr>
            <a:xfrm>
              <a:off x="3120" y="9698"/>
              <a:ext cx="3564"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图4-2 例4-1逻辑电路图</a:t>
              </a:r>
              <a:endParaRPr sz="1600">
                <a:latin typeface="Times New Roman" panose="02020603050405020304" charset="0"/>
                <a:ea typeface="宋体" panose="02010600030101010101" pitchFamily="2" charset="-122"/>
              </a:endParaRPr>
            </a:p>
          </p:txBody>
        </p:sp>
        <p:pic>
          <p:nvPicPr>
            <p:cNvPr id="9287" name="图片 2724"/>
            <p:cNvPicPr>
              <a:picLocks noChangeAspect="1"/>
            </p:cNvPicPr>
            <p:nvPr/>
          </p:nvPicPr>
          <p:blipFill>
            <a:blip r:embed="rId1"/>
            <a:stretch>
              <a:fillRect/>
            </a:stretch>
          </p:blipFill>
          <p:spPr>
            <a:xfrm>
              <a:off x="1080" y="4200"/>
              <a:ext cx="8604" cy="5475"/>
            </a:xfrm>
            <a:prstGeom prst="rect">
              <a:avLst/>
            </a:prstGeom>
            <a:noFill/>
            <a:ln>
              <a:noFill/>
            </a:ln>
          </p:spPr>
        </p:pic>
      </p:grpSp>
      <p:graphicFrame>
        <p:nvGraphicFramePr>
          <p:cNvPr id="2" name="对象 -2147479975"/>
          <p:cNvGraphicFramePr>
            <a:graphicFrameLocks noChangeAspect="1"/>
          </p:cNvGraphicFramePr>
          <p:nvPr/>
        </p:nvGraphicFramePr>
        <p:xfrm>
          <a:off x="6248400" y="2514600"/>
          <a:ext cx="741680" cy="450215"/>
        </p:xfrm>
        <a:graphic>
          <a:graphicData uri="http://schemas.openxmlformats.org/presentationml/2006/ole">
            <mc:AlternateContent xmlns:mc="http://schemas.openxmlformats.org/markup-compatibility/2006">
              <mc:Choice xmlns:v="urn:schemas-microsoft-com:vml" Requires="v">
                <p:oleObj spid="_x0000_s3076" name="" r:id="rId2" imgW="354965" imgH="215900" progId="Equation.DSMT4">
                  <p:embed/>
                </p:oleObj>
              </mc:Choice>
              <mc:Fallback>
                <p:oleObj name="" r:id="rId2" imgW="354965" imgH="215900" progId="Equation.DSMT4">
                  <p:embed/>
                  <p:pic>
                    <p:nvPicPr>
                      <p:cNvPr id="0" name="图片 3075"/>
                      <p:cNvPicPr/>
                      <p:nvPr/>
                    </p:nvPicPr>
                    <p:blipFill>
                      <a:blip r:embed="rId3"/>
                      <a:stretch>
                        <a:fillRect/>
                      </a:stretch>
                    </p:blipFill>
                    <p:spPr>
                      <a:xfrm>
                        <a:off x="6248400" y="2514600"/>
                        <a:ext cx="741680" cy="450215"/>
                      </a:xfrm>
                      <a:prstGeom prst="rect">
                        <a:avLst/>
                      </a:prstGeom>
                      <a:noFill/>
                      <a:ln w="38100">
                        <a:noFill/>
                        <a:miter/>
                      </a:ln>
                    </p:spPr>
                  </p:pic>
                </p:oleObj>
              </mc:Fallback>
            </mc:AlternateContent>
          </a:graphicData>
        </a:graphic>
      </p:graphicFrame>
      <p:graphicFrame>
        <p:nvGraphicFramePr>
          <p:cNvPr id="3" name="对象 676"/>
          <p:cNvGraphicFramePr>
            <a:graphicFrameLocks noChangeAspect="1"/>
          </p:cNvGraphicFramePr>
          <p:nvPr/>
        </p:nvGraphicFramePr>
        <p:xfrm>
          <a:off x="6248400" y="3048000"/>
          <a:ext cx="838200" cy="474980"/>
        </p:xfrm>
        <a:graphic>
          <a:graphicData uri="http://schemas.openxmlformats.org/presentationml/2006/ole">
            <mc:AlternateContent xmlns:mc="http://schemas.openxmlformats.org/markup-compatibility/2006">
              <mc:Choice xmlns:v="urn:schemas-microsoft-com:vml" Requires="v">
                <p:oleObj spid="_x0000_s5" name="" r:id="rId4" imgW="380365" imgH="215900" progId="Equation.DSMT4">
                  <p:embed/>
                </p:oleObj>
              </mc:Choice>
              <mc:Fallback>
                <p:oleObj name="" r:id="rId4" imgW="380365" imgH="215900" progId="Equation.DSMT4">
                  <p:embed/>
                  <p:pic>
                    <p:nvPicPr>
                      <p:cNvPr id="0" name="图片 4"/>
                      <p:cNvPicPr/>
                      <p:nvPr/>
                    </p:nvPicPr>
                    <p:blipFill>
                      <a:blip r:embed="rId5"/>
                      <a:stretch>
                        <a:fillRect/>
                      </a:stretch>
                    </p:blipFill>
                    <p:spPr>
                      <a:xfrm>
                        <a:off x="6248400" y="3048000"/>
                        <a:ext cx="838200" cy="474980"/>
                      </a:xfrm>
                      <a:prstGeom prst="rect">
                        <a:avLst/>
                      </a:prstGeom>
                      <a:noFill/>
                      <a:ln w="38100">
                        <a:noFill/>
                        <a:miter/>
                      </a:ln>
                    </p:spPr>
                  </p:pic>
                </p:oleObj>
              </mc:Fallback>
            </mc:AlternateContent>
          </a:graphicData>
        </a:graphic>
      </p:graphicFrame>
      <p:graphicFrame>
        <p:nvGraphicFramePr>
          <p:cNvPr id="4" name="对象 677"/>
          <p:cNvGraphicFramePr>
            <a:graphicFrameLocks noChangeAspect="1"/>
          </p:cNvGraphicFramePr>
          <p:nvPr/>
        </p:nvGraphicFramePr>
        <p:xfrm>
          <a:off x="6248400" y="3581400"/>
          <a:ext cx="835660" cy="473710"/>
        </p:xfrm>
        <a:graphic>
          <a:graphicData uri="http://schemas.openxmlformats.org/presentationml/2006/ole">
            <mc:AlternateContent xmlns:mc="http://schemas.openxmlformats.org/markup-compatibility/2006">
              <mc:Choice xmlns:v="urn:schemas-microsoft-com:vml" Requires="v">
                <p:oleObj spid="_x0000_s6" name="" r:id="rId6" imgW="380365" imgH="215900" progId="Equation.DSMT4">
                  <p:embed/>
                </p:oleObj>
              </mc:Choice>
              <mc:Fallback>
                <p:oleObj name="" r:id="rId6" imgW="380365" imgH="215900" progId="Equation.DSMT4">
                  <p:embed/>
                  <p:pic>
                    <p:nvPicPr>
                      <p:cNvPr id="0" name="图片 5"/>
                      <p:cNvPicPr/>
                      <p:nvPr/>
                    </p:nvPicPr>
                    <p:blipFill>
                      <a:blip r:embed="rId7"/>
                      <a:stretch>
                        <a:fillRect/>
                      </a:stretch>
                    </p:blipFill>
                    <p:spPr>
                      <a:xfrm>
                        <a:off x="6248400" y="3581400"/>
                        <a:ext cx="835660" cy="473710"/>
                      </a:xfrm>
                      <a:prstGeom prst="rect">
                        <a:avLst/>
                      </a:prstGeom>
                      <a:noFill/>
                      <a:ln w="38100">
                        <a:noFill/>
                        <a:miter/>
                      </a:ln>
                    </p:spPr>
                  </p:pic>
                </p:oleObj>
              </mc:Fallback>
            </mc:AlternateContent>
          </a:graphicData>
        </a:graphic>
      </p:graphicFrame>
      <p:graphicFrame>
        <p:nvGraphicFramePr>
          <p:cNvPr id="7" name="对象 678"/>
          <p:cNvGraphicFramePr>
            <a:graphicFrameLocks noChangeAspect="1"/>
          </p:cNvGraphicFramePr>
          <p:nvPr/>
        </p:nvGraphicFramePr>
        <p:xfrm>
          <a:off x="6248400" y="4066540"/>
          <a:ext cx="2150745" cy="481330"/>
        </p:xfrm>
        <a:graphic>
          <a:graphicData uri="http://schemas.openxmlformats.org/presentationml/2006/ole">
            <mc:AlternateContent xmlns:mc="http://schemas.openxmlformats.org/markup-compatibility/2006">
              <mc:Choice xmlns:v="urn:schemas-microsoft-com:vml" Requires="v">
                <p:oleObj spid="_x0000_s8" name="" r:id="rId8" imgW="963930" imgH="215900" progId="Equation.DSMT4">
                  <p:embed/>
                </p:oleObj>
              </mc:Choice>
              <mc:Fallback>
                <p:oleObj name="" r:id="rId8" imgW="963930" imgH="215900" progId="Equation.DSMT4">
                  <p:embed/>
                  <p:pic>
                    <p:nvPicPr>
                      <p:cNvPr id="0" name="图片 6"/>
                      <p:cNvPicPr/>
                      <p:nvPr/>
                    </p:nvPicPr>
                    <p:blipFill>
                      <a:blip r:embed="rId9"/>
                      <a:stretch>
                        <a:fillRect/>
                      </a:stretch>
                    </p:blipFill>
                    <p:spPr>
                      <a:xfrm>
                        <a:off x="6248400" y="4066540"/>
                        <a:ext cx="2150745" cy="481330"/>
                      </a:xfrm>
                      <a:prstGeom prst="rect">
                        <a:avLst/>
                      </a:prstGeom>
                      <a:noFill/>
                      <a:ln w="38100">
                        <a:noFill/>
                        <a:miter/>
                      </a:ln>
                    </p:spPr>
                  </p:pic>
                </p:oleObj>
              </mc:Fallback>
            </mc:AlternateContent>
          </a:graphicData>
        </a:graphic>
      </p:graphicFrame>
      <p:graphicFrame>
        <p:nvGraphicFramePr>
          <p:cNvPr id="9" name="对象 679"/>
          <p:cNvGraphicFramePr>
            <a:graphicFrameLocks noChangeAspect="1"/>
          </p:cNvGraphicFramePr>
          <p:nvPr/>
        </p:nvGraphicFramePr>
        <p:xfrm>
          <a:off x="6248400" y="4572000"/>
          <a:ext cx="2148840" cy="494030"/>
        </p:xfrm>
        <a:graphic>
          <a:graphicData uri="http://schemas.openxmlformats.org/presentationml/2006/ole">
            <mc:AlternateContent xmlns:mc="http://schemas.openxmlformats.org/markup-compatibility/2006">
              <mc:Choice xmlns:v="urn:schemas-microsoft-com:vml" Requires="v">
                <p:oleObj spid="_x0000_s17" name="" r:id="rId10" imgW="938530" imgH="215900" progId="Equation.DSMT4">
                  <p:embed/>
                </p:oleObj>
              </mc:Choice>
              <mc:Fallback>
                <p:oleObj name="" r:id="rId10" imgW="938530" imgH="215900" progId="Equation.DSMT4">
                  <p:embed/>
                  <p:pic>
                    <p:nvPicPr>
                      <p:cNvPr id="0" name="图片 16"/>
                      <p:cNvPicPr/>
                      <p:nvPr/>
                    </p:nvPicPr>
                    <p:blipFill>
                      <a:blip r:embed="rId11"/>
                      <a:stretch>
                        <a:fillRect/>
                      </a:stretch>
                    </p:blipFill>
                    <p:spPr>
                      <a:xfrm>
                        <a:off x="6248400" y="4572000"/>
                        <a:ext cx="2148840" cy="494030"/>
                      </a:xfrm>
                      <a:prstGeom prst="rect">
                        <a:avLst/>
                      </a:prstGeom>
                      <a:noFill/>
                      <a:ln w="38100">
                        <a:noFill/>
                        <a:miter/>
                      </a:ln>
                    </p:spPr>
                  </p:pic>
                </p:oleObj>
              </mc:Fallback>
            </mc:AlternateContent>
          </a:graphicData>
        </a:graphic>
      </p:graphicFrame>
      <p:graphicFrame>
        <p:nvGraphicFramePr>
          <p:cNvPr id="11" name="对象 680"/>
          <p:cNvGraphicFramePr>
            <a:graphicFrameLocks noChangeAspect="1"/>
          </p:cNvGraphicFramePr>
          <p:nvPr/>
        </p:nvGraphicFramePr>
        <p:xfrm>
          <a:off x="6248400" y="5105400"/>
          <a:ext cx="2138045" cy="478155"/>
        </p:xfrm>
        <a:graphic>
          <a:graphicData uri="http://schemas.openxmlformats.org/presentationml/2006/ole">
            <mc:AlternateContent xmlns:mc="http://schemas.openxmlformats.org/markup-compatibility/2006">
              <mc:Choice xmlns:v="urn:schemas-microsoft-com:vml" Requires="v">
                <p:oleObj spid="_x0000_s18" name="" r:id="rId12" imgW="963930" imgH="215900" progId="Equation.DSMT4">
                  <p:embed/>
                </p:oleObj>
              </mc:Choice>
              <mc:Fallback>
                <p:oleObj name="" r:id="rId12" imgW="963930" imgH="215900" progId="Equation.DSMT4">
                  <p:embed/>
                  <p:pic>
                    <p:nvPicPr>
                      <p:cNvPr id="0" name="图片 17"/>
                      <p:cNvPicPr/>
                      <p:nvPr/>
                    </p:nvPicPr>
                    <p:blipFill>
                      <a:blip r:embed="rId13"/>
                      <a:stretch>
                        <a:fillRect/>
                      </a:stretch>
                    </p:blipFill>
                    <p:spPr>
                      <a:xfrm>
                        <a:off x="6248400" y="5105400"/>
                        <a:ext cx="2138045" cy="478155"/>
                      </a:xfrm>
                      <a:prstGeom prst="rect">
                        <a:avLst/>
                      </a:prstGeom>
                      <a:noFill/>
                      <a:ln w="38100">
                        <a:noFill/>
                        <a:miter/>
                      </a:ln>
                    </p:spPr>
                  </p:pic>
                </p:oleObj>
              </mc:Fallback>
            </mc:AlternateContent>
          </a:graphicData>
        </a:graphic>
      </p:graphicFrame>
      <p:graphicFrame>
        <p:nvGraphicFramePr>
          <p:cNvPr id="12" name="对象 681"/>
          <p:cNvGraphicFramePr>
            <a:graphicFrameLocks noChangeAspect="1"/>
          </p:cNvGraphicFramePr>
          <p:nvPr/>
        </p:nvGraphicFramePr>
        <p:xfrm>
          <a:off x="6248400" y="5562600"/>
          <a:ext cx="2190115" cy="483870"/>
        </p:xfrm>
        <a:graphic>
          <a:graphicData uri="http://schemas.openxmlformats.org/presentationml/2006/ole">
            <mc:AlternateContent xmlns:mc="http://schemas.openxmlformats.org/markup-compatibility/2006">
              <mc:Choice xmlns:v="urn:schemas-microsoft-com:vml" Requires="v">
                <p:oleObj spid="_x0000_s19" name="" r:id="rId14" imgW="976630" imgH="215900" progId="Equation.DSMT4">
                  <p:embed/>
                </p:oleObj>
              </mc:Choice>
              <mc:Fallback>
                <p:oleObj name="" r:id="rId14" imgW="976630" imgH="215900" progId="Equation.DSMT4">
                  <p:embed/>
                  <p:pic>
                    <p:nvPicPr>
                      <p:cNvPr id="0" name="图片 18"/>
                      <p:cNvPicPr/>
                      <p:nvPr/>
                    </p:nvPicPr>
                    <p:blipFill>
                      <a:blip r:embed="rId15"/>
                      <a:stretch>
                        <a:fillRect/>
                      </a:stretch>
                    </p:blipFill>
                    <p:spPr>
                      <a:xfrm>
                        <a:off x="6248400" y="5562600"/>
                        <a:ext cx="2190115" cy="483870"/>
                      </a:xfrm>
                      <a:prstGeom prst="rect">
                        <a:avLst/>
                      </a:prstGeom>
                      <a:noFill/>
                      <a:ln w="38100">
                        <a:noFill/>
                        <a:miter/>
                      </a:ln>
                    </p:spPr>
                  </p:pic>
                </p:oleObj>
              </mc:Fallback>
            </mc:AlternateContent>
          </a:graphicData>
        </a:graphic>
      </p:graphicFrame>
      <p:graphicFrame>
        <p:nvGraphicFramePr>
          <p:cNvPr id="13" name="对象 682"/>
          <p:cNvGraphicFramePr>
            <a:graphicFrameLocks noChangeAspect="1"/>
          </p:cNvGraphicFramePr>
          <p:nvPr/>
        </p:nvGraphicFramePr>
        <p:xfrm>
          <a:off x="4343400" y="6096000"/>
          <a:ext cx="4739640" cy="402590"/>
        </p:xfrm>
        <a:graphic>
          <a:graphicData uri="http://schemas.openxmlformats.org/presentationml/2006/ole">
            <mc:AlternateContent xmlns:mc="http://schemas.openxmlformats.org/markup-compatibility/2006">
              <mc:Choice xmlns:v="urn:schemas-microsoft-com:vml" Requires="v">
                <p:oleObj spid="_x0000_s20" name="" r:id="rId16" imgW="2536825" imgH="215900" progId="Equation.DSMT4">
                  <p:embed/>
                </p:oleObj>
              </mc:Choice>
              <mc:Fallback>
                <p:oleObj name="" r:id="rId16" imgW="2536825" imgH="215900" progId="Equation.DSMT4">
                  <p:embed/>
                  <p:pic>
                    <p:nvPicPr>
                      <p:cNvPr id="0" name="图片 19"/>
                      <p:cNvPicPr/>
                      <p:nvPr/>
                    </p:nvPicPr>
                    <p:blipFill>
                      <a:blip r:embed="rId17"/>
                      <a:stretch>
                        <a:fillRect/>
                      </a:stretch>
                    </p:blipFill>
                    <p:spPr>
                      <a:xfrm>
                        <a:off x="4343400" y="6096000"/>
                        <a:ext cx="4739640" cy="402590"/>
                      </a:xfrm>
                      <a:prstGeom prst="rect">
                        <a:avLst/>
                      </a:prstGeom>
                      <a:noFill/>
                      <a:ln w="38100">
                        <a:noFill/>
                        <a:miter/>
                      </a:ln>
                    </p:spPr>
                  </p:pic>
                </p:oleObj>
              </mc:Fallback>
            </mc:AlternateContent>
          </a:graphicData>
        </a:graphic>
      </p:graphicFrame>
      <p:sp>
        <p:nvSpPr>
          <p:cNvPr id="21" name="文本框 20"/>
          <p:cNvSpPr txBox="1"/>
          <p:nvPr/>
        </p:nvSpPr>
        <p:spPr>
          <a:xfrm>
            <a:off x="1066800" y="2133600"/>
            <a:ext cx="7944485" cy="460375"/>
          </a:xfrm>
          <a:prstGeom prst="rect">
            <a:avLst/>
          </a:prstGeom>
          <a:noFill/>
          <a:ln w="9525">
            <a:noFill/>
          </a:ln>
        </p:spPr>
        <p:txBody>
          <a:bodyPr wrap="square">
            <a:spAutoFit/>
          </a:bodyPr>
          <a:p>
            <a:pPr indent="266700"/>
            <a:r>
              <a:rPr sz="2400" b="1" dirty="0">
                <a:solidFill>
                  <a:srgbClr val="000066"/>
                </a:solidFill>
                <a:ea typeface="楷体_GB2312" pitchFamily="49" charset="-122"/>
              </a:rPr>
              <a:t>解：(1) 从输入到输出，逐级写出每个门电路的表达式。</a:t>
            </a:r>
            <a:endParaRPr sz="2400" b="1" dirty="0">
              <a:solidFill>
                <a:srgbClr val="000066"/>
              </a:solidFill>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arn(inVertic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nodeType="clickEffect">
                                  <p:stCondLst>
                                    <p:cond delay="0"/>
                                  </p:stCondLst>
                                  <p:childTnLst>
                                    <p:set>
                                      <p:cBhvr>
                                        <p:cTn id="27" dur="500" fill="hold">
                                          <p:stCondLst>
                                            <p:cond delay="0"/>
                                          </p:stCondLst>
                                        </p:cTn>
                                        <p:tgtEl>
                                          <p:spTgt spid="7"/>
                                        </p:tgtEl>
                                        <p:attrNameLst>
                                          <p:attrName>style.visibility</p:attrName>
                                        </p:attrNameLst>
                                      </p:cBhvr>
                                      <p:to>
                                        <p:strVal val="visible"/>
                                      </p:to>
                                    </p:set>
                                    <p:animEffect transition="in" filter="diamond(in)">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1+#ppt_w/2"/>
                                          </p:val>
                                        </p:tav>
                                        <p:tav tm="100000">
                                          <p:val>
                                            <p:strVal val="#ppt_x"/>
                                          </p:val>
                                        </p:tav>
                                      </p:tavLst>
                                    </p:anim>
                                    <p:anim calcmode="lin" valueType="num">
                                      <p:cBhvr additive="base">
                                        <p:cTn id="3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ppt_x</p:attrName>
                                        </p:attrNameLst>
                                      </p:cBhvr>
                                      <p:tavLst>
                                        <p:tav tm="0">
                                          <p:val>
                                            <p:strVal val="#ppt_x"/>
                                          </p:val>
                                        </p:tav>
                                        <p:tav tm="100000">
                                          <p:val>
                                            <p:strVal val="#ppt_x"/>
                                          </p:val>
                                        </p:tav>
                                      </p:tavLst>
                                    </p:anim>
                                    <p:anim calcmode="lin" valueType="num">
                                      <p:cBhvr additive="base">
                                        <p:cTn id="4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50" presetClass="entr" presetSubtype="0" decel="100000"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p:cTn id="50" dur="1000" fill="hold"/>
                                        <p:tgtEl>
                                          <p:spTgt spid="13"/>
                                        </p:tgtEl>
                                        <p:attrNameLst>
                                          <p:attrName>ppt_w</p:attrName>
                                        </p:attrNameLst>
                                      </p:cBhvr>
                                      <p:tavLst>
                                        <p:tav tm="0">
                                          <p:val>
                                            <p:strVal val="#ppt_w+.3"/>
                                          </p:val>
                                        </p:tav>
                                        <p:tav tm="100000">
                                          <p:val>
                                            <p:strVal val="#ppt_w"/>
                                          </p:val>
                                        </p:tav>
                                      </p:tavLst>
                                    </p:anim>
                                    <p:anim calcmode="lin" valueType="num">
                                      <p:cBhvr>
                                        <p:cTn id="51" dur="1000" fill="hold"/>
                                        <p:tgtEl>
                                          <p:spTgt spid="13"/>
                                        </p:tgtEl>
                                        <p:attrNameLst>
                                          <p:attrName>ppt_h</p:attrName>
                                        </p:attrNameLst>
                                      </p:cBhvr>
                                      <p:tavLst>
                                        <p:tav tm="0">
                                          <p:val>
                                            <p:strVal val="#ppt_h"/>
                                          </p:val>
                                        </p:tav>
                                        <p:tav tm="100000">
                                          <p:val>
                                            <p:strVal val="#ppt_h"/>
                                          </p:val>
                                        </p:tav>
                                      </p:tavLst>
                                    </p:anim>
                                    <p:animEffect transition="in" filter="fade">
                                      <p:cBhvr>
                                        <p:cTn id="5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4.1 </a:t>
            </a:r>
            <a:r>
              <a:rPr lang="en-US" altLang="zh-CN" b="1" dirty="0">
                <a:solidFill>
                  <a:srgbClr val="FF0000"/>
                </a:solidFill>
                <a:latin typeface="黑体" panose="02010609060101010101" pitchFamily="49" charset="-122"/>
                <a:ea typeface="黑体" panose="02010609060101010101" pitchFamily="49" charset="-122"/>
                <a:sym typeface="+mn-ea"/>
              </a:rPr>
              <a:t>组合逻辑电路的分析方法</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3" name="组合 2"/>
          <p:cNvGrpSpPr/>
          <p:nvPr/>
        </p:nvGrpSpPr>
        <p:grpSpPr>
          <a:xfrm>
            <a:off x="852170" y="2165985"/>
            <a:ext cx="7506335" cy="2811780"/>
            <a:chOff x="1342" y="3411"/>
            <a:chExt cx="11821" cy="4428"/>
          </a:xfrm>
        </p:grpSpPr>
        <p:pic>
          <p:nvPicPr>
            <p:cNvPr id="4" name="图片 3" descr="7PLHE}NT2`6U3O7S{Y6D502"/>
            <p:cNvPicPr>
              <a:picLocks noChangeAspect="1"/>
            </p:cNvPicPr>
            <p:nvPr/>
          </p:nvPicPr>
          <p:blipFill>
            <a:blip r:embed="rId1"/>
            <a:stretch>
              <a:fillRect/>
            </a:stretch>
          </p:blipFill>
          <p:spPr>
            <a:xfrm>
              <a:off x="1342" y="5573"/>
              <a:ext cx="11804" cy="2266"/>
            </a:xfrm>
            <a:prstGeom prst="rect">
              <a:avLst/>
            </a:prstGeom>
          </p:spPr>
        </p:pic>
        <p:pic>
          <p:nvPicPr>
            <p:cNvPr id="2" name="图片 1" descr="B5G]]OQUXZS}93V]@072E8S"/>
            <p:cNvPicPr>
              <a:picLocks noChangeAspect="1"/>
            </p:cNvPicPr>
            <p:nvPr>
              <p:custDataLst>
                <p:tags r:id="rId2"/>
              </p:custDataLst>
            </p:nvPr>
          </p:nvPicPr>
          <p:blipFill>
            <a:blip r:embed="rId3"/>
            <a:srcRect b="3542"/>
            <a:stretch>
              <a:fillRect/>
            </a:stretch>
          </p:blipFill>
          <p:spPr>
            <a:xfrm>
              <a:off x="1365" y="3411"/>
              <a:ext cx="11798" cy="2670"/>
            </a:xfrm>
            <a:prstGeom prst="rect">
              <a:avLst/>
            </a:prstGeom>
          </p:spPr>
        </p:pic>
      </p:grpSp>
      <p:sp>
        <p:nvSpPr>
          <p:cNvPr id="6147" name="Rectangle 3"/>
          <p:cNvSpPr>
            <a:spLocks noGrp="1"/>
          </p:cNvSpPr>
          <p:nvPr>
            <p:ph idx="1"/>
          </p:nvPr>
        </p:nvSpPr>
        <p:spPr>
          <a:xfrm>
            <a:off x="685800" y="1143000"/>
            <a:ext cx="8003540" cy="98869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(2) 列真值表。由于式(4-9)为</a:t>
            </a:r>
            <a:r>
              <a:rPr lang="zh-CN" altLang="en-US" sz="2400" b="1" kern="1200" dirty="0">
                <a:solidFill>
                  <a:srgbClr val="000066"/>
                </a:solidFill>
                <a:latin typeface="Arial" panose="020B0604020202020204" pitchFamily="34" charset="0"/>
                <a:ea typeface="楷体_GB2312" pitchFamily="49" charset="-122"/>
                <a:sym typeface="+mn-ea"/>
              </a:rPr>
              <a:t>最简与-或表达式，故可直接列出其</a:t>
            </a:r>
            <a:r>
              <a:rPr lang="zh-CN" altLang="en-US" sz="2400" b="1" kern="1200" dirty="0">
                <a:solidFill>
                  <a:srgbClr val="000066"/>
                </a:solidFill>
                <a:latin typeface="Arial" panose="020B0604020202020204" pitchFamily="34" charset="0"/>
                <a:ea typeface="楷体_GB2312" pitchFamily="49" charset="-122"/>
              </a:rPr>
              <a:t>真值表，如表4-1所示。</a:t>
            </a:r>
            <a:endParaRPr lang="zh-CN" altLang="en-US" sz="2400" b="1" kern="1200" dirty="0">
              <a:solidFill>
                <a:srgbClr val="000066"/>
              </a:solidFill>
              <a:latin typeface="Arial" panose="020B0604020202020204" pitchFamily="34" charset="0"/>
              <a:ea typeface="楷体_GB2312" pitchFamily="49" charset="-122"/>
            </a:endParaRPr>
          </a:p>
        </p:txBody>
      </p:sp>
      <p:sp>
        <p:nvSpPr>
          <p:cNvPr id="7" name="Rectangle 3"/>
          <p:cNvSpPr>
            <a:spLocks noGrp="1"/>
          </p:cNvSpPr>
          <p:nvPr/>
        </p:nvSpPr>
        <p:spPr>
          <a:xfrm>
            <a:off x="680720" y="4959985"/>
            <a:ext cx="8003540" cy="6146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r>
              <a:rPr lang="en-US" altLang="zh-CN" sz="2400" b="1" kern="12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 确定逻辑功能。</a:t>
            </a:r>
            <a:endParaRPr lang="zh-CN" altLang="en-US" sz="2400" b="1" kern="1200" dirty="0">
              <a:solidFill>
                <a:srgbClr val="000066"/>
              </a:solidFill>
              <a:latin typeface="Arial" panose="020B0604020202020204" pitchFamily="34" charset="0"/>
              <a:ea typeface="楷体_GB2312" pitchFamily="49" charset="-122"/>
            </a:endParaRPr>
          </a:p>
        </p:txBody>
      </p:sp>
      <p:sp>
        <p:nvSpPr>
          <p:cNvPr id="8" name="Rectangle 3"/>
          <p:cNvSpPr>
            <a:spLocks noGrp="1"/>
          </p:cNvSpPr>
          <p:nvPr/>
        </p:nvSpPr>
        <p:spPr>
          <a:xfrm>
            <a:off x="683260" y="5391785"/>
            <a:ext cx="8003540" cy="13112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当输入变量A、B、C的取值有偶数个1时，输出变量Y为1，否则Y为0。该电路用于判断3位二进制代码中1的个数的奇偶性，被称为偶校验电路。</a:t>
            </a:r>
            <a:endParaRPr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905000"/>
            <a:ext cx="8003540" cy="143129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组合逻辑电路的设计是设计者根据给定的问题找出输出变量和输入变量之间的逻辑关系，得到逻辑表达式，再根据逻辑表达式画出相应的逻辑电路图。</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9" name="Rectangle 3"/>
          <p:cNvSpPr>
            <a:spLocks noGrp="1"/>
          </p:cNvSpPr>
          <p:nvPr/>
        </p:nvSpPr>
        <p:spPr>
          <a:xfrm>
            <a:off x="762000" y="3316605"/>
            <a:ext cx="7670165" cy="4800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组合逻辑电路的设计步骤：</a:t>
            </a:r>
            <a:endParaRPr sz="2400" b="1" kern="1200" dirty="0">
              <a:solidFill>
                <a:srgbClr val="000066"/>
              </a:solidFill>
              <a:latin typeface="Arial" panose="020B0604020202020204" pitchFamily="34" charset="0"/>
              <a:ea typeface="楷体_GB2312" pitchFamily="49" charset="-122"/>
            </a:endParaRPr>
          </a:p>
        </p:txBody>
      </p:sp>
      <p:sp>
        <p:nvSpPr>
          <p:cNvPr id="11" name="Rectangle 3"/>
          <p:cNvSpPr>
            <a:spLocks noGrp="1"/>
          </p:cNvSpPr>
          <p:nvPr/>
        </p:nvSpPr>
        <p:spPr>
          <a:xfrm>
            <a:off x="695325" y="3827145"/>
            <a:ext cx="7965440" cy="23602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(1) 逻辑抽象：根据实际逻辑问题的因果关系确定输入和输出变量，并定义各变量逻辑状态的含义。</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(2) 根据逻辑描述列出真值表。</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(3) 由真值表写出逻辑表达式。</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(4) 化简和变换逻辑表达式，画出逻辑图。</a:t>
            </a:r>
            <a:endParaRPr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4.2 </a:t>
            </a:r>
            <a:r>
              <a:rPr lang="en-US" altLang="zh-CN" b="1" dirty="0">
                <a:solidFill>
                  <a:srgbClr val="FF0000"/>
                </a:solidFill>
                <a:latin typeface="黑体" panose="02010609060101010101" pitchFamily="49" charset="-122"/>
                <a:ea typeface="黑体" panose="02010609060101010101" pitchFamily="49" charset="-122"/>
                <a:sym typeface="+mn-ea"/>
              </a:rPr>
              <a:t>组合逻辑电路的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r>
              <a:rPr lang="en-US" altLang="zh-CN" b="1" dirty="0">
                <a:solidFill>
                  <a:srgbClr val="FF0000"/>
                </a:solidFill>
                <a:latin typeface="黑体" panose="02010609060101010101" pitchFamily="49" charset="-122"/>
                <a:ea typeface="黑体" panose="02010609060101010101" pitchFamily="49" charset="-122"/>
                <a:sym typeface="+mn-ea"/>
              </a:rPr>
              <a:t>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762000" y="1295400"/>
            <a:ext cx="584962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4.2.</a:t>
            </a:r>
            <a:r>
              <a:rPr sz="2800" i="0" dirty="0">
                <a:solidFill>
                  <a:srgbClr val="0070C0"/>
                </a:solidFill>
                <a:latin typeface="黑体" panose="02010609060101010101" pitchFamily="49" charset="-122"/>
                <a:ea typeface="黑体" panose="02010609060101010101" pitchFamily="49" charset="-122"/>
              </a:rPr>
              <a:t>1 组合逻辑电路的设计步骤</a:t>
            </a:r>
            <a:endParaRPr sz="2800" i="0" dirty="0">
              <a:solidFill>
                <a:srgbClr val="0070C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981200"/>
            <a:ext cx="8003540" cy="137477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【例4-2】用两输入与非门设计一个四输入组合逻辑电路。当输入的四位二进制数不小于4且不大于9时输出为1，否则输出为0。</a:t>
            </a:r>
            <a:endParaRPr lang="zh-CN" altLang="en-US" sz="2400" b="1" kern="1200" dirty="0">
              <a:solidFill>
                <a:srgbClr val="000066"/>
              </a:solidFill>
              <a:latin typeface="Arial" panose="020B0604020202020204" pitchFamily="34" charset="0"/>
              <a:ea typeface="楷体_GB2312" pitchFamily="49" charset="-122"/>
            </a:endParaRPr>
          </a:p>
        </p:txBody>
      </p:sp>
      <p:sp>
        <p:nvSpPr>
          <p:cNvPr id="4"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4.2 </a:t>
            </a:r>
            <a:r>
              <a:rPr lang="en-US" altLang="zh-CN" b="1" dirty="0">
                <a:solidFill>
                  <a:srgbClr val="FF0000"/>
                </a:solidFill>
                <a:latin typeface="黑体" panose="02010609060101010101" pitchFamily="49" charset="-122"/>
                <a:ea typeface="黑体" panose="02010609060101010101" pitchFamily="49" charset="-122"/>
                <a:sym typeface="+mn-ea"/>
              </a:rPr>
              <a:t>组合逻辑电路的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r>
              <a:rPr lang="en-US" altLang="zh-CN" b="1" dirty="0">
                <a:solidFill>
                  <a:srgbClr val="FF0000"/>
                </a:solidFill>
                <a:latin typeface="黑体" panose="02010609060101010101" pitchFamily="49" charset="-122"/>
                <a:ea typeface="黑体" panose="02010609060101010101" pitchFamily="49" charset="-122"/>
                <a:sym typeface="+mn-ea"/>
              </a:rPr>
              <a:t>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609600" y="1295400"/>
            <a:ext cx="584962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4.2.</a:t>
            </a:r>
            <a:r>
              <a:rPr lang="en-US" sz="2800" i="0" dirty="0">
                <a:solidFill>
                  <a:srgbClr val="0070C0"/>
                </a:solidFill>
                <a:latin typeface="黑体" panose="02010609060101010101" pitchFamily="49" charset="-122"/>
                <a:ea typeface="黑体" panose="02010609060101010101" pitchFamily="49" charset="-122"/>
              </a:rPr>
              <a:t>2</a:t>
            </a:r>
            <a:r>
              <a:rPr sz="2800" i="0" dirty="0">
                <a:solidFill>
                  <a:srgbClr val="0070C0"/>
                </a:solidFill>
                <a:latin typeface="黑体" panose="02010609060101010101" pitchFamily="49" charset="-122"/>
                <a:ea typeface="黑体" panose="02010609060101010101" pitchFamily="49" charset="-122"/>
              </a:rPr>
              <a:t> 组合逻辑电路设计举例</a:t>
            </a:r>
            <a:endParaRPr sz="2800" i="0" dirty="0">
              <a:solidFill>
                <a:srgbClr val="0070C0"/>
              </a:solidFill>
              <a:latin typeface="黑体" panose="02010609060101010101" pitchFamily="49" charset="-122"/>
              <a:ea typeface="黑体" panose="02010609060101010101" pitchFamily="49" charset="-122"/>
            </a:endParaRPr>
          </a:p>
        </p:txBody>
      </p:sp>
      <p:sp>
        <p:nvSpPr>
          <p:cNvPr id="5" name="Rectangle 3"/>
          <p:cNvSpPr>
            <a:spLocks noGrp="1"/>
          </p:cNvSpPr>
          <p:nvPr/>
        </p:nvSpPr>
        <p:spPr>
          <a:xfrm>
            <a:off x="528320" y="3403600"/>
            <a:ext cx="8003540" cy="9099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解：(1) 逻辑抽象：设输入的4位二进制数为ABCD，输出为Y。</a:t>
            </a:r>
            <a:endParaRPr lang="zh-CN" altLang="en-US" sz="2400" b="1" kern="1200" dirty="0">
              <a:solidFill>
                <a:srgbClr val="000066"/>
              </a:solidFill>
              <a:latin typeface="Arial" panose="020B0604020202020204" pitchFamily="34" charset="0"/>
              <a:ea typeface="楷体_GB2312" pitchFamily="49" charset="-122"/>
            </a:endParaRPr>
          </a:p>
        </p:txBody>
      </p:sp>
      <p:sp>
        <p:nvSpPr>
          <p:cNvPr id="6" name="Rectangle 3"/>
          <p:cNvSpPr>
            <a:spLocks noGrp="1"/>
          </p:cNvSpPr>
          <p:nvPr/>
        </p:nvSpPr>
        <p:spPr>
          <a:xfrm>
            <a:off x="523240" y="4368800"/>
            <a:ext cx="8003540" cy="6508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r>
              <a:rPr lang="en-US" altLang="zh-CN" sz="2400" b="1" kern="1200" dirty="0">
                <a:solidFill>
                  <a:srgbClr val="000066"/>
                </a:solidFill>
                <a:latin typeface="Arial" panose="020B0604020202020204" pitchFamily="34" charset="0"/>
                <a:ea typeface="楷体_GB2312" pitchFamily="49" charset="-122"/>
              </a:rPr>
              <a:t>2</a:t>
            </a:r>
            <a:r>
              <a:rPr lang="zh-CN" altLang="en-US" sz="2400" b="1" kern="1200" dirty="0">
                <a:solidFill>
                  <a:srgbClr val="000066"/>
                </a:solidFill>
                <a:latin typeface="Arial" panose="020B0604020202020204" pitchFamily="34" charset="0"/>
                <a:ea typeface="楷体_GB2312" pitchFamily="49" charset="-122"/>
              </a:rPr>
              <a:t>) 列出真值表如表4-2所示。</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85" decel="100000"/>
                                        <p:tgtEl>
                                          <p:spTgt spid="5"/>
                                        </p:tgtEl>
                                      </p:cBhvr>
                                    </p:animEffect>
                                    <p:animScale>
                                      <p:cBhvr>
                                        <p:cTn id="8" dur="385" decel="100000"/>
                                        <p:tgtEl>
                                          <p:spTgt spid="5"/>
                                        </p:tgtEl>
                                      </p:cBhvr>
                                      <p:from x="10000" y="10000"/>
                                      <p:to x="200000" y="450000"/>
                                    </p:animScale>
                                    <p:animScale>
                                      <p:cBhvr>
                                        <p:cTn id="9" dur="615" accel="100000" fill="hold">
                                          <p:stCondLst>
                                            <p:cond delay="385"/>
                                          </p:stCondLst>
                                        </p:cTn>
                                        <p:tgtEl>
                                          <p:spTgt spid="5"/>
                                        </p:tgtEl>
                                      </p:cBhvr>
                                      <p:from x="200000" y="450000"/>
                                      <p:to x="100000" y="100000"/>
                                    </p:animScale>
                                    <p:set>
                                      <p:cBhvr>
                                        <p:cTn id="10" dur="385" fill="hold"/>
                                        <p:tgtEl>
                                          <p:spTgt spid="5"/>
                                        </p:tgtEl>
                                        <p:attrNameLst>
                                          <p:attrName>ppt_x</p:attrName>
                                        </p:attrNameLst>
                                      </p:cBhvr>
                                      <p:to>
                                        <p:strVal val="(0.5)"/>
                                      </p:to>
                                    </p:set>
                                    <p:anim from="(0.5)" to="(#ppt_x)" calcmode="lin" valueType="num">
                                      <p:cBhvr>
                                        <p:cTn id="11" dur="615" accel="100000" fill="hold">
                                          <p:stCondLst>
                                            <p:cond delay="385"/>
                                          </p:stCondLst>
                                        </p:cTn>
                                        <p:tgtEl>
                                          <p:spTgt spid="5"/>
                                        </p:tgtEl>
                                        <p:attrNameLst>
                                          <p:attrName>ppt_x</p:attrName>
                                        </p:attrNameLst>
                                      </p:cBhvr>
                                    </p:anim>
                                    <p:set>
                                      <p:cBhvr>
                                        <p:cTn id="12" dur="385" fill="hold"/>
                                        <p:tgtEl>
                                          <p:spTgt spid="5"/>
                                        </p:tgtEl>
                                        <p:attrNameLst>
                                          <p:attrName>ppt_y</p:attrName>
                                        </p:attrNameLst>
                                      </p:cBhvr>
                                      <p:to>
                                        <p:strVal val="(#ppt_y+0.4)"/>
                                      </p:to>
                                    </p:set>
                                    <p:anim from="(#ppt_y+0.4)" to="(#ppt_y)" calcmode="lin" valueType="num">
                                      <p:cBhvr>
                                        <p:cTn id="13" dur="615" accel="100000" fill="hold">
                                          <p:stCondLst>
                                            <p:cond delay="385"/>
                                          </p:stCondLst>
                                        </p:cTn>
                                        <p:tgtEl>
                                          <p:spTgt spid="5"/>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27" presetClass="entr" presetSubtype="0" fill="hold" grpId="0" nodeType="clickEffect">
                                  <p:stCondLst>
                                    <p:cond delay="0"/>
                                  </p:stCondLst>
                                  <p:iterate type="lt">
                                    <p:tmPct val="50000"/>
                                  </p:iterate>
                                  <p:childTnLst>
                                    <p:set>
                                      <p:cBhvr>
                                        <p:cTn id="17" dur="1" fill="hold">
                                          <p:stCondLst>
                                            <p:cond delay="0"/>
                                          </p:stCondLst>
                                        </p:cTn>
                                        <p:tgtEl>
                                          <p:spTgt spid="6"/>
                                        </p:tgtEl>
                                        <p:attrNameLst>
                                          <p:attrName>style.visibility</p:attrName>
                                        </p:attrNameLst>
                                      </p:cBhvr>
                                      <p:to>
                                        <p:strVal val="visible"/>
                                      </p:to>
                                    </p:set>
                                    <p:anim calcmode="discrete" valueType="clr">
                                      <p:cBhvr override="childStyle">
                                        <p:cTn id="18" dur="80"/>
                                        <p:tgtEl>
                                          <p:spTgt spid="6"/>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6"/>
                                        </p:tgtEl>
                                        <p:attrNameLst>
                                          <p:attrName>fillcolor</p:attrName>
                                        </p:attrNameLst>
                                      </p:cBhvr>
                                      <p:tavLst>
                                        <p:tav tm="0">
                                          <p:val>
                                            <p:clrVal>
                                              <a:schemeClr val="accent2"/>
                                            </p:clrVal>
                                          </p:val>
                                        </p:tav>
                                        <p:tav tm="50000">
                                          <p:val>
                                            <p:clrVal>
                                              <a:schemeClr val="hlink"/>
                                            </p:clrVal>
                                          </p:val>
                                        </p:tav>
                                      </p:tavLst>
                                    </p:anim>
                                    <p:set>
                                      <p:cBhvr>
                                        <p:cTn id="20" dur="80"/>
                                        <p:tgtEl>
                                          <p:spTgt spid="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4.2 </a:t>
            </a:r>
            <a:r>
              <a:rPr lang="en-US" altLang="zh-CN" b="1" dirty="0">
                <a:solidFill>
                  <a:srgbClr val="FF0000"/>
                </a:solidFill>
                <a:latin typeface="黑体" panose="02010609060101010101" pitchFamily="49" charset="-122"/>
                <a:ea typeface="黑体" panose="02010609060101010101" pitchFamily="49" charset="-122"/>
                <a:sym typeface="+mn-ea"/>
              </a:rPr>
              <a:t>组合逻辑电路的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r>
              <a:rPr lang="en-US" altLang="zh-CN" b="1" dirty="0">
                <a:solidFill>
                  <a:srgbClr val="FF0000"/>
                </a:solidFill>
                <a:latin typeface="黑体" panose="02010609060101010101" pitchFamily="49" charset="-122"/>
                <a:ea typeface="黑体" panose="02010609060101010101" pitchFamily="49" charset="-122"/>
                <a:sym typeface="+mn-ea"/>
              </a:rPr>
              <a:t>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 name="Rectangle 3"/>
          <p:cNvSpPr>
            <a:spLocks noGrp="1"/>
          </p:cNvSpPr>
          <p:nvPr/>
        </p:nvSpPr>
        <p:spPr>
          <a:xfrm>
            <a:off x="685800" y="5410200"/>
            <a:ext cx="3639185" cy="6508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(3) 写出逻辑表达式。</a:t>
            </a:r>
            <a:endParaRPr sz="2400" b="1" kern="1200" dirty="0">
              <a:solidFill>
                <a:srgbClr val="000066"/>
              </a:solidFill>
              <a:latin typeface="Arial" panose="020B0604020202020204" pitchFamily="34" charset="0"/>
              <a:ea typeface="楷体_GB2312" pitchFamily="49" charset="-122"/>
            </a:endParaRPr>
          </a:p>
        </p:txBody>
      </p:sp>
      <p:pic>
        <p:nvPicPr>
          <p:cNvPr id="7" name="图片 6" descr="[V)F_9NY_TQ70[D$U7F[%LJ"/>
          <p:cNvPicPr>
            <a:picLocks noChangeAspect="1"/>
          </p:cNvPicPr>
          <p:nvPr/>
        </p:nvPicPr>
        <p:blipFill>
          <a:blip r:embed="rId1"/>
          <a:stretch>
            <a:fillRect/>
          </a:stretch>
        </p:blipFill>
        <p:spPr>
          <a:xfrm>
            <a:off x="1371600" y="1219200"/>
            <a:ext cx="6438900" cy="971550"/>
          </a:xfrm>
          <a:prstGeom prst="rect">
            <a:avLst/>
          </a:prstGeom>
        </p:spPr>
      </p:pic>
      <p:pic>
        <p:nvPicPr>
          <p:cNvPr id="8" name="图片 7" descr="D5DJ~GWL0$5[BEM$JN%LC0F"/>
          <p:cNvPicPr>
            <a:picLocks noChangeAspect="1"/>
          </p:cNvPicPr>
          <p:nvPr/>
        </p:nvPicPr>
        <p:blipFill>
          <a:blip r:embed="rId2"/>
          <a:stretch>
            <a:fillRect/>
          </a:stretch>
        </p:blipFill>
        <p:spPr>
          <a:xfrm>
            <a:off x="1343660" y="2167890"/>
            <a:ext cx="6496050" cy="3238500"/>
          </a:xfrm>
          <a:prstGeom prst="rect">
            <a:avLst/>
          </a:prstGeom>
        </p:spPr>
      </p:pic>
      <p:graphicFrame>
        <p:nvGraphicFramePr>
          <p:cNvPr id="2" name="对象 686"/>
          <p:cNvGraphicFramePr>
            <a:graphicFrameLocks noChangeAspect="1"/>
          </p:cNvGraphicFramePr>
          <p:nvPr/>
        </p:nvGraphicFramePr>
        <p:xfrm>
          <a:off x="1371600" y="5943600"/>
          <a:ext cx="6464935" cy="417830"/>
        </p:xfrm>
        <a:graphic>
          <a:graphicData uri="http://schemas.openxmlformats.org/presentationml/2006/ole">
            <mc:AlternateContent xmlns:mc="http://schemas.openxmlformats.org/markup-compatibility/2006">
              <mc:Choice xmlns:v="urn:schemas-microsoft-com:vml" Requires="v">
                <p:oleObj spid="_x0000_s3076" name="" r:id="rId3" imgW="2945130" imgH="190500" progId="Equation.DSMT4">
                  <p:embed/>
                </p:oleObj>
              </mc:Choice>
              <mc:Fallback>
                <p:oleObj name="" r:id="rId3" imgW="2945130" imgH="190500" progId="Equation.DSMT4">
                  <p:embed/>
                  <p:pic>
                    <p:nvPicPr>
                      <p:cNvPr id="0" name="图片 3075"/>
                      <p:cNvPicPr/>
                      <p:nvPr/>
                    </p:nvPicPr>
                    <p:blipFill>
                      <a:blip r:embed="rId4"/>
                      <a:stretch>
                        <a:fillRect/>
                      </a:stretch>
                    </p:blipFill>
                    <p:spPr>
                      <a:xfrm>
                        <a:off x="1371600" y="5943600"/>
                        <a:ext cx="6464935" cy="41783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
                                        <p:tgtEl>
                                          <p:spTgt spid="6"/>
                                        </p:tgtEl>
                                      </p:cBhvr>
                                    </p:animEffect>
                                    <p:anim calcmode="lin" valueType="num">
                                      <p:cBhvr>
                                        <p:cTn id="8" dur="400" fill="hold"/>
                                        <p:tgtEl>
                                          <p:spTgt spid="6"/>
                                        </p:tgtEl>
                                        <p:attrNameLst>
                                          <p:attrName>ppt_x</p:attrName>
                                        </p:attrNameLst>
                                      </p:cBhvr>
                                      <p:tavLst>
                                        <p:tav tm="0">
                                          <p:val>
                                            <p:strVal val="#ppt_x"/>
                                          </p:val>
                                        </p:tav>
                                        <p:tav tm="100000">
                                          <p:val>
                                            <p:strVal val="#ppt_x"/>
                                          </p:val>
                                        </p:tav>
                                      </p:tavLst>
                                    </p:anim>
                                    <p:anim calcmode="lin" valueType="num">
                                      <p:cBhvr>
                                        <p:cTn id="9" dur="400" fill="hold"/>
                                        <p:tgtEl>
                                          <p:spTgt spid="6"/>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6"/>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6"/>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35" presetClass="entr" presetSubtype="0" fill="hold" nodeType="clickEffect">
                                  <p:stCondLst>
                                    <p:cond delay="0"/>
                                  </p:stCondLst>
                                  <p:childTnLst>
                                    <p:set>
                                      <p:cBhvr>
                                        <p:cTn id="15" dur="1000"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anim calcmode="lin" valueType="num">
                                      <p:cBhvr>
                                        <p:cTn id="17" dur="1000" fill="hold"/>
                                        <p:tgtEl>
                                          <p:spTgt spid="2"/>
                                        </p:tgtEl>
                                        <p:attrNameLst>
                                          <p:attrName>style.rotation</p:attrName>
                                        </p:attrNameLst>
                                      </p:cBhvr>
                                      <p:tavLst>
                                        <p:tav tm="0">
                                          <p:val>
                                            <p:fltVal val="720"/>
                                          </p:val>
                                        </p:tav>
                                        <p:tav tm="100000">
                                          <p:val>
                                            <p:fltVal val="0"/>
                                          </p:val>
                                        </p:tav>
                                      </p:tavLst>
                                    </p:anim>
                                    <p:anim calcmode="lin" valueType="num">
                                      <p:cBhvr>
                                        <p:cTn id="18" dur="1000" fill="hold"/>
                                        <p:tgtEl>
                                          <p:spTgt spid="2"/>
                                        </p:tgtEl>
                                        <p:attrNameLst>
                                          <p:attrName>ppt_h</p:attrName>
                                        </p:attrNameLst>
                                      </p:cBhvr>
                                      <p:tavLst>
                                        <p:tav tm="0">
                                          <p:val>
                                            <p:fltVal val="0"/>
                                          </p:val>
                                        </p:tav>
                                        <p:tav tm="100000">
                                          <p:val>
                                            <p:strVal val="#ppt_h"/>
                                          </p:val>
                                        </p:tav>
                                      </p:tavLst>
                                    </p:anim>
                                    <p:anim calcmode="lin" valueType="num">
                                      <p:cBhvr>
                                        <p:cTn id="19" dur="1000" fill="hold"/>
                                        <p:tgtEl>
                                          <p:spTgt spid="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4.2 </a:t>
            </a:r>
            <a:r>
              <a:rPr lang="en-US" altLang="zh-CN" b="1" dirty="0">
                <a:solidFill>
                  <a:srgbClr val="FF0000"/>
                </a:solidFill>
                <a:latin typeface="黑体" panose="02010609060101010101" pitchFamily="49" charset="-122"/>
                <a:ea typeface="黑体" panose="02010609060101010101" pitchFamily="49" charset="-122"/>
                <a:sym typeface="+mn-ea"/>
              </a:rPr>
              <a:t>组合逻辑电路的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r>
              <a:rPr lang="en-US" altLang="zh-CN" b="1" dirty="0">
                <a:solidFill>
                  <a:srgbClr val="FF0000"/>
                </a:solidFill>
                <a:latin typeface="黑体" panose="02010609060101010101" pitchFamily="49" charset="-122"/>
                <a:ea typeface="黑体" panose="02010609060101010101" pitchFamily="49" charset="-122"/>
                <a:sym typeface="+mn-ea"/>
              </a:rPr>
              <a:t>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 name="Rectangle 3"/>
          <p:cNvSpPr>
            <a:spLocks noGrp="1"/>
          </p:cNvSpPr>
          <p:nvPr/>
        </p:nvSpPr>
        <p:spPr>
          <a:xfrm>
            <a:off x="685800" y="1219200"/>
            <a:ext cx="6791325" cy="6508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(4) 化简和变换逻辑表达式，画出逻辑图。</a:t>
            </a:r>
            <a:endParaRPr sz="2400" b="1" kern="1200" dirty="0">
              <a:solidFill>
                <a:srgbClr val="000066"/>
              </a:solidFill>
              <a:latin typeface="Arial" panose="020B0604020202020204" pitchFamily="34" charset="0"/>
              <a:ea typeface="楷体_GB2312" pitchFamily="49" charset="-122"/>
            </a:endParaRPr>
          </a:p>
        </p:txBody>
      </p:sp>
      <p:pic>
        <p:nvPicPr>
          <p:cNvPr id="9288" name="图片 2725"/>
          <p:cNvPicPr>
            <a:picLocks noChangeAspect="1"/>
          </p:cNvPicPr>
          <p:nvPr/>
        </p:nvPicPr>
        <p:blipFill>
          <a:blip r:embed="rId1"/>
          <a:stretch>
            <a:fillRect/>
          </a:stretch>
        </p:blipFill>
        <p:spPr>
          <a:xfrm>
            <a:off x="914400" y="1828800"/>
            <a:ext cx="2584450" cy="2066925"/>
          </a:xfrm>
          <a:prstGeom prst="rect">
            <a:avLst/>
          </a:prstGeom>
          <a:noFill/>
          <a:ln>
            <a:noFill/>
          </a:ln>
        </p:spPr>
      </p:pic>
      <p:graphicFrame>
        <p:nvGraphicFramePr>
          <p:cNvPr id="2" name="对象 687"/>
          <p:cNvGraphicFramePr>
            <a:graphicFrameLocks noChangeAspect="1"/>
          </p:cNvGraphicFramePr>
          <p:nvPr/>
        </p:nvGraphicFramePr>
        <p:xfrm>
          <a:off x="1600200" y="4191000"/>
          <a:ext cx="1612265" cy="384175"/>
        </p:xfrm>
        <a:graphic>
          <a:graphicData uri="http://schemas.openxmlformats.org/presentationml/2006/ole">
            <mc:AlternateContent xmlns:mc="http://schemas.openxmlformats.org/markup-compatibility/2006">
              <mc:Choice xmlns:v="urn:schemas-microsoft-com:vml" Requires="v">
                <p:oleObj spid="_x0000_s3" name="" r:id="rId2" imgW="799465" imgH="190500" progId="Equation.DSMT4">
                  <p:embed/>
                </p:oleObj>
              </mc:Choice>
              <mc:Fallback>
                <p:oleObj name="" r:id="rId2" imgW="799465" imgH="190500" progId="Equation.DSMT4">
                  <p:embed/>
                  <p:pic>
                    <p:nvPicPr>
                      <p:cNvPr id="0" name="图片 2"/>
                      <p:cNvPicPr/>
                      <p:nvPr/>
                    </p:nvPicPr>
                    <p:blipFill>
                      <a:blip r:embed="rId3"/>
                      <a:stretch>
                        <a:fillRect/>
                      </a:stretch>
                    </p:blipFill>
                    <p:spPr>
                      <a:xfrm>
                        <a:off x="1600200" y="4191000"/>
                        <a:ext cx="1612265" cy="384175"/>
                      </a:xfrm>
                      <a:prstGeom prst="rect">
                        <a:avLst/>
                      </a:prstGeom>
                      <a:noFill/>
                      <a:ln w="38100">
                        <a:noFill/>
                        <a:miter/>
                      </a:ln>
                    </p:spPr>
                  </p:pic>
                </p:oleObj>
              </mc:Fallback>
            </mc:AlternateContent>
          </a:graphicData>
        </a:graphic>
      </p:graphicFrame>
      <p:sp>
        <p:nvSpPr>
          <p:cNvPr id="100" name="文本框 99"/>
          <p:cNvSpPr txBox="1"/>
          <p:nvPr/>
        </p:nvSpPr>
        <p:spPr>
          <a:xfrm>
            <a:off x="1447800" y="4724400"/>
            <a:ext cx="6131560" cy="460375"/>
          </a:xfrm>
          <a:prstGeom prst="rect">
            <a:avLst/>
          </a:prstGeom>
          <a:noFill/>
          <a:ln w="9525">
            <a:noFill/>
          </a:ln>
        </p:spPr>
        <p:txBody>
          <a:bodyPr wrap="square">
            <a:spAutoFit/>
          </a:bodyPr>
          <a:p>
            <a:r>
              <a:rPr sz="2400" b="1" dirty="0">
                <a:solidFill>
                  <a:srgbClr val="000066"/>
                </a:solidFill>
                <a:ea typeface="楷体_GB2312" pitchFamily="49" charset="-122"/>
              </a:rPr>
              <a:t>将输出表达式变换为与非表达式形式为</a:t>
            </a:r>
            <a:endParaRPr sz="2400" b="1" dirty="0">
              <a:solidFill>
                <a:srgbClr val="000066"/>
              </a:solidFill>
              <a:ea typeface="楷体_GB2312" pitchFamily="49" charset="-122"/>
            </a:endParaRPr>
          </a:p>
        </p:txBody>
      </p:sp>
      <p:graphicFrame>
        <p:nvGraphicFramePr>
          <p:cNvPr id="5" name="对象 688"/>
          <p:cNvGraphicFramePr>
            <a:graphicFrameLocks noChangeAspect="1"/>
          </p:cNvGraphicFramePr>
          <p:nvPr/>
        </p:nvGraphicFramePr>
        <p:xfrm>
          <a:off x="1676400" y="5334000"/>
          <a:ext cx="5534025" cy="657860"/>
        </p:xfrm>
        <a:graphic>
          <a:graphicData uri="http://schemas.openxmlformats.org/presentationml/2006/ole">
            <mc:AlternateContent xmlns:mc="http://schemas.openxmlformats.org/markup-compatibility/2006">
              <mc:Choice xmlns:v="urn:schemas-microsoft-com:vml" Requires="v">
                <p:oleObj spid="_x0000_s7" name="" r:id="rId4" imgW="2562860" imgH="304800" progId="Equation.DSMT4">
                  <p:embed/>
                </p:oleObj>
              </mc:Choice>
              <mc:Fallback>
                <p:oleObj name="" r:id="rId4" imgW="2562860" imgH="304800" progId="Equation.DSMT4">
                  <p:embed/>
                  <p:pic>
                    <p:nvPicPr>
                      <p:cNvPr id="0" name="图片 4"/>
                      <p:cNvPicPr/>
                      <p:nvPr/>
                    </p:nvPicPr>
                    <p:blipFill>
                      <a:blip r:embed="rId5"/>
                      <a:stretch>
                        <a:fillRect/>
                      </a:stretch>
                    </p:blipFill>
                    <p:spPr>
                      <a:xfrm>
                        <a:off x="1676400" y="5334000"/>
                        <a:ext cx="5534025" cy="657860"/>
                      </a:xfrm>
                      <a:prstGeom prst="rect">
                        <a:avLst/>
                      </a:prstGeom>
                      <a:noFill/>
                      <a:ln w="38100">
                        <a:noFill/>
                        <a:miter/>
                      </a:ln>
                    </p:spPr>
                  </p:pic>
                </p:oleObj>
              </mc:Fallback>
            </mc:AlternateContent>
          </a:graphicData>
        </a:graphic>
      </p:graphicFrame>
      <p:pic>
        <p:nvPicPr>
          <p:cNvPr id="9289" name="图片 2726"/>
          <p:cNvPicPr>
            <a:picLocks noChangeAspect="1"/>
          </p:cNvPicPr>
          <p:nvPr/>
        </p:nvPicPr>
        <p:blipFill>
          <a:blip r:embed="rId6"/>
          <a:stretch>
            <a:fillRect/>
          </a:stretch>
        </p:blipFill>
        <p:spPr>
          <a:xfrm>
            <a:off x="3657600" y="1981200"/>
            <a:ext cx="5229860" cy="238696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500" fill="hold">
                                          <p:stCondLst>
                                            <p:cond delay="0"/>
                                          </p:stCondLst>
                                        </p:cTn>
                                        <p:tgtEl>
                                          <p:spTgt spid="9288"/>
                                        </p:tgtEl>
                                        <p:attrNameLst>
                                          <p:attrName>style.visibility</p:attrName>
                                        </p:attrNameLst>
                                      </p:cBhvr>
                                      <p:to>
                                        <p:strVal val="visible"/>
                                      </p:to>
                                    </p:set>
                                    <p:animEffect transition="in" filter="wedge">
                                      <p:cBhvr>
                                        <p:cTn id="7" dur="500"/>
                                        <p:tgtEl>
                                          <p:spTgt spid="92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0"/>
                                        </p:tgtEl>
                                        <p:attrNameLst>
                                          <p:attrName>style.visibility</p:attrName>
                                        </p:attrNameLst>
                                      </p:cBhvr>
                                      <p:to>
                                        <p:strVal val="visible"/>
                                      </p:to>
                                    </p:set>
                                    <p:anim calcmode="lin" valueType="num">
                                      <p:cBhvr additive="base">
                                        <p:cTn id="17" dur="500" fill="hold"/>
                                        <p:tgtEl>
                                          <p:spTgt spid="100"/>
                                        </p:tgtEl>
                                        <p:attrNameLst>
                                          <p:attrName>ppt_x</p:attrName>
                                        </p:attrNameLst>
                                      </p:cBhvr>
                                      <p:tavLst>
                                        <p:tav tm="0">
                                          <p:val>
                                            <p:strVal val="#ppt_x"/>
                                          </p:val>
                                        </p:tav>
                                        <p:tav tm="100000">
                                          <p:val>
                                            <p:strVal val="#ppt_x"/>
                                          </p:val>
                                        </p:tav>
                                      </p:tavLst>
                                    </p:anim>
                                    <p:anim calcmode="lin" valueType="num">
                                      <p:cBhvr additive="base">
                                        <p:cTn id="1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500" fill="hold">
                                          <p:stCondLst>
                                            <p:cond delay="0"/>
                                          </p:stCondLst>
                                        </p:cTn>
                                        <p:tgtEl>
                                          <p:spTgt spid="5"/>
                                        </p:tgtEl>
                                        <p:attrNameLst>
                                          <p:attrName>style.visibility</p:attrName>
                                        </p:attrNameLst>
                                      </p:cBhvr>
                                      <p:to>
                                        <p:strVal val="visible"/>
                                      </p:to>
                                    </p:set>
                                    <p:animEffect transition="in" filter="box(in)">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9" presetClass="entr" presetSubtype="10" fill="hold" nodeType="clickEffect">
                                  <p:stCondLst>
                                    <p:cond delay="0"/>
                                  </p:stCondLst>
                                  <p:childTnLst>
                                    <p:set>
                                      <p:cBhvr>
                                        <p:cTn id="27" dur="1000" fill="hold">
                                          <p:stCondLst>
                                            <p:cond delay="0"/>
                                          </p:stCondLst>
                                        </p:cTn>
                                        <p:tgtEl>
                                          <p:spTgt spid="9289"/>
                                        </p:tgtEl>
                                        <p:attrNameLst>
                                          <p:attrName>style.visibility</p:attrName>
                                        </p:attrNameLst>
                                      </p:cBhvr>
                                      <p:to>
                                        <p:strVal val="visible"/>
                                      </p:to>
                                    </p:set>
                                    <p:anim calcmode="lin" valueType="num">
                                      <p:cBhvr>
                                        <p:cTn id="28" dur="1000" fill="hold"/>
                                        <p:tgtEl>
                                          <p:spTgt spid="9289"/>
                                        </p:tgtEl>
                                        <p:attrNameLst>
                                          <p:attrName>ppt_w</p:attrName>
                                        </p:attrNameLst>
                                      </p:cBhvr>
                                      <p:tavLst>
                                        <p:tav tm="0" fmla="#ppt_w*sin(2.5*pi*$)">
                                          <p:val>
                                            <p:fltVal val="0"/>
                                          </p:val>
                                        </p:tav>
                                        <p:tav tm="100000">
                                          <p:val>
                                            <p:fltVal val="1"/>
                                          </p:val>
                                        </p:tav>
                                      </p:tavLst>
                                    </p:anim>
                                    <p:anim calcmode="lin" valueType="num">
                                      <p:cBhvr>
                                        <p:cTn id="29" dur="1000" fill="hold"/>
                                        <p:tgtEl>
                                          <p:spTgt spid="928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4.2 </a:t>
            </a:r>
            <a:r>
              <a:rPr lang="en-US" altLang="zh-CN" b="1" dirty="0">
                <a:solidFill>
                  <a:srgbClr val="FF0000"/>
                </a:solidFill>
                <a:latin typeface="黑体" panose="02010609060101010101" pitchFamily="49" charset="-122"/>
                <a:ea typeface="黑体" panose="02010609060101010101" pitchFamily="49" charset="-122"/>
                <a:sym typeface="+mn-ea"/>
              </a:rPr>
              <a:t>组合逻辑电路的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r>
              <a:rPr lang="en-US" altLang="zh-CN" b="1" dirty="0">
                <a:solidFill>
                  <a:srgbClr val="FF0000"/>
                </a:solidFill>
                <a:latin typeface="黑体" panose="02010609060101010101" pitchFamily="49" charset="-122"/>
                <a:ea typeface="黑体" panose="02010609060101010101" pitchFamily="49" charset="-122"/>
                <a:sym typeface="+mn-ea"/>
              </a:rPr>
              <a:t>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 name="Rectangle 3"/>
          <p:cNvSpPr>
            <a:spLocks noGrp="1"/>
          </p:cNvSpPr>
          <p:nvPr/>
        </p:nvSpPr>
        <p:spPr>
          <a:xfrm>
            <a:off x="685800" y="1219200"/>
            <a:ext cx="8198485" cy="22618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4-3】一个4人表决电路，当只有一个人同意时红灯亮；当有两个人同意时黄灯亮；当有三个人同意时绿灯亮，当四个人都同意时红灯、黄灯、绿灯都亮，当无人同意时所有灯都不亮。试设计该逻辑电路，可采用各种逻辑功能的门电路来实现。</a:t>
            </a:r>
            <a:endParaRPr sz="2400" b="1" kern="1200" dirty="0">
              <a:solidFill>
                <a:srgbClr val="000066"/>
              </a:solidFill>
              <a:latin typeface="Arial" panose="020B0604020202020204" pitchFamily="34" charset="0"/>
              <a:ea typeface="楷体_GB2312" pitchFamily="49" charset="-122"/>
            </a:endParaRPr>
          </a:p>
        </p:txBody>
      </p:sp>
      <p:sp>
        <p:nvSpPr>
          <p:cNvPr id="9" name="Rectangle 3"/>
          <p:cNvSpPr>
            <a:spLocks noGrp="1"/>
          </p:cNvSpPr>
          <p:nvPr/>
        </p:nvSpPr>
        <p:spPr>
          <a:xfrm>
            <a:off x="680720" y="3479800"/>
            <a:ext cx="8198485" cy="13716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解：(1) 逻辑抽象：设4个人分别用A、B、C、D表示，同意用1表示，反对用0表示。红灯用X表示，黄灯用Y表示，绿灯用Z表示，灯亮用1表示，灯灭用0表示。</a:t>
            </a:r>
            <a:endParaRPr sz="2400" b="1" kern="1200" dirty="0">
              <a:solidFill>
                <a:srgbClr val="000066"/>
              </a:solidFill>
              <a:latin typeface="Arial" panose="020B0604020202020204" pitchFamily="34" charset="0"/>
              <a:ea typeface="楷体_GB2312" pitchFamily="49" charset="-122"/>
            </a:endParaRPr>
          </a:p>
        </p:txBody>
      </p:sp>
      <p:sp>
        <p:nvSpPr>
          <p:cNvPr id="10" name="Rectangle 3"/>
          <p:cNvSpPr>
            <a:spLocks noGrp="1"/>
          </p:cNvSpPr>
          <p:nvPr/>
        </p:nvSpPr>
        <p:spPr>
          <a:xfrm>
            <a:off x="675640" y="4902200"/>
            <a:ext cx="8198485" cy="6502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(2) 列出真值表如表4-3所示。</a:t>
            </a:r>
            <a:endParaRPr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500" fill="hold">
                                          <p:stCondLst>
                                            <p:cond delay="0"/>
                                          </p:stCondLst>
                                        </p:cTn>
                                        <p:tgtEl>
                                          <p:spTgt spid="9"/>
                                        </p:tgtEl>
                                        <p:attrNameLst>
                                          <p:attrName>style.visibility</p:attrName>
                                        </p:attrNameLst>
                                      </p:cBhvr>
                                      <p:to>
                                        <p:strVal val="visible"/>
                                      </p:to>
                                    </p:set>
                                    <p:animEffect transition="in" filter="circle(i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290">
                                          <p:stCondLst>
                                            <p:cond delay="0"/>
                                          </p:stCondLst>
                                        </p:cTn>
                                        <p:tgtEl>
                                          <p:spTgt spid="10"/>
                                        </p:tgtEl>
                                      </p:cBhvr>
                                    </p:animEffect>
                                    <p:anim calcmode="lin" valueType="num">
                                      <p:cBhvr>
                                        <p:cTn id="13" dur="911"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4" dur="332"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5" dur="332" tmFilter="0, 0; 0.125,0.2665; 0.25,0.4; 0.375,0.465; 0.5,0.5;  0.625,0.535; 0.75,0.6; 0.875,0.7335; 1,1">
                                          <p:stCondLst>
                                            <p:cond delay="332"/>
                                          </p:stCondLst>
                                        </p:cTn>
                                        <p:tgtEl>
                                          <p:spTgt spid="10"/>
                                        </p:tgtEl>
                                        <p:attrNameLst>
                                          <p:attrName>ppt_y</p:attrName>
                                        </p:attrNameLst>
                                      </p:cBhvr>
                                      <p:tavLst>
                                        <p:tav tm="0" fmla="#ppt_y-sin(pi*$)/9">
                                          <p:val>
                                            <p:fltVal val="0"/>
                                          </p:val>
                                        </p:tav>
                                        <p:tav tm="100000">
                                          <p:val>
                                            <p:fltVal val="1"/>
                                          </p:val>
                                        </p:tav>
                                      </p:tavLst>
                                    </p:anim>
                                    <p:anim calcmode="lin" valueType="num">
                                      <p:cBhvr>
                                        <p:cTn id="16" dur="166" tmFilter="0, 0; 0.125,0.2665; 0.25,0.4; 0.375,0.465; 0.5,0.5;  0.625,0.535; 0.75,0.6; 0.875,0.7335; 1,1">
                                          <p:stCondLst>
                                            <p:cond delay="662"/>
                                          </p:stCondLst>
                                        </p:cTn>
                                        <p:tgtEl>
                                          <p:spTgt spid="10"/>
                                        </p:tgtEl>
                                        <p:attrNameLst>
                                          <p:attrName>ppt_y</p:attrName>
                                        </p:attrNameLst>
                                      </p:cBhvr>
                                      <p:tavLst>
                                        <p:tav tm="0" fmla="#ppt_y-sin(pi*$)/27">
                                          <p:val>
                                            <p:fltVal val="0"/>
                                          </p:val>
                                        </p:tav>
                                        <p:tav tm="100000">
                                          <p:val>
                                            <p:fltVal val="1"/>
                                          </p:val>
                                        </p:tav>
                                      </p:tavLst>
                                    </p:anim>
                                    <p:anim calcmode="lin" valueType="num">
                                      <p:cBhvr>
                                        <p:cTn id="17" dur="82" tmFilter="0, 0; 0.125,0.2665; 0.25,0.4; 0.375,0.465; 0.5,0.5;  0.625,0.535; 0.75,0.6; 0.875,0.7335; 1,1">
                                          <p:stCondLst>
                                            <p:cond delay="828"/>
                                          </p:stCondLst>
                                        </p:cTn>
                                        <p:tgtEl>
                                          <p:spTgt spid="10"/>
                                        </p:tgtEl>
                                        <p:attrNameLst>
                                          <p:attrName>ppt_y</p:attrName>
                                        </p:attrNameLst>
                                      </p:cBhvr>
                                      <p:tavLst>
                                        <p:tav tm="0" fmla="#ppt_y-sin(pi*$)/81">
                                          <p:val>
                                            <p:fltVal val="0"/>
                                          </p:val>
                                        </p:tav>
                                        <p:tav tm="100000">
                                          <p:val>
                                            <p:fltVal val="1"/>
                                          </p:val>
                                        </p:tav>
                                      </p:tavLst>
                                    </p:anim>
                                    <p:animScale>
                                      <p:cBhvr>
                                        <p:cTn id="18" dur="13">
                                          <p:stCondLst>
                                            <p:cond delay="325"/>
                                          </p:stCondLst>
                                        </p:cTn>
                                        <p:tgtEl>
                                          <p:spTgt spid="10"/>
                                        </p:tgtEl>
                                      </p:cBhvr>
                                      <p:to x="100000" y="60000"/>
                                    </p:animScale>
                                    <p:animScale>
                                      <p:cBhvr>
                                        <p:cTn id="19" dur="83" decel="50000">
                                          <p:stCondLst>
                                            <p:cond delay="338"/>
                                          </p:stCondLst>
                                        </p:cTn>
                                        <p:tgtEl>
                                          <p:spTgt spid="10"/>
                                        </p:tgtEl>
                                      </p:cBhvr>
                                      <p:to x="100000" y="100000"/>
                                    </p:animScale>
                                    <p:animScale>
                                      <p:cBhvr>
                                        <p:cTn id="20" dur="13">
                                          <p:stCondLst>
                                            <p:cond delay="656"/>
                                          </p:stCondLst>
                                        </p:cTn>
                                        <p:tgtEl>
                                          <p:spTgt spid="10"/>
                                        </p:tgtEl>
                                      </p:cBhvr>
                                      <p:to x="100000" y="80000"/>
                                    </p:animScale>
                                    <p:animScale>
                                      <p:cBhvr>
                                        <p:cTn id="21" dur="83" decel="50000">
                                          <p:stCondLst>
                                            <p:cond delay="669"/>
                                          </p:stCondLst>
                                        </p:cTn>
                                        <p:tgtEl>
                                          <p:spTgt spid="10"/>
                                        </p:tgtEl>
                                      </p:cBhvr>
                                      <p:to x="100000" y="100000"/>
                                    </p:animScale>
                                    <p:animScale>
                                      <p:cBhvr>
                                        <p:cTn id="22" dur="13">
                                          <p:stCondLst>
                                            <p:cond delay="821"/>
                                          </p:stCondLst>
                                        </p:cTn>
                                        <p:tgtEl>
                                          <p:spTgt spid="10"/>
                                        </p:tgtEl>
                                      </p:cBhvr>
                                      <p:to x="100000" y="90000"/>
                                    </p:animScale>
                                    <p:animScale>
                                      <p:cBhvr>
                                        <p:cTn id="23" dur="83" decel="50000">
                                          <p:stCondLst>
                                            <p:cond delay="834"/>
                                          </p:stCondLst>
                                        </p:cTn>
                                        <p:tgtEl>
                                          <p:spTgt spid="10"/>
                                        </p:tgtEl>
                                      </p:cBhvr>
                                      <p:to x="100000" y="100000"/>
                                    </p:animScale>
                                    <p:animScale>
                                      <p:cBhvr>
                                        <p:cTn id="24" dur="13">
                                          <p:stCondLst>
                                            <p:cond delay="904"/>
                                          </p:stCondLst>
                                        </p:cTn>
                                        <p:tgtEl>
                                          <p:spTgt spid="10"/>
                                        </p:tgtEl>
                                      </p:cBhvr>
                                      <p:to x="100000" y="95000"/>
                                    </p:animScale>
                                    <p:animScale>
                                      <p:cBhvr>
                                        <p:cTn id="25" dur="83" decel="50000">
                                          <p:stCondLst>
                                            <p:cond delay="917"/>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4.2 </a:t>
            </a:r>
            <a:r>
              <a:rPr lang="en-US" altLang="zh-CN" b="1" dirty="0">
                <a:solidFill>
                  <a:srgbClr val="FF0000"/>
                </a:solidFill>
                <a:latin typeface="黑体" panose="02010609060101010101" pitchFamily="49" charset="-122"/>
                <a:ea typeface="黑体" panose="02010609060101010101" pitchFamily="49" charset="-122"/>
                <a:sym typeface="+mn-ea"/>
              </a:rPr>
              <a:t>组合逻辑电路的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r>
              <a:rPr lang="en-US" altLang="zh-CN" b="1" dirty="0">
                <a:solidFill>
                  <a:srgbClr val="FF0000"/>
                </a:solidFill>
                <a:latin typeface="黑体" panose="02010609060101010101" pitchFamily="49" charset="-122"/>
                <a:ea typeface="黑体" panose="02010609060101010101" pitchFamily="49" charset="-122"/>
                <a:sym typeface="+mn-ea"/>
              </a:rPr>
              <a:t>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 name="Rectangle 3"/>
          <p:cNvSpPr>
            <a:spLocks noGrp="1"/>
          </p:cNvSpPr>
          <p:nvPr/>
        </p:nvSpPr>
        <p:spPr>
          <a:xfrm>
            <a:off x="675640" y="5207000"/>
            <a:ext cx="8198485" cy="6502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(3) 写出逻辑表达式。</a:t>
            </a:r>
            <a:endParaRPr sz="2400" b="1" kern="1200" dirty="0">
              <a:solidFill>
                <a:srgbClr val="000066"/>
              </a:solidFill>
              <a:latin typeface="Arial" panose="020B0604020202020204" pitchFamily="34" charset="0"/>
              <a:ea typeface="楷体_GB2312" pitchFamily="49" charset="-122"/>
            </a:endParaRPr>
          </a:p>
        </p:txBody>
      </p:sp>
      <p:pic>
        <p:nvPicPr>
          <p:cNvPr id="2" name="图片 1" descr="9FU2FDW5CT`D4GBAT1T8OX2"/>
          <p:cNvPicPr>
            <a:picLocks noChangeAspect="1"/>
          </p:cNvPicPr>
          <p:nvPr/>
        </p:nvPicPr>
        <p:blipFill>
          <a:blip r:embed="rId1"/>
          <a:stretch>
            <a:fillRect/>
          </a:stretch>
        </p:blipFill>
        <p:spPr>
          <a:xfrm>
            <a:off x="1219200" y="1156970"/>
            <a:ext cx="6938645" cy="4107815"/>
          </a:xfrm>
          <a:prstGeom prst="rect">
            <a:avLst/>
          </a:prstGeom>
        </p:spPr>
      </p:pic>
      <p:sp>
        <p:nvSpPr>
          <p:cNvPr id="3" name="文本框 2"/>
          <p:cNvSpPr txBox="1"/>
          <p:nvPr/>
        </p:nvSpPr>
        <p:spPr>
          <a:xfrm>
            <a:off x="-2159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graphicFrame>
        <p:nvGraphicFramePr>
          <p:cNvPr id="5" name="对象 689"/>
          <p:cNvGraphicFramePr>
            <a:graphicFrameLocks noChangeAspect="1"/>
          </p:cNvGraphicFramePr>
          <p:nvPr/>
        </p:nvGraphicFramePr>
        <p:xfrm>
          <a:off x="1447800" y="5715000"/>
          <a:ext cx="4981575" cy="375920"/>
        </p:xfrm>
        <a:graphic>
          <a:graphicData uri="http://schemas.openxmlformats.org/presentationml/2006/ole">
            <mc:AlternateContent xmlns:mc="http://schemas.openxmlformats.org/markup-compatibility/2006">
              <mc:Choice xmlns:v="urn:schemas-microsoft-com:vml" Requires="v">
                <p:oleObj spid="_x0000_s3076" name="" r:id="rId2" imgW="2526030" imgH="190500" progId="Equation.DSMT4">
                  <p:embed/>
                </p:oleObj>
              </mc:Choice>
              <mc:Fallback>
                <p:oleObj name="" r:id="rId2" imgW="2526030" imgH="190500" progId="Equation.DSMT4">
                  <p:embed/>
                  <p:pic>
                    <p:nvPicPr>
                      <p:cNvPr id="0" name="图片 3075"/>
                      <p:cNvPicPr/>
                      <p:nvPr/>
                    </p:nvPicPr>
                    <p:blipFill>
                      <a:blip r:embed="rId3"/>
                      <a:stretch>
                        <a:fillRect/>
                      </a:stretch>
                    </p:blipFill>
                    <p:spPr>
                      <a:xfrm>
                        <a:off x="1447800" y="5715000"/>
                        <a:ext cx="4981575" cy="375920"/>
                      </a:xfrm>
                      <a:prstGeom prst="rect">
                        <a:avLst/>
                      </a:prstGeom>
                      <a:noFill/>
                      <a:ln w="38100">
                        <a:noFill/>
                        <a:miter/>
                      </a:ln>
                    </p:spPr>
                  </p:pic>
                </p:oleObj>
              </mc:Fallback>
            </mc:AlternateContent>
          </a:graphicData>
        </a:graphic>
      </p:graphicFrame>
      <p:graphicFrame>
        <p:nvGraphicFramePr>
          <p:cNvPr id="6" name="对象 -2147482623"/>
          <p:cNvGraphicFramePr>
            <a:graphicFrameLocks noChangeAspect="1"/>
          </p:cNvGraphicFramePr>
          <p:nvPr/>
        </p:nvGraphicFramePr>
        <p:xfrm>
          <a:off x="1475740" y="6144260"/>
          <a:ext cx="6506210" cy="363855"/>
        </p:xfrm>
        <a:graphic>
          <a:graphicData uri="http://schemas.openxmlformats.org/presentationml/2006/ole">
            <mc:AlternateContent xmlns:mc="http://schemas.openxmlformats.org/markup-compatibility/2006">
              <mc:Choice xmlns:v="urn:schemas-microsoft-com:vml" Requires="v">
                <p:oleObj spid="_x0000_s7" name="" r:id="rId4" imgW="3402330" imgH="190500" progId="Equation.DSMT4">
                  <p:embed/>
                </p:oleObj>
              </mc:Choice>
              <mc:Fallback>
                <p:oleObj name="" r:id="rId4" imgW="3402330" imgH="190500" progId="Equation.DSMT4">
                  <p:embed/>
                  <p:pic>
                    <p:nvPicPr>
                      <p:cNvPr id="0" name="图片 4"/>
                      <p:cNvPicPr/>
                      <p:nvPr/>
                    </p:nvPicPr>
                    <p:blipFill>
                      <a:blip r:embed="rId5"/>
                      <a:stretch>
                        <a:fillRect/>
                      </a:stretch>
                    </p:blipFill>
                    <p:spPr>
                      <a:xfrm>
                        <a:off x="1475740" y="6144260"/>
                        <a:ext cx="6506210" cy="363855"/>
                      </a:xfrm>
                      <a:prstGeom prst="rect">
                        <a:avLst/>
                      </a:prstGeom>
                      <a:noFill/>
                      <a:ln w="38100">
                        <a:noFill/>
                        <a:miter/>
                      </a:ln>
                    </p:spPr>
                  </p:pic>
                </p:oleObj>
              </mc:Fallback>
            </mc:AlternateContent>
          </a:graphicData>
        </a:graphic>
      </p:graphicFrame>
      <p:graphicFrame>
        <p:nvGraphicFramePr>
          <p:cNvPr id="8" name="对象 690"/>
          <p:cNvGraphicFramePr>
            <a:graphicFrameLocks noChangeAspect="1"/>
          </p:cNvGraphicFramePr>
          <p:nvPr/>
        </p:nvGraphicFramePr>
        <p:xfrm>
          <a:off x="1447800" y="6483350"/>
          <a:ext cx="4777105" cy="369570"/>
        </p:xfrm>
        <a:graphic>
          <a:graphicData uri="http://schemas.openxmlformats.org/presentationml/2006/ole">
            <mc:AlternateContent xmlns:mc="http://schemas.openxmlformats.org/markup-compatibility/2006">
              <mc:Choice xmlns:v="urn:schemas-microsoft-com:vml" Requires="v">
                <p:oleObj spid="_x0000_s9" name="" r:id="rId6" imgW="2462530" imgH="190500" progId="Equation.DSMT4">
                  <p:embed/>
                </p:oleObj>
              </mc:Choice>
              <mc:Fallback>
                <p:oleObj name="" r:id="rId6" imgW="2462530" imgH="190500" progId="Equation.DSMT4">
                  <p:embed/>
                  <p:pic>
                    <p:nvPicPr>
                      <p:cNvPr id="0" name="图片 6"/>
                      <p:cNvPicPr/>
                      <p:nvPr/>
                    </p:nvPicPr>
                    <p:blipFill>
                      <a:blip r:embed="rId7"/>
                      <a:stretch>
                        <a:fillRect/>
                      </a:stretch>
                    </p:blipFill>
                    <p:spPr>
                      <a:xfrm>
                        <a:off x="1447800" y="6483350"/>
                        <a:ext cx="4777105" cy="36957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5"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ppt_x</p:attrName>
                                        </p:attrNameLst>
                                      </p:cBhvr>
                                      <p:tavLst>
                                        <p:tav tm="0" fmla="#ppt_x+(cos(-2*pi*(1-$))*-#ppt_x-sin(-2*pi*(1-$))*(1-#ppt_y))*(1-$)">
                                          <p:val>
                                            <p:fltVal val="0"/>
                                          </p:val>
                                        </p:tav>
                                        <p:tav tm="100000">
                                          <p:val>
                                            <p:fltVal val="1"/>
                                          </p:val>
                                        </p:tav>
                                      </p:tavLst>
                                    </p:anim>
                                    <p:anim calcmode="lin" valueType="num">
                                      <p:cBhvr>
                                        <p:cTn id="28" dur="1000" fill="hold"/>
                                        <p:tgtEl>
                                          <p:spTgt spid="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4.2 </a:t>
            </a:r>
            <a:r>
              <a:rPr lang="en-US" altLang="zh-CN" b="1" dirty="0">
                <a:solidFill>
                  <a:srgbClr val="FF0000"/>
                </a:solidFill>
                <a:latin typeface="黑体" panose="02010609060101010101" pitchFamily="49" charset="-122"/>
                <a:ea typeface="黑体" panose="02010609060101010101" pitchFamily="49" charset="-122"/>
                <a:sym typeface="+mn-ea"/>
              </a:rPr>
              <a:t>组合逻辑电路的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r>
              <a:rPr lang="en-US" altLang="zh-CN" b="1" dirty="0">
                <a:solidFill>
                  <a:srgbClr val="FF0000"/>
                </a:solidFill>
                <a:latin typeface="黑体" panose="02010609060101010101" pitchFamily="49" charset="-122"/>
                <a:ea typeface="黑体" panose="02010609060101010101" pitchFamily="49" charset="-122"/>
                <a:sym typeface="+mn-ea"/>
              </a:rPr>
              <a:t>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0" name="Rectangle 3"/>
          <p:cNvSpPr>
            <a:spLocks noGrp="1"/>
          </p:cNvSpPr>
          <p:nvPr/>
        </p:nvSpPr>
        <p:spPr>
          <a:xfrm>
            <a:off x="675640" y="1168400"/>
            <a:ext cx="8198485" cy="6502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(4) 化简和变换逻辑表达式，画出逻辑图。</a:t>
            </a:r>
            <a:endParaRPr sz="2400" b="1" kern="1200" dirty="0">
              <a:solidFill>
                <a:srgbClr val="000066"/>
              </a:solidFill>
              <a:latin typeface="Arial" panose="020B0604020202020204" pitchFamily="34" charset="0"/>
              <a:ea typeface="楷体_GB2312" pitchFamily="49" charset="-122"/>
            </a:endParaRPr>
          </a:p>
        </p:txBody>
      </p:sp>
      <p:sp>
        <p:nvSpPr>
          <p:cNvPr id="3" name="文本框 2"/>
          <p:cNvSpPr txBox="1"/>
          <p:nvPr/>
        </p:nvSpPr>
        <p:spPr>
          <a:xfrm>
            <a:off x="-2159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pic>
        <p:nvPicPr>
          <p:cNvPr id="9290" name="图片 2727"/>
          <p:cNvPicPr>
            <a:picLocks noChangeAspect="1"/>
          </p:cNvPicPr>
          <p:nvPr/>
        </p:nvPicPr>
        <p:blipFill>
          <a:blip r:embed="rId1"/>
          <a:srcRect r="58492" b="52396"/>
          <a:stretch>
            <a:fillRect/>
          </a:stretch>
        </p:blipFill>
        <p:spPr>
          <a:xfrm>
            <a:off x="1600200" y="1752600"/>
            <a:ext cx="2313940" cy="2384425"/>
          </a:xfrm>
          <a:prstGeom prst="rect">
            <a:avLst/>
          </a:prstGeom>
          <a:noFill/>
          <a:ln>
            <a:noFill/>
          </a:ln>
        </p:spPr>
      </p:pic>
      <p:pic>
        <p:nvPicPr>
          <p:cNvPr id="11" name="图片 2727"/>
          <p:cNvPicPr>
            <a:picLocks noChangeAspect="1"/>
          </p:cNvPicPr>
          <p:nvPr/>
        </p:nvPicPr>
        <p:blipFill>
          <a:blip r:embed="rId1"/>
          <a:srcRect l="59164" b="52104"/>
          <a:stretch>
            <a:fillRect/>
          </a:stretch>
        </p:blipFill>
        <p:spPr>
          <a:xfrm>
            <a:off x="1676400" y="4191000"/>
            <a:ext cx="2276475" cy="2399030"/>
          </a:xfrm>
          <a:prstGeom prst="rect">
            <a:avLst/>
          </a:prstGeom>
          <a:noFill/>
          <a:ln>
            <a:noFill/>
          </a:ln>
        </p:spPr>
      </p:pic>
      <p:pic>
        <p:nvPicPr>
          <p:cNvPr id="12" name="图片 2727"/>
          <p:cNvPicPr>
            <a:picLocks noChangeAspect="1"/>
          </p:cNvPicPr>
          <p:nvPr/>
        </p:nvPicPr>
        <p:blipFill>
          <a:blip r:embed="rId1"/>
          <a:srcRect l="32339" t="51027" r="25413"/>
          <a:stretch>
            <a:fillRect/>
          </a:stretch>
        </p:blipFill>
        <p:spPr>
          <a:xfrm>
            <a:off x="5257800" y="4114800"/>
            <a:ext cx="2355215" cy="2453005"/>
          </a:xfrm>
          <a:prstGeom prst="rect">
            <a:avLst/>
          </a:prstGeom>
          <a:noFill/>
          <a:ln>
            <a:noFill/>
          </a:ln>
        </p:spPr>
      </p:pic>
      <p:graphicFrame>
        <p:nvGraphicFramePr>
          <p:cNvPr id="2" name="对象 691"/>
          <p:cNvGraphicFramePr>
            <a:graphicFrameLocks noChangeAspect="1"/>
          </p:cNvGraphicFramePr>
          <p:nvPr/>
        </p:nvGraphicFramePr>
        <p:xfrm>
          <a:off x="4191000" y="2133600"/>
          <a:ext cx="4607560" cy="347345"/>
        </p:xfrm>
        <a:graphic>
          <a:graphicData uri="http://schemas.openxmlformats.org/presentationml/2006/ole">
            <mc:AlternateContent xmlns:mc="http://schemas.openxmlformats.org/markup-compatibility/2006">
              <mc:Choice xmlns:v="urn:schemas-microsoft-com:vml" Requires="v">
                <p:oleObj spid="_x0000_s13" name="" r:id="rId2" imgW="2526030" imgH="190500" progId="Equation.DSMT4">
                  <p:embed/>
                </p:oleObj>
              </mc:Choice>
              <mc:Fallback>
                <p:oleObj name="" r:id="rId2" imgW="2526030" imgH="190500" progId="Equation.DSMT4">
                  <p:embed/>
                  <p:pic>
                    <p:nvPicPr>
                      <p:cNvPr id="0" name="图片 12"/>
                      <p:cNvPicPr/>
                      <p:nvPr/>
                    </p:nvPicPr>
                    <p:blipFill>
                      <a:blip r:embed="rId3"/>
                      <a:stretch>
                        <a:fillRect/>
                      </a:stretch>
                    </p:blipFill>
                    <p:spPr>
                      <a:xfrm>
                        <a:off x="4191000" y="2133600"/>
                        <a:ext cx="4607560" cy="347345"/>
                      </a:xfrm>
                      <a:prstGeom prst="rect">
                        <a:avLst/>
                      </a:prstGeom>
                      <a:noFill/>
                      <a:ln w="38100">
                        <a:noFill/>
                        <a:miter/>
                      </a:ln>
                    </p:spPr>
                  </p:pic>
                </p:oleObj>
              </mc:Fallback>
            </mc:AlternateContent>
          </a:graphicData>
        </a:graphic>
      </p:graphicFrame>
      <p:graphicFrame>
        <p:nvGraphicFramePr>
          <p:cNvPr id="5" name="对象 692"/>
          <p:cNvGraphicFramePr>
            <a:graphicFrameLocks noChangeAspect="1"/>
          </p:cNvGraphicFramePr>
          <p:nvPr/>
        </p:nvGraphicFramePr>
        <p:xfrm>
          <a:off x="4191000" y="2819400"/>
          <a:ext cx="4850130" cy="318135"/>
        </p:xfrm>
        <a:graphic>
          <a:graphicData uri="http://schemas.openxmlformats.org/presentationml/2006/ole">
            <mc:AlternateContent xmlns:mc="http://schemas.openxmlformats.org/markup-compatibility/2006">
              <mc:Choice xmlns:v="urn:schemas-microsoft-com:vml" Requires="v">
                <p:oleObj spid="_x0000_s14" name="" r:id="rId4" imgW="3402330" imgH="190500" progId="Equation.DSMT4">
                  <p:embed/>
                </p:oleObj>
              </mc:Choice>
              <mc:Fallback>
                <p:oleObj name="" r:id="rId4" imgW="3402330" imgH="190500" progId="Equation.DSMT4">
                  <p:embed/>
                  <p:pic>
                    <p:nvPicPr>
                      <p:cNvPr id="0" name="图片 13"/>
                      <p:cNvPicPr/>
                      <p:nvPr/>
                    </p:nvPicPr>
                    <p:blipFill>
                      <a:blip r:embed="rId5"/>
                      <a:stretch>
                        <a:fillRect/>
                      </a:stretch>
                    </p:blipFill>
                    <p:spPr>
                      <a:xfrm>
                        <a:off x="4191000" y="2819400"/>
                        <a:ext cx="4850130" cy="318135"/>
                      </a:xfrm>
                      <a:prstGeom prst="rect">
                        <a:avLst/>
                      </a:prstGeom>
                      <a:noFill/>
                      <a:ln w="38100">
                        <a:noFill/>
                        <a:miter/>
                      </a:ln>
                    </p:spPr>
                  </p:pic>
                </p:oleObj>
              </mc:Fallback>
            </mc:AlternateContent>
          </a:graphicData>
        </a:graphic>
      </p:graphicFrame>
      <p:graphicFrame>
        <p:nvGraphicFramePr>
          <p:cNvPr id="6" name="对象 693"/>
          <p:cNvGraphicFramePr>
            <a:graphicFrameLocks noChangeAspect="1"/>
          </p:cNvGraphicFramePr>
          <p:nvPr/>
        </p:nvGraphicFramePr>
        <p:xfrm>
          <a:off x="4191000" y="3352800"/>
          <a:ext cx="2972435" cy="271780"/>
        </p:xfrm>
        <a:graphic>
          <a:graphicData uri="http://schemas.openxmlformats.org/presentationml/2006/ole">
            <mc:AlternateContent xmlns:mc="http://schemas.openxmlformats.org/markup-compatibility/2006">
              <mc:Choice xmlns:v="urn:schemas-microsoft-com:vml" Requires="v">
                <p:oleObj spid="_x0000_s15" name="" r:id="rId6" imgW="1662430" imgH="152400" progId="Equation.DSMT4">
                  <p:embed/>
                </p:oleObj>
              </mc:Choice>
              <mc:Fallback>
                <p:oleObj name="" r:id="rId6" imgW="1662430" imgH="152400" progId="Equation.DSMT4">
                  <p:embed/>
                  <p:pic>
                    <p:nvPicPr>
                      <p:cNvPr id="0" name="图片 14"/>
                      <p:cNvPicPr/>
                      <p:nvPr/>
                    </p:nvPicPr>
                    <p:blipFill>
                      <a:blip r:embed="rId7"/>
                      <a:stretch>
                        <a:fillRect/>
                      </a:stretch>
                    </p:blipFill>
                    <p:spPr>
                      <a:xfrm>
                        <a:off x="4191000" y="3352800"/>
                        <a:ext cx="2972435" cy="2717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290"/>
                                        </p:tgtEl>
                                        <p:attrNameLst>
                                          <p:attrName>style.visibility</p:attrName>
                                        </p:attrNameLst>
                                      </p:cBhvr>
                                      <p:to>
                                        <p:strVal val="visible"/>
                                      </p:to>
                                    </p:set>
                                    <p:animEffect transition="in" filter="wipe(up)">
                                      <p:cBhvr>
                                        <p:cTn id="7" dur="500"/>
                                        <p:tgtEl>
                                          <p:spTgt spid="9290"/>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13" presetClass="entr" presetSubtype="16" fill="hold" nodeType="clickEffect">
                                  <p:stCondLst>
                                    <p:cond delay="0"/>
                                  </p:stCondLst>
                                  <p:childTnLst>
                                    <p:set>
                                      <p:cBhvr>
                                        <p:cTn id="19" dur="500" fill="hold">
                                          <p:stCondLst>
                                            <p:cond delay="0"/>
                                          </p:stCondLst>
                                        </p:cTn>
                                        <p:tgtEl>
                                          <p:spTgt spid="11"/>
                                        </p:tgtEl>
                                        <p:attrNameLst>
                                          <p:attrName>style.visibility</p:attrName>
                                        </p:attrNameLst>
                                      </p:cBhvr>
                                      <p:to>
                                        <p:strVal val="visible"/>
                                      </p:to>
                                    </p:set>
                                    <p:animEffect transition="in" filter="plus(in)">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500" fill="hold">
                                          <p:stCondLst>
                                            <p:cond delay="0"/>
                                          </p:stCondLst>
                                        </p:cTn>
                                        <p:tgtEl>
                                          <p:spTgt spid="5"/>
                                        </p:tgtEl>
                                        <p:attrNameLst>
                                          <p:attrName>style.visibility</p:attrName>
                                        </p:attrNameLst>
                                      </p:cBhvr>
                                      <p:to>
                                        <p:strVal val="visible"/>
                                      </p:to>
                                    </p:set>
                                    <p:animEffect transition="in" filter="wheel(1)">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48" presetClass="entr" presetSubtype="0" accel="5000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1000" fill="hold"/>
                                        <p:tgtEl>
                                          <p:spTgt spid="1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31" dur="1000" fill="hold"/>
                                        <p:tgtEl>
                                          <p:spTgt spid="12"/>
                                        </p:tgtEl>
                                        <p:attrNameLst>
                                          <p:attrName>ppt_x</p:attrName>
                                        </p:attrNameLst>
                                      </p:cBhvr>
                                      <p:tavLst>
                                        <p:tav tm="0">
                                          <p:val>
                                            <p:fltVal val="-1"/>
                                          </p:val>
                                        </p:tav>
                                        <p:tav tm="50000">
                                          <p:val>
                                            <p:fltVal val="0.95"/>
                                          </p:val>
                                        </p:tav>
                                        <p:tav tm="100000">
                                          <p:val>
                                            <p:strVal val="#ppt_x"/>
                                          </p:val>
                                        </p:tav>
                                      </p:tavLst>
                                    </p:anim>
                                    <p:anim calcmode="lin" valueType="num">
                                      <p:cBhvr>
                                        <p:cTn id="32" dur="1000" fill="hold"/>
                                        <p:tgtEl>
                                          <p:spTgt spid="12"/>
                                        </p:tgtEl>
                                        <p:attrNameLst>
                                          <p:attrName>ppt_y</p:attrName>
                                        </p:attrNameLst>
                                      </p:cBhvr>
                                      <p:tavLst>
                                        <p:tav tm="0">
                                          <p:val>
                                            <p:strVal val="#ppt_y"/>
                                          </p:val>
                                        </p:tav>
                                        <p:tav tm="100000">
                                          <p:val>
                                            <p:strVal val="#ppt_y"/>
                                          </p:val>
                                        </p:tav>
                                      </p:tavLst>
                                    </p:anim>
                                    <p:animEffect transition="in" filter="fade">
                                      <p:cBhvr>
                                        <p:cTn id="33" dur="10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 calcmode="lin" valueType="num">
                                      <p:cBhvr additive="base">
                                        <p:cTn id="38" dur="500" fill="hold"/>
                                        <p:tgtEl>
                                          <p:spTgt spid="6"/>
                                        </p:tgtEl>
                                        <p:attrNameLst>
                                          <p:attrName>ppt_x</p:attrName>
                                        </p:attrNameLst>
                                      </p:cBhvr>
                                      <p:tavLst>
                                        <p:tav tm="0">
                                          <p:val>
                                            <p:strVal val="1+#ppt_w/2"/>
                                          </p:val>
                                        </p:tav>
                                        <p:tav tm="100000">
                                          <p:val>
                                            <p:strVal val="#ppt_x"/>
                                          </p:val>
                                        </p:tav>
                                      </p:tavLst>
                                    </p:anim>
                                    <p:anim calcmode="lin" valueType="num">
                                      <p:cBhvr additive="base">
                                        <p:cTn id="39"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4.2 </a:t>
            </a:r>
            <a:r>
              <a:rPr lang="en-US" altLang="zh-CN" b="1" dirty="0">
                <a:solidFill>
                  <a:srgbClr val="FF0000"/>
                </a:solidFill>
                <a:latin typeface="黑体" panose="02010609060101010101" pitchFamily="49" charset="-122"/>
                <a:ea typeface="黑体" panose="02010609060101010101" pitchFamily="49" charset="-122"/>
                <a:sym typeface="+mn-ea"/>
              </a:rPr>
              <a:t>组合逻辑电路的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r>
              <a:rPr lang="en-US" altLang="zh-CN" b="1" dirty="0">
                <a:solidFill>
                  <a:srgbClr val="FF0000"/>
                </a:solidFill>
                <a:latin typeface="黑体" panose="02010609060101010101" pitchFamily="49" charset="-122"/>
                <a:ea typeface="黑体" panose="02010609060101010101" pitchFamily="49" charset="-122"/>
                <a:sym typeface="+mn-ea"/>
              </a:rPr>
              <a:t>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 name="文本框 2"/>
          <p:cNvSpPr txBox="1"/>
          <p:nvPr/>
        </p:nvSpPr>
        <p:spPr>
          <a:xfrm>
            <a:off x="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pic>
        <p:nvPicPr>
          <p:cNvPr id="9291" name="图片 2728"/>
          <p:cNvPicPr>
            <a:picLocks noChangeAspect="1"/>
          </p:cNvPicPr>
          <p:nvPr/>
        </p:nvPicPr>
        <p:blipFill>
          <a:blip r:embed="rId1"/>
          <a:stretch>
            <a:fillRect/>
          </a:stretch>
        </p:blipFill>
        <p:spPr>
          <a:xfrm>
            <a:off x="1066800" y="1219200"/>
            <a:ext cx="6812280" cy="5270500"/>
          </a:xfrm>
          <a:prstGeom prst="rect">
            <a:avLst/>
          </a:prstGeom>
          <a:noFill/>
          <a:ln>
            <a:noFill/>
          </a:ln>
        </p:spPr>
      </p:pic>
      <p:sp>
        <p:nvSpPr>
          <p:cNvPr id="100" name="文本框 99"/>
          <p:cNvSpPr txBox="1"/>
          <p:nvPr/>
        </p:nvSpPr>
        <p:spPr>
          <a:xfrm>
            <a:off x="3581400" y="6477000"/>
            <a:ext cx="2160270"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4-6 </a:t>
            </a:r>
            <a:r>
              <a:rPr lang="zh-CN" sz="1600">
                <a:ea typeface="宋体" panose="02010600030101010101" pitchFamily="2" charset="-122"/>
              </a:rPr>
              <a:t>例</a:t>
            </a:r>
            <a:r>
              <a:rPr lang="en-US" sz="1600">
                <a:latin typeface="Times New Roman" panose="02020603050405020304" charset="0"/>
                <a:ea typeface="宋体" panose="02010600030101010101" pitchFamily="2" charset="-122"/>
              </a:rPr>
              <a:t>4-3</a:t>
            </a:r>
            <a:r>
              <a:rPr lang="zh-CN" sz="1600">
                <a:ea typeface="宋体" panose="02010600030101010101" pitchFamily="2" charset="-122"/>
              </a:rPr>
              <a:t>的逻辑图</a:t>
            </a:r>
            <a:endParaRPr lang="zh-CN" altLang="en-US" sz="16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905000"/>
            <a:ext cx="8003540" cy="101727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将数值、文字和符号等信息表示成二进制代码的过程称为编码。具有编码功能的电路称为编码器。</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9" name="Rectangle 3"/>
          <p:cNvSpPr>
            <a:spLocks noGrp="1"/>
          </p:cNvSpPr>
          <p:nvPr/>
        </p:nvSpPr>
        <p:spPr>
          <a:xfrm>
            <a:off x="762000" y="2895600"/>
            <a:ext cx="7886700" cy="94043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根据编码方式的不同，编码器可分为二进制编码器和二-十进制编码器。</a:t>
            </a:r>
            <a:endParaRPr sz="2400" b="1" kern="1200" dirty="0">
              <a:solidFill>
                <a:srgbClr val="000066"/>
              </a:solidFill>
              <a:latin typeface="Arial" panose="020B0604020202020204" pitchFamily="34" charset="0"/>
              <a:ea typeface="楷体_GB2312" pitchFamily="49" charset="-122"/>
            </a:endParaRPr>
          </a:p>
        </p:txBody>
      </p:sp>
      <p:sp>
        <p:nvSpPr>
          <p:cNvPr id="11" name="Rectangle 3"/>
          <p:cNvSpPr>
            <a:spLocks noGrp="1"/>
          </p:cNvSpPr>
          <p:nvPr/>
        </p:nvSpPr>
        <p:spPr>
          <a:xfrm>
            <a:off x="695325" y="3827145"/>
            <a:ext cx="7965440" cy="23602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根据输入信号是否具有优先编码的功能，编码器可分为普通编码器和优先编码器。普通编码器任何时刻</a:t>
            </a:r>
            <a:r>
              <a:rPr lang="zh-CN" sz="2400" b="1" dirty="0">
                <a:solidFill>
                  <a:srgbClr val="000066"/>
                </a:solidFill>
                <a:latin typeface="Arial" panose="020B0604020202020204" pitchFamily="34" charset="0"/>
                <a:ea typeface="楷体_GB2312" pitchFamily="49" charset="-122"/>
                <a:sym typeface="+mn-ea"/>
              </a:rPr>
              <a:t>都</a:t>
            </a:r>
            <a:r>
              <a:rPr sz="2400" b="1" dirty="0">
                <a:solidFill>
                  <a:srgbClr val="000066"/>
                </a:solidFill>
                <a:latin typeface="Arial" panose="020B0604020202020204" pitchFamily="34" charset="0"/>
                <a:ea typeface="楷体_GB2312" pitchFamily="49" charset="-122"/>
                <a:sym typeface="+mn-ea"/>
              </a:rPr>
              <a:t>只允许一个输入信号有效，否则输出代码将会发生错误。优先编码器允许多个输入信号同时有效，但是只会对这些输入信号中优先级最高的信号进行编码。</a:t>
            </a:r>
            <a:endParaRPr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6146" name="Rectangle 2"/>
          <p:cNvSpPr>
            <a:spLocks noGrp="1"/>
          </p:cNvSpPr>
          <p:nvPr>
            <p:ph type="title"/>
          </p:nvPr>
        </p:nvSpPr>
        <p:spPr>
          <a:xfrm>
            <a:off x="762000" y="1295400"/>
            <a:ext cx="584962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4.3.</a:t>
            </a:r>
            <a:r>
              <a:rPr sz="2800" i="0" dirty="0">
                <a:solidFill>
                  <a:srgbClr val="0070C0"/>
                </a:solidFill>
                <a:latin typeface="黑体" panose="02010609060101010101" pitchFamily="49" charset="-122"/>
                <a:ea typeface="黑体" panose="02010609060101010101" pitchFamily="49" charset="-122"/>
              </a:rPr>
              <a:t>1 编码器</a:t>
            </a:r>
            <a:endParaRPr sz="2800" i="0" dirty="0">
              <a:solidFill>
                <a:srgbClr val="0070C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23875" y="1583055"/>
            <a:ext cx="8131175" cy="99758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二进制编码器的结构如下所示，它有</a:t>
            </a:r>
            <a:r>
              <a:rPr lang="en-US" altLang="zh-CN" sz="2400" b="1" kern="1200" dirty="0">
                <a:solidFill>
                  <a:srgbClr val="000066"/>
                </a:solidFill>
                <a:latin typeface="Arial" panose="020B0604020202020204" pitchFamily="34" charset="0"/>
                <a:ea typeface="楷体_GB2312" pitchFamily="49" charset="-122"/>
              </a:rPr>
              <a:t>2</a:t>
            </a:r>
            <a:r>
              <a:rPr lang="en-US" altLang="zh-CN" sz="2400" b="1" kern="1200" baseline="42000" dirty="0">
                <a:solidFill>
                  <a:srgbClr val="000066"/>
                </a:solidFill>
                <a:uFillTx/>
                <a:latin typeface="Arial" panose="020B0604020202020204" pitchFamily="34" charset="0"/>
                <a:ea typeface="楷体_GB2312" pitchFamily="49" charset="-122"/>
              </a:rPr>
              <a:t>n</a:t>
            </a:r>
            <a:r>
              <a:rPr lang="zh-CN" altLang="en-US" sz="2400" b="1" kern="1200" dirty="0">
                <a:solidFill>
                  <a:srgbClr val="000066"/>
                </a:solidFill>
                <a:latin typeface="Arial" panose="020B0604020202020204" pitchFamily="34" charset="0"/>
                <a:ea typeface="楷体_GB2312" pitchFamily="49" charset="-122"/>
              </a:rPr>
              <a:t>个编码输入信号，n位的二进制码输出信号。</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533400" y="4724400"/>
            <a:ext cx="8092440" cy="135826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8线-3线普通编码器真值表如表4-4所示，其中</a:t>
            </a:r>
            <a:r>
              <a:rPr sz="2400" b="1" i="1" dirty="0">
                <a:solidFill>
                  <a:srgbClr val="000066"/>
                </a:solidFill>
                <a:latin typeface="Arial" panose="020B0604020202020204" pitchFamily="34" charset="0"/>
                <a:ea typeface="楷体_GB2312" pitchFamily="49" charset="-122"/>
                <a:sym typeface="+mn-ea"/>
              </a:rPr>
              <a:t>I</a:t>
            </a:r>
            <a:r>
              <a:rPr sz="2400" b="1" baseline="-25000" dirty="0">
                <a:solidFill>
                  <a:srgbClr val="000066"/>
                </a:solidFill>
                <a:latin typeface="Arial" panose="020B0604020202020204" pitchFamily="34" charset="0"/>
                <a:ea typeface="楷体_GB2312" pitchFamily="49" charset="-122"/>
                <a:sym typeface="+mn-ea"/>
              </a:rPr>
              <a:t>0</a:t>
            </a:r>
            <a:r>
              <a:rPr sz="2400" b="1" dirty="0">
                <a:solidFill>
                  <a:srgbClr val="000066"/>
                </a:solidFill>
                <a:latin typeface="Arial" panose="020B0604020202020204" pitchFamily="34" charset="0"/>
                <a:ea typeface="楷体_GB2312" pitchFamily="49" charset="-122"/>
                <a:sym typeface="+mn-ea"/>
              </a:rPr>
              <a:t> ~ </a:t>
            </a:r>
            <a:r>
              <a:rPr sz="2400" b="1" i="1" dirty="0">
                <a:solidFill>
                  <a:srgbClr val="000066"/>
                </a:solidFill>
                <a:latin typeface="Arial" panose="020B0604020202020204" pitchFamily="34" charset="0"/>
                <a:ea typeface="楷体_GB2312" pitchFamily="49" charset="-122"/>
                <a:sym typeface="+mn-ea"/>
              </a:rPr>
              <a:t>I</a:t>
            </a:r>
            <a:r>
              <a:rPr sz="2400" b="1" baseline="-25000" dirty="0">
                <a:solidFill>
                  <a:srgbClr val="000066"/>
                </a:solidFill>
                <a:latin typeface="Arial" panose="020B0604020202020204" pitchFamily="34" charset="0"/>
                <a:ea typeface="楷体_GB2312" pitchFamily="49" charset="-122"/>
                <a:sym typeface="+mn-ea"/>
              </a:rPr>
              <a:t>7</a:t>
            </a:r>
            <a:r>
              <a:rPr sz="2400" b="1" dirty="0">
                <a:solidFill>
                  <a:srgbClr val="000066"/>
                </a:solidFill>
                <a:latin typeface="Arial" panose="020B0604020202020204" pitchFamily="34" charset="0"/>
                <a:ea typeface="楷体_GB2312" pitchFamily="49" charset="-122"/>
                <a:sym typeface="+mn-ea"/>
              </a:rPr>
              <a:t>为</a:t>
            </a:r>
            <a:r>
              <a:rPr sz="2400" b="1" dirty="0">
                <a:solidFill>
                  <a:srgbClr val="000066"/>
                </a:solidFill>
                <a:latin typeface="Arial" panose="020B0604020202020204" pitchFamily="34" charset="0"/>
                <a:ea typeface="楷体_GB2312" pitchFamily="49" charset="-122"/>
                <a:sym typeface="+mn-ea"/>
              </a:rPr>
              <a:t>8个</a:t>
            </a:r>
            <a:r>
              <a:rPr sz="2400" b="1" dirty="0">
                <a:solidFill>
                  <a:srgbClr val="000066"/>
                </a:solidFill>
                <a:latin typeface="Arial" panose="020B0604020202020204" pitchFamily="34" charset="0"/>
                <a:ea typeface="楷体_GB2312" pitchFamily="49" charset="-122"/>
                <a:sym typeface="+mn-ea"/>
              </a:rPr>
              <a:t>高电平有效的编码输入信号，</a:t>
            </a:r>
            <a:r>
              <a:rPr sz="2400" b="1" i="1" dirty="0">
                <a:solidFill>
                  <a:srgbClr val="000066"/>
                </a:solidFill>
                <a:latin typeface="Arial" panose="020B0604020202020204" pitchFamily="34" charset="0"/>
                <a:ea typeface="楷体_GB2312" pitchFamily="49" charset="-122"/>
                <a:sym typeface="+mn-ea"/>
              </a:rPr>
              <a:t>Y</a:t>
            </a:r>
            <a:r>
              <a:rPr sz="2400" b="1" baseline="-25000" dirty="0">
                <a:solidFill>
                  <a:srgbClr val="000066"/>
                </a:solidFill>
                <a:latin typeface="Arial" panose="020B0604020202020204" pitchFamily="34" charset="0"/>
                <a:ea typeface="楷体_GB2312" pitchFamily="49" charset="-122"/>
                <a:sym typeface="+mn-ea"/>
              </a:rPr>
              <a:t>0</a:t>
            </a:r>
            <a:r>
              <a:rPr sz="2400" b="1" dirty="0">
                <a:solidFill>
                  <a:srgbClr val="000066"/>
                </a:solidFill>
                <a:latin typeface="Arial" panose="020B0604020202020204" pitchFamily="34" charset="0"/>
                <a:ea typeface="楷体_GB2312" pitchFamily="49" charset="-122"/>
                <a:sym typeface="+mn-ea"/>
              </a:rPr>
              <a:t> ~ </a:t>
            </a:r>
            <a:r>
              <a:rPr sz="2400" b="1" i="1" dirty="0">
                <a:solidFill>
                  <a:srgbClr val="000066"/>
                </a:solidFill>
                <a:latin typeface="Arial" panose="020B0604020202020204" pitchFamily="34" charset="0"/>
                <a:ea typeface="楷体_GB2312" pitchFamily="49" charset="-122"/>
                <a:sym typeface="+mn-ea"/>
              </a:rPr>
              <a:t>Y</a:t>
            </a:r>
            <a:r>
              <a:rPr sz="2400" b="1" baseline="-25000" dirty="0">
                <a:solidFill>
                  <a:srgbClr val="000066"/>
                </a:solidFill>
                <a:latin typeface="Arial" panose="020B0604020202020204" pitchFamily="34" charset="0"/>
                <a:ea typeface="楷体_GB2312" pitchFamily="49" charset="-122"/>
                <a:sym typeface="+mn-ea"/>
              </a:rPr>
              <a:t>2</a:t>
            </a:r>
            <a:r>
              <a:rPr sz="2400" b="1" dirty="0">
                <a:solidFill>
                  <a:srgbClr val="000066"/>
                </a:solidFill>
                <a:latin typeface="Arial" panose="020B0604020202020204" pitchFamily="34" charset="0"/>
                <a:ea typeface="楷体_GB2312" pitchFamily="49" charset="-122"/>
                <a:sym typeface="+mn-ea"/>
              </a:rPr>
              <a:t>为3个编码输出信号。</a:t>
            </a:r>
            <a:endParaRPr sz="2400" b="1" dirty="0">
              <a:solidFill>
                <a:srgbClr val="000066"/>
              </a:solidFill>
              <a:latin typeface="Arial" panose="020B0604020202020204" pitchFamily="34" charset="0"/>
              <a:ea typeface="楷体_GB2312" pitchFamily="49" charset="-122"/>
              <a:sym typeface="+mn-ea"/>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3" name="Rectangle 3"/>
          <p:cNvSpPr>
            <a:spLocks noGrp="1"/>
          </p:cNvSpPr>
          <p:nvPr/>
        </p:nvSpPr>
        <p:spPr>
          <a:xfrm>
            <a:off x="1122680" y="1143000"/>
            <a:ext cx="27317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a:t>
            </a:r>
            <a:r>
              <a:rPr sz="2400" b="1" kern="1200" dirty="0">
                <a:solidFill>
                  <a:srgbClr val="FE09D6"/>
                </a:solidFill>
                <a:latin typeface="Times New Roman" panose="02020603050405020304" charset="0"/>
                <a:ea typeface="楷体_GB2312" pitchFamily="49" charset="-122"/>
                <a:cs typeface="Times New Roman" panose="02020603050405020304" charset="0"/>
              </a:rPr>
              <a:t>二进制编码器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pic>
        <p:nvPicPr>
          <p:cNvPr id="9292" name="图片 2729"/>
          <p:cNvPicPr>
            <a:picLocks noChangeAspect="1"/>
          </p:cNvPicPr>
          <p:nvPr/>
        </p:nvPicPr>
        <p:blipFill>
          <a:blip r:embed="rId1"/>
          <a:stretch>
            <a:fillRect/>
          </a:stretch>
        </p:blipFill>
        <p:spPr>
          <a:xfrm>
            <a:off x="2362200" y="2667000"/>
            <a:ext cx="4382770" cy="1419225"/>
          </a:xfrm>
          <a:prstGeom prst="rect">
            <a:avLst/>
          </a:prstGeom>
          <a:noFill/>
          <a:ln>
            <a:noFill/>
          </a:ln>
        </p:spPr>
      </p:pic>
      <p:sp>
        <p:nvSpPr>
          <p:cNvPr id="17" name="Rectangle 3"/>
          <p:cNvSpPr>
            <a:spLocks noGrp="1"/>
          </p:cNvSpPr>
          <p:nvPr/>
        </p:nvSpPr>
        <p:spPr>
          <a:xfrm>
            <a:off x="567690" y="4191000"/>
            <a:ext cx="3154045"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(1) </a:t>
            </a:r>
            <a:r>
              <a:rPr lang="en-US" sz="2400" b="1" dirty="0">
                <a:solidFill>
                  <a:srgbClr val="070707"/>
                </a:solidFill>
                <a:latin typeface="Times New Roman" panose="02020603050405020304" charset="0"/>
                <a:ea typeface="楷体_GB2312" pitchFamily="49" charset="-122"/>
                <a:cs typeface="Times New Roman" panose="02020603050405020304" charset="0"/>
              </a:rPr>
              <a:t>普通编码器</a:t>
            </a:r>
            <a:r>
              <a:rPr lang="en-US" sz="2400" b="1" dirty="0">
                <a:solidFill>
                  <a:srgbClr val="070707"/>
                </a:solidFill>
                <a:latin typeface="Times New Roman" panose="02020603050405020304" charset="0"/>
                <a:ea typeface="楷体_GB2312" pitchFamily="49" charset="-122"/>
                <a:cs typeface="Times New Roman" panose="02020603050405020304" charset="0"/>
              </a:rPr>
              <a:t>。</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4" name="图片 3" descr="U6J)%F4M3QM2_JR$UD0N}QX"/>
          <p:cNvPicPr>
            <a:picLocks noChangeAspect="1"/>
          </p:cNvPicPr>
          <p:nvPr/>
        </p:nvPicPr>
        <p:blipFill>
          <a:blip r:embed="rId1"/>
          <a:stretch>
            <a:fillRect/>
          </a:stretch>
        </p:blipFill>
        <p:spPr>
          <a:xfrm>
            <a:off x="1295400" y="1219200"/>
            <a:ext cx="6945630" cy="3314065"/>
          </a:xfrm>
          <a:prstGeom prst="rect">
            <a:avLst/>
          </a:prstGeom>
        </p:spPr>
      </p:pic>
      <p:graphicFrame>
        <p:nvGraphicFramePr>
          <p:cNvPr id="2" name="对象 -2147481730"/>
          <p:cNvGraphicFramePr>
            <a:graphicFrameLocks noChangeAspect="1"/>
          </p:cNvGraphicFramePr>
          <p:nvPr/>
        </p:nvGraphicFramePr>
        <p:xfrm>
          <a:off x="838200" y="4724400"/>
          <a:ext cx="7608570" cy="412115"/>
        </p:xfrm>
        <a:graphic>
          <a:graphicData uri="http://schemas.openxmlformats.org/presentationml/2006/ole">
            <mc:AlternateContent xmlns:mc="http://schemas.openxmlformats.org/markup-compatibility/2006">
              <mc:Choice xmlns:v="urn:schemas-microsoft-com:vml" Requires="v">
                <p:oleObj spid="_x0000_s3076" name="" r:id="rId2" imgW="3982720" imgH="215900" progId="Equation.DSMT4">
                  <p:embed/>
                </p:oleObj>
              </mc:Choice>
              <mc:Fallback>
                <p:oleObj name="" r:id="rId2" imgW="3982720" imgH="215900" progId="Equation.DSMT4">
                  <p:embed/>
                  <p:pic>
                    <p:nvPicPr>
                      <p:cNvPr id="0" name="图片 3075"/>
                      <p:cNvPicPr/>
                      <p:nvPr/>
                    </p:nvPicPr>
                    <p:blipFill>
                      <a:blip r:embed="rId3"/>
                      <a:stretch>
                        <a:fillRect/>
                      </a:stretch>
                    </p:blipFill>
                    <p:spPr>
                      <a:xfrm>
                        <a:off x="838200" y="4724400"/>
                        <a:ext cx="7608570" cy="412115"/>
                      </a:xfrm>
                      <a:prstGeom prst="rect">
                        <a:avLst/>
                      </a:prstGeom>
                      <a:noFill/>
                      <a:ln w="38100">
                        <a:noFill/>
                        <a:miter/>
                      </a:ln>
                    </p:spPr>
                  </p:pic>
                </p:oleObj>
              </mc:Fallback>
            </mc:AlternateContent>
          </a:graphicData>
        </a:graphic>
      </p:graphicFrame>
      <p:graphicFrame>
        <p:nvGraphicFramePr>
          <p:cNvPr id="3" name="对象 -2147481729"/>
          <p:cNvGraphicFramePr>
            <a:graphicFrameLocks noChangeAspect="1"/>
          </p:cNvGraphicFramePr>
          <p:nvPr/>
        </p:nvGraphicFramePr>
        <p:xfrm>
          <a:off x="838200" y="5334000"/>
          <a:ext cx="7598410" cy="412750"/>
        </p:xfrm>
        <a:graphic>
          <a:graphicData uri="http://schemas.openxmlformats.org/presentationml/2006/ole">
            <mc:AlternateContent xmlns:mc="http://schemas.openxmlformats.org/markup-compatibility/2006">
              <mc:Choice xmlns:v="urn:schemas-microsoft-com:vml" Requires="v">
                <p:oleObj spid="_x0000_s5" name="" r:id="rId4" imgW="3970020" imgH="215900" progId="Equation.DSMT4">
                  <p:embed/>
                </p:oleObj>
              </mc:Choice>
              <mc:Fallback>
                <p:oleObj name="" r:id="rId4" imgW="3970020" imgH="215900" progId="Equation.DSMT4">
                  <p:embed/>
                  <p:pic>
                    <p:nvPicPr>
                      <p:cNvPr id="0" name="图片 4"/>
                      <p:cNvPicPr/>
                      <p:nvPr/>
                    </p:nvPicPr>
                    <p:blipFill>
                      <a:blip r:embed="rId5"/>
                      <a:stretch>
                        <a:fillRect/>
                      </a:stretch>
                    </p:blipFill>
                    <p:spPr>
                      <a:xfrm>
                        <a:off x="838200" y="5334000"/>
                        <a:ext cx="7598410" cy="412750"/>
                      </a:xfrm>
                      <a:prstGeom prst="rect">
                        <a:avLst/>
                      </a:prstGeom>
                      <a:noFill/>
                      <a:ln w="38100">
                        <a:noFill/>
                        <a:miter/>
                      </a:ln>
                    </p:spPr>
                  </p:pic>
                </p:oleObj>
              </mc:Fallback>
            </mc:AlternateContent>
          </a:graphicData>
        </a:graphic>
      </p:graphicFrame>
      <p:graphicFrame>
        <p:nvGraphicFramePr>
          <p:cNvPr id="6" name="对象 -2147481728"/>
          <p:cNvGraphicFramePr>
            <a:graphicFrameLocks noChangeAspect="1"/>
          </p:cNvGraphicFramePr>
          <p:nvPr/>
        </p:nvGraphicFramePr>
        <p:xfrm>
          <a:off x="838200" y="5943600"/>
          <a:ext cx="7644765" cy="414020"/>
        </p:xfrm>
        <a:graphic>
          <a:graphicData uri="http://schemas.openxmlformats.org/presentationml/2006/ole">
            <mc:AlternateContent xmlns:mc="http://schemas.openxmlformats.org/markup-compatibility/2006">
              <mc:Choice xmlns:v="urn:schemas-microsoft-com:vml" Requires="v">
                <p:oleObj spid="_x0000_s7" name="" r:id="rId6" imgW="3982720" imgH="215900" progId="Equation.DSMT4">
                  <p:embed/>
                </p:oleObj>
              </mc:Choice>
              <mc:Fallback>
                <p:oleObj name="" r:id="rId6" imgW="3982720" imgH="215900" progId="Equation.DSMT4">
                  <p:embed/>
                  <p:pic>
                    <p:nvPicPr>
                      <p:cNvPr id="0" name="图片 5"/>
                      <p:cNvPicPr/>
                      <p:nvPr/>
                    </p:nvPicPr>
                    <p:blipFill>
                      <a:blip r:embed="rId7"/>
                      <a:stretch>
                        <a:fillRect/>
                      </a:stretch>
                    </p:blipFill>
                    <p:spPr>
                      <a:xfrm>
                        <a:off x="838200" y="5943600"/>
                        <a:ext cx="7644765" cy="41402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48" presetClass="entr" presetSubtype="0" accel="5000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1000" fill="hold"/>
                                        <p:tgtEl>
                                          <p:spTgt spid="6"/>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9" dur="1000" fill="hold"/>
                                        <p:tgtEl>
                                          <p:spTgt spid="6"/>
                                        </p:tgtEl>
                                        <p:attrNameLst>
                                          <p:attrName>ppt_x</p:attrName>
                                        </p:attrNameLst>
                                      </p:cBhvr>
                                      <p:tavLst>
                                        <p:tav tm="0">
                                          <p:val>
                                            <p:fltVal val="-1"/>
                                          </p:val>
                                        </p:tav>
                                        <p:tav tm="50000">
                                          <p:val>
                                            <p:fltVal val="0.95"/>
                                          </p:val>
                                        </p:tav>
                                        <p:tav tm="100000">
                                          <p:val>
                                            <p:strVal val="#ppt_x"/>
                                          </p:val>
                                        </p:tav>
                                      </p:tavLst>
                                    </p:anim>
                                    <p:anim calcmode="lin" valueType="num">
                                      <p:cBhvr>
                                        <p:cTn id="20" dur="1000" fill="hold"/>
                                        <p:tgtEl>
                                          <p:spTgt spid="6"/>
                                        </p:tgtEl>
                                        <p:attrNameLst>
                                          <p:attrName>ppt_y</p:attrName>
                                        </p:attrNameLst>
                                      </p:cBhvr>
                                      <p:tavLst>
                                        <p:tav tm="0">
                                          <p:val>
                                            <p:strVal val="#ppt_y"/>
                                          </p:val>
                                        </p:tav>
                                        <p:tav tm="100000">
                                          <p:val>
                                            <p:strVal val="#ppt_y"/>
                                          </p:val>
                                        </p:tav>
                                      </p:tavLst>
                                    </p:anim>
                                    <p:animEffect transition="in" filter="fade">
                                      <p:cBhvr>
                                        <p:cTn id="2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00" name="文本框 99"/>
          <p:cNvSpPr txBox="1"/>
          <p:nvPr/>
        </p:nvSpPr>
        <p:spPr>
          <a:xfrm>
            <a:off x="5943600" y="2286000"/>
            <a:ext cx="2825115" cy="3636010"/>
          </a:xfrm>
          <a:prstGeom prst="rect">
            <a:avLst/>
          </a:prstGeom>
          <a:noFill/>
          <a:ln w="9525">
            <a:noFill/>
          </a:ln>
        </p:spPr>
        <p:txBody>
          <a:bodyPr wrap="square">
            <a:spAutoFit/>
          </a:bodyPr>
          <a:p>
            <a:pPr algn="just">
              <a:lnSpc>
                <a:spcPct val="120000"/>
              </a:lnSpc>
              <a:spcBef>
                <a:spcPts val="0"/>
              </a:spcBef>
              <a:buClr>
                <a:schemeClr val="folHlink"/>
              </a:buClr>
              <a:buSzTx/>
              <a:buFont typeface="Wingdings" panose="05000000000000000000" pitchFamily="2" charset="2"/>
            </a:pPr>
            <a:r>
              <a:rPr lang="zh-CN" altLang="en-US" sz="2400" b="1" dirty="0">
                <a:solidFill>
                  <a:srgbClr val="000066"/>
                </a:solidFill>
                <a:ea typeface="楷体_GB2312" pitchFamily="49" charset="-122"/>
              </a:rPr>
              <a:t>普通编码器进行编码时，任意时刻都只能有一个输入信号有效。例如：在图4-8中，若</a:t>
            </a:r>
            <a:r>
              <a:rPr lang="zh-CN" altLang="en-US" sz="2400" b="1" i="1" dirty="0">
                <a:solidFill>
                  <a:srgbClr val="000066"/>
                </a:solidFill>
                <a:ea typeface="楷体_GB2312" pitchFamily="49" charset="-122"/>
              </a:rPr>
              <a:t>I</a:t>
            </a:r>
            <a:r>
              <a:rPr lang="zh-CN" altLang="en-US" sz="2400" b="1" baseline="-25000" dirty="0">
                <a:solidFill>
                  <a:srgbClr val="000066"/>
                </a:solidFill>
                <a:ea typeface="楷体_GB2312" pitchFamily="49" charset="-122"/>
              </a:rPr>
              <a:t>7</a:t>
            </a:r>
            <a:r>
              <a:rPr lang="zh-CN" altLang="en-US" sz="2400" b="1" dirty="0">
                <a:solidFill>
                  <a:srgbClr val="000066"/>
                </a:solidFill>
                <a:ea typeface="楷体_GB2312" pitchFamily="49" charset="-122"/>
              </a:rPr>
              <a:t>、</a:t>
            </a:r>
            <a:r>
              <a:rPr lang="zh-CN" altLang="en-US" sz="2400" b="1" i="1" dirty="0">
                <a:solidFill>
                  <a:srgbClr val="000066"/>
                </a:solidFill>
                <a:ea typeface="楷体_GB2312" pitchFamily="49" charset="-122"/>
              </a:rPr>
              <a:t>I</a:t>
            </a:r>
            <a:r>
              <a:rPr lang="zh-CN" altLang="en-US" sz="2400" b="1" baseline="-25000" dirty="0">
                <a:solidFill>
                  <a:srgbClr val="000066"/>
                </a:solidFill>
                <a:ea typeface="楷体_GB2312" pitchFamily="49" charset="-122"/>
              </a:rPr>
              <a:t>6</a:t>
            </a:r>
            <a:r>
              <a:rPr lang="zh-CN" altLang="en-US" sz="2400" b="1" dirty="0">
                <a:solidFill>
                  <a:srgbClr val="000066"/>
                </a:solidFill>
                <a:ea typeface="楷体_GB2312" pitchFamily="49" charset="-122"/>
              </a:rPr>
              <a:t>同时有效，则</a:t>
            </a:r>
            <a:r>
              <a:rPr lang="zh-CN" altLang="en-US" sz="2400" b="1" dirty="0">
                <a:solidFill>
                  <a:srgbClr val="000066"/>
                </a:solidFill>
                <a:ea typeface="楷体_GB2312" pitchFamily="49" charset="-122"/>
                <a:sym typeface="+mn-ea"/>
              </a:rPr>
              <a:t>输出编码为000，显然该输出编码错误。</a:t>
            </a:r>
            <a:endParaRPr lang="zh-CN" altLang="en-US" sz="2400" b="1" dirty="0">
              <a:solidFill>
                <a:srgbClr val="000066"/>
              </a:solidFill>
              <a:ea typeface="楷体_GB2312" pitchFamily="49" charset="-122"/>
            </a:endParaRPr>
          </a:p>
        </p:txBody>
      </p:sp>
      <p:sp>
        <p:nvSpPr>
          <p:cNvPr id="9" name="文本框 8"/>
          <p:cNvSpPr txBox="1"/>
          <p:nvPr/>
        </p:nvSpPr>
        <p:spPr>
          <a:xfrm>
            <a:off x="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pic>
        <p:nvPicPr>
          <p:cNvPr id="9293" name="图片 2730"/>
          <p:cNvPicPr>
            <a:picLocks noChangeAspect="1"/>
          </p:cNvPicPr>
          <p:nvPr/>
        </p:nvPicPr>
        <p:blipFill>
          <a:blip r:embed="rId1"/>
          <a:stretch>
            <a:fillRect/>
          </a:stretch>
        </p:blipFill>
        <p:spPr>
          <a:xfrm>
            <a:off x="452755" y="1250315"/>
            <a:ext cx="5121275" cy="5480050"/>
          </a:xfrm>
          <a:prstGeom prst="rect">
            <a:avLst/>
          </a:prstGeom>
          <a:noFill/>
          <a:ln>
            <a:noFill/>
          </a:ln>
        </p:spPr>
      </p:pic>
      <p:sp>
        <p:nvSpPr>
          <p:cNvPr id="10" name="文本框 9"/>
          <p:cNvSpPr txBox="1"/>
          <p:nvPr/>
        </p:nvSpPr>
        <p:spPr>
          <a:xfrm>
            <a:off x="1524000" y="6575425"/>
            <a:ext cx="3256280"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4-8 8</a:t>
            </a:r>
            <a:r>
              <a:rPr lang="zh-CN" sz="1600">
                <a:ea typeface="宋体" panose="02010600030101010101" pitchFamily="2" charset="-122"/>
              </a:rPr>
              <a:t>线</a:t>
            </a:r>
            <a:r>
              <a:rPr lang="en-US" sz="1600">
                <a:latin typeface="Times New Roman" panose="02020603050405020304" charset="0"/>
                <a:ea typeface="宋体" panose="02010600030101010101" pitchFamily="2" charset="-122"/>
              </a:rPr>
              <a:t>-3</a:t>
            </a:r>
            <a:r>
              <a:rPr lang="zh-CN" sz="1600">
                <a:ea typeface="宋体" panose="02010600030101010101" pitchFamily="2" charset="-122"/>
              </a:rPr>
              <a:t>线普通编码器逻辑图</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500" fill="hold">
                                          <p:stCondLst>
                                            <p:cond delay="0"/>
                                          </p:stCondLst>
                                        </p:cTn>
                                        <p:tgtEl>
                                          <p:spTgt spid="100"/>
                                        </p:tgtEl>
                                        <p:attrNameLst>
                                          <p:attrName>style.visibility</p:attrName>
                                        </p:attrNameLst>
                                      </p:cBhvr>
                                      <p:to>
                                        <p:strVal val="visible"/>
                                      </p:to>
                                    </p:set>
                                    <p:animEffect transition="in" filter="wheel(1)">
                                      <p:cBhvr>
                                        <p:cTn id="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62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533400" y="1600200"/>
            <a:ext cx="8092440" cy="135826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8线-3线优先编码器的真值表如表4-5所示，其中</a:t>
            </a:r>
            <a:r>
              <a:rPr sz="2400" b="1" i="1" dirty="0">
                <a:solidFill>
                  <a:srgbClr val="000066"/>
                </a:solidFill>
                <a:latin typeface="Arial" panose="020B0604020202020204" pitchFamily="34" charset="0"/>
                <a:ea typeface="楷体_GB2312" pitchFamily="49" charset="-122"/>
                <a:sym typeface="+mn-ea"/>
              </a:rPr>
              <a:t>I</a:t>
            </a:r>
            <a:r>
              <a:rPr sz="2400" b="1" baseline="-25000" dirty="0">
                <a:solidFill>
                  <a:srgbClr val="000066"/>
                </a:solidFill>
                <a:latin typeface="Arial" panose="020B0604020202020204" pitchFamily="34" charset="0"/>
                <a:ea typeface="楷体_GB2312" pitchFamily="49" charset="-122"/>
                <a:sym typeface="+mn-ea"/>
              </a:rPr>
              <a:t>0</a:t>
            </a:r>
            <a:r>
              <a:rPr sz="2400" b="1" dirty="0">
                <a:solidFill>
                  <a:srgbClr val="000066"/>
                </a:solidFill>
                <a:latin typeface="Arial" panose="020B0604020202020204" pitchFamily="34" charset="0"/>
                <a:ea typeface="楷体_GB2312" pitchFamily="49" charset="-122"/>
                <a:sym typeface="+mn-ea"/>
              </a:rPr>
              <a:t> ~ </a:t>
            </a:r>
            <a:r>
              <a:rPr sz="2400" b="1" i="1" dirty="0">
                <a:solidFill>
                  <a:srgbClr val="000066"/>
                </a:solidFill>
                <a:latin typeface="Arial" panose="020B0604020202020204" pitchFamily="34" charset="0"/>
                <a:ea typeface="楷体_GB2312" pitchFamily="49" charset="-122"/>
                <a:sym typeface="+mn-ea"/>
              </a:rPr>
              <a:t>I</a:t>
            </a:r>
            <a:r>
              <a:rPr sz="2400" b="1" baseline="-25000" dirty="0">
                <a:solidFill>
                  <a:srgbClr val="000066"/>
                </a:solidFill>
                <a:latin typeface="Arial" panose="020B0604020202020204" pitchFamily="34" charset="0"/>
                <a:ea typeface="楷体_GB2312" pitchFamily="49" charset="-122"/>
                <a:sym typeface="+mn-ea"/>
              </a:rPr>
              <a:t>7</a:t>
            </a:r>
            <a:r>
              <a:rPr sz="2400" b="1" dirty="0">
                <a:solidFill>
                  <a:srgbClr val="000066"/>
                </a:solidFill>
                <a:latin typeface="Arial" panose="020B0604020202020204" pitchFamily="34" charset="0"/>
                <a:ea typeface="楷体_GB2312" pitchFamily="49" charset="-122"/>
                <a:sym typeface="+mn-ea"/>
              </a:rPr>
              <a:t>为8个高电平有效的编码输入信号，并且它们的优先级别依次递增，即</a:t>
            </a:r>
            <a:r>
              <a:rPr sz="2400" b="1" i="1" dirty="0">
                <a:solidFill>
                  <a:srgbClr val="000066"/>
                </a:solidFill>
                <a:latin typeface="Arial" panose="020B0604020202020204" pitchFamily="34" charset="0"/>
                <a:ea typeface="楷体_GB2312" pitchFamily="49" charset="-122"/>
                <a:sym typeface="+mn-ea"/>
              </a:rPr>
              <a:t>I</a:t>
            </a:r>
            <a:r>
              <a:rPr sz="2400" b="1" baseline="-25000" dirty="0">
                <a:solidFill>
                  <a:srgbClr val="000066"/>
                </a:solidFill>
                <a:latin typeface="Arial" panose="020B0604020202020204" pitchFamily="34" charset="0"/>
                <a:ea typeface="楷体_GB2312" pitchFamily="49" charset="-122"/>
                <a:sym typeface="+mn-ea"/>
              </a:rPr>
              <a:t>0</a:t>
            </a:r>
            <a:r>
              <a:rPr sz="2400" b="1" dirty="0">
                <a:solidFill>
                  <a:srgbClr val="000066"/>
                </a:solidFill>
                <a:latin typeface="Arial" panose="020B0604020202020204" pitchFamily="34" charset="0"/>
                <a:ea typeface="楷体_GB2312" pitchFamily="49" charset="-122"/>
                <a:sym typeface="+mn-ea"/>
              </a:rPr>
              <a:t>最低，</a:t>
            </a:r>
            <a:r>
              <a:rPr sz="2400" b="1" i="1" dirty="0">
                <a:solidFill>
                  <a:srgbClr val="000066"/>
                </a:solidFill>
                <a:latin typeface="Arial" panose="020B0604020202020204" pitchFamily="34" charset="0"/>
                <a:ea typeface="楷体_GB2312" pitchFamily="49" charset="-122"/>
                <a:sym typeface="+mn-ea"/>
              </a:rPr>
              <a:t>I</a:t>
            </a:r>
            <a:r>
              <a:rPr lang="en-US" sz="2400" b="1" baseline="-25000" dirty="0">
                <a:solidFill>
                  <a:srgbClr val="000066"/>
                </a:solidFill>
                <a:latin typeface="Arial" panose="020B0604020202020204" pitchFamily="34" charset="0"/>
                <a:ea typeface="楷体_GB2312" pitchFamily="49" charset="-122"/>
                <a:sym typeface="+mn-ea"/>
              </a:rPr>
              <a:t>7</a:t>
            </a:r>
            <a:r>
              <a:rPr sz="2400" b="1" dirty="0">
                <a:solidFill>
                  <a:srgbClr val="000066"/>
                </a:solidFill>
                <a:latin typeface="Arial" panose="020B0604020202020204" pitchFamily="34" charset="0"/>
                <a:ea typeface="楷体_GB2312" pitchFamily="49" charset="-122"/>
                <a:sym typeface="+mn-ea"/>
              </a:rPr>
              <a:t>最高，</a:t>
            </a:r>
            <a:r>
              <a:rPr sz="2400" b="1" i="1" dirty="0">
                <a:solidFill>
                  <a:srgbClr val="000066"/>
                </a:solidFill>
                <a:latin typeface="Arial" panose="020B0604020202020204" pitchFamily="34" charset="0"/>
                <a:ea typeface="楷体_GB2312" pitchFamily="49" charset="-122"/>
                <a:sym typeface="+mn-ea"/>
              </a:rPr>
              <a:t>Y</a:t>
            </a:r>
            <a:r>
              <a:rPr sz="2400" b="1" baseline="-25000" dirty="0">
                <a:solidFill>
                  <a:srgbClr val="000066"/>
                </a:solidFill>
                <a:latin typeface="Arial" panose="020B0604020202020204" pitchFamily="34" charset="0"/>
                <a:ea typeface="楷体_GB2312" pitchFamily="49" charset="-122"/>
                <a:sym typeface="+mn-ea"/>
              </a:rPr>
              <a:t>0</a:t>
            </a:r>
            <a:r>
              <a:rPr sz="2400" b="1" dirty="0">
                <a:solidFill>
                  <a:srgbClr val="000066"/>
                </a:solidFill>
                <a:latin typeface="Arial" panose="020B0604020202020204" pitchFamily="34" charset="0"/>
                <a:ea typeface="楷体_GB2312" pitchFamily="49" charset="-122"/>
                <a:sym typeface="+mn-ea"/>
              </a:rPr>
              <a:t> ~ </a:t>
            </a:r>
            <a:r>
              <a:rPr sz="2400" b="1" i="1" dirty="0">
                <a:solidFill>
                  <a:srgbClr val="000066"/>
                </a:solidFill>
                <a:latin typeface="Arial" panose="020B0604020202020204" pitchFamily="34" charset="0"/>
                <a:ea typeface="楷体_GB2312" pitchFamily="49" charset="-122"/>
                <a:sym typeface="+mn-ea"/>
              </a:rPr>
              <a:t>Y</a:t>
            </a:r>
            <a:r>
              <a:rPr sz="2400" b="1" baseline="-25000" dirty="0">
                <a:solidFill>
                  <a:srgbClr val="000066"/>
                </a:solidFill>
                <a:latin typeface="Arial" panose="020B0604020202020204" pitchFamily="34" charset="0"/>
                <a:ea typeface="楷体_GB2312" pitchFamily="49" charset="-122"/>
                <a:sym typeface="+mn-ea"/>
              </a:rPr>
              <a:t>2</a:t>
            </a:r>
            <a:r>
              <a:rPr sz="2400" b="1" dirty="0">
                <a:solidFill>
                  <a:srgbClr val="000066"/>
                </a:solidFill>
                <a:latin typeface="Arial" panose="020B0604020202020204" pitchFamily="34" charset="0"/>
                <a:ea typeface="楷体_GB2312" pitchFamily="49" charset="-122"/>
                <a:sym typeface="+mn-ea"/>
              </a:rPr>
              <a:t>为3个编码输出信号。</a:t>
            </a:r>
            <a:endParaRPr sz="2400" b="1" dirty="0">
              <a:solidFill>
                <a:srgbClr val="000066"/>
              </a:solidFill>
              <a:latin typeface="Arial" panose="020B0604020202020204" pitchFamily="34" charset="0"/>
              <a:ea typeface="楷体_GB2312" pitchFamily="49" charset="-122"/>
              <a:sym typeface="+mn-ea"/>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7" name="Rectangle 3"/>
          <p:cNvSpPr>
            <a:spLocks noGrp="1"/>
          </p:cNvSpPr>
          <p:nvPr/>
        </p:nvSpPr>
        <p:spPr>
          <a:xfrm>
            <a:off x="567690" y="1143000"/>
            <a:ext cx="3154045"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rPr>
              <a:t>(2) 优先编码器</a:t>
            </a:r>
            <a:r>
              <a:rPr lang="en-US" sz="2400" b="1" dirty="0">
                <a:solidFill>
                  <a:srgbClr val="070707"/>
                </a:solidFill>
                <a:latin typeface="Times New Roman" panose="02020603050405020304" charset="0"/>
                <a:ea typeface="楷体_GB2312" pitchFamily="49" charset="-122"/>
                <a:cs typeface="Times New Roman" panose="02020603050405020304" charset="0"/>
              </a:rPr>
              <a:t>。</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pic>
        <p:nvPicPr>
          <p:cNvPr id="2" name="图片 1" descr="RPH$IMDTI2QG`7]$A731ECX"/>
          <p:cNvPicPr>
            <a:picLocks noChangeAspect="1"/>
          </p:cNvPicPr>
          <p:nvPr/>
        </p:nvPicPr>
        <p:blipFill>
          <a:blip r:embed="rId1"/>
          <a:stretch>
            <a:fillRect/>
          </a:stretch>
        </p:blipFill>
        <p:spPr>
          <a:xfrm>
            <a:off x="685800" y="2971800"/>
            <a:ext cx="7811770" cy="37331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500" fill="hold">
                                          <p:stCondLst>
                                            <p:cond delay="0"/>
                                          </p:stCondLst>
                                        </p:cTn>
                                        <p:tgtEl>
                                          <p:spTgt spid="2"/>
                                        </p:tgtEl>
                                        <p:attrNameLst>
                                          <p:attrName>style.visibility</p:attrName>
                                        </p:attrNameLst>
                                      </p:cBhvr>
                                      <p:to>
                                        <p:strVal val="visible"/>
                                      </p:to>
                                    </p:set>
                                    <p:animEffect transition="in" filter="diamond(in)">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2032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graphicFrame>
        <p:nvGraphicFramePr>
          <p:cNvPr id="2" name="对象 -2147481724"/>
          <p:cNvGraphicFramePr>
            <a:graphicFrameLocks noChangeAspect="1"/>
          </p:cNvGraphicFramePr>
          <p:nvPr/>
        </p:nvGraphicFramePr>
        <p:xfrm>
          <a:off x="762000" y="1295400"/>
          <a:ext cx="5520690" cy="464820"/>
        </p:xfrm>
        <a:graphic>
          <a:graphicData uri="http://schemas.openxmlformats.org/presentationml/2006/ole">
            <mc:AlternateContent xmlns:mc="http://schemas.openxmlformats.org/markup-compatibility/2006">
              <mc:Choice xmlns:v="urn:schemas-microsoft-com:vml" Requires="v">
                <p:oleObj spid="_x0000_s3076" name="" r:id="rId1" imgW="2562225" imgH="215900" progId="Equation.DSMT4">
                  <p:embed/>
                </p:oleObj>
              </mc:Choice>
              <mc:Fallback>
                <p:oleObj name="" r:id="rId1" imgW="2562225" imgH="215900" progId="Equation.DSMT4">
                  <p:embed/>
                  <p:pic>
                    <p:nvPicPr>
                      <p:cNvPr id="0" name="图片 3075"/>
                      <p:cNvPicPr/>
                      <p:nvPr/>
                    </p:nvPicPr>
                    <p:blipFill>
                      <a:blip r:embed="rId2"/>
                      <a:stretch>
                        <a:fillRect/>
                      </a:stretch>
                    </p:blipFill>
                    <p:spPr>
                      <a:xfrm>
                        <a:off x="762000" y="1295400"/>
                        <a:ext cx="5520690" cy="464820"/>
                      </a:xfrm>
                      <a:prstGeom prst="rect">
                        <a:avLst/>
                      </a:prstGeom>
                      <a:noFill/>
                      <a:ln w="38100">
                        <a:noFill/>
                        <a:miter/>
                      </a:ln>
                    </p:spPr>
                  </p:pic>
                </p:oleObj>
              </mc:Fallback>
            </mc:AlternateContent>
          </a:graphicData>
        </a:graphic>
      </p:graphicFrame>
      <p:graphicFrame>
        <p:nvGraphicFramePr>
          <p:cNvPr id="3" name="对象 -2147481723"/>
          <p:cNvGraphicFramePr>
            <a:graphicFrameLocks noChangeAspect="1"/>
          </p:cNvGraphicFramePr>
          <p:nvPr/>
        </p:nvGraphicFramePr>
        <p:xfrm>
          <a:off x="762000" y="1828800"/>
          <a:ext cx="6896100" cy="438785"/>
        </p:xfrm>
        <a:graphic>
          <a:graphicData uri="http://schemas.openxmlformats.org/presentationml/2006/ole">
            <mc:AlternateContent xmlns:mc="http://schemas.openxmlformats.org/markup-compatibility/2006">
              <mc:Choice xmlns:v="urn:schemas-microsoft-com:vml" Requires="v">
                <p:oleObj spid="_x0000_s4" name="" r:id="rId3" imgW="3386455" imgH="215900" progId="Equation.DSMT4">
                  <p:embed/>
                </p:oleObj>
              </mc:Choice>
              <mc:Fallback>
                <p:oleObj name="" r:id="rId3" imgW="3386455" imgH="215900" progId="Equation.DSMT4">
                  <p:embed/>
                  <p:pic>
                    <p:nvPicPr>
                      <p:cNvPr id="0" name="图片 2"/>
                      <p:cNvPicPr/>
                      <p:nvPr/>
                    </p:nvPicPr>
                    <p:blipFill>
                      <a:blip r:embed="rId4"/>
                      <a:stretch>
                        <a:fillRect/>
                      </a:stretch>
                    </p:blipFill>
                    <p:spPr>
                      <a:xfrm>
                        <a:off x="762000" y="1828800"/>
                        <a:ext cx="6896100" cy="438785"/>
                      </a:xfrm>
                      <a:prstGeom prst="rect">
                        <a:avLst/>
                      </a:prstGeom>
                      <a:noFill/>
                      <a:ln w="38100">
                        <a:noFill/>
                        <a:miter/>
                      </a:ln>
                    </p:spPr>
                  </p:pic>
                </p:oleObj>
              </mc:Fallback>
            </mc:AlternateContent>
          </a:graphicData>
        </a:graphic>
      </p:graphicFrame>
      <p:graphicFrame>
        <p:nvGraphicFramePr>
          <p:cNvPr id="5" name="对象 -2147479975"/>
          <p:cNvGraphicFramePr>
            <a:graphicFrameLocks noChangeAspect="1"/>
          </p:cNvGraphicFramePr>
          <p:nvPr/>
        </p:nvGraphicFramePr>
        <p:xfrm>
          <a:off x="762000" y="2362200"/>
          <a:ext cx="7912735" cy="449580"/>
        </p:xfrm>
        <a:graphic>
          <a:graphicData uri="http://schemas.openxmlformats.org/presentationml/2006/ole">
            <mc:AlternateContent xmlns:mc="http://schemas.openxmlformats.org/markup-compatibility/2006">
              <mc:Choice xmlns:v="urn:schemas-microsoft-com:vml" Requires="v">
                <p:oleObj spid="_x0000_s6" name="" r:id="rId5" imgW="3792220" imgH="215900" progId="Equation.DSMT4">
                  <p:embed/>
                </p:oleObj>
              </mc:Choice>
              <mc:Fallback>
                <p:oleObj name="" r:id="rId5" imgW="3792220" imgH="215900" progId="Equation.DSMT4">
                  <p:embed/>
                  <p:pic>
                    <p:nvPicPr>
                      <p:cNvPr id="0" name="图片 3"/>
                      <p:cNvPicPr/>
                      <p:nvPr/>
                    </p:nvPicPr>
                    <p:blipFill>
                      <a:blip r:embed="rId6"/>
                      <a:stretch>
                        <a:fillRect/>
                      </a:stretch>
                    </p:blipFill>
                    <p:spPr>
                      <a:xfrm>
                        <a:off x="762000" y="2362200"/>
                        <a:ext cx="7912735" cy="449580"/>
                      </a:xfrm>
                      <a:prstGeom prst="rect">
                        <a:avLst/>
                      </a:prstGeom>
                      <a:noFill/>
                      <a:ln w="38100">
                        <a:noFill/>
                        <a:miter/>
                      </a:ln>
                    </p:spPr>
                  </p:pic>
                </p:oleObj>
              </mc:Fallback>
            </mc:AlternateContent>
          </a:graphicData>
        </a:graphic>
      </p:graphicFrame>
      <p:pic>
        <p:nvPicPr>
          <p:cNvPr id="9294" name="图片 2731"/>
          <p:cNvPicPr>
            <a:picLocks noChangeAspect="1"/>
          </p:cNvPicPr>
          <p:nvPr/>
        </p:nvPicPr>
        <p:blipFill>
          <a:blip r:embed="rId7"/>
          <a:stretch>
            <a:fillRect/>
          </a:stretch>
        </p:blipFill>
        <p:spPr>
          <a:xfrm>
            <a:off x="2286000" y="2895600"/>
            <a:ext cx="4953000" cy="39592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ppt_w</p:attrName>
                                        </p:attrNameLst>
                                      </p:cBhvr>
                                      <p:tavLst>
                                        <p:tav tm="0" fmla="#ppt_w*sin(2.5*pi*$)">
                                          <p:val>
                                            <p:fltVal val="0"/>
                                          </p:val>
                                        </p:tav>
                                        <p:tav tm="100000">
                                          <p:val>
                                            <p:fltVal val="1"/>
                                          </p:val>
                                        </p:tav>
                                      </p:tavLst>
                                    </p:anim>
                                    <p:anim calcmode="lin" valueType="num">
                                      <p:cBhvr>
                                        <p:cTn id="9" dur="1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9294"/>
                                        </p:tgtEl>
                                        <p:attrNameLst>
                                          <p:attrName>style.visibility</p:attrName>
                                        </p:attrNameLst>
                                      </p:cBhvr>
                                      <p:to>
                                        <p:strVal val="visible"/>
                                      </p:to>
                                    </p:set>
                                    <p:animEffect transition="in" filter="blinds(horizontal)">
                                      <p:cBhvr>
                                        <p:cTn id="20" dur="500"/>
                                        <p:tgtEl>
                                          <p:spTgt spid="9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533400" y="1828800"/>
            <a:ext cx="8092440" cy="23685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74LS148是</a:t>
            </a:r>
            <a:r>
              <a:rPr lang="zh-CN" sz="2400" b="1" dirty="0">
                <a:solidFill>
                  <a:srgbClr val="000066"/>
                </a:solidFill>
                <a:latin typeface="Arial" panose="020B0604020202020204" pitchFamily="34" charset="0"/>
                <a:ea typeface="楷体_GB2312" pitchFamily="49" charset="-122"/>
                <a:sym typeface="+mn-ea"/>
              </a:rPr>
              <a:t>一种</a:t>
            </a:r>
            <a:r>
              <a:rPr lang="en-US" altLang="zh-CN" sz="2400" b="1" dirty="0">
                <a:solidFill>
                  <a:srgbClr val="000066"/>
                </a:solidFill>
                <a:latin typeface="Arial" panose="020B0604020202020204" pitchFamily="34" charset="0"/>
                <a:ea typeface="楷体_GB2312" pitchFamily="49" charset="-122"/>
                <a:sym typeface="+mn-ea"/>
              </a:rPr>
              <a:t>TTL</a:t>
            </a:r>
            <a:r>
              <a:rPr sz="2400" b="1" dirty="0">
                <a:solidFill>
                  <a:srgbClr val="000066"/>
                </a:solidFill>
                <a:latin typeface="Arial" panose="020B0604020202020204" pitchFamily="34" charset="0"/>
                <a:ea typeface="楷体_GB2312" pitchFamily="49" charset="-122"/>
                <a:sym typeface="+mn-ea"/>
              </a:rPr>
              <a:t>集成的8线-3线优先编码器，</a:t>
            </a:r>
            <a:r>
              <a:rPr lang="zh-CN" sz="2400" b="1" dirty="0">
                <a:solidFill>
                  <a:srgbClr val="000066"/>
                </a:solidFill>
                <a:latin typeface="Arial" panose="020B0604020202020204" pitchFamily="34" charset="0"/>
                <a:ea typeface="楷体_GB2312" pitchFamily="49" charset="-122"/>
                <a:sym typeface="+mn-ea"/>
              </a:rPr>
              <a:t>其</a:t>
            </a:r>
            <a:r>
              <a:rPr sz="2400" b="1" dirty="0">
                <a:solidFill>
                  <a:srgbClr val="000066"/>
                </a:solidFill>
                <a:latin typeface="Arial" panose="020B0604020202020204" pitchFamily="34" charset="0"/>
                <a:ea typeface="楷体_GB2312" pitchFamily="49" charset="-122"/>
                <a:sym typeface="+mn-ea"/>
              </a:rPr>
              <a:t>编码信号</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 </a:t>
            </a:r>
            <a:r>
              <a:rPr lang="en-US" sz="2400" b="1" dirty="0">
                <a:solidFill>
                  <a:srgbClr val="000066"/>
                </a:solidFill>
                <a:latin typeface="Arial" panose="020B0604020202020204" pitchFamily="34" charset="0"/>
                <a:ea typeface="楷体_GB2312" pitchFamily="49" charset="-122"/>
                <a:sym typeface="+mn-ea"/>
              </a:rPr>
              <a:t>   </a:t>
            </a:r>
            <a:r>
              <a:rPr lang="zh-CN" altLang="en-US" sz="2400" b="1" dirty="0">
                <a:solidFill>
                  <a:srgbClr val="000066"/>
                </a:solidFill>
                <a:latin typeface="Arial" panose="020B0604020202020204" pitchFamily="34" charset="0"/>
                <a:ea typeface="楷体_GB2312" pitchFamily="49" charset="-122"/>
                <a:sym typeface="+mn-ea"/>
              </a:rPr>
              <a:t>为</a:t>
            </a:r>
            <a:r>
              <a:rPr sz="2400" b="1" dirty="0">
                <a:solidFill>
                  <a:srgbClr val="000066"/>
                </a:solidFill>
                <a:latin typeface="Arial" panose="020B0604020202020204" pitchFamily="34" charset="0"/>
                <a:ea typeface="楷体_GB2312" pitchFamily="49" charset="-122"/>
                <a:sym typeface="+mn-ea"/>
              </a:rPr>
              <a:t>低电平有效</a:t>
            </a:r>
            <a:r>
              <a:rPr lang="zh-CN" sz="2400" b="1" dirty="0">
                <a:solidFill>
                  <a:srgbClr val="000066"/>
                </a:solidFill>
                <a:latin typeface="Arial" panose="020B0604020202020204" pitchFamily="34" charset="0"/>
                <a:ea typeface="楷体_GB2312" pitchFamily="49" charset="-122"/>
                <a:sym typeface="+mn-ea"/>
              </a:rPr>
              <a:t>，</a:t>
            </a:r>
            <a:r>
              <a:rPr sz="2400" b="1" dirty="0">
                <a:solidFill>
                  <a:srgbClr val="000066"/>
                </a:solidFill>
                <a:latin typeface="Arial" panose="020B0604020202020204" pitchFamily="34" charset="0"/>
                <a:ea typeface="楷体_GB2312" pitchFamily="49" charset="-122"/>
                <a:sym typeface="+mn-ea"/>
              </a:rPr>
              <a:t>且优先级</a:t>
            </a:r>
            <a:r>
              <a:rPr lang="zh-CN" sz="2400" b="1" dirty="0">
                <a:solidFill>
                  <a:srgbClr val="000066"/>
                </a:solidFill>
                <a:latin typeface="Arial" panose="020B0604020202020204" pitchFamily="34" charset="0"/>
                <a:ea typeface="楷体_GB2312" pitchFamily="49" charset="-122"/>
                <a:sym typeface="+mn-ea"/>
              </a:rPr>
              <a:t>依次递增；</a:t>
            </a:r>
            <a:r>
              <a:rPr sz="2400" b="1" dirty="0">
                <a:solidFill>
                  <a:srgbClr val="000066"/>
                </a:solidFill>
                <a:latin typeface="Arial" panose="020B0604020202020204" pitchFamily="34" charset="0"/>
                <a:ea typeface="楷体_GB2312" pitchFamily="49" charset="-122"/>
                <a:sym typeface="+mn-ea"/>
              </a:rPr>
              <a:t>输出信号</a:t>
            </a:r>
            <a:r>
              <a:rPr lang="en-US" sz="2400" b="1" dirty="0">
                <a:solidFill>
                  <a:srgbClr val="000066"/>
                </a:solidFill>
                <a:latin typeface="Arial" panose="020B0604020202020204" pitchFamily="34" charset="0"/>
                <a:ea typeface="楷体_GB2312" pitchFamily="49" charset="-122"/>
                <a:sym typeface="+mn-ea"/>
              </a:rPr>
              <a:t>     </a:t>
            </a:r>
            <a:endParaRPr lang="en-US" sz="2400" b="1" dirty="0">
              <a:solidFill>
                <a:srgbClr val="000066"/>
              </a:solidFill>
              <a:latin typeface="Arial" panose="020B0604020202020204" pitchFamily="34" charset="0"/>
              <a:ea typeface="楷体_GB2312" pitchFamily="49" charset="-122"/>
              <a:sym typeface="+mn-ea"/>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lang="zh-CN" sz="2400" b="1" dirty="0">
                <a:solidFill>
                  <a:srgbClr val="000066"/>
                </a:solidFill>
                <a:latin typeface="Arial" panose="020B0604020202020204" pitchFamily="34" charset="0"/>
                <a:ea typeface="楷体_GB2312" pitchFamily="49" charset="-122"/>
                <a:sym typeface="+mn-ea"/>
              </a:rPr>
              <a:t>为</a:t>
            </a:r>
            <a:r>
              <a:rPr sz="2400" b="1" dirty="0">
                <a:solidFill>
                  <a:srgbClr val="000066"/>
                </a:solidFill>
                <a:latin typeface="Arial" panose="020B0604020202020204" pitchFamily="34" charset="0"/>
                <a:ea typeface="楷体_GB2312" pitchFamily="49" charset="-122"/>
                <a:sym typeface="+mn-ea"/>
              </a:rPr>
              <a:t>低电平有效</a:t>
            </a:r>
            <a:r>
              <a:rPr sz="2400" b="1" dirty="0">
                <a:solidFill>
                  <a:srgbClr val="000066"/>
                </a:solidFill>
                <a:latin typeface="Arial" panose="020B0604020202020204" pitchFamily="34" charset="0"/>
                <a:ea typeface="楷体_GB2312" pitchFamily="49" charset="-122"/>
                <a:sym typeface="+mn-ea"/>
              </a:rPr>
              <a:t>，输出反码；使能输入信号</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和使能输出信号</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，以及工作状态标志</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sz="2400" b="1" dirty="0">
                <a:solidFill>
                  <a:srgbClr val="000066"/>
                </a:solidFill>
                <a:latin typeface="Arial" panose="020B0604020202020204" pitchFamily="34" charset="0"/>
                <a:ea typeface="楷体_GB2312" pitchFamily="49" charset="-122"/>
                <a:sym typeface="+mn-ea"/>
              </a:rPr>
              <a:t>74LS148真值表如表4-6所示。</a:t>
            </a:r>
            <a:endParaRPr sz="2400" b="1" dirty="0">
              <a:solidFill>
                <a:srgbClr val="000066"/>
              </a:solidFill>
              <a:latin typeface="Arial" panose="020B0604020202020204" pitchFamily="34" charset="0"/>
              <a:ea typeface="楷体_GB2312" pitchFamily="49" charset="-122"/>
              <a:sym typeface="+mn-ea"/>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7" name="Rectangle 3"/>
          <p:cNvSpPr>
            <a:spLocks noGrp="1"/>
          </p:cNvSpPr>
          <p:nvPr/>
        </p:nvSpPr>
        <p:spPr>
          <a:xfrm>
            <a:off x="567690" y="1295400"/>
            <a:ext cx="384048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rPr>
              <a:t>(3) 集成优先编码器。</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graphicFrame>
        <p:nvGraphicFramePr>
          <p:cNvPr id="2" name="对象 -2147479974"/>
          <p:cNvGraphicFramePr>
            <a:graphicFrameLocks noChangeAspect="1"/>
          </p:cNvGraphicFramePr>
          <p:nvPr/>
        </p:nvGraphicFramePr>
        <p:xfrm>
          <a:off x="1600200" y="2286000"/>
          <a:ext cx="374015" cy="530225"/>
        </p:xfrm>
        <a:graphic>
          <a:graphicData uri="http://schemas.openxmlformats.org/presentationml/2006/ole">
            <mc:AlternateContent xmlns:mc="http://schemas.openxmlformats.org/markup-compatibility/2006">
              <mc:Choice xmlns:v="urn:schemas-microsoft-com:vml" Requires="v">
                <p:oleObj spid="_x0000_s3076" name="" r:id="rId1" imgW="152400" imgH="215900" progId="Equation.DSMT4">
                  <p:embed/>
                </p:oleObj>
              </mc:Choice>
              <mc:Fallback>
                <p:oleObj name="" r:id="rId1" imgW="152400" imgH="215900" progId="Equation.DSMT4">
                  <p:embed/>
                  <p:pic>
                    <p:nvPicPr>
                      <p:cNvPr id="0" name="图片 3075"/>
                      <p:cNvPicPr/>
                      <p:nvPr/>
                    </p:nvPicPr>
                    <p:blipFill>
                      <a:blip r:embed="rId2"/>
                      <a:stretch>
                        <a:fillRect/>
                      </a:stretch>
                    </p:blipFill>
                    <p:spPr>
                      <a:xfrm>
                        <a:off x="1600200" y="2286000"/>
                        <a:ext cx="374015" cy="530225"/>
                      </a:xfrm>
                      <a:prstGeom prst="rect">
                        <a:avLst/>
                      </a:prstGeom>
                      <a:noFill/>
                      <a:ln w="38100">
                        <a:noFill/>
                        <a:miter/>
                      </a:ln>
                    </p:spPr>
                  </p:pic>
                </p:oleObj>
              </mc:Fallback>
            </mc:AlternateContent>
          </a:graphicData>
        </a:graphic>
      </p:graphicFrame>
      <p:graphicFrame>
        <p:nvGraphicFramePr>
          <p:cNvPr id="3" name="对象 -2147481714"/>
          <p:cNvGraphicFramePr>
            <a:graphicFrameLocks noChangeAspect="1"/>
          </p:cNvGraphicFramePr>
          <p:nvPr/>
        </p:nvGraphicFramePr>
        <p:xfrm>
          <a:off x="2133600" y="2286000"/>
          <a:ext cx="361950" cy="513080"/>
        </p:xfrm>
        <a:graphic>
          <a:graphicData uri="http://schemas.openxmlformats.org/presentationml/2006/ole">
            <mc:AlternateContent xmlns:mc="http://schemas.openxmlformats.org/markup-compatibility/2006">
              <mc:Choice xmlns:v="urn:schemas-microsoft-com:vml" Requires="v">
                <p:oleObj spid="_x0000_s4" name="" r:id="rId3" imgW="152400" imgH="215900" progId="Equation.DSMT4">
                  <p:embed/>
                </p:oleObj>
              </mc:Choice>
              <mc:Fallback>
                <p:oleObj name="" r:id="rId3" imgW="152400" imgH="215900" progId="Equation.DSMT4">
                  <p:embed/>
                  <p:pic>
                    <p:nvPicPr>
                      <p:cNvPr id="0" name="图片 2"/>
                      <p:cNvPicPr/>
                      <p:nvPr/>
                    </p:nvPicPr>
                    <p:blipFill>
                      <a:blip r:embed="rId4"/>
                      <a:stretch>
                        <a:fillRect/>
                      </a:stretch>
                    </p:blipFill>
                    <p:spPr>
                      <a:xfrm>
                        <a:off x="2133600" y="2286000"/>
                        <a:ext cx="361950" cy="513080"/>
                      </a:xfrm>
                      <a:prstGeom prst="rect">
                        <a:avLst/>
                      </a:prstGeom>
                      <a:noFill/>
                      <a:ln w="38100">
                        <a:noFill/>
                        <a:miter/>
                      </a:ln>
                    </p:spPr>
                  </p:pic>
                </p:oleObj>
              </mc:Fallback>
            </mc:AlternateContent>
          </a:graphicData>
        </a:graphic>
      </p:graphicFrame>
      <p:graphicFrame>
        <p:nvGraphicFramePr>
          <p:cNvPr id="5" name="对象 -2147481710"/>
          <p:cNvGraphicFramePr>
            <a:graphicFrameLocks noChangeAspect="1"/>
          </p:cNvGraphicFramePr>
          <p:nvPr/>
        </p:nvGraphicFramePr>
        <p:xfrm>
          <a:off x="699770" y="2722880"/>
          <a:ext cx="358140" cy="508000"/>
        </p:xfrm>
        <a:graphic>
          <a:graphicData uri="http://schemas.openxmlformats.org/presentationml/2006/ole">
            <mc:AlternateContent xmlns:mc="http://schemas.openxmlformats.org/markup-compatibility/2006">
              <mc:Choice xmlns:v="urn:schemas-microsoft-com:vml" Requires="v">
                <p:oleObj spid="_x0000_s6" name="" r:id="rId5" imgW="152400" imgH="215900" progId="Equation.DSMT4">
                  <p:embed/>
                </p:oleObj>
              </mc:Choice>
              <mc:Fallback>
                <p:oleObj name="" r:id="rId5" imgW="152400" imgH="215900" progId="Equation.DSMT4">
                  <p:embed/>
                  <p:pic>
                    <p:nvPicPr>
                      <p:cNvPr id="0" name="图片 3"/>
                      <p:cNvPicPr/>
                      <p:nvPr/>
                    </p:nvPicPr>
                    <p:blipFill>
                      <a:blip r:embed="rId6"/>
                      <a:stretch>
                        <a:fillRect/>
                      </a:stretch>
                    </p:blipFill>
                    <p:spPr>
                      <a:xfrm>
                        <a:off x="699770" y="2722880"/>
                        <a:ext cx="358140" cy="508000"/>
                      </a:xfrm>
                      <a:prstGeom prst="rect">
                        <a:avLst/>
                      </a:prstGeom>
                      <a:noFill/>
                      <a:ln w="38100">
                        <a:noFill/>
                        <a:miter/>
                      </a:ln>
                    </p:spPr>
                  </p:pic>
                </p:oleObj>
              </mc:Fallback>
            </mc:AlternateContent>
          </a:graphicData>
        </a:graphic>
      </p:graphicFrame>
      <p:graphicFrame>
        <p:nvGraphicFramePr>
          <p:cNvPr id="7" name="对象 -2147481709"/>
          <p:cNvGraphicFramePr>
            <a:graphicFrameLocks noChangeAspect="1"/>
          </p:cNvGraphicFramePr>
          <p:nvPr/>
        </p:nvGraphicFramePr>
        <p:xfrm>
          <a:off x="1295400" y="2701290"/>
          <a:ext cx="353695" cy="501015"/>
        </p:xfrm>
        <a:graphic>
          <a:graphicData uri="http://schemas.openxmlformats.org/presentationml/2006/ole">
            <mc:AlternateContent xmlns:mc="http://schemas.openxmlformats.org/markup-compatibility/2006">
              <mc:Choice xmlns:v="urn:schemas-microsoft-com:vml" Requires="v">
                <p:oleObj spid="_x0000_s8" name="" r:id="rId7" imgW="152400" imgH="215900" progId="Equation.DSMT4">
                  <p:embed/>
                </p:oleObj>
              </mc:Choice>
              <mc:Fallback>
                <p:oleObj name="" r:id="rId7" imgW="152400" imgH="215900" progId="Equation.DSMT4">
                  <p:embed/>
                  <p:pic>
                    <p:nvPicPr>
                      <p:cNvPr id="0" name="图片 4"/>
                      <p:cNvPicPr/>
                      <p:nvPr/>
                    </p:nvPicPr>
                    <p:blipFill>
                      <a:blip r:embed="rId8"/>
                      <a:stretch>
                        <a:fillRect/>
                      </a:stretch>
                    </p:blipFill>
                    <p:spPr>
                      <a:xfrm>
                        <a:off x="1295400" y="2701290"/>
                        <a:ext cx="353695" cy="501015"/>
                      </a:xfrm>
                      <a:prstGeom prst="rect">
                        <a:avLst/>
                      </a:prstGeom>
                      <a:noFill/>
                      <a:ln w="38100">
                        <a:noFill/>
                        <a:miter/>
                      </a:ln>
                    </p:spPr>
                  </p:pic>
                </p:oleObj>
              </mc:Fallback>
            </mc:AlternateContent>
          </a:graphicData>
        </a:graphic>
      </p:graphicFrame>
      <p:graphicFrame>
        <p:nvGraphicFramePr>
          <p:cNvPr id="9" name="对象 -2147481708"/>
          <p:cNvGraphicFramePr>
            <a:graphicFrameLocks noChangeAspect="1"/>
          </p:cNvGraphicFramePr>
          <p:nvPr/>
        </p:nvGraphicFramePr>
        <p:xfrm>
          <a:off x="7162800" y="2743200"/>
          <a:ext cx="432435" cy="402590"/>
        </p:xfrm>
        <a:graphic>
          <a:graphicData uri="http://schemas.openxmlformats.org/presentationml/2006/ole">
            <mc:AlternateContent xmlns:mc="http://schemas.openxmlformats.org/markup-compatibility/2006">
              <mc:Choice xmlns:v="urn:schemas-microsoft-com:vml" Requires="v">
                <p:oleObj spid="_x0000_s12" name="" r:id="rId9" imgW="189865" imgH="177800" progId="Equation.DSMT4">
                  <p:embed/>
                </p:oleObj>
              </mc:Choice>
              <mc:Fallback>
                <p:oleObj name="" r:id="rId9" imgW="189865" imgH="177800" progId="Equation.DSMT4">
                  <p:embed/>
                  <p:pic>
                    <p:nvPicPr>
                      <p:cNvPr id="0" name="图片 5"/>
                      <p:cNvPicPr/>
                      <p:nvPr/>
                    </p:nvPicPr>
                    <p:blipFill>
                      <a:blip r:embed="rId10"/>
                      <a:stretch>
                        <a:fillRect/>
                      </a:stretch>
                    </p:blipFill>
                    <p:spPr>
                      <a:xfrm>
                        <a:off x="7162800" y="2743200"/>
                        <a:ext cx="432435" cy="402590"/>
                      </a:xfrm>
                      <a:prstGeom prst="rect">
                        <a:avLst/>
                      </a:prstGeom>
                      <a:noFill/>
                      <a:ln w="38100">
                        <a:noFill/>
                        <a:miter/>
                      </a:ln>
                    </p:spPr>
                  </p:pic>
                </p:oleObj>
              </mc:Fallback>
            </mc:AlternateContent>
          </a:graphicData>
        </a:graphic>
      </p:graphicFrame>
      <p:graphicFrame>
        <p:nvGraphicFramePr>
          <p:cNvPr id="13" name="对象 -2147481707"/>
          <p:cNvGraphicFramePr>
            <a:graphicFrameLocks noChangeAspect="1"/>
          </p:cNvGraphicFramePr>
          <p:nvPr/>
        </p:nvGraphicFramePr>
        <p:xfrm>
          <a:off x="1856740" y="3200400"/>
          <a:ext cx="524510" cy="438150"/>
        </p:xfrm>
        <a:graphic>
          <a:graphicData uri="http://schemas.openxmlformats.org/presentationml/2006/ole">
            <mc:AlternateContent xmlns:mc="http://schemas.openxmlformats.org/markup-compatibility/2006">
              <mc:Choice xmlns:v="urn:schemas-microsoft-com:vml" Requires="v">
                <p:oleObj spid="_x0000_s14" name="" r:id="rId11" imgW="228600" imgH="190500" progId="Equation.DSMT4">
                  <p:embed/>
                </p:oleObj>
              </mc:Choice>
              <mc:Fallback>
                <p:oleObj name="" r:id="rId11" imgW="228600" imgH="190500" progId="Equation.DSMT4">
                  <p:embed/>
                  <p:pic>
                    <p:nvPicPr>
                      <p:cNvPr id="0" name="图片 6"/>
                      <p:cNvPicPr/>
                      <p:nvPr/>
                    </p:nvPicPr>
                    <p:blipFill>
                      <a:blip r:embed="rId12"/>
                      <a:stretch>
                        <a:fillRect/>
                      </a:stretch>
                    </p:blipFill>
                    <p:spPr>
                      <a:xfrm>
                        <a:off x="1856740" y="3200400"/>
                        <a:ext cx="524510" cy="438150"/>
                      </a:xfrm>
                      <a:prstGeom prst="rect">
                        <a:avLst/>
                      </a:prstGeom>
                      <a:noFill/>
                      <a:ln w="38100">
                        <a:noFill/>
                        <a:miter/>
                      </a:ln>
                    </p:spPr>
                  </p:pic>
                </p:oleObj>
              </mc:Fallback>
            </mc:AlternateContent>
          </a:graphicData>
        </a:graphic>
      </p:graphicFrame>
      <p:graphicFrame>
        <p:nvGraphicFramePr>
          <p:cNvPr id="15" name="对象 -2147481706"/>
          <p:cNvGraphicFramePr>
            <a:graphicFrameLocks noChangeAspect="1"/>
          </p:cNvGraphicFramePr>
          <p:nvPr/>
        </p:nvGraphicFramePr>
        <p:xfrm>
          <a:off x="5181600" y="3200400"/>
          <a:ext cx="485775" cy="429895"/>
        </p:xfrm>
        <a:graphic>
          <a:graphicData uri="http://schemas.openxmlformats.org/presentationml/2006/ole">
            <mc:AlternateContent xmlns:mc="http://schemas.openxmlformats.org/markup-compatibility/2006">
              <mc:Choice xmlns:v="urn:schemas-microsoft-com:vml" Requires="v">
                <p:oleObj spid="_x0000_s16" name="" r:id="rId13" imgW="215900" imgH="190500" progId="Equation.DSMT4">
                  <p:embed/>
                </p:oleObj>
              </mc:Choice>
              <mc:Fallback>
                <p:oleObj name="" r:id="rId13" imgW="215900" imgH="190500" progId="Equation.DSMT4">
                  <p:embed/>
                  <p:pic>
                    <p:nvPicPr>
                      <p:cNvPr id="0" name="图片 7"/>
                      <p:cNvPicPr/>
                      <p:nvPr/>
                    </p:nvPicPr>
                    <p:blipFill>
                      <a:blip r:embed="rId14"/>
                      <a:stretch>
                        <a:fillRect/>
                      </a:stretch>
                    </p:blipFill>
                    <p:spPr>
                      <a:xfrm>
                        <a:off x="5181600" y="3200400"/>
                        <a:ext cx="485775" cy="42989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 name="文本框 8"/>
          <p:cNvSpPr txBox="1"/>
          <p:nvPr/>
        </p:nvSpPr>
        <p:spPr>
          <a:xfrm>
            <a:off x="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pic>
        <p:nvPicPr>
          <p:cNvPr id="19" name="图片 18" descr="Q0WBRU3C@ZTP)@5C6FB[C~M"/>
          <p:cNvPicPr>
            <a:picLocks noChangeAspect="1"/>
          </p:cNvPicPr>
          <p:nvPr/>
        </p:nvPicPr>
        <p:blipFill>
          <a:blip r:embed="rId1"/>
          <a:stretch>
            <a:fillRect/>
          </a:stretch>
        </p:blipFill>
        <p:spPr>
          <a:xfrm>
            <a:off x="228600" y="152400"/>
            <a:ext cx="8590915" cy="5122545"/>
          </a:xfrm>
          <a:prstGeom prst="rect">
            <a:avLst/>
          </a:prstGeom>
        </p:spPr>
      </p:pic>
      <p:grpSp>
        <p:nvGrpSpPr>
          <p:cNvPr id="25" name="组合 24"/>
          <p:cNvGrpSpPr/>
          <p:nvPr/>
        </p:nvGrpSpPr>
        <p:grpSpPr>
          <a:xfrm>
            <a:off x="381000" y="5334000"/>
            <a:ext cx="8092440" cy="1515110"/>
            <a:chOff x="600" y="6720"/>
            <a:chExt cx="12744" cy="2386"/>
          </a:xfrm>
        </p:grpSpPr>
        <p:sp>
          <p:nvSpPr>
            <p:cNvPr id="20" name="Rectangle 3"/>
            <p:cNvSpPr>
              <a:spLocks noGrp="1"/>
            </p:cNvSpPr>
            <p:nvPr/>
          </p:nvSpPr>
          <p:spPr>
            <a:xfrm>
              <a:off x="600" y="6720"/>
              <a:ext cx="12744" cy="2387"/>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当</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时，74LS148处于禁止编码状态，此时无论8个编码信号为何种状态，所有的输出信号均高电平，即</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endParaRPr sz="2400" b="1" dirty="0">
                <a:solidFill>
                  <a:srgbClr val="000066"/>
                </a:solidFill>
                <a:latin typeface="Arial" panose="020B0604020202020204" pitchFamily="34" charset="0"/>
                <a:ea typeface="楷体_GB2312" pitchFamily="49" charset="-122"/>
                <a:sym typeface="+mn-ea"/>
              </a:endParaRPr>
            </a:p>
          </p:txBody>
        </p:sp>
        <p:graphicFrame>
          <p:nvGraphicFramePr>
            <p:cNvPr id="2" name="对象 -2147481705"/>
            <p:cNvGraphicFramePr>
              <a:graphicFrameLocks noChangeAspect="1"/>
            </p:cNvGraphicFramePr>
            <p:nvPr/>
          </p:nvGraphicFramePr>
          <p:xfrm>
            <a:off x="2128" y="6774"/>
            <a:ext cx="1269" cy="633"/>
          </p:xfrm>
          <a:graphic>
            <a:graphicData uri="http://schemas.openxmlformats.org/presentationml/2006/ole">
              <mc:AlternateContent xmlns:mc="http://schemas.openxmlformats.org/markup-compatibility/2006">
                <mc:Choice xmlns:v="urn:schemas-microsoft-com:vml" Requires="v">
                  <p:oleObj spid="_x0000_s21" name="" r:id="rId2" imgW="354965" imgH="177800" progId="Equation.DSMT4">
                    <p:embed/>
                  </p:oleObj>
                </mc:Choice>
                <mc:Fallback>
                  <p:oleObj name="" r:id="rId2" imgW="354965" imgH="177800" progId="Equation.DSMT4">
                    <p:embed/>
                    <p:pic>
                      <p:nvPicPr>
                        <p:cNvPr id="0" name="图片 20"/>
                        <p:cNvPicPr/>
                        <p:nvPr/>
                      </p:nvPicPr>
                      <p:blipFill>
                        <a:blip r:embed="rId3"/>
                        <a:stretch>
                          <a:fillRect/>
                        </a:stretch>
                      </p:blipFill>
                      <p:spPr>
                        <a:xfrm>
                          <a:off x="2128" y="6774"/>
                          <a:ext cx="1269" cy="633"/>
                        </a:xfrm>
                        <a:prstGeom prst="rect">
                          <a:avLst/>
                        </a:prstGeom>
                        <a:noFill/>
                        <a:ln w="38100">
                          <a:noFill/>
                          <a:miter/>
                        </a:ln>
                      </p:spPr>
                    </p:pic>
                  </p:oleObj>
                </mc:Fallback>
              </mc:AlternateContent>
            </a:graphicData>
          </a:graphic>
        </p:graphicFrame>
        <p:graphicFrame>
          <p:nvGraphicFramePr>
            <p:cNvPr id="3" name="对象 -2147481702"/>
            <p:cNvGraphicFramePr>
              <a:graphicFrameLocks noChangeAspect="1"/>
            </p:cNvGraphicFramePr>
            <p:nvPr/>
          </p:nvGraphicFramePr>
          <p:xfrm>
            <a:off x="1320" y="8160"/>
            <a:ext cx="2360" cy="772"/>
          </p:xfrm>
          <a:graphic>
            <a:graphicData uri="http://schemas.openxmlformats.org/presentationml/2006/ole">
              <mc:AlternateContent xmlns:mc="http://schemas.openxmlformats.org/markup-compatibility/2006">
                <mc:Choice xmlns:v="urn:schemas-microsoft-com:vml" Requires="v">
                  <p:oleObj spid="_x0000_s22" name="" r:id="rId4" imgW="659765" imgH="215900" progId="Equation.DSMT4">
                    <p:embed/>
                  </p:oleObj>
                </mc:Choice>
                <mc:Fallback>
                  <p:oleObj name="" r:id="rId4" imgW="659765" imgH="215900" progId="Equation.DSMT4">
                    <p:embed/>
                    <p:pic>
                      <p:nvPicPr>
                        <p:cNvPr id="0" name="图片 21"/>
                        <p:cNvPicPr/>
                        <p:nvPr/>
                      </p:nvPicPr>
                      <p:blipFill>
                        <a:blip r:embed="rId5"/>
                        <a:stretch>
                          <a:fillRect/>
                        </a:stretch>
                      </p:blipFill>
                      <p:spPr>
                        <a:xfrm>
                          <a:off x="1320" y="8160"/>
                          <a:ext cx="2360" cy="772"/>
                        </a:xfrm>
                        <a:prstGeom prst="rect">
                          <a:avLst/>
                        </a:prstGeom>
                        <a:noFill/>
                        <a:ln w="38100">
                          <a:noFill/>
                          <a:miter/>
                        </a:ln>
                      </p:spPr>
                    </p:pic>
                  </p:oleObj>
                </mc:Fallback>
              </mc:AlternateContent>
            </a:graphicData>
          </a:graphic>
        </p:graphicFrame>
        <p:graphicFrame>
          <p:nvGraphicFramePr>
            <p:cNvPr id="4" name="对象 -2147481701"/>
            <p:cNvGraphicFramePr>
              <a:graphicFrameLocks noChangeAspect="1"/>
            </p:cNvGraphicFramePr>
            <p:nvPr/>
          </p:nvGraphicFramePr>
          <p:xfrm>
            <a:off x="3894" y="8182"/>
            <a:ext cx="1358" cy="680"/>
          </p:xfrm>
          <a:graphic>
            <a:graphicData uri="http://schemas.openxmlformats.org/presentationml/2006/ole">
              <mc:AlternateContent xmlns:mc="http://schemas.openxmlformats.org/markup-compatibility/2006">
                <mc:Choice xmlns:v="urn:schemas-microsoft-com:vml" Requires="v">
                  <p:oleObj spid="_x0000_s23" name="" r:id="rId6" imgW="381000" imgH="190500" progId="Equation.DSMT4">
                    <p:embed/>
                  </p:oleObj>
                </mc:Choice>
                <mc:Fallback>
                  <p:oleObj name="" r:id="rId6" imgW="381000" imgH="190500" progId="Equation.DSMT4">
                    <p:embed/>
                    <p:pic>
                      <p:nvPicPr>
                        <p:cNvPr id="0" name="图片 22"/>
                        <p:cNvPicPr/>
                        <p:nvPr/>
                      </p:nvPicPr>
                      <p:blipFill>
                        <a:blip r:embed="rId7"/>
                        <a:stretch>
                          <a:fillRect/>
                        </a:stretch>
                      </p:blipFill>
                      <p:spPr>
                        <a:xfrm>
                          <a:off x="3894" y="8182"/>
                          <a:ext cx="1358" cy="680"/>
                        </a:xfrm>
                        <a:prstGeom prst="rect">
                          <a:avLst/>
                        </a:prstGeom>
                        <a:noFill/>
                        <a:ln w="38100">
                          <a:noFill/>
                          <a:miter/>
                        </a:ln>
                      </p:spPr>
                    </p:pic>
                  </p:oleObj>
                </mc:Fallback>
              </mc:AlternateContent>
            </a:graphicData>
          </a:graphic>
        </p:graphicFrame>
        <p:graphicFrame>
          <p:nvGraphicFramePr>
            <p:cNvPr id="5" name="对象 -2147481700"/>
            <p:cNvGraphicFramePr>
              <a:graphicFrameLocks noChangeAspect="1"/>
            </p:cNvGraphicFramePr>
            <p:nvPr/>
          </p:nvGraphicFramePr>
          <p:xfrm>
            <a:off x="5498" y="8126"/>
            <a:ext cx="1462" cy="708"/>
          </p:xfrm>
          <a:graphic>
            <a:graphicData uri="http://schemas.openxmlformats.org/presentationml/2006/ole">
              <mc:AlternateContent xmlns:mc="http://schemas.openxmlformats.org/markup-compatibility/2006">
                <mc:Choice xmlns:v="urn:schemas-microsoft-com:vml" Requires="v">
                  <p:oleObj spid="_x0000_s24" name="" r:id="rId8" imgW="393700" imgH="190500" progId="Equation.DSMT4">
                    <p:embed/>
                  </p:oleObj>
                </mc:Choice>
                <mc:Fallback>
                  <p:oleObj name="" r:id="rId8" imgW="393700" imgH="190500" progId="Equation.DSMT4">
                    <p:embed/>
                    <p:pic>
                      <p:nvPicPr>
                        <p:cNvPr id="0" name="图片 23"/>
                        <p:cNvPicPr/>
                        <p:nvPr/>
                      </p:nvPicPr>
                      <p:blipFill>
                        <a:blip r:embed="rId9"/>
                        <a:stretch>
                          <a:fillRect/>
                        </a:stretch>
                      </p:blipFill>
                      <p:spPr>
                        <a:xfrm>
                          <a:off x="5498" y="8126"/>
                          <a:ext cx="1462" cy="708"/>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1000" fill="hold"/>
                                        <p:tgtEl>
                                          <p:spTgt spid="25"/>
                                        </p:tgtEl>
                                        <p:attrNameLst>
                                          <p:attrName>ppt_w</p:attrName>
                                        </p:attrNameLst>
                                      </p:cBhvr>
                                      <p:tavLst>
                                        <p:tav tm="0">
                                          <p:val>
                                            <p:strVal val="#ppt_w*0.70"/>
                                          </p:val>
                                        </p:tav>
                                        <p:tav tm="100000">
                                          <p:val>
                                            <p:strVal val="#ppt_w"/>
                                          </p:val>
                                        </p:tav>
                                      </p:tavLst>
                                    </p:anim>
                                    <p:anim calcmode="lin" valueType="num">
                                      <p:cBhvr>
                                        <p:cTn id="8" dur="1000" fill="hold"/>
                                        <p:tgtEl>
                                          <p:spTgt spid="25"/>
                                        </p:tgtEl>
                                        <p:attrNameLst>
                                          <p:attrName>ppt_h</p:attrName>
                                        </p:attrNameLst>
                                      </p:cBhvr>
                                      <p:tavLst>
                                        <p:tav tm="0">
                                          <p:val>
                                            <p:strVal val="#ppt_h"/>
                                          </p:val>
                                        </p:tav>
                                        <p:tav tm="100000">
                                          <p:val>
                                            <p:strVal val="#ppt_h"/>
                                          </p:val>
                                        </p:tav>
                                      </p:tavLst>
                                    </p:anim>
                                    <p:animEffect transition="in" filter="fade">
                                      <p:cBhvr>
                                        <p:cTn id="9"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0" name="Rectangle 3"/>
          <p:cNvSpPr>
            <a:spLocks noGrp="1"/>
          </p:cNvSpPr>
          <p:nvPr/>
        </p:nvSpPr>
        <p:spPr>
          <a:xfrm>
            <a:off x="457200" y="1219200"/>
            <a:ext cx="8092440" cy="23088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当</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时，74LS148处于允许编码状态，若此时某个编码信号为低电平，而其他优先级更高的编码信号均为高电平时，则从</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输出该编码信号对应的二进制反码，且</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，即工作状态标志</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输出有效的低电平 (表示该编码器正在工作)，使能输出信号</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输出无效的高电平。</a:t>
            </a:r>
            <a:endParaRPr sz="2400" b="1" dirty="0">
              <a:solidFill>
                <a:srgbClr val="000066"/>
              </a:solidFill>
              <a:latin typeface="Arial" panose="020B0604020202020204" pitchFamily="34" charset="0"/>
              <a:ea typeface="楷体_GB2312" pitchFamily="49" charset="-122"/>
              <a:sym typeface="+mn-ea"/>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graphicFrame>
        <p:nvGraphicFramePr>
          <p:cNvPr id="2" name="对象 -2147481699"/>
          <p:cNvGraphicFramePr>
            <a:graphicFrameLocks noChangeAspect="1"/>
          </p:cNvGraphicFramePr>
          <p:nvPr/>
        </p:nvGraphicFramePr>
        <p:xfrm>
          <a:off x="1447800" y="1261110"/>
          <a:ext cx="880110" cy="440055"/>
        </p:xfrm>
        <a:graphic>
          <a:graphicData uri="http://schemas.openxmlformats.org/presentationml/2006/ole">
            <mc:AlternateContent xmlns:mc="http://schemas.openxmlformats.org/markup-compatibility/2006">
              <mc:Choice xmlns:v="urn:schemas-microsoft-com:vml" Requires="v">
                <p:oleObj spid="_x0000_s3076" name="" r:id="rId1" imgW="381000" imgH="190500" progId="Equation.DSMT4">
                  <p:embed/>
                </p:oleObj>
              </mc:Choice>
              <mc:Fallback>
                <p:oleObj name="" r:id="rId1" imgW="381000" imgH="190500" progId="Equation.DSMT4">
                  <p:embed/>
                  <p:pic>
                    <p:nvPicPr>
                      <p:cNvPr id="0" name="图片 3075"/>
                      <p:cNvPicPr/>
                      <p:nvPr/>
                    </p:nvPicPr>
                    <p:blipFill>
                      <a:blip r:embed="rId2"/>
                      <a:stretch>
                        <a:fillRect/>
                      </a:stretch>
                    </p:blipFill>
                    <p:spPr>
                      <a:xfrm>
                        <a:off x="1447800" y="1261110"/>
                        <a:ext cx="880110" cy="440055"/>
                      </a:xfrm>
                      <a:prstGeom prst="rect">
                        <a:avLst/>
                      </a:prstGeom>
                      <a:noFill/>
                      <a:ln w="38100">
                        <a:noFill/>
                        <a:miter/>
                      </a:ln>
                    </p:spPr>
                  </p:pic>
                </p:oleObj>
              </mc:Fallback>
            </mc:AlternateContent>
          </a:graphicData>
        </a:graphic>
      </p:graphicFrame>
      <p:graphicFrame>
        <p:nvGraphicFramePr>
          <p:cNvPr id="3" name="对象 -2147481698"/>
          <p:cNvGraphicFramePr>
            <a:graphicFrameLocks noChangeAspect="1"/>
          </p:cNvGraphicFramePr>
          <p:nvPr/>
        </p:nvGraphicFramePr>
        <p:xfrm>
          <a:off x="2466340" y="2133600"/>
          <a:ext cx="824865" cy="483235"/>
        </p:xfrm>
        <a:graphic>
          <a:graphicData uri="http://schemas.openxmlformats.org/presentationml/2006/ole">
            <mc:AlternateContent xmlns:mc="http://schemas.openxmlformats.org/markup-compatibility/2006">
              <mc:Choice xmlns:v="urn:schemas-microsoft-com:vml" Requires="v">
                <p:oleObj spid="_x0000_s6" name="" r:id="rId3" imgW="367665" imgH="215900" progId="Equation.DSMT4">
                  <p:embed/>
                </p:oleObj>
              </mc:Choice>
              <mc:Fallback>
                <p:oleObj name="" r:id="rId3" imgW="367665" imgH="215900" progId="Equation.DSMT4">
                  <p:embed/>
                  <p:pic>
                    <p:nvPicPr>
                      <p:cNvPr id="0" name="图片 5"/>
                      <p:cNvPicPr/>
                      <p:nvPr/>
                    </p:nvPicPr>
                    <p:blipFill>
                      <a:blip r:embed="rId4"/>
                      <a:stretch>
                        <a:fillRect/>
                      </a:stretch>
                    </p:blipFill>
                    <p:spPr>
                      <a:xfrm>
                        <a:off x="2466340" y="2133600"/>
                        <a:ext cx="824865" cy="483235"/>
                      </a:xfrm>
                      <a:prstGeom prst="rect">
                        <a:avLst/>
                      </a:prstGeom>
                      <a:noFill/>
                      <a:ln w="38100">
                        <a:noFill/>
                        <a:miter/>
                      </a:ln>
                    </p:spPr>
                  </p:pic>
                </p:oleObj>
              </mc:Fallback>
            </mc:AlternateContent>
          </a:graphicData>
        </a:graphic>
      </p:graphicFrame>
      <p:graphicFrame>
        <p:nvGraphicFramePr>
          <p:cNvPr id="4" name="对象 -2147481697"/>
          <p:cNvGraphicFramePr>
            <a:graphicFrameLocks noChangeAspect="1"/>
          </p:cNvGraphicFramePr>
          <p:nvPr/>
        </p:nvGraphicFramePr>
        <p:xfrm>
          <a:off x="838200" y="2590800"/>
          <a:ext cx="864870" cy="405765"/>
        </p:xfrm>
        <a:graphic>
          <a:graphicData uri="http://schemas.openxmlformats.org/presentationml/2006/ole">
            <mc:AlternateContent xmlns:mc="http://schemas.openxmlformats.org/markup-compatibility/2006">
              <mc:Choice xmlns:v="urn:schemas-microsoft-com:vml" Requires="v">
                <p:oleObj spid="_x0000_s7" name="" r:id="rId5" imgW="405765" imgH="190500" progId="Equation.DSMT4">
                  <p:embed/>
                </p:oleObj>
              </mc:Choice>
              <mc:Fallback>
                <p:oleObj name="" r:id="rId5" imgW="405765" imgH="190500" progId="Equation.DSMT4">
                  <p:embed/>
                  <p:pic>
                    <p:nvPicPr>
                      <p:cNvPr id="0" name="图片 6"/>
                      <p:cNvPicPr/>
                      <p:nvPr/>
                    </p:nvPicPr>
                    <p:blipFill>
                      <a:blip r:embed="rId6"/>
                      <a:stretch>
                        <a:fillRect/>
                      </a:stretch>
                    </p:blipFill>
                    <p:spPr>
                      <a:xfrm>
                        <a:off x="838200" y="2590800"/>
                        <a:ext cx="864870" cy="405765"/>
                      </a:xfrm>
                      <a:prstGeom prst="rect">
                        <a:avLst/>
                      </a:prstGeom>
                      <a:noFill/>
                      <a:ln w="38100">
                        <a:noFill/>
                        <a:miter/>
                      </a:ln>
                    </p:spPr>
                  </p:pic>
                </p:oleObj>
              </mc:Fallback>
            </mc:AlternateContent>
          </a:graphicData>
        </a:graphic>
      </p:graphicFrame>
      <p:graphicFrame>
        <p:nvGraphicFramePr>
          <p:cNvPr id="5" name="对象 -2147481696"/>
          <p:cNvGraphicFramePr>
            <a:graphicFrameLocks noChangeAspect="1"/>
          </p:cNvGraphicFramePr>
          <p:nvPr/>
        </p:nvGraphicFramePr>
        <p:xfrm>
          <a:off x="1821180" y="2625090"/>
          <a:ext cx="851535" cy="412115"/>
        </p:xfrm>
        <a:graphic>
          <a:graphicData uri="http://schemas.openxmlformats.org/presentationml/2006/ole">
            <mc:AlternateContent xmlns:mc="http://schemas.openxmlformats.org/markup-compatibility/2006">
              <mc:Choice xmlns:v="urn:schemas-microsoft-com:vml" Requires="v">
                <p:oleObj spid="_x0000_s8" name="" r:id="rId7" imgW="393700" imgH="190500" progId="Equation.DSMT4">
                  <p:embed/>
                </p:oleObj>
              </mc:Choice>
              <mc:Fallback>
                <p:oleObj name="" r:id="rId7" imgW="393700" imgH="190500" progId="Equation.DSMT4">
                  <p:embed/>
                  <p:pic>
                    <p:nvPicPr>
                      <p:cNvPr id="0" name="图片 7"/>
                      <p:cNvPicPr/>
                      <p:nvPr/>
                    </p:nvPicPr>
                    <p:blipFill>
                      <a:blip r:embed="rId8"/>
                      <a:stretch>
                        <a:fillRect/>
                      </a:stretch>
                    </p:blipFill>
                    <p:spPr>
                      <a:xfrm>
                        <a:off x="1821180" y="2625090"/>
                        <a:ext cx="851535" cy="412115"/>
                      </a:xfrm>
                      <a:prstGeom prst="rect">
                        <a:avLst/>
                      </a:prstGeom>
                      <a:noFill/>
                      <a:ln w="38100">
                        <a:noFill/>
                        <a:miter/>
                      </a:ln>
                    </p:spPr>
                  </p:pic>
                </p:oleObj>
              </mc:Fallback>
            </mc:AlternateContent>
          </a:graphicData>
        </a:graphic>
      </p:graphicFrame>
      <p:graphicFrame>
        <p:nvGraphicFramePr>
          <p:cNvPr id="10" name="对象 -2147481695"/>
          <p:cNvGraphicFramePr>
            <a:graphicFrameLocks noChangeAspect="1"/>
          </p:cNvGraphicFramePr>
          <p:nvPr/>
        </p:nvGraphicFramePr>
        <p:xfrm>
          <a:off x="5029200" y="2590800"/>
          <a:ext cx="454660" cy="401320"/>
        </p:xfrm>
        <a:graphic>
          <a:graphicData uri="http://schemas.openxmlformats.org/presentationml/2006/ole">
            <mc:AlternateContent xmlns:mc="http://schemas.openxmlformats.org/markup-compatibility/2006">
              <mc:Choice xmlns:v="urn:schemas-microsoft-com:vml" Requires="v">
                <p:oleObj spid="_x0000_s11" name="" r:id="rId9" imgW="215900" imgH="190500" progId="Equation.DSMT4">
                  <p:embed/>
                </p:oleObj>
              </mc:Choice>
              <mc:Fallback>
                <p:oleObj name="" r:id="rId9" imgW="215900" imgH="190500" progId="Equation.DSMT4">
                  <p:embed/>
                  <p:pic>
                    <p:nvPicPr>
                      <p:cNvPr id="0" name="图片 9"/>
                      <p:cNvPicPr/>
                      <p:nvPr/>
                    </p:nvPicPr>
                    <p:blipFill>
                      <a:blip r:embed="rId10"/>
                      <a:stretch>
                        <a:fillRect/>
                      </a:stretch>
                    </p:blipFill>
                    <p:spPr>
                      <a:xfrm>
                        <a:off x="5029200" y="2590800"/>
                        <a:ext cx="454660" cy="401320"/>
                      </a:xfrm>
                      <a:prstGeom prst="rect">
                        <a:avLst/>
                      </a:prstGeom>
                      <a:noFill/>
                      <a:ln w="38100">
                        <a:noFill/>
                        <a:miter/>
                      </a:ln>
                    </p:spPr>
                  </p:pic>
                </p:oleObj>
              </mc:Fallback>
            </mc:AlternateContent>
          </a:graphicData>
        </a:graphic>
      </p:graphicFrame>
      <p:graphicFrame>
        <p:nvGraphicFramePr>
          <p:cNvPr id="12" name="对象 -2147481694"/>
          <p:cNvGraphicFramePr>
            <a:graphicFrameLocks noChangeAspect="1"/>
          </p:cNvGraphicFramePr>
          <p:nvPr/>
        </p:nvGraphicFramePr>
        <p:xfrm>
          <a:off x="5506720" y="3006090"/>
          <a:ext cx="517525" cy="431165"/>
        </p:xfrm>
        <a:graphic>
          <a:graphicData uri="http://schemas.openxmlformats.org/presentationml/2006/ole">
            <mc:AlternateContent xmlns:mc="http://schemas.openxmlformats.org/markup-compatibility/2006">
              <mc:Choice xmlns:v="urn:schemas-microsoft-com:vml" Requires="v">
                <p:oleObj spid="_x0000_s13" name="" r:id="rId11" imgW="228600" imgH="190500" progId="Equation.DSMT4">
                  <p:embed/>
                </p:oleObj>
              </mc:Choice>
              <mc:Fallback>
                <p:oleObj name="" r:id="rId11" imgW="228600" imgH="190500" progId="Equation.DSMT4">
                  <p:embed/>
                  <p:pic>
                    <p:nvPicPr>
                      <p:cNvPr id="0" name="图片 10"/>
                      <p:cNvPicPr/>
                      <p:nvPr/>
                    </p:nvPicPr>
                    <p:blipFill>
                      <a:blip r:embed="rId12"/>
                      <a:stretch>
                        <a:fillRect/>
                      </a:stretch>
                    </p:blipFill>
                    <p:spPr>
                      <a:xfrm>
                        <a:off x="5506720" y="3006090"/>
                        <a:ext cx="517525" cy="431165"/>
                      </a:xfrm>
                      <a:prstGeom prst="rect">
                        <a:avLst/>
                      </a:prstGeom>
                      <a:noFill/>
                      <a:ln w="38100">
                        <a:noFill/>
                        <a:miter/>
                      </a:ln>
                    </p:spPr>
                  </p:pic>
                </p:oleObj>
              </mc:Fallback>
            </mc:AlternateContent>
          </a:graphicData>
        </a:graphic>
      </p:graphicFrame>
      <p:grpSp>
        <p:nvGrpSpPr>
          <p:cNvPr id="42" name="组合 41"/>
          <p:cNvGrpSpPr/>
          <p:nvPr/>
        </p:nvGrpSpPr>
        <p:grpSpPr>
          <a:xfrm>
            <a:off x="445770" y="3479800"/>
            <a:ext cx="8092440" cy="1842770"/>
            <a:chOff x="702" y="5480"/>
            <a:chExt cx="12744" cy="2902"/>
          </a:xfrm>
        </p:grpSpPr>
        <p:sp>
          <p:nvSpPr>
            <p:cNvPr id="14" name="Rectangle 3"/>
            <p:cNvSpPr>
              <a:spLocks noGrp="1"/>
            </p:cNvSpPr>
            <p:nvPr/>
          </p:nvSpPr>
          <p:spPr>
            <a:xfrm>
              <a:off x="702" y="5480"/>
              <a:ext cx="12744" cy="290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当</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时，但所有的编码信号均为高电平，则输出信号</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，即工作状态标志</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输出无效的高电平 (表示该编码器没有工作)，使能输出信号</a:t>
              </a:r>
              <a:endParaRPr sz="2400" b="1" dirty="0">
                <a:solidFill>
                  <a:srgbClr val="000066"/>
                </a:solidFill>
                <a:latin typeface="Arial" panose="020B0604020202020204" pitchFamily="34" charset="0"/>
                <a:ea typeface="楷体_GB2312" pitchFamily="49" charset="-122"/>
                <a:sym typeface="+mn-ea"/>
              </a:endParaRPr>
            </a:p>
            <a:p>
              <a:pPr marL="0" indent="0" algn="just" eaLnBrk="1" latinLnBrk="0" hangingPunct="1">
                <a:lnSpc>
                  <a:spcPct val="120000"/>
                </a:lnSpc>
                <a:spcBef>
                  <a:spcPts val="0"/>
                </a:spcBef>
                <a:buNone/>
              </a:pPr>
              <a:r>
                <a:rPr sz="2400" b="1" dirty="0">
                  <a:solidFill>
                    <a:srgbClr val="000066"/>
                  </a:solidFill>
                  <a:latin typeface="Arial" panose="020B0604020202020204" pitchFamily="34" charset="0"/>
                  <a:ea typeface="楷体_GB2312" pitchFamily="49" charset="-122"/>
                  <a:sym typeface="+mn-ea"/>
                </a:rPr>
                <a:t>输出有效的低电平。</a:t>
              </a:r>
              <a:endParaRPr sz="2400" b="1" dirty="0">
                <a:solidFill>
                  <a:srgbClr val="000066"/>
                </a:solidFill>
                <a:latin typeface="Arial" panose="020B0604020202020204" pitchFamily="34" charset="0"/>
                <a:ea typeface="楷体_GB2312" pitchFamily="49" charset="-122"/>
                <a:sym typeface="+mn-ea"/>
              </a:endParaRPr>
            </a:p>
          </p:txBody>
        </p:sp>
        <p:graphicFrame>
          <p:nvGraphicFramePr>
            <p:cNvPr id="15" name="对象 -2147481699"/>
            <p:cNvGraphicFramePr>
              <a:graphicFrameLocks noChangeAspect="1"/>
            </p:cNvGraphicFramePr>
            <p:nvPr/>
          </p:nvGraphicFramePr>
          <p:xfrm>
            <a:off x="2258" y="5520"/>
            <a:ext cx="1386" cy="693"/>
          </p:xfrm>
          <a:graphic>
            <a:graphicData uri="http://schemas.openxmlformats.org/presentationml/2006/ole">
              <mc:AlternateContent xmlns:mc="http://schemas.openxmlformats.org/markup-compatibility/2006">
                <mc:Choice xmlns:v="urn:schemas-microsoft-com:vml" Requires="v">
                  <p:oleObj spid="_x0000_s16" name="" r:id="rId13" imgW="381000" imgH="190500" progId="Equation.DSMT4">
                    <p:embed/>
                  </p:oleObj>
                </mc:Choice>
                <mc:Fallback>
                  <p:oleObj name="" r:id="rId13" imgW="381000" imgH="190500" progId="Equation.DSMT4">
                    <p:embed/>
                    <p:pic>
                      <p:nvPicPr>
                        <p:cNvPr id="0" name="图片 3075"/>
                        <p:cNvPicPr/>
                        <p:nvPr/>
                      </p:nvPicPr>
                      <p:blipFill>
                        <a:blip r:embed="rId2"/>
                        <a:stretch>
                          <a:fillRect/>
                        </a:stretch>
                      </p:blipFill>
                      <p:spPr>
                        <a:xfrm>
                          <a:off x="2258" y="5520"/>
                          <a:ext cx="1386" cy="693"/>
                        </a:xfrm>
                        <a:prstGeom prst="rect">
                          <a:avLst/>
                        </a:prstGeom>
                        <a:noFill/>
                        <a:ln w="38100">
                          <a:noFill/>
                          <a:miter/>
                        </a:ln>
                      </p:spPr>
                    </p:pic>
                  </p:oleObj>
                </mc:Fallback>
              </mc:AlternateContent>
            </a:graphicData>
          </a:graphic>
        </p:graphicFrame>
        <p:graphicFrame>
          <p:nvGraphicFramePr>
            <p:cNvPr id="17" name="对象 -2147481690"/>
            <p:cNvGraphicFramePr>
              <a:graphicFrameLocks noChangeAspect="1"/>
            </p:cNvGraphicFramePr>
            <p:nvPr/>
          </p:nvGraphicFramePr>
          <p:xfrm>
            <a:off x="1440" y="6240"/>
            <a:ext cx="2365" cy="773"/>
          </p:xfrm>
          <a:graphic>
            <a:graphicData uri="http://schemas.openxmlformats.org/presentationml/2006/ole">
              <mc:AlternateContent xmlns:mc="http://schemas.openxmlformats.org/markup-compatibility/2006">
                <mc:Choice xmlns:v="urn:schemas-microsoft-com:vml" Requires="v">
                  <p:oleObj spid="_x0000_s18" name="" r:id="rId14" imgW="659765" imgH="215900" progId="Equation.DSMT4">
                    <p:embed/>
                  </p:oleObj>
                </mc:Choice>
                <mc:Fallback>
                  <p:oleObj name="" r:id="rId14" imgW="659765" imgH="215900" progId="Equation.DSMT4">
                    <p:embed/>
                    <p:pic>
                      <p:nvPicPr>
                        <p:cNvPr id="0" name="图片 15"/>
                        <p:cNvPicPr/>
                        <p:nvPr/>
                      </p:nvPicPr>
                      <p:blipFill>
                        <a:blip r:embed="rId15"/>
                        <a:stretch>
                          <a:fillRect/>
                        </a:stretch>
                      </p:blipFill>
                      <p:spPr>
                        <a:xfrm>
                          <a:off x="1440" y="6240"/>
                          <a:ext cx="2365" cy="773"/>
                        </a:xfrm>
                        <a:prstGeom prst="rect">
                          <a:avLst/>
                        </a:prstGeom>
                        <a:noFill/>
                        <a:ln w="38100">
                          <a:noFill/>
                          <a:miter/>
                        </a:ln>
                      </p:spPr>
                    </p:pic>
                  </p:oleObj>
                </mc:Fallback>
              </mc:AlternateContent>
            </a:graphicData>
          </a:graphic>
        </p:graphicFrame>
        <p:graphicFrame>
          <p:nvGraphicFramePr>
            <p:cNvPr id="19" name="对象 -2147481689"/>
            <p:cNvGraphicFramePr>
              <a:graphicFrameLocks noChangeAspect="1"/>
            </p:cNvGraphicFramePr>
            <p:nvPr/>
          </p:nvGraphicFramePr>
          <p:xfrm>
            <a:off x="4080" y="6240"/>
            <a:ext cx="1418" cy="709"/>
          </p:xfrm>
          <a:graphic>
            <a:graphicData uri="http://schemas.openxmlformats.org/presentationml/2006/ole">
              <mc:AlternateContent xmlns:mc="http://schemas.openxmlformats.org/markup-compatibility/2006">
                <mc:Choice xmlns:v="urn:schemas-microsoft-com:vml" Requires="v">
                  <p:oleObj spid="_x0000_s21" name="" r:id="rId16" imgW="381000" imgH="190500" progId="Equation.DSMT4">
                    <p:embed/>
                  </p:oleObj>
                </mc:Choice>
                <mc:Fallback>
                  <p:oleObj name="" r:id="rId16" imgW="381000" imgH="190500" progId="Equation.DSMT4">
                    <p:embed/>
                    <p:pic>
                      <p:nvPicPr>
                        <p:cNvPr id="0" name="图片 16"/>
                        <p:cNvPicPr/>
                        <p:nvPr/>
                      </p:nvPicPr>
                      <p:blipFill>
                        <a:blip r:embed="rId17"/>
                        <a:stretch>
                          <a:fillRect/>
                        </a:stretch>
                      </p:blipFill>
                      <p:spPr>
                        <a:xfrm>
                          <a:off x="4080" y="6240"/>
                          <a:ext cx="1418" cy="709"/>
                        </a:xfrm>
                        <a:prstGeom prst="rect">
                          <a:avLst/>
                        </a:prstGeom>
                        <a:noFill/>
                        <a:ln w="38100">
                          <a:noFill/>
                          <a:miter/>
                        </a:ln>
                      </p:spPr>
                    </p:pic>
                  </p:oleObj>
                </mc:Fallback>
              </mc:AlternateContent>
            </a:graphicData>
          </a:graphic>
        </p:graphicFrame>
        <p:graphicFrame>
          <p:nvGraphicFramePr>
            <p:cNvPr id="22" name="对象 -2147481688"/>
            <p:cNvGraphicFramePr>
              <a:graphicFrameLocks noChangeAspect="1"/>
            </p:cNvGraphicFramePr>
            <p:nvPr/>
          </p:nvGraphicFramePr>
          <p:xfrm>
            <a:off x="5880" y="6240"/>
            <a:ext cx="1460" cy="664"/>
          </p:xfrm>
          <a:graphic>
            <a:graphicData uri="http://schemas.openxmlformats.org/presentationml/2006/ole">
              <mc:AlternateContent xmlns:mc="http://schemas.openxmlformats.org/markup-compatibility/2006">
                <mc:Choice xmlns:v="urn:schemas-microsoft-com:vml" Requires="v">
                  <p:oleObj spid="_x0000_s23" name="" r:id="rId18" imgW="419100" imgH="190500" progId="Equation.DSMT4">
                    <p:embed/>
                  </p:oleObj>
                </mc:Choice>
                <mc:Fallback>
                  <p:oleObj name="" r:id="rId18" imgW="419100" imgH="190500" progId="Equation.DSMT4">
                    <p:embed/>
                    <p:pic>
                      <p:nvPicPr>
                        <p:cNvPr id="0" name="图片 17"/>
                        <p:cNvPicPr/>
                        <p:nvPr/>
                      </p:nvPicPr>
                      <p:blipFill>
                        <a:blip r:embed="rId19"/>
                        <a:stretch>
                          <a:fillRect/>
                        </a:stretch>
                      </p:blipFill>
                      <p:spPr>
                        <a:xfrm>
                          <a:off x="5880" y="6240"/>
                          <a:ext cx="1460" cy="664"/>
                        </a:xfrm>
                        <a:prstGeom prst="rect">
                          <a:avLst/>
                        </a:prstGeom>
                        <a:noFill/>
                        <a:ln w="38100">
                          <a:noFill/>
                          <a:miter/>
                        </a:ln>
                      </p:spPr>
                    </p:pic>
                  </p:oleObj>
                </mc:Fallback>
              </mc:AlternateContent>
            </a:graphicData>
          </a:graphic>
        </p:graphicFrame>
        <p:graphicFrame>
          <p:nvGraphicFramePr>
            <p:cNvPr id="24" name="对象 -2147481687"/>
            <p:cNvGraphicFramePr>
              <a:graphicFrameLocks noChangeAspect="1"/>
            </p:cNvGraphicFramePr>
            <p:nvPr/>
          </p:nvGraphicFramePr>
          <p:xfrm>
            <a:off x="11520" y="6240"/>
            <a:ext cx="809" cy="715"/>
          </p:xfrm>
          <a:graphic>
            <a:graphicData uri="http://schemas.openxmlformats.org/presentationml/2006/ole">
              <mc:AlternateContent xmlns:mc="http://schemas.openxmlformats.org/markup-compatibility/2006">
                <mc:Choice xmlns:v="urn:schemas-microsoft-com:vml" Requires="v">
                  <p:oleObj spid="_x0000_s26" name="" r:id="rId20" imgW="215900" imgH="190500" progId="Equation.DSMT4">
                    <p:embed/>
                  </p:oleObj>
                </mc:Choice>
                <mc:Fallback>
                  <p:oleObj name="" r:id="rId20" imgW="215900" imgH="190500" progId="Equation.DSMT4">
                    <p:embed/>
                    <p:pic>
                      <p:nvPicPr>
                        <p:cNvPr id="0" name="图片 25"/>
                        <p:cNvPicPr/>
                        <p:nvPr/>
                      </p:nvPicPr>
                      <p:blipFill>
                        <a:blip r:embed="rId21"/>
                        <a:stretch>
                          <a:fillRect/>
                        </a:stretch>
                      </p:blipFill>
                      <p:spPr>
                        <a:xfrm>
                          <a:off x="11520" y="6240"/>
                          <a:ext cx="809" cy="715"/>
                        </a:xfrm>
                        <a:prstGeom prst="rect">
                          <a:avLst/>
                        </a:prstGeom>
                        <a:noFill/>
                        <a:ln w="38100">
                          <a:noFill/>
                          <a:miter/>
                        </a:ln>
                      </p:spPr>
                    </p:pic>
                  </p:oleObj>
                </mc:Fallback>
              </mc:AlternateContent>
            </a:graphicData>
          </a:graphic>
        </p:graphicFrame>
        <p:graphicFrame>
          <p:nvGraphicFramePr>
            <p:cNvPr id="25" name="对象 -2147481686"/>
            <p:cNvGraphicFramePr>
              <a:graphicFrameLocks noChangeAspect="1"/>
            </p:cNvGraphicFramePr>
            <p:nvPr/>
          </p:nvGraphicFramePr>
          <p:xfrm>
            <a:off x="12404" y="6884"/>
            <a:ext cx="862" cy="718"/>
          </p:xfrm>
          <a:graphic>
            <a:graphicData uri="http://schemas.openxmlformats.org/presentationml/2006/ole">
              <mc:AlternateContent xmlns:mc="http://schemas.openxmlformats.org/markup-compatibility/2006">
                <mc:Choice xmlns:v="urn:schemas-microsoft-com:vml" Requires="v">
                  <p:oleObj spid="_x0000_s27" name="" r:id="rId22" imgW="228600" imgH="190500" progId="Equation.DSMT4">
                    <p:embed/>
                  </p:oleObj>
                </mc:Choice>
                <mc:Fallback>
                  <p:oleObj name="" r:id="rId22" imgW="228600" imgH="190500" progId="Equation.DSMT4">
                    <p:embed/>
                    <p:pic>
                      <p:nvPicPr>
                        <p:cNvPr id="0" name="图片 26"/>
                        <p:cNvPicPr/>
                        <p:nvPr/>
                      </p:nvPicPr>
                      <p:blipFill>
                        <a:blip r:embed="rId12"/>
                        <a:stretch>
                          <a:fillRect/>
                        </a:stretch>
                      </p:blipFill>
                      <p:spPr>
                        <a:xfrm>
                          <a:off x="12404" y="6884"/>
                          <a:ext cx="862" cy="718"/>
                        </a:xfrm>
                        <a:prstGeom prst="rect">
                          <a:avLst/>
                        </a:prstGeom>
                        <a:noFill/>
                        <a:ln w="38100">
                          <a:noFill/>
                          <a:miter/>
                        </a:ln>
                      </p:spPr>
                    </p:pic>
                  </p:oleObj>
                </mc:Fallback>
              </mc:AlternateContent>
            </a:graphicData>
          </a:graphic>
        </p:graphicFrame>
      </p:grpSp>
      <p:grpSp>
        <p:nvGrpSpPr>
          <p:cNvPr id="44" name="组合 43"/>
          <p:cNvGrpSpPr/>
          <p:nvPr/>
        </p:nvGrpSpPr>
        <p:grpSpPr>
          <a:xfrm>
            <a:off x="457200" y="5257800"/>
            <a:ext cx="8092440" cy="1448435"/>
            <a:chOff x="720" y="8160"/>
            <a:chExt cx="12744" cy="2281"/>
          </a:xfrm>
        </p:grpSpPr>
        <p:sp>
          <p:nvSpPr>
            <p:cNvPr id="40" name="Rectangle 3"/>
            <p:cNvSpPr>
              <a:spLocks noGrp="1"/>
            </p:cNvSpPr>
            <p:nvPr/>
          </p:nvSpPr>
          <p:spPr>
            <a:xfrm>
              <a:off x="720" y="8160"/>
              <a:ext cx="12744" cy="228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例如：当</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时，</a:t>
              </a:r>
              <a:r>
                <a:rPr lang="zh-CN" sz="2400" b="1" dirty="0">
                  <a:solidFill>
                    <a:srgbClr val="000066"/>
                  </a:solidFill>
                  <a:latin typeface="Arial" panose="020B0604020202020204" pitchFamily="34" charset="0"/>
                  <a:ea typeface="楷体_GB2312" pitchFamily="49" charset="-122"/>
                  <a:sym typeface="+mn-ea"/>
                </a:rPr>
                <a:t>若</a:t>
              </a:r>
              <a:r>
                <a:rPr sz="2400" b="1" dirty="0">
                  <a:solidFill>
                    <a:srgbClr val="000066"/>
                  </a:solidFill>
                  <a:latin typeface="Arial" panose="020B0604020202020204" pitchFamily="34" charset="0"/>
                  <a:ea typeface="楷体_GB2312" pitchFamily="49" charset="-122"/>
                  <a:sym typeface="+mn-ea"/>
                </a:rPr>
                <a:t>编码信号</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为0，</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 </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均为1，则从</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输出3的二进制反码100，此时</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endParaRPr sz="2400" b="1" dirty="0">
                <a:solidFill>
                  <a:srgbClr val="000066"/>
                </a:solidFill>
                <a:latin typeface="Arial" panose="020B0604020202020204" pitchFamily="34" charset="0"/>
                <a:ea typeface="楷体_GB2312" pitchFamily="49" charset="-122"/>
                <a:sym typeface="+mn-ea"/>
              </a:endParaRPr>
            </a:p>
          </p:txBody>
        </p:sp>
        <p:graphicFrame>
          <p:nvGraphicFramePr>
            <p:cNvPr id="28" name="对象 -2147481684"/>
            <p:cNvGraphicFramePr>
              <a:graphicFrameLocks noChangeAspect="1"/>
            </p:cNvGraphicFramePr>
            <p:nvPr/>
          </p:nvGraphicFramePr>
          <p:xfrm>
            <a:off x="8640" y="8160"/>
            <a:ext cx="597" cy="846"/>
          </p:xfrm>
          <a:graphic>
            <a:graphicData uri="http://schemas.openxmlformats.org/presentationml/2006/ole">
              <mc:AlternateContent xmlns:mc="http://schemas.openxmlformats.org/markup-compatibility/2006">
                <mc:Choice xmlns:v="urn:schemas-microsoft-com:vml" Requires="v">
                  <p:oleObj spid="_x0000_s30" name="" r:id="rId23" imgW="152400" imgH="215900" progId="Equation.DSMT4">
                    <p:embed/>
                  </p:oleObj>
                </mc:Choice>
                <mc:Fallback>
                  <p:oleObj name="" r:id="rId23" imgW="152400" imgH="215900" progId="Equation.DSMT4">
                    <p:embed/>
                    <p:pic>
                      <p:nvPicPr>
                        <p:cNvPr id="0" name="图片 29"/>
                        <p:cNvPicPr/>
                        <p:nvPr/>
                      </p:nvPicPr>
                      <p:blipFill>
                        <a:blip r:embed="rId24"/>
                        <a:stretch>
                          <a:fillRect/>
                        </a:stretch>
                      </p:blipFill>
                      <p:spPr>
                        <a:xfrm>
                          <a:off x="8640" y="8160"/>
                          <a:ext cx="597" cy="846"/>
                        </a:xfrm>
                        <a:prstGeom prst="rect">
                          <a:avLst/>
                        </a:prstGeom>
                        <a:noFill/>
                        <a:ln w="38100">
                          <a:noFill/>
                          <a:miter/>
                        </a:ln>
                      </p:spPr>
                    </p:pic>
                  </p:oleObj>
                </mc:Fallback>
              </mc:AlternateContent>
            </a:graphicData>
          </a:graphic>
        </p:graphicFrame>
        <p:graphicFrame>
          <p:nvGraphicFramePr>
            <p:cNvPr id="29" name="对象 -2147481683"/>
            <p:cNvGraphicFramePr>
              <a:graphicFrameLocks noChangeAspect="1"/>
            </p:cNvGraphicFramePr>
            <p:nvPr/>
          </p:nvGraphicFramePr>
          <p:xfrm>
            <a:off x="10440" y="8160"/>
            <a:ext cx="580" cy="822"/>
          </p:xfrm>
          <a:graphic>
            <a:graphicData uri="http://schemas.openxmlformats.org/presentationml/2006/ole">
              <mc:AlternateContent xmlns:mc="http://schemas.openxmlformats.org/markup-compatibility/2006">
                <mc:Choice xmlns:v="urn:schemas-microsoft-com:vml" Requires="v">
                  <p:oleObj spid="_x0000_s31" name="" r:id="rId25" imgW="152400" imgH="215900" progId="Equation.DSMT4">
                    <p:embed/>
                  </p:oleObj>
                </mc:Choice>
                <mc:Fallback>
                  <p:oleObj name="" r:id="rId25" imgW="152400" imgH="215900" progId="Equation.DSMT4">
                    <p:embed/>
                    <p:pic>
                      <p:nvPicPr>
                        <p:cNvPr id="0" name="图片 30"/>
                        <p:cNvPicPr/>
                        <p:nvPr/>
                      </p:nvPicPr>
                      <p:blipFill>
                        <a:blip r:embed="rId26"/>
                        <a:stretch>
                          <a:fillRect/>
                        </a:stretch>
                      </p:blipFill>
                      <p:spPr>
                        <a:xfrm>
                          <a:off x="10440" y="8160"/>
                          <a:ext cx="580" cy="822"/>
                        </a:xfrm>
                        <a:prstGeom prst="rect">
                          <a:avLst/>
                        </a:prstGeom>
                        <a:noFill/>
                        <a:ln w="38100">
                          <a:noFill/>
                          <a:miter/>
                        </a:ln>
                      </p:spPr>
                    </p:pic>
                  </p:oleObj>
                </mc:Fallback>
              </mc:AlternateContent>
            </a:graphicData>
          </a:graphic>
        </p:graphicFrame>
        <p:graphicFrame>
          <p:nvGraphicFramePr>
            <p:cNvPr id="32" name="对象 -2147481682"/>
            <p:cNvGraphicFramePr>
              <a:graphicFrameLocks noChangeAspect="1"/>
            </p:cNvGraphicFramePr>
            <p:nvPr/>
          </p:nvGraphicFramePr>
          <p:xfrm>
            <a:off x="11520" y="8160"/>
            <a:ext cx="583" cy="827"/>
          </p:xfrm>
          <a:graphic>
            <a:graphicData uri="http://schemas.openxmlformats.org/presentationml/2006/ole">
              <mc:AlternateContent xmlns:mc="http://schemas.openxmlformats.org/markup-compatibility/2006">
                <mc:Choice xmlns:v="urn:schemas-microsoft-com:vml" Requires="v">
                  <p:oleObj spid="_x0000_s33" name="" r:id="rId27" imgW="152400" imgH="215900" progId="Equation.DSMT4">
                    <p:embed/>
                  </p:oleObj>
                </mc:Choice>
                <mc:Fallback>
                  <p:oleObj name="" r:id="rId27" imgW="152400" imgH="215900" progId="Equation.DSMT4">
                    <p:embed/>
                    <p:pic>
                      <p:nvPicPr>
                        <p:cNvPr id="0" name="图片 31"/>
                        <p:cNvPicPr/>
                        <p:nvPr/>
                      </p:nvPicPr>
                      <p:blipFill>
                        <a:blip r:embed="rId28"/>
                        <a:stretch>
                          <a:fillRect/>
                        </a:stretch>
                      </p:blipFill>
                      <p:spPr>
                        <a:xfrm>
                          <a:off x="11520" y="8160"/>
                          <a:ext cx="583" cy="827"/>
                        </a:xfrm>
                        <a:prstGeom prst="rect">
                          <a:avLst/>
                        </a:prstGeom>
                        <a:noFill/>
                        <a:ln w="38100">
                          <a:noFill/>
                          <a:miter/>
                        </a:ln>
                      </p:spPr>
                    </p:pic>
                  </p:oleObj>
                </mc:Fallback>
              </mc:AlternateContent>
            </a:graphicData>
          </a:graphic>
        </p:graphicFrame>
        <p:graphicFrame>
          <p:nvGraphicFramePr>
            <p:cNvPr id="34" name="对象 -2147481699"/>
            <p:cNvGraphicFramePr>
              <a:graphicFrameLocks noChangeAspect="1"/>
            </p:cNvGraphicFramePr>
            <p:nvPr/>
          </p:nvGraphicFramePr>
          <p:xfrm>
            <a:off x="3960" y="8236"/>
            <a:ext cx="1386" cy="693"/>
          </p:xfrm>
          <a:graphic>
            <a:graphicData uri="http://schemas.openxmlformats.org/presentationml/2006/ole">
              <mc:AlternateContent xmlns:mc="http://schemas.openxmlformats.org/markup-compatibility/2006">
                <mc:Choice xmlns:v="urn:schemas-microsoft-com:vml" Requires="v">
                  <p:oleObj spid="_x0000_s35" name="" r:id="rId29" imgW="381000" imgH="190500" progId="Equation.DSMT4">
                    <p:embed/>
                  </p:oleObj>
                </mc:Choice>
                <mc:Fallback>
                  <p:oleObj name="" r:id="rId29" imgW="381000" imgH="190500" progId="Equation.DSMT4">
                    <p:embed/>
                    <p:pic>
                      <p:nvPicPr>
                        <p:cNvPr id="0" name="图片 3075"/>
                        <p:cNvPicPr/>
                        <p:nvPr/>
                      </p:nvPicPr>
                      <p:blipFill>
                        <a:blip r:embed="rId2"/>
                        <a:stretch>
                          <a:fillRect/>
                        </a:stretch>
                      </p:blipFill>
                      <p:spPr>
                        <a:xfrm>
                          <a:off x="3960" y="8236"/>
                          <a:ext cx="1386" cy="693"/>
                        </a:xfrm>
                        <a:prstGeom prst="rect">
                          <a:avLst/>
                        </a:prstGeom>
                        <a:noFill/>
                        <a:ln w="38100">
                          <a:noFill/>
                          <a:miter/>
                        </a:ln>
                      </p:spPr>
                    </p:pic>
                  </p:oleObj>
                </mc:Fallback>
              </mc:AlternateContent>
            </a:graphicData>
          </a:graphic>
        </p:graphicFrame>
        <p:graphicFrame>
          <p:nvGraphicFramePr>
            <p:cNvPr id="36" name="对象 -2147481698"/>
            <p:cNvGraphicFramePr>
              <a:graphicFrameLocks noChangeAspect="1"/>
            </p:cNvGraphicFramePr>
            <p:nvPr/>
          </p:nvGraphicFramePr>
          <p:xfrm>
            <a:off x="1724" y="8880"/>
            <a:ext cx="1382" cy="810"/>
          </p:xfrm>
          <a:graphic>
            <a:graphicData uri="http://schemas.openxmlformats.org/presentationml/2006/ole">
              <mc:AlternateContent xmlns:mc="http://schemas.openxmlformats.org/markup-compatibility/2006">
                <mc:Choice xmlns:v="urn:schemas-microsoft-com:vml" Requires="v">
                  <p:oleObj spid="_x0000_s37" name="" r:id="rId30" imgW="367665" imgH="215900" progId="Equation.DSMT4">
                    <p:embed/>
                  </p:oleObj>
                </mc:Choice>
                <mc:Fallback>
                  <p:oleObj name="" r:id="rId30" imgW="367665" imgH="215900" progId="Equation.DSMT4">
                    <p:embed/>
                    <p:pic>
                      <p:nvPicPr>
                        <p:cNvPr id="0" name="图片 5"/>
                        <p:cNvPicPr/>
                        <p:nvPr/>
                      </p:nvPicPr>
                      <p:blipFill>
                        <a:blip r:embed="rId4"/>
                        <a:stretch>
                          <a:fillRect/>
                        </a:stretch>
                      </p:blipFill>
                      <p:spPr>
                        <a:xfrm>
                          <a:off x="1724" y="8880"/>
                          <a:ext cx="1382" cy="810"/>
                        </a:xfrm>
                        <a:prstGeom prst="rect">
                          <a:avLst/>
                        </a:prstGeom>
                        <a:noFill/>
                        <a:ln w="38100">
                          <a:noFill/>
                          <a:miter/>
                        </a:ln>
                      </p:spPr>
                    </p:pic>
                  </p:oleObj>
                </mc:Fallback>
              </mc:AlternateContent>
            </a:graphicData>
          </a:graphic>
        </p:graphicFrame>
        <p:graphicFrame>
          <p:nvGraphicFramePr>
            <p:cNvPr id="38" name="对象 -2147481697"/>
            <p:cNvGraphicFramePr>
              <a:graphicFrameLocks noChangeAspect="1"/>
            </p:cNvGraphicFramePr>
            <p:nvPr/>
          </p:nvGraphicFramePr>
          <p:xfrm>
            <a:off x="9600" y="8880"/>
            <a:ext cx="1533" cy="719"/>
          </p:xfrm>
          <a:graphic>
            <a:graphicData uri="http://schemas.openxmlformats.org/presentationml/2006/ole">
              <mc:AlternateContent xmlns:mc="http://schemas.openxmlformats.org/markup-compatibility/2006">
                <mc:Choice xmlns:v="urn:schemas-microsoft-com:vml" Requires="v">
                  <p:oleObj spid="_x0000_s39" name="" r:id="rId31" imgW="405765" imgH="190500" progId="Equation.DSMT4">
                    <p:embed/>
                  </p:oleObj>
                </mc:Choice>
                <mc:Fallback>
                  <p:oleObj name="" r:id="rId31" imgW="405765" imgH="190500" progId="Equation.DSMT4">
                    <p:embed/>
                    <p:pic>
                      <p:nvPicPr>
                        <p:cNvPr id="0" name="图片 6"/>
                        <p:cNvPicPr/>
                        <p:nvPr/>
                      </p:nvPicPr>
                      <p:blipFill>
                        <a:blip r:embed="rId6"/>
                        <a:stretch>
                          <a:fillRect/>
                        </a:stretch>
                      </p:blipFill>
                      <p:spPr>
                        <a:xfrm>
                          <a:off x="9600" y="8880"/>
                          <a:ext cx="1533" cy="719"/>
                        </a:xfrm>
                        <a:prstGeom prst="rect">
                          <a:avLst/>
                        </a:prstGeom>
                        <a:noFill/>
                        <a:ln w="38100">
                          <a:noFill/>
                          <a:miter/>
                        </a:ln>
                      </p:spPr>
                    </p:pic>
                  </p:oleObj>
                </mc:Fallback>
              </mc:AlternateContent>
            </a:graphicData>
          </a:graphic>
        </p:graphicFrame>
        <p:graphicFrame>
          <p:nvGraphicFramePr>
            <p:cNvPr id="41" name="对象 -2147481696"/>
            <p:cNvGraphicFramePr>
              <a:graphicFrameLocks noChangeAspect="1"/>
            </p:cNvGraphicFramePr>
            <p:nvPr/>
          </p:nvGraphicFramePr>
          <p:xfrm>
            <a:off x="11388" y="8880"/>
            <a:ext cx="1446" cy="700"/>
          </p:xfrm>
          <a:graphic>
            <a:graphicData uri="http://schemas.openxmlformats.org/presentationml/2006/ole">
              <mc:AlternateContent xmlns:mc="http://schemas.openxmlformats.org/markup-compatibility/2006">
                <mc:Choice xmlns:v="urn:schemas-microsoft-com:vml" Requires="v">
                  <p:oleObj spid="_x0000_s43" name="" r:id="rId32" imgW="393700" imgH="190500" progId="Equation.DSMT4">
                    <p:embed/>
                  </p:oleObj>
                </mc:Choice>
                <mc:Fallback>
                  <p:oleObj name="" r:id="rId32" imgW="393700" imgH="190500" progId="Equation.DSMT4">
                    <p:embed/>
                    <p:pic>
                      <p:nvPicPr>
                        <p:cNvPr id="0" name="图片 7"/>
                        <p:cNvPicPr/>
                        <p:nvPr/>
                      </p:nvPicPr>
                      <p:blipFill>
                        <a:blip r:embed="rId8"/>
                        <a:stretch>
                          <a:fillRect/>
                        </a:stretch>
                      </p:blipFill>
                      <p:spPr>
                        <a:xfrm>
                          <a:off x="11388" y="8880"/>
                          <a:ext cx="1446" cy="70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anim calcmode="lin" valueType="num">
                                      <p:cBhvr>
                                        <p:cTn id="8" dur="1000" fill="hold"/>
                                        <p:tgtEl>
                                          <p:spTgt spid="42"/>
                                        </p:tgtEl>
                                        <p:attrNameLst>
                                          <p:attrName>ppt_x</p:attrName>
                                        </p:attrNameLst>
                                      </p:cBhvr>
                                      <p:tavLst>
                                        <p:tav tm="0">
                                          <p:val>
                                            <p:strVal val="#ppt_x"/>
                                          </p:val>
                                        </p:tav>
                                        <p:tav tm="100000">
                                          <p:val>
                                            <p:strVal val="#ppt_x"/>
                                          </p:val>
                                        </p:tav>
                                      </p:tavLst>
                                    </p:anim>
                                    <p:anim calcmode="lin" valueType="num">
                                      <p:cBhvr>
                                        <p:cTn id="9"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nodeType="clickEffect">
                                  <p:stCondLst>
                                    <p:cond delay="0"/>
                                  </p:stCondLst>
                                  <p:childTnLst>
                                    <p:set>
                                      <p:cBhvr>
                                        <p:cTn id="13" dur="1" fill="hold">
                                          <p:stCondLst>
                                            <p:cond delay="0"/>
                                          </p:stCondLst>
                                        </p:cTn>
                                        <p:tgtEl>
                                          <p:spTgt spid="44"/>
                                        </p:tgtEl>
                                        <p:attrNameLst>
                                          <p:attrName>style.visibility</p:attrName>
                                        </p:attrNameLst>
                                      </p:cBhvr>
                                      <p:to>
                                        <p:strVal val="visible"/>
                                      </p:to>
                                    </p:set>
                                    <p:anim calcmode="lin" valueType="num">
                                      <p:cBhvr>
                                        <p:cTn id="14" dur="1000" fill="hold"/>
                                        <p:tgtEl>
                                          <p:spTgt spid="44"/>
                                        </p:tgtEl>
                                        <p:attrNameLst>
                                          <p:attrName>ppt_w</p:attrName>
                                        </p:attrNameLst>
                                      </p:cBhvr>
                                      <p:tavLst>
                                        <p:tav tm="0">
                                          <p:val>
                                            <p:strVal val="#ppt_w+.3"/>
                                          </p:val>
                                        </p:tav>
                                        <p:tav tm="100000">
                                          <p:val>
                                            <p:strVal val="#ppt_w"/>
                                          </p:val>
                                        </p:tav>
                                      </p:tavLst>
                                    </p:anim>
                                    <p:anim calcmode="lin" valueType="num">
                                      <p:cBhvr>
                                        <p:cTn id="15" dur="1000" fill="hold"/>
                                        <p:tgtEl>
                                          <p:spTgt spid="44"/>
                                        </p:tgtEl>
                                        <p:attrNameLst>
                                          <p:attrName>ppt_h</p:attrName>
                                        </p:attrNameLst>
                                      </p:cBhvr>
                                      <p:tavLst>
                                        <p:tav tm="0">
                                          <p:val>
                                            <p:strVal val="#ppt_h"/>
                                          </p:val>
                                        </p:tav>
                                        <p:tav tm="100000">
                                          <p:val>
                                            <p:strVal val="#ppt_h"/>
                                          </p:val>
                                        </p:tav>
                                      </p:tavLst>
                                    </p:anim>
                                    <p:animEffect transition="in" filter="fade">
                                      <p:cBhvr>
                                        <p:cTn id="16"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 name="文本框 8"/>
          <p:cNvSpPr txBox="1"/>
          <p:nvPr/>
        </p:nvSpPr>
        <p:spPr>
          <a:xfrm>
            <a:off x="7620" y="60198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533400" y="69850"/>
            <a:ext cx="8092440" cy="23685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和</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的状态反映了编码器工作情况。当</a:t>
            </a:r>
            <a:endParaRPr sz="2400" b="1" dirty="0">
              <a:solidFill>
                <a:srgbClr val="000066"/>
              </a:solidFill>
              <a:latin typeface="Arial" panose="020B0604020202020204" pitchFamily="34" charset="0"/>
              <a:ea typeface="楷体_GB2312" pitchFamily="49" charset="-122"/>
              <a:sym typeface="+mn-ea"/>
            </a:endParaRPr>
          </a:p>
          <a:p>
            <a:pPr marL="0" indent="0" algn="just" eaLnBrk="1" latinLnBrk="0" hangingPunct="1">
              <a:lnSpc>
                <a:spcPct val="120000"/>
              </a:lnSpc>
              <a:spcBef>
                <a:spcPts val="0"/>
              </a:spcBef>
              <a:buNone/>
            </a:pPr>
            <a:r>
              <a:rPr sz="2400" b="1" dirty="0">
                <a:solidFill>
                  <a:srgbClr val="000066"/>
                </a:solidFill>
                <a:latin typeface="Arial" panose="020B0604020202020204" pitchFamily="34" charset="0"/>
                <a:ea typeface="楷体_GB2312" pitchFamily="49" charset="-122"/>
                <a:sym typeface="+mn-ea"/>
              </a:rPr>
              <a:t>，禁止编码器工作，</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和</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均输出无效的高电平；当</a:t>
            </a:r>
            <a:endParaRPr sz="2400" b="1" dirty="0">
              <a:solidFill>
                <a:srgbClr val="000066"/>
              </a:solidFill>
              <a:latin typeface="Arial" panose="020B0604020202020204" pitchFamily="34" charset="0"/>
              <a:ea typeface="楷体_GB2312" pitchFamily="49" charset="-122"/>
              <a:sym typeface="+mn-ea"/>
            </a:endParaRPr>
          </a:p>
          <a:p>
            <a:pPr marL="0" indent="0" algn="just" eaLnBrk="1" latinLnBrk="0" hangingPunct="1">
              <a:lnSpc>
                <a:spcPct val="120000"/>
              </a:lnSpc>
              <a:spcBef>
                <a:spcPts val="0"/>
              </a:spcBef>
              <a:buNone/>
            </a:pPr>
            <a:r>
              <a:rPr sz="2400" b="1" dirty="0">
                <a:solidFill>
                  <a:srgbClr val="000066"/>
                </a:solidFill>
                <a:latin typeface="Arial" panose="020B0604020202020204" pitchFamily="34" charset="0"/>
                <a:ea typeface="楷体_GB2312" pitchFamily="49" charset="-122"/>
                <a:sym typeface="+mn-ea"/>
              </a:rPr>
              <a:t>，允许编码器工作，当编码信号</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 </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存在有效的低电平，则</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，表示该编码器正在工作；当</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，但编码信号均为无效的高电平，则</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，表示该编码器没有工作。</a:t>
            </a:r>
            <a:endParaRPr sz="2400" b="1" dirty="0">
              <a:solidFill>
                <a:srgbClr val="000066"/>
              </a:solidFill>
              <a:latin typeface="Arial" panose="020B0604020202020204" pitchFamily="34" charset="0"/>
              <a:ea typeface="楷体_GB2312" pitchFamily="49" charset="-122"/>
              <a:sym typeface="+mn-ea"/>
            </a:endParaRPr>
          </a:p>
        </p:txBody>
      </p:sp>
      <p:graphicFrame>
        <p:nvGraphicFramePr>
          <p:cNvPr id="2" name="对象 -2147481678"/>
          <p:cNvGraphicFramePr>
            <a:graphicFrameLocks noChangeAspect="1"/>
          </p:cNvGraphicFramePr>
          <p:nvPr/>
        </p:nvGraphicFramePr>
        <p:xfrm>
          <a:off x="1261110" y="90170"/>
          <a:ext cx="464185" cy="431165"/>
        </p:xfrm>
        <a:graphic>
          <a:graphicData uri="http://schemas.openxmlformats.org/presentationml/2006/ole">
            <mc:AlternateContent xmlns:mc="http://schemas.openxmlformats.org/markup-compatibility/2006">
              <mc:Choice xmlns:v="urn:schemas-microsoft-com:vml" Requires="v">
                <p:oleObj spid="_x0000_s3076" name="" r:id="rId1" imgW="189865" imgH="177800" progId="Equation.DSMT4">
                  <p:embed/>
                </p:oleObj>
              </mc:Choice>
              <mc:Fallback>
                <p:oleObj name="" r:id="rId1" imgW="189865" imgH="177800" progId="Equation.DSMT4">
                  <p:embed/>
                  <p:pic>
                    <p:nvPicPr>
                      <p:cNvPr id="0" name="图片 3075"/>
                      <p:cNvPicPr/>
                      <p:nvPr/>
                    </p:nvPicPr>
                    <p:blipFill>
                      <a:blip r:embed="rId2"/>
                      <a:stretch>
                        <a:fillRect/>
                      </a:stretch>
                    </p:blipFill>
                    <p:spPr>
                      <a:xfrm>
                        <a:off x="1261110" y="90170"/>
                        <a:ext cx="464185" cy="431165"/>
                      </a:xfrm>
                      <a:prstGeom prst="rect">
                        <a:avLst/>
                      </a:prstGeom>
                      <a:noFill/>
                      <a:ln w="38100">
                        <a:noFill/>
                        <a:miter/>
                      </a:ln>
                    </p:spPr>
                  </p:pic>
                </p:oleObj>
              </mc:Fallback>
            </mc:AlternateContent>
          </a:graphicData>
        </a:graphic>
      </p:graphicFrame>
      <p:graphicFrame>
        <p:nvGraphicFramePr>
          <p:cNvPr id="3" name="对象 -2147481677"/>
          <p:cNvGraphicFramePr>
            <a:graphicFrameLocks noChangeAspect="1"/>
          </p:cNvGraphicFramePr>
          <p:nvPr/>
        </p:nvGraphicFramePr>
        <p:xfrm>
          <a:off x="1863090" y="97790"/>
          <a:ext cx="569595" cy="474345"/>
        </p:xfrm>
        <a:graphic>
          <a:graphicData uri="http://schemas.openxmlformats.org/presentationml/2006/ole">
            <mc:AlternateContent xmlns:mc="http://schemas.openxmlformats.org/markup-compatibility/2006">
              <mc:Choice xmlns:v="urn:schemas-microsoft-com:vml" Requires="v">
                <p:oleObj spid="_x0000_s4" name="" r:id="rId3" imgW="228600" imgH="190500" progId="Equation.DSMT4">
                  <p:embed/>
                </p:oleObj>
              </mc:Choice>
              <mc:Fallback>
                <p:oleObj name="" r:id="rId3" imgW="228600" imgH="190500" progId="Equation.DSMT4">
                  <p:embed/>
                  <p:pic>
                    <p:nvPicPr>
                      <p:cNvPr id="0" name="图片 1"/>
                      <p:cNvPicPr/>
                      <p:nvPr/>
                    </p:nvPicPr>
                    <p:blipFill>
                      <a:blip r:embed="rId4"/>
                      <a:stretch>
                        <a:fillRect/>
                      </a:stretch>
                    </p:blipFill>
                    <p:spPr>
                      <a:xfrm>
                        <a:off x="1863090" y="97790"/>
                        <a:ext cx="569595" cy="474345"/>
                      </a:xfrm>
                      <a:prstGeom prst="rect">
                        <a:avLst/>
                      </a:prstGeom>
                      <a:noFill/>
                      <a:ln w="38100">
                        <a:noFill/>
                        <a:miter/>
                      </a:ln>
                    </p:spPr>
                  </p:pic>
                </p:oleObj>
              </mc:Fallback>
            </mc:AlternateContent>
          </a:graphicData>
        </a:graphic>
      </p:graphicFrame>
      <p:graphicFrame>
        <p:nvGraphicFramePr>
          <p:cNvPr id="5" name="对象 -2147481676"/>
          <p:cNvGraphicFramePr>
            <a:graphicFrameLocks noChangeAspect="1"/>
          </p:cNvGraphicFramePr>
          <p:nvPr/>
        </p:nvGraphicFramePr>
        <p:xfrm>
          <a:off x="2667000" y="69850"/>
          <a:ext cx="518160" cy="457835"/>
        </p:xfrm>
        <a:graphic>
          <a:graphicData uri="http://schemas.openxmlformats.org/presentationml/2006/ole">
            <mc:AlternateContent xmlns:mc="http://schemas.openxmlformats.org/markup-compatibility/2006">
              <mc:Choice xmlns:v="urn:schemas-microsoft-com:vml" Requires="v">
                <p:oleObj spid="_x0000_s6" name="" r:id="rId5" imgW="215900" imgH="190500" progId="Equation.DSMT4">
                  <p:embed/>
                </p:oleObj>
              </mc:Choice>
              <mc:Fallback>
                <p:oleObj name="" r:id="rId5" imgW="215900" imgH="190500" progId="Equation.DSMT4">
                  <p:embed/>
                  <p:pic>
                    <p:nvPicPr>
                      <p:cNvPr id="0" name="图片 2"/>
                      <p:cNvPicPr/>
                      <p:nvPr/>
                    </p:nvPicPr>
                    <p:blipFill>
                      <a:blip r:embed="rId6"/>
                      <a:stretch>
                        <a:fillRect/>
                      </a:stretch>
                    </p:blipFill>
                    <p:spPr>
                      <a:xfrm>
                        <a:off x="2667000" y="69850"/>
                        <a:ext cx="518160" cy="457835"/>
                      </a:xfrm>
                      <a:prstGeom prst="rect">
                        <a:avLst/>
                      </a:prstGeom>
                      <a:noFill/>
                      <a:ln w="38100">
                        <a:noFill/>
                        <a:miter/>
                      </a:ln>
                    </p:spPr>
                  </p:pic>
                </p:oleObj>
              </mc:Fallback>
            </mc:AlternateContent>
          </a:graphicData>
        </a:graphic>
      </p:graphicFrame>
      <p:graphicFrame>
        <p:nvGraphicFramePr>
          <p:cNvPr id="7" name="对象 -2147481675"/>
          <p:cNvGraphicFramePr>
            <a:graphicFrameLocks noChangeAspect="1"/>
          </p:cNvGraphicFramePr>
          <p:nvPr/>
        </p:nvGraphicFramePr>
        <p:xfrm>
          <a:off x="7682230" y="97790"/>
          <a:ext cx="798830" cy="398145"/>
        </p:xfrm>
        <a:graphic>
          <a:graphicData uri="http://schemas.openxmlformats.org/presentationml/2006/ole">
            <mc:AlternateContent xmlns:mc="http://schemas.openxmlformats.org/markup-compatibility/2006">
              <mc:Choice xmlns:v="urn:schemas-microsoft-com:vml" Requires="v">
                <p:oleObj spid="_x0000_s8" name="" r:id="rId7" imgW="354965" imgH="177800" progId="Equation.DSMT4">
                  <p:embed/>
                </p:oleObj>
              </mc:Choice>
              <mc:Fallback>
                <p:oleObj name="" r:id="rId7" imgW="354965" imgH="177800" progId="Equation.DSMT4">
                  <p:embed/>
                  <p:pic>
                    <p:nvPicPr>
                      <p:cNvPr id="0" name="图片 3"/>
                      <p:cNvPicPr/>
                      <p:nvPr/>
                    </p:nvPicPr>
                    <p:blipFill>
                      <a:blip r:embed="rId8"/>
                      <a:stretch>
                        <a:fillRect/>
                      </a:stretch>
                    </p:blipFill>
                    <p:spPr>
                      <a:xfrm>
                        <a:off x="7682230" y="97790"/>
                        <a:ext cx="798830" cy="398145"/>
                      </a:xfrm>
                      <a:prstGeom prst="rect">
                        <a:avLst/>
                      </a:prstGeom>
                      <a:noFill/>
                      <a:ln w="38100">
                        <a:noFill/>
                        <a:miter/>
                      </a:ln>
                    </p:spPr>
                  </p:pic>
                </p:oleObj>
              </mc:Fallback>
            </mc:AlternateContent>
          </a:graphicData>
        </a:graphic>
      </p:graphicFrame>
      <p:graphicFrame>
        <p:nvGraphicFramePr>
          <p:cNvPr id="10" name="对象 -2147481677"/>
          <p:cNvGraphicFramePr>
            <a:graphicFrameLocks noChangeAspect="1"/>
          </p:cNvGraphicFramePr>
          <p:nvPr/>
        </p:nvGraphicFramePr>
        <p:xfrm>
          <a:off x="3200400" y="533400"/>
          <a:ext cx="569595" cy="474345"/>
        </p:xfrm>
        <a:graphic>
          <a:graphicData uri="http://schemas.openxmlformats.org/presentationml/2006/ole">
            <mc:AlternateContent xmlns:mc="http://schemas.openxmlformats.org/markup-compatibility/2006">
              <mc:Choice xmlns:v="urn:schemas-microsoft-com:vml" Requires="v">
                <p:oleObj spid="_x0000_s12" name="" r:id="rId9" imgW="228600" imgH="190500" progId="Equation.DSMT4">
                  <p:embed/>
                </p:oleObj>
              </mc:Choice>
              <mc:Fallback>
                <p:oleObj name="" r:id="rId9" imgW="228600" imgH="190500" progId="Equation.DSMT4">
                  <p:embed/>
                  <p:pic>
                    <p:nvPicPr>
                      <p:cNvPr id="0" name="图片 1"/>
                      <p:cNvPicPr/>
                      <p:nvPr/>
                    </p:nvPicPr>
                    <p:blipFill>
                      <a:blip r:embed="rId4"/>
                      <a:stretch>
                        <a:fillRect/>
                      </a:stretch>
                    </p:blipFill>
                    <p:spPr>
                      <a:xfrm>
                        <a:off x="3200400" y="533400"/>
                        <a:ext cx="569595" cy="474345"/>
                      </a:xfrm>
                      <a:prstGeom prst="rect">
                        <a:avLst/>
                      </a:prstGeom>
                      <a:noFill/>
                      <a:ln w="38100">
                        <a:noFill/>
                        <a:miter/>
                      </a:ln>
                    </p:spPr>
                  </p:pic>
                </p:oleObj>
              </mc:Fallback>
            </mc:AlternateContent>
          </a:graphicData>
        </a:graphic>
      </p:graphicFrame>
      <p:graphicFrame>
        <p:nvGraphicFramePr>
          <p:cNvPr id="13" name="对象 -2147481676"/>
          <p:cNvGraphicFramePr>
            <a:graphicFrameLocks noChangeAspect="1"/>
          </p:cNvGraphicFramePr>
          <p:nvPr/>
        </p:nvGraphicFramePr>
        <p:xfrm>
          <a:off x="4010660" y="527050"/>
          <a:ext cx="518160" cy="457835"/>
        </p:xfrm>
        <a:graphic>
          <a:graphicData uri="http://schemas.openxmlformats.org/presentationml/2006/ole">
            <mc:AlternateContent xmlns:mc="http://schemas.openxmlformats.org/markup-compatibility/2006">
              <mc:Choice xmlns:v="urn:schemas-microsoft-com:vml" Requires="v">
                <p:oleObj spid="_x0000_s14" name="" r:id="rId10" imgW="215900" imgH="190500" progId="Equation.DSMT4">
                  <p:embed/>
                </p:oleObj>
              </mc:Choice>
              <mc:Fallback>
                <p:oleObj name="" r:id="rId10" imgW="215900" imgH="190500" progId="Equation.DSMT4">
                  <p:embed/>
                  <p:pic>
                    <p:nvPicPr>
                      <p:cNvPr id="0" name="图片 2"/>
                      <p:cNvPicPr/>
                      <p:nvPr/>
                    </p:nvPicPr>
                    <p:blipFill>
                      <a:blip r:embed="rId6"/>
                      <a:stretch>
                        <a:fillRect/>
                      </a:stretch>
                    </p:blipFill>
                    <p:spPr>
                      <a:xfrm>
                        <a:off x="4010660" y="527050"/>
                        <a:ext cx="518160" cy="457835"/>
                      </a:xfrm>
                      <a:prstGeom prst="rect">
                        <a:avLst/>
                      </a:prstGeom>
                      <a:noFill/>
                      <a:ln w="38100">
                        <a:noFill/>
                        <a:miter/>
                      </a:ln>
                    </p:spPr>
                  </p:pic>
                </p:oleObj>
              </mc:Fallback>
            </mc:AlternateContent>
          </a:graphicData>
        </a:graphic>
      </p:graphicFrame>
      <p:graphicFrame>
        <p:nvGraphicFramePr>
          <p:cNvPr id="15" name="对象 -2147481672"/>
          <p:cNvGraphicFramePr>
            <a:graphicFrameLocks noChangeAspect="1"/>
          </p:cNvGraphicFramePr>
          <p:nvPr/>
        </p:nvGraphicFramePr>
        <p:xfrm>
          <a:off x="7772400" y="534670"/>
          <a:ext cx="814705" cy="434975"/>
        </p:xfrm>
        <a:graphic>
          <a:graphicData uri="http://schemas.openxmlformats.org/presentationml/2006/ole">
            <mc:AlternateContent xmlns:mc="http://schemas.openxmlformats.org/markup-compatibility/2006">
              <mc:Choice xmlns:v="urn:schemas-microsoft-com:vml" Requires="v">
                <p:oleObj spid="_x0000_s16" name="" r:id="rId11" imgW="381000" imgH="190500" progId="Equation.DSMT4">
                  <p:embed/>
                </p:oleObj>
              </mc:Choice>
              <mc:Fallback>
                <p:oleObj name="" r:id="rId11" imgW="381000" imgH="190500" progId="Equation.DSMT4">
                  <p:embed/>
                  <p:pic>
                    <p:nvPicPr>
                      <p:cNvPr id="0" name="图片 9"/>
                      <p:cNvPicPr/>
                      <p:nvPr/>
                    </p:nvPicPr>
                    <p:blipFill>
                      <a:blip r:embed="rId12"/>
                      <a:stretch>
                        <a:fillRect/>
                      </a:stretch>
                    </p:blipFill>
                    <p:spPr>
                      <a:xfrm>
                        <a:off x="7772400" y="534670"/>
                        <a:ext cx="814705" cy="434975"/>
                      </a:xfrm>
                      <a:prstGeom prst="rect">
                        <a:avLst/>
                      </a:prstGeom>
                      <a:noFill/>
                      <a:ln w="38100">
                        <a:noFill/>
                        <a:miter/>
                      </a:ln>
                    </p:spPr>
                  </p:pic>
                </p:oleObj>
              </mc:Fallback>
            </mc:AlternateContent>
          </a:graphicData>
        </a:graphic>
      </p:graphicFrame>
      <p:graphicFrame>
        <p:nvGraphicFramePr>
          <p:cNvPr id="17" name="对象 -2147481671"/>
          <p:cNvGraphicFramePr>
            <a:graphicFrameLocks noChangeAspect="1"/>
          </p:cNvGraphicFramePr>
          <p:nvPr/>
        </p:nvGraphicFramePr>
        <p:xfrm>
          <a:off x="4953000" y="984250"/>
          <a:ext cx="355600" cy="504190"/>
        </p:xfrm>
        <a:graphic>
          <a:graphicData uri="http://schemas.openxmlformats.org/presentationml/2006/ole">
            <mc:AlternateContent xmlns:mc="http://schemas.openxmlformats.org/markup-compatibility/2006">
              <mc:Choice xmlns:v="urn:schemas-microsoft-com:vml" Requires="v">
                <p:oleObj spid="_x0000_s18" name="" r:id="rId13" imgW="152400" imgH="215900" progId="Equation.DSMT4">
                  <p:embed/>
                </p:oleObj>
              </mc:Choice>
              <mc:Fallback>
                <p:oleObj name="" r:id="rId13" imgW="152400" imgH="215900" progId="Equation.DSMT4">
                  <p:embed/>
                  <p:pic>
                    <p:nvPicPr>
                      <p:cNvPr id="0" name="图片 11"/>
                      <p:cNvPicPr/>
                      <p:nvPr/>
                    </p:nvPicPr>
                    <p:blipFill>
                      <a:blip r:embed="rId14"/>
                      <a:stretch>
                        <a:fillRect/>
                      </a:stretch>
                    </p:blipFill>
                    <p:spPr>
                      <a:xfrm>
                        <a:off x="4953000" y="984250"/>
                        <a:ext cx="355600" cy="504190"/>
                      </a:xfrm>
                      <a:prstGeom prst="rect">
                        <a:avLst/>
                      </a:prstGeom>
                      <a:noFill/>
                      <a:ln w="38100">
                        <a:noFill/>
                        <a:miter/>
                      </a:ln>
                    </p:spPr>
                  </p:pic>
                </p:oleObj>
              </mc:Fallback>
            </mc:AlternateContent>
          </a:graphicData>
        </a:graphic>
      </p:graphicFrame>
      <p:graphicFrame>
        <p:nvGraphicFramePr>
          <p:cNvPr id="19" name="对象 -2147481670"/>
          <p:cNvGraphicFramePr>
            <a:graphicFrameLocks noChangeAspect="1"/>
          </p:cNvGraphicFramePr>
          <p:nvPr/>
        </p:nvGraphicFramePr>
        <p:xfrm>
          <a:off x="5562600" y="984250"/>
          <a:ext cx="355600" cy="503555"/>
        </p:xfrm>
        <a:graphic>
          <a:graphicData uri="http://schemas.openxmlformats.org/presentationml/2006/ole">
            <mc:AlternateContent xmlns:mc="http://schemas.openxmlformats.org/markup-compatibility/2006">
              <mc:Choice xmlns:v="urn:schemas-microsoft-com:vml" Requires="v">
                <p:oleObj spid="_x0000_s20" name="" r:id="rId15" imgW="152400" imgH="215900" progId="Equation.DSMT4">
                  <p:embed/>
                </p:oleObj>
              </mc:Choice>
              <mc:Fallback>
                <p:oleObj name="" r:id="rId15" imgW="152400" imgH="215900" progId="Equation.DSMT4">
                  <p:embed/>
                  <p:pic>
                    <p:nvPicPr>
                      <p:cNvPr id="0" name="图片 12"/>
                      <p:cNvPicPr/>
                      <p:nvPr/>
                    </p:nvPicPr>
                    <p:blipFill>
                      <a:blip r:embed="rId16"/>
                      <a:stretch>
                        <a:fillRect/>
                      </a:stretch>
                    </p:blipFill>
                    <p:spPr>
                      <a:xfrm>
                        <a:off x="5562600" y="984250"/>
                        <a:ext cx="355600" cy="503555"/>
                      </a:xfrm>
                      <a:prstGeom prst="rect">
                        <a:avLst/>
                      </a:prstGeom>
                      <a:noFill/>
                      <a:ln w="38100">
                        <a:noFill/>
                        <a:miter/>
                      </a:ln>
                    </p:spPr>
                  </p:pic>
                </p:oleObj>
              </mc:Fallback>
            </mc:AlternateContent>
          </a:graphicData>
        </a:graphic>
      </p:graphicFrame>
      <p:graphicFrame>
        <p:nvGraphicFramePr>
          <p:cNvPr id="21" name="对象 -2147481669"/>
          <p:cNvGraphicFramePr>
            <a:graphicFrameLocks noChangeAspect="1"/>
          </p:cNvGraphicFramePr>
          <p:nvPr/>
        </p:nvGraphicFramePr>
        <p:xfrm>
          <a:off x="990600" y="1441450"/>
          <a:ext cx="941070" cy="441960"/>
        </p:xfrm>
        <a:graphic>
          <a:graphicData uri="http://schemas.openxmlformats.org/presentationml/2006/ole">
            <mc:AlternateContent xmlns:mc="http://schemas.openxmlformats.org/markup-compatibility/2006">
              <mc:Choice xmlns:v="urn:schemas-microsoft-com:vml" Requires="v">
                <p:oleObj spid="_x0000_s22" name="" r:id="rId17" imgW="405765" imgH="190500" progId="Equation.DSMT4">
                  <p:embed/>
                </p:oleObj>
              </mc:Choice>
              <mc:Fallback>
                <p:oleObj name="" r:id="rId17" imgW="405765" imgH="190500" progId="Equation.DSMT4">
                  <p:embed/>
                  <p:pic>
                    <p:nvPicPr>
                      <p:cNvPr id="0" name="图片 13"/>
                      <p:cNvPicPr/>
                      <p:nvPr/>
                    </p:nvPicPr>
                    <p:blipFill>
                      <a:blip r:embed="rId18"/>
                      <a:stretch>
                        <a:fillRect/>
                      </a:stretch>
                    </p:blipFill>
                    <p:spPr>
                      <a:xfrm>
                        <a:off x="990600" y="1441450"/>
                        <a:ext cx="941070" cy="441960"/>
                      </a:xfrm>
                      <a:prstGeom prst="rect">
                        <a:avLst/>
                      </a:prstGeom>
                      <a:noFill/>
                      <a:ln w="38100">
                        <a:noFill/>
                        <a:miter/>
                      </a:ln>
                    </p:spPr>
                  </p:pic>
                </p:oleObj>
              </mc:Fallback>
            </mc:AlternateContent>
          </a:graphicData>
        </a:graphic>
      </p:graphicFrame>
      <p:graphicFrame>
        <p:nvGraphicFramePr>
          <p:cNvPr id="23" name="对象 -2147481668"/>
          <p:cNvGraphicFramePr>
            <a:graphicFrameLocks noChangeAspect="1"/>
          </p:cNvGraphicFramePr>
          <p:nvPr/>
        </p:nvGraphicFramePr>
        <p:xfrm>
          <a:off x="2035810" y="1421130"/>
          <a:ext cx="952500" cy="461010"/>
        </p:xfrm>
        <a:graphic>
          <a:graphicData uri="http://schemas.openxmlformats.org/presentationml/2006/ole">
            <mc:AlternateContent xmlns:mc="http://schemas.openxmlformats.org/markup-compatibility/2006">
              <mc:Choice xmlns:v="urn:schemas-microsoft-com:vml" Requires="v">
                <p:oleObj spid="_x0000_s24" name="" r:id="rId19" imgW="393700" imgH="190500" progId="Equation.DSMT4">
                  <p:embed/>
                </p:oleObj>
              </mc:Choice>
              <mc:Fallback>
                <p:oleObj name="" r:id="rId19" imgW="393700" imgH="190500" progId="Equation.DSMT4">
                  <p:embed/>
                  <p:pic>
                    <p:nvPicPr>
                      <p:cNvPr id="0" name="图片 14"/>
                      <p:cNvPicPr/>
                      <p:nvPr/>
                    </p:nvPicPr>
                    <p:blipFill>
                      <a:blip r:embed="rId20"/>
                      <a:stretch>
                        <a:fillRect/>
                      </a:stretch>
                    </p:blipFill>
                    <p:spPr>
                      <a:xfrm>
                        <a:off x="2035810" y="1421130"/>
                        <a:ext cx="952500" cy="461010"/>
                      </a:xfrm>
                      <a:prstGeom prst="rect">
                        <a:avLst/>
                      </a:prstGeom>
                      <a:noFill/>
                      <a:ln w="38100">
                        <a:noFill/>
                        <a:miter/>
                      </a:ln>
                    </p:spPr>
                  </p:pic>
                </p:oleObj>
              </mc:Fallback>
            </mc:AlternateContent>
          </a:graphicData>
        </a:graphic>
      </p:graphicFrame>
      <p:graphicFrame>
        <p:nvGraphicFramePr>
          <p:cNvPr id="25" name="对象 -2147481672"/>
          <p:cNvGraphicFramePr>
            <a:graphicFrameLocks noChangeAspect="1"/>
          </p:cNvGraphicFramePr>
          <p:nvPr/>
        </p:nvGraphicFramePr>
        <p:xfrm>
          <a:off x="7086600" y="1441450"/>
          <a:ext cx="814705" cy="434975"/>
        </p:xfrm>
        <a:graphic>
          <a:graphicData uri="http://schemas.openxmlformats.org/presentationml/2006/ole">
            <mc:AlternateContent xmlns:mc="http://schemas.openxmlformats.org/markup-compatibility/2006">
              <mc:Choice xmlns:v="urn:schemas-microsoft-com:vml" Requires="v">
                <p:oleObj spid="_x0000_s26" name="" r:id="rId21" imgW="381000" imgH="190500" progId="Equation.DSMT4">
                  <p:embed/>
                </p:oleObj>
              </mc:Choice>
              <mc:Fallback>
                <p:oleObj name="" r:id="rId21" imgW="381000" imgH="190500" progId="Equation.DSMT4">
                  <p:embed/>
                  <p:pic>
                    <p:nvPicPr>
                      <p:cNvPr id="0" name="图片 9"/>
                      <p:cNvPicPr/>
                      <p:nvPr/>
                    </p:nvPicPr>
                    <p:blipFill>
                      <a:blip r:embed="rId12"/>
                      <a:stretch>
                        <a:fillRect/>
                      </a:stretch>
                    </p:blipFill>
                    <p:spPr>
                      <a:xfrm>
                        <a:off x="7086600" y="1441450"/>
                        <a:ext cx="814705" cy="434975"/>
                      </a:xfrm>
                      <a:prstGeom prst="rect">
                        <a:avLst/>
                      </a:prstGeom>
                      <a:noFill/>
                      <a:ln w="38100">
                        <a:noFill/>
                        <a:miter/>
                      </a:ln>
                    </p:spPr>
                  </p:pic>
                </p:oleObj>
              </mc:Fallback>
            </mc:AlternateContent>
          </a:graphicData>
        </a:graphic>
      </p:graphicFrame>
      <p:graphicFrame>
        <p:nvGraphicFramePr>
          <p:cNvPr id="27" name="对象 -2147481689"/>
          <p:cNvGraphicFramePr>
            <a:graphicFrameLocks noChangeAspect="1"/>
          </p:cNvGraphicFramePr>
          <p:nvPr/>
        </p:nvGraphicFramePr>
        <p:xfrm>
          <a:off x="4987290" y="1864360"/>
          <a:ext cx="900430" cy="450215"/>
        </p:xfrm>
        <a:graphic>
          <a:graphicData uri="http://schemas.openxmlformats.org/presentationml/2006/ole">
            <mc:AlternateContent xmlns:mc="http://schemas.openxmlformats.org/markup-compatibility/2006">
              <mc:Choice xmlns:v="urn:schemas-microsoft-com:vml" Requires="v">
                <p:oleObj spid="_x0000_s28" name="" r:id="rId22" imgW="381000" imgH="190500" progId="Equation.DSMT4">
                  <p:embed/>
                </p:oleObj>
              </mc:Choice>
              <mc:Fallback>
                <p:oleObj name="" r:id="rId22" imgW="381000" imgH="190500" progId="Equation.DSMT4">
                  <p:embed/>
                  <p:pic>
                    <p:nvPicPr>
                      <p:cNvPr id="0" name="图片 16"/>
                      <p:cNvPicPr/>
                      <p:nvPr/>
                    </p:nvPicPr>
                    <p:blipFill>
                      <a:blip r:embed="rId23"/>
                      <a:stretch>
                        <a:fillRect/>
                      </a:stretch>
                    </p:blipFill>
                    <p:spPr>
                      <a:xfrm>
                        <a:off x="4987290" y="1864360"/>
                        <a:ext cx="900430" cy="450215"/>
                      </a:xfrm>
                      <a:prstGeom prst="rect">
                        <a:avLst/>
                      </a:prstGeom>
                      <a:noFill/>
                      <a:ln w="38100">
                        <a:noFill/>
                        <a:miter/>
                      </a:ln>
                    </p:spPr>
                  </p:pic>
                </p:oleObj>
              </mc:Fallback>
            </mc:AlternateContent>
          </a:graphicData>
        </a:graphic>
      </p:graphicFrame>
      <p:graphicFrame>
        <p:nvGraphicFramePr>
          <p:cNvPr id="29" name="对象 -2147481688"/>
          <p:cNvGraphicFramePr>
            <a:graphicFrameLocks noChangeAspect="1"/>
          </p:cNvGraphicFramePr>
          <p:nvPr/>
        </p:nvGraphicFramePr>
        <p:xfrm>
          <a:off x="6040120" y="1906270"/>
          <a:ext cx="927100" cy="421640"/>
        </p:xfrm>
        <a:graphic>
          <a:graphicData uri="http://schemas.openxmlformats.org/presentationml/2006/ole">
            <mc:AlternateContent xmlns:mc="http://schemas.openxmlformats.org/markup-compatibility/2006">
              <mc:Choice xmlns:v="urn:schemas-microsoft-com:vml" Requires="v">
                <p:oleObj spid="_x0000_s30" name="" r:id="rId24" imgW="419100" imgH="190500" progId="Equation.DSMT4">
                  <p:embed/>
                </p:oleObj>
              </mc:Choice>
              <mc:Fallback>
                <p:oleObj name="" r:id="rId24" imgW="419100" imgH="190500" progId="Equation.DSMT4">
                  <p:embed/>
                  <p:pic>
                    <p:nvPicPr>
                      <p:cNvPr id="0" name="图片 17"/>
                      <p:cNvPicPr/>
                      <p:nvPr/>
                    </p:nvPicPr>
                    <p:blipFill>
                      <a:blip r:embed="rId25"/>
                      <a:stretch>
                        <a:fillRect/>
                      </a:stretch>
                    </p:blipFill>
                    <p:spPr>
                      <a:xfrm>
                        <a:off x="6040120" y="1906270"/>
                        <a:ext cx="927100" cy="421640"/>
                      </a:xfrm>
                      <a:prstGeom prst="rect">
                        <a:avLst/>
                      </a:prstGeom>
                      <a:noFill/>
                      <a:ln w="38100">
                        <a:noFill/>
                        <a:miter/>
                      </a:ln>
                    </p:spPr>
                  </p:pic>
                </p:oleObj>
              </mc:Fallback>
            </mc:AlternateContent>
          </a:graphicData>
        </a:graphic>
      </p:graphicFrame>
      <p:sp>
        <p:nvSpPr>
          <p:cNvPr id="100" name="文本框 99"/>
          <p:cNvSpPr txBox="1"/>
          <p:nvPr/>
        </p:nvSpPr>
        <p:spPr>
          <a:xfrm>
            <a:off x="1143000" y="2813050"/>
            <a:ext cx="7628890" cy="460375"/>
          </a:xfrm>
          <a:prstGeom prst="rect">
            <a:avLst/>
          </a:prstGeom>
          <a:noFill/>
          <a:ln w="9525">
            <a:noFill/>
          </a:ln>
        </p:spPr>
        <p:txBody>
          <a:bodyPr wrap="square">
            <a:spAutoFit/>
          </a:bodyPr>
          <a:p>
            <a:r>
              <a:rPr lang="zh-CN" sz="2400" b="1" dirty="0">
                <a:solidFill>
                  <a:srgbClr val="000066"/>
                </a:solidFill>
                <a:ea typeface="楷体_GB2312" pitchFamily="49" charset="-122"/>
              </a:rPr>
              <a:t>由</a:t>
            </a:r>
            <a:r>
              <a:rPr lang="en-US" altLang="zh-CN" sz="2400" b="1" dirty="0">
                <a:solidFill>
                  <a:srgbClr val="000066"/>
                </a:solidFill>
                <a:ea typeface="楷体_GB2312" pitchFamily="49" charset="-122"/>
              </a:rPr>
              <a:t>74LS148</a:t>
            </a:r>
            <a:r>
              <a:rPr sz="2400" b="1" dirty="0">
                <a:solidFill>
                  <a:srgbClr val="000066"/>
                </a:solidFill>
                <a:ea typeface="楷体_GB2312" pitchFamily="49" charset="-122"/>
              </a:rPr>
              <a:t>真值表可得到各输出信号的逻辑表达式为</a:t>
            </a:r>
            <a:endParaRPr lang="zh-CN" altLang="en-US" sz="2400">
              <a:ea typeface="宋体" panose="02010600030101010101" pitchFamily="2" charset="-122"/>
            </a:endParaRPr>
          </a:p>
        </p:txBody>
      </p:sp>
      <p:graphicFrame>
        <p:nvGraphicFramePr>
          <p:cNvPr id="31" name="对象 -2147481648"/>
          <p:cNvGraphicFramePr>
            <a:graphicFrameLocks noChangeAspect="1"/>
          </p:cNvGraphicFramePr>
          <p:nvPr/>
        </p:nvGraphicFramePr>
        <p:xfrm>
          <a:off x="762000" y="3346450"/>
          <a:ext cx="4860925" cy="597535"/>
        </p:xfrm>
        <a:graphic>
          <a:graphicData uri="http://schemas.openxmlformats.org/presentationml/2006/ole">
            <mc:AlternateContent xmlns:mc="http://schemas.openxmlformats.org/markup-compatibility/2006">
              <mc:Choice xmlns:v="urn:schemas-microsoft-com:vml" Requires="v">
                <p:oleObj spid="_x0000_s32" name="" r:id="rId26" imgW="2273300" imgH="279400" progId="Equation.DSMT4">
                  <p:embed/>
                </p:oleObj>
              </mc:Choice>
              <mc:Fallback>
                <p:oleObj name="" r:id="rId26" imgW="2273300" imgH="279400" progId="Equation.DSMT4">
                  <p:embed/>
                  <p:pic>
                    <p:nvPicPr>
                      <p:cNvPr id="0" name="图片 17"/>
                      <p:cNvPicPr/>
                      <p:nvPr/>
                    </p:nvPicPr>
                    <p:blipFill>
                      <a:blip r:embed="rId27"/>
                      <a:stretch>
                        <a:fillRect/>
                      </a:stretch>
                    </p:blipFill>
                    <p:spPr>
                      <a:xfrm>
                        <a:off x="762000" y="3346450"/>
                        <a:ext cx="4860925" cy="597535"/>
                      </a:xfrm>
                      <a:prstGeom prst="rect">
                        <a:avLst/>
                      </a:prstGeom>
                      <a:noFill/>
                      <a:ln w="38100">
                        <a:noFill/>
                        <a:miter/>
                      </a:ln>
                    </p:spPr>
                  </p:pic>
                </p:oleObj>
              </mc:Fallback>
            </mc:AlternateContent>
          </a:graphicData>
        </a:graphic>
      </p:graphicFrame>
      <p:graphicFrame>
        <p:nvGraphicFramePr>
          <p:cNvPr id="33" name="对象 -2147481647"/>
          <p:cNvGraphicFramePr>
            <a:graphicFrameLocks noChangeAspect="1"/>
          </p:cNvGraphicFramePr>
          <p:nvPr/>
        </p:nvGraphicFramePr>
        <p:xfrm>
          <a:off x="5638800" y="3276600"/>
          <a:ext cx="2440940" cy="596900"/>
        </p:xfrm>
        <a:graphic>
          <a:graphicData uri="http://schemas.openxmlformats.org/presentationml/2006/ole">
            <mc:AlternateContent xmlns:mc="http://schemas.openxmlformats.org/markup-compatibility/2006">
              <mc:Choice xmlns:v="urn:schemas-microsoft-com:vml" Requires="v">
                <p:oleObj spid="_x0000_s34" name="" r:id="rId28" imgW="1143000" imgH="279400" progId="Equation.DSMT4">
                  <p:embed/>
                </p:oleObj>
              </mc:Choice>
              <mc:Fallback>
                <p:oleObj name="" r:id="rId28" imgW="1143000" imgH="279400" progId="Equation.DSMT4">
                  <p:embed/>
                  <p:pic>
                    <p:nvPicPr>
                      <p:cNvPr id="0" name="图片 19"/>
                      <p:cNvPicPr/>
                      <p:nvPr/>
                    </p:nvPicPr>
                    <p:blipFill>
                      <a:blip r:embed="rId29"/>
                      <a:stretch>
                        <a:fillRect/>
                      </a:stretch>
                    </p:blipFill>
                    <p:spPr>
                      <a:xfrm>
                        <a:off x="5638800" y="3276600"/>
                        <a:ext cx="2440940" cy="596900"/>
                      </a:xfrm>
                      <a:prstGeom prst="rect">
                        <a:avLst/>
                      </a:prstGeom>
                      <a:noFill/>
                      <a:ln w="38100">
                        <a:noFill/>
                        <a:miter/>
                      </a:ln>
                    </p:spPr>
                  </p:pic>
                </p:oleObj>
              </mc:Fallback>
            </mc:AlternateContent>
          </a:graphicData>
        </a:graphic>
      </p:graphicFrame>
      <p:graphicFrame>
        <p:nvGraphicFramePr>
          <p:cNvPr id="35" name="对象 -2147481646"/>
          <p:cNvGraphicFramePr>
            <a:graphicFrameLocks noChangeAspect="1"/>
          </p:cNvGraphicFramePr>
          <p:nvPr/>
        </p:nvGraphicFramePr>
        <p:xfrm>
          <a:off x="762000" y="4032250"/>
          <a:ext cx="5327015" cy="554990"/>
        </p:xfrm>
        <a:graphic>
          <a:graphicData uri="http://schemas.openxmlformats.org/presentationml/2006/ole">
            <mc:AlternateContent xmlns:mc="http://schemas.openxmlformats.org/markup-compatibility/2006">
              <mc:Choice xmlns:v="urn:schemas-microsoft-com:vml" Requires="v">
                <p:oleObj spid="_x0000_s36" name="" r:id="rId30" imgW="2679700" imgH="279400" progId="Equation.DSMT4">
                  <p:embed/>
                </p:oleObj>
              </mc:Choice>
              <mc:Fallback>
                <p:oleObj name="" r:id="rId30" imgW="2679700" imgH="279400" progId="Equation.DSMT4">
                  <p:embed/>
                  <p:pic>
                    <p:nvPicPr>
                      <p:cNvPr id="0" name="图片 23"/>
                      <p:cNvPicPr/>
                      <p:nvPr/>
                    </p:nvPicPr>
                    <p:blipFill>
                      <a:blip r:embed="rId31"/>
                      <a:stretch>
                        <a:fillRect/>
                      </a:stretch>
                    </p:blipFill>
                    <p:spPr>
                      <a:xfrm>
                        <a:off x="762000" y="4032250"/>
                        <a:ext cx="5327015" cy="554990"/>
                      </a:xfrm>
                      <a:prstGeom prst="rect">
                        <a:avLst/>
                      </a:prstGeom>
                      <a:noFill/>
                      <a:ln w="38100">
                        <a:noFill/>
                        <a:miter/>
                      </a:ln>
                    </p:spPr>
                  </p:pic>
                </p:oleObj>
              </mc:Fallback>
            </mc:AlternateContent>
          </a:graphicData>
        </a:graphic>
      </p:graphicFrame>
      <p:graphicFrame>
        <p:nvGraphicFramePr>
          <p:cNvPr id="37" name="对象 -2147481645"/>
          <p:cNvGraphicFramePr>
            <a:graphicFrameLocks noChangeAspect="1"/>
          </p:cNvGraphicFramePr>
          <p:nvPr/>
        </p:nvGraphicFramePr>
        <p:xfrm>
          <a:off x="6019800" y="4018280"/>
          <a:ext cx="3105785" cy="551180"/>
        </p:xfrm>
        <a:graphic>
          <a:graphicData uri="http://schemas.openxmlformats.org/presentationml/2006/ole">
            <mc:AlternateContent xmlns:mc="http://schemas.openxmlformats.org/markup-compatibility/2006">
              <mc:Choice xmlns:v="urn:schemas-microsoft-com:vml" Requires="v">
                <p:oleObj spid="_x0000_s38" name="" r:id="rId32" imgW="1574800" imgH="279400" progId="Equation.DSMT4">
                  <p:embed/>
                </p:oleObj>
              </mc:Choice>
              <mc:Fallback>
                <p:oleObj name="" r:id="rId32" imgW="1574800" imgH="279400" progId="Equation.DSMT4">
                  <p:embed/>
                  <p:pic>
                    <p:nvPicPr>
                      <p:cNvPr id="0" name="图片 24"/>
                      <p:cNvPicPr/>
                      <p:nvPr/>
                    </p:nvPicPr>
                    <p:blipFill>
                      <a:blip r:embed="rId33"/>
                      <a:stretch>
                        <a:fillRect/>
                      </a:stretch>
                    </p:blipFill>
                    <p:spPr>
                      <a:xfrm>
                        <a:off x="6019800" y="4018280"/>
                        <a:ext cx="3105785" cy="551180"/>
                      </a:xfrm>
                      <a:prstGeom prst="rect">
                        <a:avLst/>
                      </a:prstGeom>
                      <a:noFill/>
                      <a:ln w="38100">
                        <a:noFill/>
                        <a:miter/>
                      </a:ln>
                    </p:spPr>
                  </p:pic>
                </p:oleObj>
              </mc:Fallback>
            </mc:AlternateContent>
          </a:graphicData>
        </a:graphic>
      </p:graphicFrame>
      <p:graphicFrame>
        <p:nvGraphicFramePr>
          <p:cNvPr id="39" name="对象 -2147481644"/>
          <p:cNvGraphicFramePr>
            <a:graphicFrameLocks noChangeAspect="1"/>
          </p:cNvGraphicFramePr>
          <p:nvPr/>
        </p:nvGraphicFramePr>
        <p:xfrm>
          <a:off x="762000" y="4641850"/>
          <a:ext cx="6102985" cy="589280"/>
        </p:xfrm>
        <a:graphic>
          <a:graphicData uri="http://schemas.openxmlformats.org/presentationml/2006/ole">
            <mc:AlternateContent xmlns:mc="http://schemas.openxmlformats.org/markup-compatibility/2006">
              <mc:Choice xmlns:v="urn:schemas-microsoft-com:vml" Requires="v">
                <p:oleObj spid="_x0000_s40" name="" r:id="rId34" imgW="2895600" imgH="279400" progId="Equation.DSMT4">
                  <p:embed/>
                </p:oleObj>
              </mc:Choice>
              <mc:Fallback>
                <p:oleObj name="" r:id="rId34" imgW="2895600" imgH="279400" progId="Equation.DSMT4">
                  <p:embed/>
                  <p:pic>
                    <p:nvPicPr>
                      <p:cNvPr id="0" name="图片 25"/>
                      <p:cNvPicPr/>
                      <p:nvPr/>
                    </p:nvPicPr>
                    <p:blipFill>
                      <a:blip r:embed="rId35"/>
                      <a:stretch>
                        <a:fillRect/>
                      </a:stretch>
                    </p:blipFill>
                    <p:spPr>
                      <a:xfrm>
                        <a:off x="762000" y="4641850"/>
                        <a:ext cx="6102985" cy="589280"/>
                      </a:xfrm>
                      <a:prstGeom prst="rect">
                        <a:avLst/>
                      </a:prstGeom>
                      <a:noFill/>
                      <a:ln w="38100">
                        <a:noFill/>
                        <a:miter/>
                      </a:ln>
                    </p:spPr>
                  </p:pic>
                </p:oleObj>
              </mc:Fallback>
            </mc:AlternateContent>
          </a:graphicData>
        </a:graphic>
      </p:graphicFrame>
      <p:graphicFrame>
        <p:nvGraphicFramePr>
          <p:cNvPr id="41" name="对象 -2147481643"/>
          <p:cNvGraphicFramePr>
            <a:graphicFrameLocks noChangeAspect="1"/>
          </p:cNvGraphicFramePr>
          <p:nvPr/>
        </p:nvGraphicFramePr>
        <p:xfrm>
          <a:off x="1066800" y="5175250"/>
          <a:ext cx="3658870" cy="575310"/>
        </p:xfrm>
        <a:graphic>
          <a:graphicData uri="http://schemas.openxmlformats.org/presentationml/2006/ole">
            <mc:AlternateContent xmlns:mc="http://schemas.openxmlformats.org/markup-compatibility/2006">
              <mc:Choice xmlns:v="urn:schemas-microsoft-com:vml" Requires="v">
                <p:oleObj spid="_x0000_s42" name="" r:id="rId36" imgW="1778000" imgH="279400" progId="Equation.DSMT4">
                  <p:embed/>
                </p:oleObj>
              </mc:Choice>
              <mc:Fallback>
                <p:oleObj name="" r:id="rId36" imgW="1778000" imgH="279400" progId="Equation.DSMT4">
                  <p:embed/>
                  <p:pic>
                    <p:nvPicPr>
                      <p:cNvPr id="0" name="图片 26"/>
                      <p:cNvPicPr/>
                      <p:nvPr/>
                    </p:nvPicPr>
                    <p:blipFill>
                      <a:blip r:embed="rId37"/>
                      <a:stretch>
                        <a:fillRect/>
                      </a:stretch>
                    </p:blipFill>
                    <p:spPr>
                      <a:xfrm>
                        <a:off x="1066800" y="5175250"/>
                        <a:ext cx="3658870" cy="575310"/>
                      </a:xfrm>
                      <a:prstGeom prst="rect">
                        <a:avLst/>
                      </a:prstGeom>
                      <a:noFill/>
                      <a:ln w="38100">
                        <a:noFill/>
                        <a:miter/>
                      </a:ln>
                    </p:spPr>
                  </p:pic>
                </p:oleObj>
              </mc:Fallback>
            </mc:AlternateContent>
          </a:graphicData>
        </a:graphic>
      </p:graphicFrame>
      <p:graphicFrame>
        <p:nvGraphicFramePr>
          <p:cNvPr id="43" name="对象 -2147481642"/>
          <p:cNvGraphicFramePr>
            <a:graphicFrameLocks noChangeAspect="1"/>
          </p:cNvGraphicFramePr>
          <p:nvPr/>
        </p:nvGraphicFramePr>
        <p:xfrm>
          <a:off x="762000" y="5715000"/>
          <a:ext cx="2886075" cy="544830"/>
        </p:xfrm>
        <a:graphic>
          <a:graphicData uri="http://schemas.openxmlformats.org/presentationml/2006/ole">
            <mc:AlternateContent xmlns:mc="http://schemas.openxmlformats.org/markup-compatibility/2006">
              <mc:Choice xmlns:v="urn:schemas-microsoft-com:vml" Requires="v">
                <p:oleObj spid="_x0000_s44" name="" r:id="rId38" imgW="1344930" imgH="254000" progId="Equation.DSMT4">
                  <p:embed/>
                </p:oleObj>
              </mc:Choice>
              <mc:Fallback>
                <p:oleObj name="" r:id="rId38" imgW="1344930" imgH="254000" progId="Equation.DSMT4">
                  <p:embed/>
                  <p:pic>
                    <p:nvPicPr>
                      <p:cNvPr id="0" name="图片 27"/>
                      <p:cNvPicPr/>
                      <p:nvPr/>
                    </p:nvPicPr>
                    <p:blipFill>
                      <a:blip r:embed="rId39"/>
                      <a:stretch>
                        <a:fillRect/>
                      </a:stretch>
                    </p:blipFill>
                    <p:spPr>
                      <a:xfrm>
                        <a:off x="762000" y="5715000"/>
                        <a:ext cx="2886075" cy="544830"/>
                      </a:xfrm>
                      <a:prstGeom prst="rect">
                        <a:avLst/>
                      </a:prstGeom>
                      <a:noFill/>
                      <a:ln w="38100">
                        <a:noFill/>
                        <a:miter/>
                      </a:ln>
                    </p:spPr>
                  </p:pic>
                </p:oleObj>
              </mc:Fallback>
            </mc:AlternateContent>
          </a:graphicData>
        </a:graphic>
      </p:graphicFrame>
      <p:graphicFrame>
        <p:nvGraphicFramePr>
          <p:cNvPr id="45" name="对象 -2147481641"/>
          <p:cNvGraphicFramePr>
            <a:graphicFrameLocks noChangeAspect="1"/>
          </p:cNvGraphicFramePr>
          <p:nvPr/>
        </p:nvGraphicFramePr>
        <p:xfrm>
          <a:off x="762000" y="6324600"/>
          <a:ext cx="3413760" cy="546100"/>
        </p:xfrm>
        <a:graphic>
          <a:graphicData uri="http://schemas.openxmlformats.org/presentationml/2006/ole">
            <mc:AlternateContent xmlns:mc="http://schemas.openxmlformats.org/markup-compatibility/2006">
              <mc:Choice xmlns:v="urn:schemas-microsoft-com:vml" Requires="v">
                <p:oleObj spid="_x0000_s46" name="" r:id="rId40" imgW="1586230" imgH="254000" progId="Equation.DSMT4">
                  <p:embed/>
                </p:oleObj>
              </mc:Choice>
              <mc:Fallback>
                <p:oleObj name="" r:id="rId40" imgW="1586230" imgH="254000" progId="Equation.DSMT4">
                  <p:embed/>
                  <p:pic>
                    <p:nvPicPr>
                      <p:cNvPr id="0" name="图片 28"/>
                      <p:cNvPicPr/>
                      <p:nvPr/>
                    </p:nvPicPr>
                    <p:blipFill>
                      <a:blip r:embed="rId41"/>
                      <a:stretch>
                        <a:fillRect/>
                      </a:stretch>
                    </p:blipFill>
                    <p:spPr>
                      <a:xfrm>
                        <a:off x="762000" y="6324600"/>
                        <a:ext cx="3413760" cy="546100"/>
                      </a:xfrm>
                      <a:prstGeom prst="rect">
                        <a:avLst/>
                      </a:prstGeom>
                      <a:noFill/>
                      <a:ln w="38100">
                        <a:noFill/>
                        <a:miter/>
                      </a:ln>
                    </p:spPr>
                  </p:pic>
                </p:oleObj>
              </mc:Fallback>
            </mc:AlternateContent>
          </a:graphicData>
        </a:graphic>
      </p:graphicFrame>
      <p:graphicFrame>
        <p:nvGraphicFramePr>
          <p:cNvPr id="47" name="对象 -2147481640"/>
          <p:cNvGraphicFramePr>
            <a:graphicFrameLocks noChangeAspect="1"/>
          </p:cNvGraphicFramePr>
          <p:nvPr/>
        </p:nvGraphicFramePr>
        <p:xfrm>
          <a:off x="4191000" y="6358890"/>
          <a:ext cx="2153285" cy="451485"/>
        </p:xfrm>
        <a:graphic>
          <a:graphicData uri="http://schemas.openxmlformats.org/presentationml/2006/ole">
            <mc:AlternateContent xmlns:mc="http://schemas.openxmlformats.org/markup-compatibility/2006">
              <mc:Choice xmlns:v="urn:schemas-microsoft-com:vml" Requires="v">
                <p:oleObj spid="_x0000_s48" name="" r:id="rId42" imgW="1091565" imgH="228600" progId="Equation.DSMT4">
                  <p:embed/>
                </p:oleObj>
              </mc:Choice>
              <mc:Fallback>
                <p:oleObj name="" r:id="rId42" imgW="1091565" imgH="228600" progId="Equation.DSMT4">
                  <p:embed/>
                  <p:pic>
                    <p:nvPicPr>
                      <p:cNvPr id="0" name="图片 29"/>
                      <p:cNvPicPr/>
                      <p:nvPr/>
                    </p:nvPicPr>
                    <p:blipFill>
                      <a:blip r:embed="rId43"/>
                      <a:stretch>
                        <a:fillRect/>
                      </a:stretch>
                    </p:blipFill>
                    <p:spPr>
                      <a:xfrm>
                        <a:off x="4191000" y="6358890"/>
                        <a:ext cx="2153285" cy="45148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ipe(up)">
                                      <p:cBhvr>
                                        <p:cTn id="7" dur="5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additive="base">
                                        <p:cTn id="18" dur="500" fill="hold"/>
                                        <p:tgtEl>
                                          <p:spTgt spid="33"/>
                                        </p:tgtEl>
                                        <p:attrNameLst>
                                          <p:attrName>ppt_x</p:attrName>
                                        </p:attrNameLst>
                                      </p:cBhvr>
                                      <p:tavLst>
                                        <p:tav tm="0">
                                          <p:val>
                                            <p:strVal val="1+#ppt_w/2"/>
                                          </p:val>
                                        </p:tav>
                                        <p:tav tm="100000">
                                          <p:val>
                                            <p:strVal val="#ppt_x"/>
                                          </p:val>
                                        </p:tav>
                                      </p:tavLst>
                                    </p:anim>
                                    <p:anim calcmode="lin" valueType="num">
                                      <p:cBhvr additive="base">
                                        <p:cTn id="19"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5"/>
                                        </p:tgtEl>
                                        <p:attrNameLst>
                                          <p:attrName>style.visibility</p:attrName>
                                        </p:attrNameLst>
                                      </p:cBhvr>
                                      <p:to>
                                        <p:strVal val="visible"/>
                                      </p:to>
                                    </p:set>
                                    <p:anim calcmode="lin" valueType="num">
                                      <p:cBhvr additive="base">
                                        <p:cTn id="24" dur="500" fill="hold"/>
                                        <p:tgtEl>
                                          <p:spTgt spid="35"/>
                                        </p:tgtEl>
                                        <p:attrNameLst>
                                          <p:attrName>ppt_x</p:attrName>
                                        </p:attrNameLst>
                                      </p:cBhvr>
                                      <p:tavLst>
                                        <p:tav tm="0">
                                          <p:val>
                                            <p:strVal val="#ppt_x"/>
                                          </p:val>
                                        </p:tav>
                                        <p:tav tm="100000">
                                          <p:val>
                                            <p:strVal val="#ppt_x"/>
                                          </p:val>
                                        </p:tav>
                                      </p:tavLst>
                                    </p:anim>
                                    <p:anim calcmode="lin" valueType="num">
                                      <p:cBhvr additive="base">
                                        <p:cTn id="25"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nodeType="clickEffect">
                                  <p:stCondLst>
                                    <p:cond delay="0"/>
                                  </p:stCondLst>
                                  <p:childTnLst>
                                    <p:set>
                                      <p:cBhvr>
                                        <p:cTn id="29" dur="1" fill="hold">
                                          <p:stCondLst>
                                            <p:cond delay="0"/>
                                          </p:stCondLst>
                                        </p:cTn>
                                        <p:tgtEl>
                                          <p:spTgt spid="37"/>
                                        </p:tgtEl>
                                        <p:attrNameLst>
                                          <p:attrName>style.visibility</p:attrName>
                                        </p:attrNameLst>
                                      </p:cBhvr>
                                      <p:to>
                                        <p:strVal val="visible"/>
                                      </p:to>
                                    </p:set>
                                    <p:anim calcmode="lin" valueType="num">
                                      <p:cBhvr additive="base">
                                        <p:cTn id="30" dur="500" fill="hold"/>
                                        <p:tgtEl>
                                          <p:spTgt spid="37"/>
                                        </p:tgtEl>
                                        <p:attrNameLst>
                                          <p:attrName>ppt_x</p:attrName>
                                        </p:attrNameLst>
                                      </p:cBhvr>
                                      <p:tavLst>
                                        <p:tav tm="0">
                                          <p:val>
                                            <p:strVal val="1+#ppt_w/2"/>
                                          </p:val>
                                        </p:tav>
                                        <p:tav tm="100000">
                                          <p:val>
                                            <p:strVal val="#ppt_x"/>
                                          </p:val>
                                        </p:tav>
                                      </p:tavLst>
                                    </p:anim>
                                    <p:anim calcmode="lin" valueType="num">
                                      <p:cBhvr additive="base">
                                        <p:cTn id="31"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barn(inVertical)">
                                      <p:cBhvr>
                                        <p:cTn id="36" dur="500"/>
                                        <p:tgtEl>
                                          <p:spTgt spid="39"/>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blinds(horizontal)">
                                      <p:cBhvr>
                                        <p:cTn id="41" dur="500"/>
                                        <p:tgtEl>
                                          <p:spTgt spid="41"/>
                                        </p:tgtEl>
                                      </p:cBhvr>
                                    </p:animEffect>
                                  </p:childTnLst>
                                </p:cTn>
                              </p:par>
                            </p:childTnLst>
                          </p:cTn>
                        </p:par>
                      </p:childTnLst>
                    </p:cTn>
                  </p:par>
                  <p:par>
                    <p:cTn id="42" fill="hold">
                      <p:stCondLst>
                        <p:cond delay="indefinite"/>
                      </p:stCondLst>
                      <p:childTnLst>
                        <p:par>
                          <p:cTn id="43" fill="hold">
                            <p:stCondLst>
                              <p:cond delay="0"/>
                            </p:stCondLst>
                            <p:childTnLst>
                              <p:par>
                                <p:cTn id="44" presetID="45" presetClass="entr" presetSubtype="0" fill="hold" nodeType="clickEffect">
                                  <p:stCondLst>
                                    <p:cond delay="0"/>
                                  </p:stCondLst>
                                  <p:childTnLst>
                                    <p:set>
                                      <p:cBhvr>
                                        <p:cTn id="45" dur="1000" fill="hold">
                                          <p:stCondLst>
                                            <p:cond delay="0"/>
                                          </p:stCondLst>
                                        </p:cTn>
                                        <p:tgtEl>
                                          <p:spTgt spid="43"/>
                                        </p:tgtEl>
                                        <p:attrNameLst>
                                          <p:attrName>style.visibility</p:attrName>
                                        </p:attrNameLst>
                                      </p:cBhvr>
                                      <p:to>
                                        <p:strVal val="visible"/>
                                      </p:to>
                                    </p:set>
                                    <p:animEffect transition="in" filter="fade">
                                      <p:cBhvr>
                                        <p:cTn id="46" dur="1000"/>
                                        <p:tgtEl>
                                          <p:spTgt spid="43"/>
                                        </p:tgtEl>
                                      </p:cBhvr>
                                    </p:animEffect>
                                    <p:anim calcmode="lin" valueType="num">
                                      <p:cBhvr>
                                        <p:cTn id="47" dur="1000" fill="hold"/>
                                        <p:tgtEl>
                                          <p:spTgt spid="43"/>
                                        </p:tgtEl>
                                        <p:attrNameLst>
                                          <p:attrName>ppt_w</p:attrName>
                                        </p:attrNameLst>
                                      </p:cBhvr>
                                      <p:tavLst>
                                        <p:tav tm="0" fmla="#ppt_w*sin(2.5*pi*$)">
                                          <p:val>
                                            <p:fltVal val="0"/>
                                          </p:val>
                                        </p:tav>
                                        <p:tav tm="100000">
                                          <p:val>
                                            <p:fltVal val="1"/>
                                          </p:val>
                                        </p:tav>
                                      </p:tavLst>
                                    </p:anim>
                                    <p:anim calcmode="lin" valueType="num">
                                      <p:cBhvr>
                                        <p:cTn id="48" dur="1000" fill="hold"/>
                                        <p:tgtEl>
                                          <p:spTgt spid="43"/>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8" presetClass="entr" presetSubtype="16" fill="hold" nodeType="clickEffect">
                                  <p:stCondLst>
                                    <p:cond delay="0"/>
                                  </p:stCondLst>
                                  <p:childTnLst>
                                    <p:set>
                                      <p:cBhvr>
                                        <p:cTn id="52" dur="500" fill="hold">
                                          <p:stCondLst>
                                            <p:cond delay="0"/>
                                          </p:stCondLst>
                                        </p:cTn>
                                        <p:tgtEl>
                                          <p:spTgt spid="45"/>
                                        </p:tgtEl>
                                        <p:attrNameLst>
                                          <p:attrName>style.visibility</p:attrName>
                                        </p:attrNameLst>
                                      </p:cBhvr>
                                      <p:to>
                                        <p:strVal val="visible"/>
                                      </p:to>
                                    </p:set>
                                    <p:animEffect transition="in" filter="diamond(in)">
                                      <p:cBhvr>
                                        <p:cTn id="53" dur="500"/>
                                        <p:tgtEl>
                                          <p:spTgt spid="45"/>
                                        </p:tgtEl>
                                      </p:cBhvr>
                                    </p:animEffect>
                                  </p:childTnLst>
                                </p:cTn>
                              </p:par>
                            </p:childTnLst>
                          </p:cTn>
                        </p:par>
                      </p:childTnLst>
                    </p:cTn>
                  </p:par>
                  <p:par>
                    <p:cTn id="54" fill="hold">
                      <p:stCondLst>
                        <p:cond delay="indefinite"/>
                      </p:stCondLst>
                      <p:childTnLst>
                        <p:par>
                          <p:cTn id="55" fill="hold">
                            <p:stCondLst>
                              <p:cond delay="0"/>
                            </p:stCondLst>
                            <p:childTnLst>
                              <p:par>
                                <p:cTn id="56" presetID="26" presetClass="entr" presetSubtype="0" fill="hold" nodeType="clickEffect">
                                  <p:stCondLst>
                                    <p:cond delay="0"/>
                                  </p:stCondLst>
                                  <p:childTnLst>
                                    <p:set>
                                      <p:cBhvr>
                                        <p:cTn id="57" dur="1" fill="hold">
                                          <p:stCondLst>
                                            <p:cond delay="0"/>
                                          </p:stCondLst>
                                        </p:cTn>
                                        <p:tgtEl>
                                          <p:spTgt spid="47"/>
                                        </p:tgtEl>
                                        <p:attrNameLst>
                                          <p:attrName>style.visibility</p:attrName>
                                        </p:attrNameLst>
                                      </p:cBhvr>
                                      <p:to>
                                        <p:strVal val="visible"/>
                                      </p:to>
                                    </p:set>
                                    <p:animEffect transition="in" filter="wipe(down)">
                                      <p:cBhvr>
                                        <p:cTn id="58" dur="290">
                                          <p:stCondLst>
                                            <p:cond delay="0"/>
                                          </p:stCondLst>
                                        </p:cTn>
                                        <p:tgtEl>
                                          <p:spTgt spid="47"/>
                                        </p:tgtEl>
                                      </p:cBhvr>
                                    </p:animEffect>
                                    <p:anim calcmode="lin" valueType="num">
                                      <p:cBhvr>
                                        <p:cTn id="59" dur="911" tmFilter="0,0; 0.14,0.36; 0.43,0.73; 0.71,0.91; 1.0,1.0">
                                          <p:stCondLst>
                                            <p:cond delay="0"/>
                                          </p:stCondLst>
                                        </p:cTn>
                                        <p:tgtEl>
                                          <p:spTgt spid="47"/>
                                        </p:tgtEl>
                                        <p:attrNameLst>
                                          <p:attrName>ppt_x</p:attrName>
                                        </p:attrNameLst>
                                      </p:cBhvr>
                                      <p:tavLst>
                                        <p:tav tm="0">
                                          <p:val>
                                            <p:strVal val="#ppt_x-0.25"/>
                                          </p:val>
                                        </p:tav>
                                        <p:tav tm="100000">
                                          <p:val>
                                            <p:strVal val="#ppt_x"/>
                                          </p:val>
                                        </p:tav>
                                      </p:tavLst>
                                    </p:anim>
                                    <p:anim calcmode="lin" valueType="num">
                                      <p:cBhvr>
                                        <p:cTn id="60" dur="332" tmFilter="0.0,0.0; 0.25,0.07; 0.50,0.2; 0.75,0.467; 1.0,1.0">
                                          <p:stCondLst>
                                            <p:cond delay="0"/>
                                          </p:stCondLst>
                                        </p:cTn>
                                        <p:tgtEl>
                                          <p:spTgt spid="47"/>
                                        </p:tgtEl>
                                        <p:attrNameLst>
                                          <p:attrName>ppt_y</p:attrName>
                                        </p:attrNameLst>
                                      </p:cBhvr>
                                      <p:tavLst>
                                        <p:tav tm="0" fmla="#ppt_y-sin(pi*$)/3">
                                          <p:val>
                                            <p:fltVal val="0.5"/>
                                          </p:val>
                                        </p:tav>
                                        <p:tav tm="100000">
                                          <p:val>
                                            <p:fltVal val="1"/>
                                          </p:val>
                                        </p:tav>
                                      </p:tavLst>
                                    </p:anim>
                                    <p:anim calcmode="lin" valueType="num">
                                      <p:cBhvr>
                                        <p:cTn id="61" dur="332" tmFilter="0, 0; 0.125,0.2665; 0.25,0.4; 0.375,0.465; 0.5,0.5;  0.625,0.535; 0.75,0.6; 0.875,0.7335; 1,1">
                                          <p:stCondLst>
                                            <p:cond delay="332"/>
                                          </p:stCondLst>
                                        </p:cTn>
                                        <p:tgtEl>
                                          <p:spTgt spid="47"/>
                                        </p:tgtEl>
                                        <p:attrNameLst>
                                          <p:attrName>ppt_y</p:attrName>
                                        </p:attrNameLst>
                                      </p:cBhvr>
                                      <p:tavLst>
                                        <p:tav tm="0" fmla="#ppt_y-sin(pi*$)/9">
                                          <p:val>
                                            <p:fltVal val="0"/>
                                          </p:val>
                                        </p:tav>
                                        <p:tav tm="100000">
                                          <p:val>
                                            <p:fltVal val="1"/>
                                          </p:val>
                                        </p:tav>
                                      </p:tavLst>
                                    </p:anim>
                                    <p:anim calcmode="lin" valueType="num">
                                      <p:cBhvr>
                                        <p:cTn id="62" dur="166" tmFilter="0, 0; 0.125,0.2665; 0.25,0.4; 0.375,0.465; 0.5,0.5;  0.625,0.535; 0.75,0.6; 0.875,0.7335; 1,1">
                                          <p:stCondLst>
                                            <p:cond delay="662"/>
                                          </p:stCondLst>
                                        </p:cTn>
                                        <p:tgtEl>
                                          <p:spTgt spid="47"/>
                                        </p:tgtEl>
                                        <p:attrNameLst>
                                          <p:attrName>ppt_y</p:attrName>
                                        </p:attrNameLst>
                                      </p:cBhvr>
                                      <p:tavLst>
                                        <p:tav tm="0" fmla="#ppt_y-sin(pi*$)/27">
                                          <p:val>
                                            <p:fltVal val="0"/>
                                          </p:val>
                                        </p:tav>
                                        <p:tav tm="100000">
                                          <p:val>
                                            <p:fltVal val="1"/>
                                          </p:val>
                                        </p:tav>
                                      </p:tavLst>
                                    </p:anim>
                                    <p:anim calcmode="lin" valueType="num">
                                      <p:cBhvr>
                                        <p:cTn id="63" dur="82" tmFilter="0, 0; 0.125,0.2665; 0.25,0.4; 0.375,0.465; 0.5,0.5;  0.625,0.535; 0.75,0.6; 0.875,0.7335; 1,1">
                                          <p:stCondLst>
                                            <p:cond delay="828"/>
                                          </p:stCondLst>
                                        </p:cTn>
                                        <p:tgtEl>
                                          <p:spTgt spid="47"/>
                                        </p:tgtEl>
                                        <p:attrNameLst>
                                          <p:attrName>ppt_y</p:attrName>
                                        </p:attrNameLst>
                                      </p:cBhvr>
                                      <p:tavLst>
                                        <p:tav tm="0" fmla="#ppt_y-sin(pi*$)/81">
                                          <p:val>
                                            <p:fltVal val="0"/>
                                          </p:val>
                                        </p:tav>
                                        <p:tav tm="100000">
                                          <p:val>
                                            <p:fltVal val="1"/>
                                          </p:val>
                                        </p:tav>
                                      </p:tavLst>
                                    </p:anim>
                                    <p:animScale>
                                      <p:cBhvr>
                                        <p:cTn id="64" dur="13">
                                          <p:stCondLst>
                                            <p:cond delay="325"/>
                                          </p:stCondLst>
                                        </p:cTn>
                                        <p:tgtEl>
                                          <p:spTgt spid="47"/>
                                        </p:tgtEl>
                                      </p:cBhvr>
                                      <p:to x="100000" y="60000"/>
                                    </p:animScale>
                                    <p:animScale>
                                      <p:cBhvr>
                                        <p:cTn id="65" dur="83" decel="50000">
                                          <p:stCondLst>
                                            <p:cond delay="338"/>
                                          </p:stCondLst>
                                        </p:cTn>
                                        <p:tgtEl>
                                          <p:spTgt spid="47"/>
                                        </p:tgtEl>
                                      </p:cBhvr>
                                      <p:to x="100000" y="100000"/>
                                    </p:animScale>
                                    <p:animScale>
                                      <p:cBhvr>
                                        <p:cTn id="66" dur="13">
                                          <p:stCondLst>
                                            <p:cond delay="656"/>
                                          </p:stCondLst>
                                        </p:cTn>
                                        <p:tgtEl>
                                          <p:spTgt spid="47"/>
                                        </p:tgtEl>
                                      </p:cBhvr>
                                      <p:to x="100000" y="80000"/>
                                    </p:animScale>
                                    <p:animScale>
                                      <p:cBhvr>
                                        <p:cTn id="67" dur="83" decel="50000">
                                          <p:stCondLst>
                                            <p:cond delay="669"/>
                                          </p:stCondLst>
                                        </p:cTn>
                                        <p:tgtEl>
                                          <p:spTgt spid="47"/>
                                        </p:tgtEl>
                                      </p:cBhvr>
                                      <p:to x="100000" y="100000"/>
                                    </p:animScale>
                                    <p:animScale>
                                      <p:cBhvr>
                                        <p:cTn id="68" dur="13">
                                          <p:stCondLst>
                                            <p:cond delay="821"/>
                                          </p:stCondLst>
                                        </p:cTn>
                                        <p:tgtEl>
                                          <p:spTgt spid="47"/>
                                        </p:tgtEl>
                                      </p:cBhvr>
                                      <p:to x="100000" y="90000"/>
                                    </p:animScale>
                                    <p:animScale>
                                      <p:cBhvr>
                                        <p:cTn id="69" dur="83" decel="50000">
                                          <p:stCondLst>
                                            <p:cond delay="834"/>
                                          </p:stCondLst>
                                        </p:cTn>
                                        <p:tgtEl>
                                          <p:spTgt spid="47"/>
                                        </p:tgtEl>
                                      </p:cBhvr>
                                      <p:to x="100000" y="100000"/>
                                    </p:animScale>
                                    <p:animScale>
                                      <p:cBhvr>
                                        <p:cTn id="70" dur="13">
                                          <p:stCondLst>
                                            <p:cond delay="904"/>
                                          </p:stCondLst>
                                        </p:cTn>
                                        <p:tgtEl>
                                          <p:spTgt spid="47"/>
                                        </p:tgtEl>
                                      </p:cBhvr>
                                      <p:to x="100000" y="95000"/>
                                    </p:animScale>
                                    <p:animScale>
                                      <p:cBhvr>
                                        <p:cTn id="71" dur="83" decel="50000">
                                          <p:stCondLst>
                                            <p:cond delay="917"/>
                                          </p:stCondLst>
                                        </p:cTn>
                                        <p:tgtEl>
                                          <p:spTgt spid="4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9295" name="图片 2732"/>
          <p:cNvPicPr>
            <a:picLocks noChangeAspect="1"/>
          </p:cNvPicPr>
          <p:nvPr/>
        </p:nvPicPr>
        <p:blipFill>
          <a:blip r:embed="rId1"/>
          <a:stretch>
            <a:fillRect/>
          </a:stretch>
        </p:blipFill>
        <p:spPr>
          <a:xfrm>
            <a:off x="1143000" y="1371600"/>
            <a:ext cx="7132955" cy="4826635"/>
          </a:xfrm>
          <a:prstGeom prst="rect">
            <a:avLst/>
          </a:prstGeom>
          <a:noFill/>
          <a:ln>
            <a:noFill/>
          </a:ln>
        </p:spPr>
      </p:pic>
      <p:sp>
        <p:nvSpPr>
          <p:cNvPr id="100" name="文本框 99"/>
          <p:cNvSpPr txBox="1"/>
          <p:nvPr/>
        </p:nvSpPr>
        <p:spPr>
          <a:xfrm>
            <a:off x="2971800" y="6324600"/>
            <a:ext cx="3210560"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4-10 74LS148</a:t>
            </a:r>
            <a:r>
              <a:rPr lang="zh-CN" sz="1600">
                <a:ea typeface="宋体" panose="02010600030101010101" pitchFamily="2" charset="-122"/>
              </a:rPr>
              <a:t>优先编码器逻辑图</a:t>
            </a:r>
            <a:endParaRPr lang="zh-CN" altLang="en-US" sz="160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219200"/>
            <a:ext cx="8003540" cy="101727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【例4-4】用两片74LS148优先编码器构成16线- 4线优先编码器，如图4-11所示，试分析其工作原理。</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9296" name="图片 2733"/>
          <p:cNvPicPr>
            <a:picLocks noChangeAspect="1"/>
          </p:cNvPicPr>
          <p:nvPr/>
        </p:nvPicPr>
        <p:blipFill>
          <a:blip r:embed="rId1"/>
          <a:stretch>
            <a:fillRect/>
          </a:stretch>
        </p:blipFill>
        <p:spPr>
          <a:xfrm>
            <a:off x="457200" y="2209800"/>
            <a:ext cx="8211820" cy="3782695"/>
          </a:xfrm>
          <a:prstGeom prst="rect">
            <a:avLst/>
          </a:prstGeom>
          <a:noFill/>
          <a:ln>
            <a:noFill/>
          </a:ln>
        </p:spPr>
      </p:pic>
      <p:sp>
        <p:nvSpPr>
          <p:cNvPr id="100" name="文本框 99"/>
          <p:cNvSpPr txBox="1"/>
          <p:nvPr/>
        </p:nvSpPr>
        <p:spPr>
          <a:xfrm>
            <a:off x="3581400" y="6019800"/>
            <a:ext cx="1947545"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4-11 </a:t>
            </a:r>
            <a:r>
              <a:rPr lang="zh-CN" sz="1600">
                <a:ea typeface="宋体" panose="02010600030101010101" pitchFamily="2" charset="-122"/>
              </a:rPr>
              <a:t>例</a:t>
            </a:r>
            <a:r>
              <a:rPr lang="en-US" sz="1600">
                <a:latin typeface="Times New Roman" panose="02020603050405020304" charset="0"/>
                <a:ea typeface="宋体" panose="02010600030101010101" pitchFamily="2" charset="-122"/>
              </a:rPr>
              <a:t>4-4</a:t>
            </a:r>
            <a:r>
              <a:rPr lang="zh-CN" sz="1600">
                <a:ea typeface="宋体" panose="02010600030101010101" pitchFamily="2" charset="-122"/>
              </a:rPr>
              <a:t>逻辑图</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000">
        <p:wheel spokes="8"/>
      </p:transition>
    </mc:Choice>
    <mc:Fallback>
      <p:transition spd="slow">
        <p:wheel spokes="8"/>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9296" name="图片 2733"/>
          <p:cNvPicPr>
            <a:picLocks noChangeAspect="1"/>
          </p:cNvPicPr>
          <p:nvPr/>
        </p:nvPicPr>
        <p:blipFill>
          <a:blip r:embed="rId1"/>
          <a:stretch>
            <a:fillRect/>
          </a:stretch>
        </p:blipFill>
        <p:spPr>
          <a:xfrm>
            <a:off x="308610" y="1534160"/>
            <a:ext cx="8665210" cy="4153535"/>
          </a:xfrm>
          <a:prstGeom prst="rect">
            <a:avLst/>
          </a:prstGeom>
          <a:noFill/>
          <a:ln>
            <a:noFill/>
          </a:ln>
        </p:spPr>
      </p:pic>
      <p:sp>
        <p:nvSpPr>
          <p:cNvPr id="434181" name="矩形 434180"/>
          <p:cNvSpPr/>
          <p:nvPr/>
        </p:nvSpPr>
        <p:spPr>
          <a:xfrm>
            <a:off x="664845" y="4238943"/>
            <a:ext cx="335280" cy="460375"/>
          </a:xfrm>
          <a:prstGeom prst="rect">
            <a:avLst/>
          </a:prstGeom>
          <a:solidFill>
            <a:srgbClr val="FFFFFF">
              <a:alpha val="0"/>
            </a:srgbClr>
          </a:solidFill>
          <a:ln w="9525">
            <a:noFill/>
          </a:ln>
        </p:spPr>
        <p:txBody>
          <a:bodyPr wrap="none" anchor="t" anchorCtr="0">
            <a:spAutoFit/>
          </a:bodyPr>
          <a:p>
            <a:pPr algn="l"/>
            <a:r>
              <a:rPr lang="en-US" altLang="zh-CN" sz="2400" b="1">
                <a:solidFill>
                  <a:srgbClr val="FF0000"/>
                </a:solidFill>
                <a:latin typeface="Times New Roman" panose="02020603050405020304" charset="0"/>
                <a:ea typeface="楷体_GB2312" pitchFamily="49" charset="-122"/>
              </a:rPr>
              <a:t>1</a:t>
            </a:r>
            <a:endParaRPr lang="en-US" altLang="zh-CN" sz="2400" b="1">
              <a:solidFill>
                <a:srgbClr val="FF0000"/>
              </a:solidFill>
              <a:latin typeface="Times New Roman" panose="02020603050405020304" charset="0"/>
              <a:ea typeface="楷体_GB2312" pitchFamily="49" charset="-122"/>
            </a:endParaRPr>
          </a:p>
        </p:txBody>
      </p:sp>
      <p:sp>
        <p:nvSpPr>
          <p:cNvPr id="434182" name="矩形 434181"/>
          <p:cNvSpPr/>
          <p:nvPr/>
        </p:nvSpPr>
        <p:spPr>
          <a:xfrm>
            <a:off x="4426903" y="4232593"/>
            <a:ext cx="287337" cy="460375"/>
          </a:xfrm>
          <a:prstGeom prst="rect">
            <a:avLst/>
          </a:prstGeom>
          <a:solidFill>
            <a:srgbClr val="FFFFFF">
              <a:alpha val="0"/>
            </a:srgbClr>
          </a:solidFill>
          <a:ln w="9525">
            <a:noFill/>
          </a:ln>
        </p:spPr>
        <p:txBody>
          <a:bodyPr>
            <a:spAutoFit/>
          </a:bodyPr>
          <a:p>
            <a:pPr algn="l"/>
            <a:r>
              <a:rPr lang="en-US" altLang="zh-CN" sz="2400" b="1">
                <a:solidFill>
                  <a:srgbClr val="FF0000"/>
                </a:solidFill>
                <a:latin typeface="Times New Roman" panose="02020603050405020304" charset="0"/>
                <a:ea typeface="楷体_GB2312" pitchFamily="49" charset="-122"/>
              </a:rPr>
              <a:t>1</a:t>
            </a:r>
            <a:endParaRPr lang="en-US" altLang="zh-CN" sz="2400" b="1">
              <a:solidFill>
                <a:srgbClr val="FF0000"/>
              </a:solidFill>
              <a:latin typeface="Times New Roman" panose="02020603050405020304" charset="0"/>
              <a:ea typeface="楷体_GB2312" pitchFamily="49" charset="-122"/>
            </a:endParaRPr>
          </a:p>
        </p:txBody>
      </p:sp>
      <p:sp>
        <p:nvSpPr>
          <p:cNvPr id="434183" name="矩形 434182"/>
          <p:cNvSpPr/>
          <p:nvPr/>
        </p:nvSpPr>
        <p:spPr>
          <a:xfrm>
            <a:off x="1295400" y="1752600"/>
            <a:ext cx="6998335" cy="460375"/>
          </a:xfrm>
          <a:prstGeom prst="rect">
            <a:avLst/>
          </a:prstGeom>
          <a:solidFill>
            <a:schemeClr val="bg1">
              <a:alpha val="0"/>
            </a:schemeClr>
          </a:solidFill>
          <a:ln w="9525">
            <a:noFill/>
          </a:ln>
        </p:spPr>
        <p:txBody>
          <a:bodyPr wrap="square">
            <a:spAutoFit/>
          </a:bodyPr>
          <a:p>
            <a:pPr algn="l"/>
            <a:r>
              <a:rPr lang="en-US" altLang="zh-CN" sz="2400" b="1">
                <a:solidFill>
                  <a:srgbClr val="FF0000"/>
                </a:solidFill>
                <a:latin typeface="Times New Roman" panose="02020603050405020304" charset="0"/>
                <a:ea typeface="楷体_GB2312" pitchFamily="49" charset="-122"/>
              </a:rPr>
              <a:t>   1           1              1                       1                        1</a:t>
            </a:r>
            <a:endParaRPr lang="en-US" altLang="zh-CN" sz="2400" b="1">
              <a:solidFill>
                <a:srgbClr val="FF0000"/>
              </a:solidFill>
              <a:latin typeface="Times New Roman" panose="02020603050405020304" charset="0"/>
              <a:ea typeface="楷体_GB2312" pitchFamily="49" charset="-122"/>
            </a:endParaRPr>
          </a:p>
        </p:txBody>
      </p:sp>
      <p:sp>
        <p:nvSpPr>
          <p:cNvPr id="6147" name="Rectangle 3"/>
          <p:cNvSpPr>
            <a:spLocks noGrp="1"/>
          </p:cNvSpPr>
          <p:nvPr>
            <p:ph idx="1"/>
          </p:nvPr>
        </p:nvSpPr>
        <p:spPr>
          <a:xfrm>
            <a:off x="1600200" y="5867400"/>
            <a:ext cx="5946140" cy="50228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两个编码器都处于禁止编码状态。</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4181"/>
                                        </p:tgtEl>
                                        <p:attrNameLst>
                                          <p:attrName>style.visibility</p:attrName>
                                        </p:attrNameLst>
                                      </p:cBhvr>
                                      <p:to>
                                        <p:strVal val="visible"/>
                                      </p:to>
                                    </p:set>
                                    <p:anim calcmode="lin" valueType="num">
                                      <p:cBhvr additive="base">
                                        <p:cTn id="7" dur="500" fill="hold"/>
                                        <p:tgtEl>
                                          <p:spTgt spid="434181"/>
                                        </p:tgtEl>
                                        <p:attrNameLst>
                                          <p:attrName>ppt_x</p:attrName>
                                        </p:attrNameLst>
                                      </p:cBhvr>
                                      <p:tavLst>
                                        <p:tav tm="0">
                                          <p:val>
                                            <p:strVal val="0-#ppt_w/2"/>
                                          </p:val>
                                        </p:tav>
                                        <p:tav tm="100000">
                                          <p:val>
                                            <p:strVal val="#ppt_x"/>
                                          </p:val>
                                        </p:tav>
                                      </p:tavLst>
                                    </p:anim>
                                    <p:anim calcmode="lin" valueType="num">
                                      <p:cBhvr additive="base">
                                        <p:cTn id="8" dur="500" fill="hold"/>
                                        <p:tgtEl>
                                          <p:spTgt spid="43418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5" presetClass="entr" presetSubtype="0" fill="hold" grpId="0" nodeType="clickEffect">
                                  <p:stCondLst>
                                    <p:cond delay="0"/>
                                  </p:stCondLst>
                                  <p:childTnLst>
                                    <p:set>
                                      <p:cBhvr>
                                        <p:cTn id="12" dur="1" fill="hold">
                                          <p:stCondLst>
                                            <p:cond delay="0"/>
                                          </p:stCondLst>
                                        </p:cTn>
                                        <p:tgtEl>
                                          <p:spTgt spid="434182"/>
                                        </p:tgtEl>
                                        <p:attrNameLst>
                                          <p:attrName>style.visibility</p:attrName>
                                        </p:attrNameLst>
                                      </p:cBhvr>
                                      <p:to>
                                        <p:strVal val="visible"/>
                                      </p:to>
                                    </p:set>
                                    <p:anim calcmode="lin" valueType="num">
                                      <p:cBhvr>
                                        <p:cTn id="13" dur="500" decel="50000" fill="hold">
                                          <p:stCondLst>
                                            <p:cond delay="0"/>
                                          </p:stCondLst>
                                        </p:cTn>
                                        <p:tgtEl>
                                          <p:spTgt spid="434182"/>
                                        </p:tgtEl>
                                        <p:attrNameLst>
                                          <p:attrName>style.rotation</p:attrName>
                                        </p:attrNameLst>
                                      </p:cBhvr>
                                      <p:tavLst>
                                        <p:tav tm="0">
                                          <p:val>
                                            <p:fltVal val="-90.000000"/>
                                          </p:val>
                                        </p:tav>
                                        <p:tav tm="100000">
                                          <p:val>
                                            <p:fltVal val="0.000000"/>
                                          </p:val>
                                        </p:tav>
                                      </p:tavLst>
                                    </p:anim>
                                    <p:anim calcmode="lin" valueType="num">
                                      <p:cBhvr>
                                        <p:cTn id="14" dur="500" decel="50000" fill="hold">
                                          <p:stCondLst>
                                            <p:cond delay="0"/>
                                          </p:stCondLst>
                                        </p:cTn>
                                        <p:tgtEl>
                                          <p:spTgt spid="434182"/>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434182"/>
                                        </p:tgtEl>
                                        <p:attrNameLst>
                                          <p:attrName>ppt_w</p:attrName>
                                        </p:attrNameLst>
                                      </p:cBhvr>
                                      <p:tavLst>
                                        <p:tav tm="0">
                                          <p:val>
                                            <p:strVal val="#ppt_w*.05"/>
                                          </p:val>
                                        </p:tav>
                                        <p:tav tm="100000">
                                          <p:val>
                                            <p:strVal val="#ppt_w"/>
                                          </p:val>
                                        </p:tav>
                                      </p:tavLst>
                                    </p:anim>
                                    <p:anim calcmode="lin" valueType="num">
                                      <p:cBhvr>
                                        <p:cTn id="16" dur="1000" fill="hold"/>
                                        <p:tgtEl>
                                          <p:spTgt spid="434182"/>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434182"/>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434182"/>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434182"/>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434182"/>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434183"/>
                                        </p:tgtEl>
                                        <p:attrNameLst>
                                          <p:attrName>style.visibility</p:attrName>
                                        </p:attrNameLst>
                                      </p:cBhvr>
                                      <p:to>
                                        <p:strVal val="visible"/>
                                      </p:to>
                                    </p:set>
                                    <p:anim calcmode="lin" valueType="num">
                                      <p:cBhvr>
                                        <p:cTn id="25" dur="500" fill="hold"/>
                                        <p:tgtEl>
                                          <p:spTgt spid="434183"/>
                                        </p:tgtEl>
                                        <p:attrNameLst>
                                          <p:attrName>ppt_w</p:attrName>
                                        </p:attrNameLst>
                                      </p:cBhvr>
                                      <p:tavLst>
                                        <p:tav tm="0">
                                          <p:val>
                                            <p:fltVal val="0.000000"/>
                                          </p:val>
                                        </p:tav>
                                        <p:tav tm="100000">
                                          <p:val>
                                            <p:strVal val="#ppt_w"/>
                                          </p:val>
                                        </p:tav>
                                      </p:tavLst>
                                    </p:anim>
                                    <p:anim calcmode="lin" valueType="num">
                                      <p:cBhvr>
                                        <p:cTn id="26" dur="500" fill="hold"/>
                                        <p:tgtEl>
                                          <p:spTgt spid="434183"/>
                                        </p:tgtEl>
                                        <p:attrNameLst>
                                          <p:attrName>ppt_h</p:attrName>
                                        </p:attrNameLst>
                                      </p:cBhvr>
                                      <p:tavLst>
                                        <p:tav tm="0">
                                          <p:val>
                                            <p:fltVal val="0.000000"/>
                                          </p:val>
                                        </p:tav>
                                        <p:tav tm="100000">
                                          <p:val>
                                            <p:strVal val="#ppt_h"/>
                                          </p:val>
                                        </p:tav>
                                      </p:tavLst>
                                    </p:anim>
                                    <p:animEffect transition="in" filter="fade">
                                      <p:cBhvr>
                                        <p:cTn id="27" dur="500"/>
                                        <p:tgtEl>
                                          <p:spTgt spid="434183"/>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147">
                                            <p:txEl>
                                              <p:pRg st="0" end="0"/>
                                            </p:txEl>
                                          </p:spTgt>
                                        </p:tgtEl>
                                        <p:attrNameLst>
                                          <p:attrName>style.visibility</p:attrName>
                                        </p:attrNameLst>
                                      </p:cBhvr>
                                      <p:to>
                                        <p:strVal val="visible"/>
                                      </p:to>
                                    </p:set>
                                    <p:anim calcmode="lin" valueType="num">
                                      <p:cBhvr additive="base">
                                        <p:cTn id="32" dur="5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614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81" grpId="0" bldLvl="0" animBg="1"/>
      <p:bldP spid="434182" grpId="0" bldLvl="0" animBg="1"/>
      <p:bldP spid="434183" grpId="0" bldLvl="0" animBg="1"/>
      <p:bldP spid="614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9296" name="图片 2733"/>
          <p:cNvPicPr>
            <a:picLocks noChangeAspect="1"/>
          </p:cNvPicPr>
          <p:nvPr/>
        </p:nvPicPr>
        <p:blipFill>
          <a:blip r:embed="rId1"/>
          <a:stretch>
            <a:fillRect/>
          </a:stretch>
        </p:blipFill>
        <p:spPr>
          <a:xfrm>
            <a:off x="308610" y="1534160"/>
            <a:ext cx="8665210" cy="4153535"/>
          </a:xfrm>
          <a:prstGeom prst="rect">
            <a:avLst/>
          </a:prstGeom>
          <a:noFill/>
          <a:ln>
            <a:noFill/>
          </a:ln>
        </p:spPr>
      </p:pic>
      <p:sp>
        <p:nvSpPr>
          <p:cNvPr id="435209" name="矩形 435208"/>
          <p:cNvSpPr/>
          <p:nvPr/>
        </p:nvSpPr>
        <p:spPr>
          <a:xfrm>
            <a:off x="1232535" y="5984240"/>
            <a:ext cx="3097530" cy="460375"/>
          </a:xfrm>
          <a:prstGeom prst="rect">
            <a:avLst/>
          </a:prstGeom>
          <a:solidFill>
            <a:srgbClr val="FFFFFF">
              <a:alpha val="0"/>
            </a:srgbClr>
          </a:solidFill>
          <a:ln w="9525">
            <a:noFill/>
          </a:ln>
        </p:spPr>
        <p:txBody>
          <a:bodyPr>
            <a:spAutoFit/>
          </a:bodyPr>
          <a:p>
            <a:pPr algn="l"/>
            <a:r>
              <a:rPr lang="zh-CN" altLang="en-US" sz="2400" b="1" dirty="0">
                <a:solidFill>
                  <a:srgbClr val="000066"/>
                </a:solidFill>
                <a:latin typeface="Times New Roman" panose="02020603050405020304" charset="0"/>
                <a:ea typeface="楷体_GB2312" pitchFamily="49" charset="-122"/>
              </a:rPr>
              <a:t>若无有效电平输入</a:t>
            </a:r>
            <a:endParaRPr lang="zh-CN" altLang="en-US" sz="2400" b="1" dirty="0">
              <a:solidFill>
                <a:srgbClr val="000066"/>
              </a:solidFill>
              <a:latin typeface="Times New Roman" panose="02020603050405020304" charset="0"/>
              <a:ea typeface="楷体_GB2312" pitchFamily="49" charset="-122"/>
            </a:endParaRPr>
          </a:p>
        </p:txBody>
      </p:sp>
      <p:sp>
        <p:nvSpPr>
          <p:cNvPr id="435210" name="左大括号 435209"/>
          <p:cNvSpPr/>
          <p:nvPr/>
        </p:nvSpPr>
        <p:spPr>
          <a:xfrm rot="16200000" flipV="1">
            <a:off x="2370455" y="4645660"/>
            <a:ext cx="313055" cy="2463800"/>
          </a:xfrm>
          <a:prstGeom prst="leftBrace">
            <a:avLst>
              <a:gd name="adj1" fmla="val 65228"/>
              <a:gd name="adj2" fmla="val 50000"/>
            </a:avLst>
          </a:prstGeom>
          <a:solidFill>
            <a:srgbClr val="A3B2C1">
              <a:alpha val="0"/>
            </a:srgbClr>
          </a:solidFill>
          <a:ln w="38100" cap="flat" cmpd="sng">
            <a:solidFill>
              <a:srgbClr val="000099"/>
            </a:solidFill>
            <a:prstDash val="solid"/>
            <a:headEnd type="none" w="med" len="med"/>
            <a:tailEnd type="none" w="med" len="med"/>
          </a:ln>
        </p:spPr>
        <p:txBody>
          <a:bodyPr vert="eaVert" lIns="269875" tIns="136525" rIns="269875" bIns="136525"/>
          <a:p>
            <a:endParaRPr lang="zh-CN" altLang="en-US"/>
          </a:p>
        </p:txBody>
      </p:sp>
      <p:sp>
        <p:nvSpPr>
          <p:cNvPr id="435204" name="矩形 435203"/>
          <p:cNvSpPr/>
          <p:nvPr/>
        </p:nvSpPr>
        <p:spPr>
          <a:xfrm>
            <a:off x="623888" y="4283710"/>
            <a:ext cx="335280" cy="460375"/>
          </a:xfrm>
          <a:prstGeom prst="rect">
            <a:avLst/>
          </a:prstGeom>
          <a:solidFill>
            <a:srgbClr val="FFFFFF">
              <a:alpha val="0"/>
            </a:srgbClr>
          </a:solidFill>
          <a:ln w="9525">
            <a:noFill/>
          </a:ln>
        </p:spPr>
        <p:txBody>
          <a:bodyPr wrap="none" anchor="t" anchorCtr="0">
            <a:spAutoFit/>
          </a:bodyPr>
          <a:p>
            <a:pPr algn="l"/>
            <a:r>
              <a:rPr lang="en-US" altLang="zh-CN" sz="2400" b="1">
                <a:solidFill>
                  <a:schemeClr val="tx1"/>
                </a:solidFill>
                <a:latin typeface="Times New Roman" panose="02020603050405020304" charset="0"/>
                <a:ea typeface="楷体_GB2312" pitchFamily="49" charset="-122"/>
              </a:rPr>
              <a:t>0</a:t>
            </a:r>
            <a:endParaRPr lang="en-US" altLang="zh-CN" sz="2400" b="1">
              <a:solidFill>
                <a:schemeClr val="tx1"/>
              </a:solidFill>
              <a:latin typeface="Times New Roman" panose="02020603050405020304" charset="0"/>
              <a:ea typeface="楷体_GB2312" pitchFamily="49" charset="-122"/>
            </a:endParaRPr>
          </a:p>
        </p:txBody>
      </p:sp>
      <p:sp>
        <p:nvSpPr>
          <p:cNvPr id="435206" name="矩形 435205"/>
          <p:cNvSpPr/>
          <p:nvPr/>
        </p:nvSpPr>
        <p:spPr>
          <a:xfrm>
            <a:off x="2284413" y="1709420"/>
            <a:ext cx="6337300" cy="460375"/>
          </a:xfrm>
          <a:prstGeom prst="rect">
            <a:avLst/>
          </a:prstGeom>
          <a:solidFill>
            <a:srgbClr val="FFFFFF">
              <a:alpha val="0"/>
            </a:srgbClr>
          </a:solidFill>
          <a:ln w="28575" cap="flat" cmpd="sng">
            <a:noFill/>
            <a:prstDash val="solid"/>
            <a:miter/>
            <a:headEnd type="none" w="med" len="med"/>
            <a:tailEnd type="none" w="med" len="med"/>
          </a:ln>
        </p:spPr>
        <p:txBody>
          <a:bodyPr>
            <a:spAutoFit/>
          </a:bodyPr>
          <a:p>
            <a:pPr algn="l"/>
            <a:r>
              <a:rPr lang="en-US" altLang="zh-CN" sz="2400" b="1">
                <a:solidFill>
                  <a:schemeClr val="tx1"/>
                </a:solidFill>
                <a:latin typeface="Times New Roman" panose="02020603050405020304" charset="0"/>
                <a:ea typeface="楷体_GB2312" pitchFamily="49" charset="-122"/>
              </a:rPr>
              <a:t>   </a:t>
            </a:r>
            <a:r>
              <a:rPr lang="en-US" altLang="zh-CN" sz="2400" b="1" dirty="0">
                <a:solidFill>
                  <a:schemeClr val="tx1"/>
                </a:solidFill>
                <a:latin typeface="Times New Roman" panose="02020603050405020304" charset="0"/>
                <a:ea typeface="楷体_GB2312" pitchFamily="49" charset="-122"/>
              </a:rPr>
              <a:t> </a:t>
            </a:r>
            <a:r>
              <a:rPr lang="en-US" altLang="zh-CN" sz="2400" b="1">
                <a:solidFill>
                  <a:schemeClr val="tx1"/>
                </a:solidFill>
                <a:latin typeface="Times New Roman" panose="02020603050405020304" charset="0"/>
                <a:ea typeface="楷体_GB2312" pitchFamily="49" charset="-122"/>
              </a:rPr>
              <a:t>1</a:t>
            </a:r>
            <a:r>
              <a:rPr lang="en-US" altLang="zh-CN" sz="2400" b="1">
                <a:solidFill>
                  <a:schemeClr val="tx1"/>
                </a:solidFill>
                <a:latin typeface="Times New Roman" panose="02020603050405020304" charset="0"/>
                <a:ea typeface="楷体_GB2312" pitchFamily="49" charset="-122"/>
              </a:rPr>
              <a:t>             0                        0                        0</a:t>
            </a:r>
            <a:endParaRPr lang="en-US" altLang="zh-CN" sz="2400" b="1">
              <a:solidFill>
                <a:schemeClr val="tx1"/>
              </a:solidFill>
              <a:latin typeface="Times New Roman" panose="02020603050405020304" charset="0"/>
              <a:ea typeface="楷体_GB2312" pitchFamily="49" charset="-122"/>
            </a:endParaRPr>
          </a:p>
        </p:txBody>
      </p:sp>
      <p:sp>
        <p:nvSpPr>
          <p:cNvPr id="435211" name="矩形 435210"/>
          <p:cNvSpPr/>
          <p:nvPr/>
        </p:nvSpPr>
        <p:spPr>
          <a:xfrm>
            <a:off x="2284413" y="1326833"/>
            <a:ext cx="6337300" cy="460375"/>
          </a:xfrm>
          <a:prstGeom prst="rect">
            <a:avLst/>
          </a:prstGeom>
          <a:solidFill>
            <a:srgbClr val="FFFFFF">
              <a:alpha val="0"/>
            </a:srgbClr>
          </a:solidFill>
          <a:ln w="28575" cap="flat" cmpd="sng">
            <a:noFill/>
            <a:prstDash val="solid"/>
            <a:miter/>
            <a:headEnd type="none" w="med" len="med"/>
            <a:tailEnd type="none" w="med" len="med"/>
          </a:ln>
        </p:spPr>
        <p:txBody>
          <a:bodyPr>
            <a:spAutoFit/>
          </a:bodyPr>
          <a:p>
            <a:pPr algn="l"/>
            <a:r>
              <a:rPr lang="en-US" altLang="zh-CN" sz="2400" b="1">
                <a:solidFill>
                  <a:schemeClr val="tx1"/>
                </a:solidFill>
                <a:latin typeface="Times New Roman" panose="02020603050405020304" charset="0"/>
                <a:ea typeface="楷体_GB2312" pitchFamily="49" charset="-122"/>
              </a:rPr>
              <a:t> </a:t>
            </a:r>
            <a:r>
              <a:rPr lang="en-US" altLang="zh-CN" sz="2400" b="1" dirty="0">
                <a:solidFill>
                  <a:schemeClr val="tx1"/>
                </a:solidFill>
                <a:latin typeface="Times New Roman" panose="02020603050405020304" charset="0"/>
                <a:ea typeface="楷体_GB2312" pitchFamily="49" charset="-122"/>
              </a:rPr>
              <a:t> </a:t>
            </a:r>
            <a:r>
              <a:rPr lang="en-US" altLang="zh-CN" sz="2400" b="1">
                <a:solidFill>
                  <a:schemeClr val="tx1"/>
                </a:solidFill>
                <a:latin typeface="Times New Roman" panose="02020603050405020304" charset="0"/>
                <a:ea typeface="楷体_GB2312" pitchFamily="49" charset="-122"/>
              </a:rPr>
              <a:t>  1             1                        1                        1</a:t>
            </a:r>
            <a:endParaRPr lang="en-US" altLang="zh-CN" sz="2400" b="1">
              <a:solidFill>
                <a:schemeClr val="tx1"/>
              </a:solidFill>
              <a:latin typeface="Times New Roman" panose="02020603050405020304" charset="0"/>
              <a:ea typeface="楷体_GB2312" pitchFamily="49" charset="-122"/>
            </a:endParaRPr>
          </a:p>
        </p:txBody>
      </p:sp>
      <p:sp>
        <p:nvSpPr>
          <p:cNvPr id="435213" name="矩形 435212"/>
          <p:cNvSpPr/>
          <p:nvPr/>
        </p:nvSpPr>
        <p:spPr>
          <a:xfrm>
            <a:off x="4371975" y="4287838"/>
            <a:ext cx="335280" cy="460375"/>
          </a:xfrm>
          <a:prstGeom prst="rect">
            <a:avLst/>
          </a:prstGeom>
          <a:solidFill>
            <a:srgbClr val="FFFFFF">
              <a:alpha val="0"/>
            </a:srgbClr>
          </a:solidFill>
          <a:ln w="9525">
            <a:noFill/>
          </a:ln>
        </p:spPr>
        <p:txBody>
          <a:bodyPr wrap="none" anchor="t" anchorCtr="0">
            <a:spAutoFit/>
          </a:bodyPr>
          <a:p>
            <a:pPr algn="l"/>
            <a:r>
              <a:rPr lang="en-US" altLang="zh-CN" sz="2400" b="1">
                <a:solidFill>
                  <a:schemeClr val="tx1"/>
                </a:solidFill>
                <a:latin typeface="Times New Roman" panose="02020603050405020304" charset="0"/>
                <a:ea typeface="楷体_GB2312" pitchFamily="49" charset="-122"/>
              </a:rPr>
              <a:t>0</a:t>
            </a:r>
            <a:endParaRPr lang="en-US" altLang="zh-CN" sz="2400" b="1">
              <a:solidFill>
                <a:schemeClr val="tx1"/>
              </a:solidFill>
              <a:latin typeface="Times New Roman" panose="02020603050405020304" charset="0"/>
              <a:ea typeface="楷体_GB2312" pitchFamily="49" charset="-122"/>
            </a:endParaRPr>
          </a:p>
        </p:txBody>
      </p:sp>
      <p:sp>
        <p:nvSpPr>
          <p:cNvPr id="2" name="矩形 1"/>
          <p:cNvSpPr/>
          <p:nvPr/>
        </p:nvSpPr>
        <p:spPr>
          <a:xfrm>
            <a:off x="5466715" y="5993130"/>
            <a:ext cx="2352040" cy="460375"/>
          </a:xfrm>
          <a:prstGeom prst="rect">
            <a:avLst/>
          </a:prstGeom>
          <a:solidFill>
            <a:srgbClr val="FFFFFF">
              <a:alpha val="0"/>
            </a:srgbClr>
          </a:solidFill>
          <a:ln w="9525">
            <a:noFill/>
          </a:ln>
        </p:spPr>
        <p:txBody>
          <a:bodyPr wrap="square">
            <a:spAutoFit/>
          </a:bodyPr>
          <a:p>
            <a:pPr algn="l"/>
            <a:r>
              <a:rPr lang="zh-CN" altLang="en-US" sz="2400" b="1" dirty="0">
                <a:solidFill>
                  <a:srgbClr val="000066"/>
                </a:solidFill>
                <a:latin typeface="Times New Roman" panose="02020603050405020304" charset="0"/>
                <a:ea typeface="楷体_GB2312" pitchFamily="49" charset="-122"/>
              </a:rPr>
              <a:t>若有效电平输入</a:t>
            </a:r>
            <a:endParaRPr lang="zh-CN" altLang="en-US" sz="2400" b="1" dirty="0">
              <a:solidFill>
                <a:srgbClr val="000066"/>
              </a:solidFill>
              <a:latin typeface="Times New Roman" panose="02020603050405020304" charset="0"/>
              <a:ea typeface="楷体_GB2312" pitchFamily="49" charset="-122"/>
            </a:endParaRPr>
          </a:p>
        </p:txBody>
      </p:sp>
      <p:sp>
        <p:nvSpPr>
          <p:cNvPr id="3" name="左大括号 2"/>
          <p:cNvSpPr/>
          <p:nvPr/>
        </p:nvSpPr>
        <p:spPr>
          <a:xfrm rot="16200000" flipV="1">
            <a:off x="6452235" y="4654550"/>
            <a:ext cx="313055" cy="2463800"/>
          </a:xfrm>
          <a:prstGeom prst="leftBrace">
            <a:avLst>
              <a:gd name="adj1" fmla="val 65228"/>
              <a:gd name="adj2" fmla="val 50000"/>
            </a:avLst>
          </a:prstGeom>
          <a:solidFill>
            <a:srgbClr val="A3B2C1">
              <a:alpha val="0"/>
            </a:srgbClr>
          </a:solidFill>
          <a:ln w="38100" cap="flat" cmpd="sng">
            <a:solidFill>
              <a:srgbClr val="000099"/>
            </a:solidFill>
            <a:prstDash val="solid"/>
            <a:headEnd type="none" w="med" len="med"/>
            <a:tailEnd type="none" w="med" len="med"/>
          </a:ln>
        </p:spPr>
        <p:txBody>
          <a:bodyPr vert="eaVert" lIns="269875" tIns="136525" rIns="269875" bIns="136525"/>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5204"/>
                                        </p:tgtEl>
                                        <p:attrNameLst>
                                          <p:attrName>style.visibility</p:attrName>
                                        </p:attrNameLst>
                                      </p:cBhvr>
                                      <p:to>
                                        <p:strVal val="visible"/>
                                      </p:to>
                                    </p:set>
                                    <p:anim calcmode="lin" valueType="num">
                                      <p:cBhvr additive="base">
                                        <p:cTn id="7" dur="500" fill="hold"/>
                                        <p:tgtEl>
                                          <p:spTgt spid="435204"/>
                                        </p:tgtEl>
                                        <p:attrNameLst>
                                          <p:attrName>ppt_x</p:attrName>
                                        </p:attrNameLst>
                                      </p:cBhvr>
                                      <p:tavLst>
                                        <p:tav tm="0">
                                          <p:val>
                                            <p:strVal val="0-#ppt_w/2"/>
                                          </p:val>
                                        </p:tav>
                                        <p:tav tm="100000">
                                          <p:val>
                                            <p:strVal val="#ppt_x"/>
                                          </p:val>
                                        </p:tav>
                                      </p:tavLst>
                                    </p:anim>
                                    <p:anim calcmode="lin" valueType="num">
                                      <p:cBhvr additive="base">
                                        <p:cTn id="8" dur="500" fill="hold"/>
                                        <p:tgtEl>
                                          <p:spTgt spid="43520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5213"/>
                                        </p:tgtEl>
                                        <p:attrNameLst>
                                          <p:attrName>style.visibility</p:attrName>
                                        </p:attrNameLst>
                                      </p:cBhvr>
                                      <p:to>
                                        <p:strVal val="visible"/>
                                      </p:to>
                                    </p:set>
                                    <p:anim calcmode="lin" valueType="num">
                                      <p:cBhvr additive="base">
                                        <p:cTn id="13" dur="500" fill="hold"/>
                                        <p:tgtEl>
                                          <p:spTgt spid="435213"/>
                                        </p:tgtEl>
                                        <p:attrNameLst>
                                          <p:attrName>ppt_x</p:attrName>
                                        </p:attrNameLst>
                                      </p:cBhvr>
                                      <p:tavLst>
                                        <p:tav tm="0">
                                          <p:val>
                                            <p:strVal val="#ppt_x"/>
                                          </p:val>
                                        </p:tav>
                                        <p:tav tm="100000">
                                          <p:val>
                                            <p:strVal val="#ppt_x"/>
                                          </p:val>
                                        </p:tav>
                                      </p:tavLst>
                                    </p:anim>
                                    <p:anim calcmode="lin" valueType="num">
                                      <p:cBhvr additive="base">
                                        <p:cTn id="14" dur="500" fill="hold"/>
                                        <p:tgtEl>
                                          <p:spTgt spid="4352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35206"/>
                                        </p:tgtEl>
                                        <p:attrNameLst>
                                          <p:attrName>style.visibility</p:attrName>
                                        </p:attrNameLst>
                                      </p:cBhvr>
                                      <p:to>
                                        <p:strVal val="visible"/>
                                      </p:to>
                                    </p:set>
                                    <p:anim calcmode="lin" valueType="num">
                                      <p:cBhvr additive="base">
                                        <p:cTn id="19" dur="1000" fill="hold"/>
                                        <p:tgtEl>
                                          <p:spTgt spid="435206"/>
                                        </p:tgtEl>
                                        <p:attrNameLst>
                                          <p:attrName>ppt_x</p:attrName>
                                        </p:attrNameLst>
                                      </p:cBhvr>
                                      <p:tavLst>
                                        <p:tav tm="0">
                                          <p:val>
                                            <p:strVal val="0-#ppt_w/2"/>
                                          </p:val>
                                        </p:tav>
                                        <p:tav tm="100000">
                                          <p:val>
                                            <p:strVal val="#ppt_x"/>
                                          </p:val>
                                        </p:tav>
                                      </p:tavLst>
                                    </p:anim>
                                    <p:anim calcmode="lin" valueType="num">
                                      <p:cBhvr additive="base">
                                        <p:cTn id="20" dur="1000" fill="hold"/>
                                        <p:tgtEl>
                                          <p:spTgt spid="43520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35211"/>
                                        </p:tgtEl>
                                        <p:attrNameLst>
                                          <p:attrName>style.visibility</p:attrName>
                                        </p:attrNameLst>
                                      </p:cBhvr>
                                      <p:to>
                                        <p:strVal val="visible"/>
                                      </p:to>
                                    </p:set>
                                    <p:anim calcmode="lin" valueType="num">
                                      <p:cBhvr additive="base">
                                        <p:cTn id="25" dur="1000" fill="hold"/>
                                        <p:tgtEl>
                                          <p:spTgt spid="435211"/>
                                        </p:tgtEl>
                                        <p:attrNameLst>
                                          <p:attrName>ppt_x</p:attrName>
                                        </p:attrNameLst>
                                      </p:cBhvr>
                                      <p:tavLst>
                                        <p:tav tm="0">
                                          <p:val>
                                            <p:strVal val="1+#ppt_w/2"/>
                                          </p:val>
                                        </p:tav>
                                        <p:tav tm="100000">
                                          <p:val>
                                            <p:strVal val="#ppt_x"/>
                                          </p:val>
                                        </p:tav>
                                      </p:tavLst>
                                    </p:anim>
                                    <p:anim calcmode="lin" valueType="num">
                                      <p:cBhvr additive="base">
                                        <p:cTn id="26" dur="1000" fill="hold"/>
                                        <p:tgtEl>
                                          <p:spTgt spid="4352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4" grpId="0" bldLvl="0" animBg="1"/>
      <p:bldP spid="435206" grpId="0" bldLvl="0" animBg="1"/>
      <p:bldP spid="435211" grpId="0" bldLvl="0" animBg="1"/>
      <p:bldP spid="435213"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9296" name="图片 2733"/>
          <p:cNvPicPr>
            <a:picLocks noChangeAspect="1"/>
          </p:cNvPicPr>
          <p:nvPr/>
        </p:nvPicPr>
        <p:blipFill>
          <a:blip r:embed="rId1"/>
          <a:stretch>
            <a:fillRect/>
          </a:stretch>
        </p:blipFill>
        <p:spPr>
          <a:xfrm>
            <a:off x="304800" y="1524000"/>
            <a:ext cx="8665210" cy="4153535"/>
          </a:xfrm>
          <a:prstGeom prst="rect">
            <a:avLst/>
          </a:prstGeom>
          <a:noFill/>
          <a:ln>
            <a:noFill/>
          </a:ln>
        </p:spPr>
      </p:pic>
      <p:sp>
        <p:nvSpPr>
          <p:cNvPr id="435209" name="矩形 435208"/>
          <p:cNvSpPr/>
          <p:nvPr/>
        </p:nvSpPr>
        <p:spPr>
          <a:xfrm>
            <a:off x="1384935" y="5998210"/>
            <a:ext cx="2406650" cy="460375"/>
          </a:xfrm>
          <a:prstGeom prst="rect">
            <a:avLst/>
          </a:prstGeom>
          <a:solidFill>
            <a:srgbClr val="FFFFFF">
              <a:alpha val="0"/>
            </a:srgbClr>
          </a:solidFill>
          <a:ln w="9525">
            <a:noFill/>
          </a:ln>
        </p:spPr>
        <p:txBody>
          <a:bodyPr wrap="square">
            <a:spAutoFit/>
          </a:bodyPr>
          <a:p>
            <a:pPr algn="l"/>
            <a:r>
              <a:rPr lang="zh-CN" altLang="en-US" sz="2400" b="1" dirty="0">
                <a:solidFill>
                  <a:srgbClr val="000066"/>
                </a:solidFill>
                <a:latin typeface="Times New Roman" panose="02020603050405020304" charset="0"/>
                <a:ea typeface="楷体_GB2312" pitchFamily="49" charset="-122"/>
              </a:rPr>
              <a:t>若有效电平输入</a:t>
            </a:r>
            <a:endParaRPr lang="zh-CN" altLang="en-US" sz="2400" b="1" dirty="0">
              <a:solidFill>
                <a:srgbClr val="000066"/>
              </a:solidFill>
              <a:latin typeface="Times New Roman" panose="02020603050405020304" charset="0"/>
              <a:ea typeface="楷体_GB2312" pitchFamily="49" charset="-122"/>
            </a:endParaRPr>
          </a:p>
        </p:txBody>
      </p:sp>
      <p:sp>
        <p:nvSpPr>
          <p:cNvPr id="435210" name="左大括号 435209"/>
          <p:cNvSpPr/>
          <p:nvPr/>
        </p:nvSpPr>
        <p:spPr>
          <a:xfrm rot="16200000" flipV="1">
            <a:off x="2370455" y="4659630"/>
            <a:ext cx="313055" cy="2463800"/>
          </a:xfrm>
          <a:prstGeom prst="leftBrace">
            <a:avLst>
              <a:gd name="adj1" fmla="val 65228"/>
              <a:gd name="adj2" fmla="val 50000"/>
            </a:avLst>
          </a:prstGeom>
          <a:solidFill>
            <a:srgbClr val="A3B2C1">
              <a:alpha val="0"/>
            </a:srgbClr>
          </a:solidFill>
          <a:ln w="38100" cap="flat" cmpd="sng">
            <a:solidFill>
              <a:srgbClr val="000099"/>
            </a:solidFill>
            <a:prstDash val="solid"/>
            <a:headEnd type="none" w="med" len="med"/>
            <a:tailEnd type="none" w="med" len="med"/>
          </a:ln>
        </p:spPr>
        <p:txBody>
          <a:bodyPr vert="eaVert" lIns="269875" tIns="136525" rIns="269875" bIns="136525"/>
          <a:p>
            <a:endParaRPr lang="zh-CN" altLang="en-US"/>
          </a:p>
        </p:txBody>
      </p:sp>
      <p:sp>
        <p:nvSpPr>
          <p:cNvPr id="435204" name="矩形 435203"/>
          <p:cNvSpPr/>
          <p:nvPr/>
        </p:nvSpPr>
        <p:spPr>
          <a:xfrm>
            <a:off x="623888" y="4283710"/>
            <a:ext cx="335280" cy="460375"/>
          </a:xfrm>
          <a:prstGeom prst="rect">
            <a:avLst/>
          </a:prstGeom>
          <a:solidFill>
            <a:srgbClr val="FFFFFF">
              <a:alpha val="0"/>
            </a:srgbClr>
          </a:solidFill>
          <a:ln w="9525">
            <a:noFill/>
          </a:ln>
        </p:spPr>
        <p:txBody>
          <a:bodyPr wrap="none" anchor="t" anchorCtr="0">
            <a:spAutoFit/>
          </a:bodyPr>
          <a:p>
            <a:pPr algn="l"/>
            <a:r>
              <a:rPr lang="en-US" altLang="zh-CN" sz="2400" b="1">
                <a:solidFill>
                  <a:schemeClr val="tx1"/>
                </a:solidFill>
                <a:latin typeface="Times New Roman" panose="02020603050405020304" charset="0"/>
                <a:ea typeface="楷体_GB2312" pitchFamily="49" charset="-122"/>
              </a:rPr>
              <a:t>0</a:t>
            </a:r>
            <a:endParaRPr lang="en-US" altLang="zh-CN" sz="2400" b="1">
              <a:solidFill>
                <a:schemeClr val="tx1"/>
              </a:solidFill>
              <a:latin typeface="Times New Roman" panose="02020603050405020304" charset="0"/>
              <a:ea typeface="楷体_GB2312" pitchFamily="49" charset="-122"/>
            </a:endParaRPr>
          </a:p>
        </p:txBody>
      </p:sp>
      <p:sp>
        <p:nvSpPr>
          <p:cNvPr id="435206" name="矩形 435205"/>
          <p:cNvSpPr/>
          <p:nvPr/>
        </p:nvSpPr>
        <p:spPr>
          <a:xfrm>
            <a:off x="2284413" y="1709420"/>
            <a:ext cx="6337300" cy="460375"/>
          </a:xfrm>
          <a:prstGeom prst="rect">
            <a:avLst/>
          </a:prstGeom>
          <a:solidFill>
            <a:srgbClr val="FFFFFF">
              <a:alpha val="0"/>
            </a:srgbClr>
          </a:solidFill>
          <a:ln w="28575" cap="flat" cmpd="sng">
            <a:noFill/>
            <a:prstDash val="solid"/>
            <a:miter/>
            <a:headEnd type="none" w="med" len="med"/>
            <a:tailEnd type="none" w="med" len="med"/>
          </a:ln>
        </p:spPr>
        <p:txBody>
          <a:bodyPr>
            <a:spAutoFit/>
          </a:bodyPr>
          <a:p>
            <a:pPr algn="l"/>
            <a:r>
              <a:rPr lang="en-US" altLang="zh-CN" sz="2400" b="1">
                <a:solidFill>
                  <a:schemeClr val="tx1"/>
                </a:solidFill>
                <a:latin typeface="Times New Roman" panose="02020603050405020304" charset="0"/>
                <a:ea typeface="楷体_GB2312" pitchFamily="49" charset="-122"/>
              </a:rPr>
              <a:t>   </a:t>
            </a:r>
            <a:r>
              <a:rPr lang="en-US" altLang="zh-CN" sz="2400" b="1" dirty="0">
                <a:solidFill>
                  <a:schemeClr val="tx1"/>
                </a:solidFill>
                <a:latin typeface="Times New Roman" panose="02020603050405020304" charset="0"/>
                <a:ea typeface="楷体_GB2312" pitchFamily="49" charset="-122"/>
              </a:rPr>
              <a:t> </a:t>
            </a:r>
            <a:r>
              <a:rPr lang="en-US" altLang="zh-CN" sz="2400" b="1">
                <a:solidFill>
                  <a:schemeClr val="tx1"/>
                </a:solidFill>
                <a:latin typeface="Times New Roman" panose="02020603050405020304" charset="0"/>
                <a:ea typeface="楷体_GB2312" pitchFamily="49" charset="-122"/>
              </a:rPr>
              <a:t>0</a:t>
            </a:r>
            <a:r>
              <a:rPr lang="en-US" altLang="zh-CN" sz="2400" b="1">
                <a:solidFill>
                  <a:schemeClr val="tx1"/>
                </a:solidFill>
                <a:latin typeface="Times New Roman" panose="02020603050405020304" charset="0"/>
                <a:ea typeface="楷体_GB2312" pitchFamily="49" charset="-122"/>
              </a:rPr>
              <a:t>             0                        0                        0</a:t>
            </a:r>
            <a:endParaRPr lang="en-US" altLang="zh-CN" sz="2400" b="1">
              <a:solidFill>
                <a:schemeClr val="tx1"/>
              </a:solidFill>
              <a:latin typeface="Times New Roman" panose="02020603050405020304" charset="0"/>
              <a:ea typeface="楷体_GB2312" pitchFamily="49" charset="-122"/>
            </a:endParaRPr>
          </a:p>
        </p:txBody>
      </p:sp>
      <p:sp>
        <p:nvSpPr>
          <p:cNvPr id="435211" name="矩形 435210"/>
          <p:cNvSpPr/>
          <p:nvPr/>
        </p:nvSpPr>
        <p:spPr>
          <a:xfrm>
            <a:off x="2284413" y="1326833"/>
            <a:ext cx="6337300" cy="460375"/>
          </a:xfrm>
          <a:prstGeom prst="rect">
            <a:avLst/>
          </a:prstGeom>
          <a:solidFill>
            <a:srgbClr val="FFFFFF">
              <a:alpha val="0"/>
            </a:srgbClr>
          </a:solidFill>
          <a:ln w="28575" cap="flat" cmpd="sng">
            <a:noFill/>
            <a:prstDash val="solid"/>
            <a:miter/>
            <a:headEnd type="none" w="med" len="med"/>
            <a:tailEnd type="none" w="med" len="med"/>
          </a:ln>
        </p:spPr>
        <p:txBody>
          <a:bodyPr>
            <a:spAutoFit/>
          </a:bodyPr>
          <a:p>
            <a:pPr algn="l"/>
            <a:r>
              <a:rPr lang="en-US" altLang="zh-CN" sz="2400" b="1">
                <a:solidFill>
                  <a:schemeClr val="tx1"/>
                </a:solidFill>
                <a:latin typeface="Times New Roman" panose="02020603050405020304" charset="0"/>
                <a:ea typeface="楷体_GB2312" pitchFamily="49" charset="-122"/>
              </a:rPr>
              <a:t> </a:t>
            </a:r>
            <a:r>
              <a:rPr lang="en-US" altLang="zh-CN" sz="2400" b="1" dirty="0">
                <a:solidFill>
                  <a:schemeClr val="tx1"/>
                </a:solidFill>
                <a:latin typeface="Times New Roman" panose="02020603050405020304" charset="0"/>
                <a:ea typeface="楷体_GB2312" pitchFamily="49" charset="-122"/>
              </a:rPr>
              <a:t> </a:t>
            </a:r>
            <a:r>
              <a:rPr lang="en-US" altLang="zh-CN" sz="2400" b="1">
                <a:solidFill>
                  <a:schemeClr val="tx1"/>
                </a:solidFill>
                <a:latin typeface="Times New Roman" panose="02020603050405020304" charset="0"/>
                <a:ea typeface="楷体_GB2312" pitchFamily="49" charset="-122"/>
              </a:rPr>
              <a:t>  0             1                        1                        1</a:t>
            </a:r>
            <a:endParaRPr lang="en-US" altLang="zh-CN" sz="2400" b="1">
              <a:solidFill>
                <a:schemeClr val="tx1"/>
              </a:solidFill>
              <a:latin typeface="Times New Roman" panose="02020603050405020304" charset="0"/>
              <a:ea typeface="楷体_GB2312" pitchFamily="49" charset="-122"/>
            </a:endParaRPr>
          </a:p>
        </p:txBody>
      </p:sp>
      <p:sp>
        <p:nvSpPr>
          <p:cNvPr id="435213" name="矩形 435212"/>
          <p:cNvSpPr/>
          <p:nvPr/>
        </p:nvSpPr>
        <p:spPr>
          <a:xfrm>
            <a:off x="4371975" y="4287838"/>
            <a:ext cx="335280" cy="460375"/>
          </a:xfrm>
          <a:prstGeom prst="rect">
            <a:avLst/>
          </a:prstGeom>
          <a:solidFill>
            <a:srgbClr val="FFFFFF">
              <a:alpha val="0"/>
            </a:srgbClr>
          </a:solidFill>
          <a:ln w="9525">
            <a:noFill/>
          </a:ln>
        </p:spPr>
        <p:txBody>
          <a:bodyPr wrap="none" anchor="t" anchorCtr="0">
            <a:spAutoFit/>
          </a:bodyPr>
          <a:p>
            <a:pPr algn="l"/>
            <a:r>
              <a:rPr lang="en-US" altLang="zh-CN" sz="2400" b="1">
                <a:solidFill>
                  <a:schemeClr val="tx1"/>
                </a:solidFill>
                <a:latin typeface="Times New Roman" panose="02020603050405020304" charset="0"/>
                <a:ea typeface="楷体_GB2312" pitchFamily="49" charset="-122"/>
              </a:rPr>
              <a:t>1</a:t>
            </a:r>
            <a:endParaRPr lang="en-US" altLang="zh-CN" sz="2400" b="1">
              <a:solidFill>
                <a:schemeClr val="tx1"/>
              </a:solidFill>
              <a:latin typeface="Times New Roman" panose="0202060305040502030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5204"/>
                                        </p:tgtEl>
                                        <p:attrNameLst>
                                          <p:attrName>style.visibility</p:attrName>
                                        </p:attrNameLst>
                                      </p:cBhvr>
                                      <p:to>
                                        <p:strVal val="visible"/>
                                      </p:to>
                                    </p:set>
                                    <p:anim calcmode="lin" valueType="num">
                                      <p:cBhvr additive="base">
                                        <p:cTn id="7" dur="500" fill="hold"/>
                                        <p:tgtEl>
                                          <p:spTgt spid="435204"/>
                                        </p:tgtEl>
                                        <p:attrNameLst>
                                          <p:attrName>ppt_x</p:attrName>
                                        </p:attrNameLst>
                                      </p:cBhvr>
                                      <p:tavLst>
                                        <p:tav tm="0">
                                          <p:val>
                                            <p:strVal val="0-#ppt_w/2"/>
                                          </p:val>
                                        </p:tav>
                                        <p:tav tm="100000">
                                          <p:val>
                                            <p:strVal val="#ppt_x"/>
                                          </p:val>
                                        </p:tav>
                                      </p:tavLst>
                                    </p:anim>
                                    <p:anim calcmode="lin" valueType="num">
                                      <p:cBhvr additive="base">
                                        <p:cTn id="8" dur="500" fill="hold"/>
                                        <p:tgtEl>
                                          <p:spTgt spid="43520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5213"/>
                                        </p:tgtEl>
                                        <p:attrNameLst>
                                          <p:attrName>style.visibility</p:attrName>
                                        </p:attrNameLst>
                                      </p:cBhvr>
                                      <p:to>
                                        <p:strVal val="visible"/>
                                      </p:to>
                                    </p:set>
                                    <p:anim calcmode="lin" valueType="num">
                                      <p:cBhvr additive="base">
                                        <p:cTn id="13" dur="500" fill="hold"/>
                                        <p:tgtEl>
                                          <p:spTgt spid="435213"/>
                                        </p:tgtEl>
                                        <p:attrNameLst>
                                          <p:attrName>ppt_x</p:attrName>
                                        </p:attrNameLst>
                                      </p:cBhvr>
                                      <p:tavLst>
                                        <p:tav tm="0">
                                          <p:val>
                                            <p:strVal val="#ppt_x"/>
                                          </p:val>
                                        </p:tav>
                                        <p:tav tm="100000">
                                          <p:val>
                                            <p:strVal val="#ppt_x"/>
                                          </p:val>
                                        </p:tav>
                                      </p:tavLst>
                                    </p:anim>
                                    <p:anim calcmode="lin" valueType="num">
                                      <p:cBhvr additive="base">
                                        <p:cTn id="14" dur="500" fill="hold"/>
                                        <p:tgtEl>
                                          <p:spTgt spid="4352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35206"/>
                                        </p:tgtEl>
                                        <p:attrNameLst>
                                          <p:attrName>style.visibility</p:attrName>
                                        </p:attrNameLst>
                                      </p:cBhvr>
                                      <p:to>
                                        <p:strVal val="visible"/>
                                      </p:to>
                                    </p:set>
                                    <p:anim calcmode="lin" valueType="num">
                                      <p:cBhvr additive="base">
                                        <p:cTn id="19" dur="1000" fill="hold"/>
                                        <p:tgtEl>
                                          <p:spTgt spid="435206"/>
                                        </p:tgtEl>
                                        <p:attrNameLst>
                                          <p:attrName>ppt_x</p:attrName>
                                        </p:attrNameLst>
                                      </p:cBhvr>
                                      <p:tavLst>
                                        <p:tav tm="0">
                                          <p:val>
                                            <p:strVal val="0-#ppt_w/2"/>
                                          </p:val>
                                        </p:tav>
                                        <p:tav tm="100000">
                                          <p:val>
                                            <p:strVal val="#ppt_x"/>
                                          </p:val>
                                        </p:tav>
                                      </p:tavLst>
                                    </p:anim>
                                    <p:anim calcmode="lin" valueType="num">
                                      <p:cBhvr additive="base">
                                        <p:cTn id="20" dur="1000" fill="hold"/>
                                        <p:tgtEl>
                                          <p:spTgt spid="43520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35211"/>
                                        </p:tgtEl>
                                        <p:attrNameLst>
                                          <p:attrName>style.visibility</p:attrName>
                                        </p:attrNameLst>
                                      </p:cBhvr>
                                      <p:to>
                                        <p:strVal val="visible"/>
                                      </p:to>
                                    </p:set>
                                    <p:anim calcmode="lin" valueType="num">
                                      <p:cBhvr additive="base">
                                        <p:cTn id="25" dur="1000" fill="hold"/>
                                        <p:tgtEl>
                                          <p:spTgt spid="435211"/>
                                        </p:tgtEl>
                                        <p:attrNameLst>
                                          <p:attrName>ppt_x</p:attrName>
                                        </p:attrNameLst>
                                      </p:cBhvr>
                                      <p:tavLst>
                                        <p:tav tm="0">
                                          <p:val>
                                            <p:strVal val="1+#ppt_w/2"/>
                                          </p:val>
                                        </p:tav>
                                        <p:tav tm="100000">
                                          <p:val>
                                            <p:strVal val="#ppt_x"/>
                                          </p:val>
                                        </p:tav>
                                      </p:tavLst>
                                    </p:anim>
                                    <p:anim calcmode="lin" valueType="num">
                                      <p:cBhvr additive="base">
                                        <p:cTn id="26" dur="1000" fill="hold"/>
                                        <p:tgtEl>
                                          <p:spTgt spid="4352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4" grpId="0" bldLvl="0" animBg="1"/>
      <p:bldP spid="435206" grpId="0" bldLvl="0" animBg="1"/>
      <p:bldP spid="435211" grpId="0" bldLvl="0" animBg="1"/>
      <p:bldP spid="435213"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23875" y="1811655"/>
            <a:ext cx="8131175" cy="95059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二-十进制编码器是将10个不同的编码输入信号状态分别编成10个BCD码输出的电路。</a:t>
            </a:r>
            <a:endParaRPr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3" name="Rectangle 3"/>
          <p:cNvSpPr>
            <a:spLocks noGrp="1"/>
          </p:cNvSpPr>
          <p:nvPr/>
        </p:nvSpPr>
        <p:spPr>
          <a:xfrm>
            <a:off x="1122680" y="1295400"/>
            <a:ext cx="27317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a:t>
            </a:r>
            <a:r>
              <a:rPr sz="2400" b="1" kern="1200" dirty="0">
                <a:solidFill>
                  <a:srgbClr val="FE09D6"/>
                </a:solidFill>
                <a:latin typeface="Times New Roman" panose="02020603050405020304" charset="0"/>
                <a:ea typeface="楷体_GB2312" pitchFamily="49" charset="-122"/>
                <a:cs typeface="Times New Roman" panose="02020603050405020304" charset="0"/>
              </a:rPr>
              <a:t>二-十进制编码器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2" name="Rectangle 3"/>
          <p:cNvSpPr>
            <a:spLocks noGrp="1"/>
          </p:cNvSpPr>
          <p:nvPr/>
        </p:nvSpPr>
        <p:spPr>
          <a:xfrm>
            <a:off x="533400" y="2819400"/>
            <a:ext cx="8131175" cy="18681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二-十进制编码器也有普通编码器和优先编码器之分。二-十进制优先编码器真值表如表4-7所示，其中</a:t>
            </a:r>
            <a:r>
              <a:rPr sz="2400" b="1" i="1" kern="1200" dirty="0">
                <a:solidFill>
                  <a:srgbClr val="000066"/>
                </a:solidFill>
                <a:latin typeface="Arial" panose="020B0604020202020204" pitchFamily="34" charset="0"/>
                <a:ea typeface="楷体_GB2312" pitchFamily="49" charset="-122"/>
              </a:rPr>
              <a:t>I</a:t>
            </a:r>
            <a:r>
              <a:rPr sz="2400" b="1" kern="1200" baseline="-25000" dirty="0">
                <a:solidFill>
                  <a:srgbClr val="000066"/>
                </a:solidFill>
                <a:latin typeface="Arial" panose="020B0604020202020204" pitchFamily="34" charset="0"/>
                <a:ea typeface="楷体_GB2312" pitchFamily="49" charset="-122"/>
              </a:rPr>
              <a:t>0</a:t>
            </a:r>
            <a:r>
              <a:rPr sz="2400" b="1" kern="1200" dirty="0">
                <a:solidFill>
                  <a:srgbClr val="000066"/>
                </a:solidFill>
                <a:latin typeface="Arial" panose="020B0604020202020204" pitchFamily="34" charset="0"/>
                <a:ea typeface="楷体_GB2312" pitchFamily="49" charset="-122"/>
              </a:rPr>
              <a:t> ~ </a:t>
            </a:r>
            <a:r>
              <a:rPr sz="2400" b="1" i="1" kern="1200" dirty="0">
                <a:solidFill>
                  <a:srgbClr val="000066"/>
                </a:solidFill>
                <a:latin typeface="Arial" panose="020B0604020202020204" pitchFamily="34" charset="0"/>
                <a:ea typeface="楷体_GB2312" pitchFamily="49" charset="-122"/>
              </a:rPr>
              <a:t>I</a:t>
            </a:r>
            <a:r>
              <a:rPr sz="2400" b="1" kern="1200" baseline="-25000" dirty="0">
                <a:solidFill>
                  <a:srgbClr val="000066"/>
                </a:solidFill>
                <a:latin typeface="Arial" panose="020B0604020202020204" pitchFamily="34" charset="0"/>
                <a:ea typeface="楷体_GB2312" pitchFamily="49" charset="-122"/>
              </a:rPr>
              <a:t>9</a:t>
            </a:r>
            <a:r>
              <a:rPr sz="2400" b="1" kern="1200" dirty="0">
                <a:solidFill>
                  <a:srgbClr val="000066"/>
                </a:solidFill>
                <a:latin typeface="Arial" panose="020B0604020202020204" pitchFamily="34" charset="0"/>
                <a:ea typeface="楷体_GB2312" pitchFamily="49" charset="-122"/>
              </a:rPr>
              <a:t>为10个高电平有效的编码输入信号，并且它们的优先级依次递增，</a:t>
            </a:r>
            <a:r>
              <a:rPr sz="2400" b="1" i="1" kern="1200" dirty="0">
                <a:solidFill>
                  <a:srgbClr val="000066"/>
                </a:solidFill>
                <a:latin typeface="Arial" panose="020B0604020202020204" pitchFamily="34" charset="0"/>
                <a:ea typeface="楷体_GB2312" pitchFamily="49" charset="-122"/>
              </a:rPr>
              <a:t>I</a:t>
            </a:r>
            <a:r>
              <a:rPr sz="2400" b="1" kern="1200" baseline="-25000" dirty="0">
                <a:solidFill>
                  <a:srgbClr val="000066"/>
                </a:solidFill>
                <a:latin typeface="Arial" panose="020B0604020202020204" pitchFamily="34" charset="0"/>
                <a:ea typeface="楷体_GB2312" pitchFamily="49" charset="-122"/>
              </a:rPr>
              <a:t>0</a:t>
            </a:r>
            <a:r>
              <a:rPr sz="2400" b="1" kern="1200" dirty="0">
                <a:solidFill>
                  <a:srgbClr val="000066"/>
                </a:solidFill>
                <a:latin typeface="Arial" panose="020B0604020202020204" pitchFamily="34" charset="0"/>
                <a:ea typeface="楷体_GB2312" pitchFamily="49" charset="-122"/>
              </a:rPr>
              <a:t>最低，</a:t>
            </a:r>
            <a:r>
              <a:rPr sz="2400" b="1" i="1" kern="1200" dirty="0">
                <a:solidFill>
                  <a:srgbClr val="000066"/>
                </a:solidFill>
                <a:latin typeface="Arial" panose="020B0604020202020204" pitchFamily="34" charset="0"/>
                <a:ea typeface="楷体_GB2312" pitchFamily="49" charset="-122"/>
              </a:rPr>
              <a:t>I</a:t>
            </a:r>
            <a:r>
              <a:rPr sz="2400" b="1" kern="1200" baseline="-25000" dirty="0">
                <a:solidFill>
                  <a:srgbClr val="000066"/>
                </a:solidFill>
                <a:latin typeface="Arial" panose="020B0604020202020204" pitchFamily="34" charset="0"/>
                <a:ea typeface="楷体_GB2312" pitchFamily="49" charset="-122"/>
              </a:rPr>
              <a:t>9</a:t>
            </a:r>
            <a:r>
              <a:rPr sz="2400" b="1" kern="1200" dirty="0">
                <a:solidFill>
                  <a:srgbClr val="000066"/>
                </a:solidFill>
                <a:latin typeface="Arial" panose="020B0604020202020204" pitchFamily="34" charset="0"/>
                <a:ea typeface="楷体_GB2312" pitchFamily="49" charset="-122"/>
              </a:rPr>
              <a:t>最高</a:t>
            </a:r>
            <a:r>
              <a:rPr lang="zh-CN" sz="2400" b="1" kern="1200" dirty="0">
                <a:solidFill>
                  <a:srgbClr val="000066"/>
                </a:solidFill>
                <a:latin typeface="Arial" panose="020B0604020202020204" pitchFamily="34" charset="0"/>
                <a:ea typeface="楷体_GB2312" pitchFamily="49" charset="-122"/>
              </a:rPr>
              <a:t>；</a:t>
            </a:r>
            <a:r>
              <a:rPr sz="2400" b="1" i="1" kern="1200" dirty="0">
                <a:solidFill>
                  <a:srgbClr val="000066"/>
                </a:solidFill>
                <a:latin typeface="Arial" panose="020B0604020202020204" pitchFamily="34" charset="0"/>
                <a:ea typeface="楷体_GB2312" pitchFamily="49" charset="-122"/>
              </a:rPr>
              <a:t>Y</a:t>
            </a:r>
            <a:r>
              <a:rPr sz="2400" b="1" kern="1200" baseline="-25000" dirty="0">
                <a:solidFill>
                  <a:srgbClr val="000066"/>
                </a:solidFill>
                <a:latin typeface="Arial" panose="020B0604020202020204" pitchFamily="34" charset="0"/>
                <a:ea typeface="楷体_GB2312" pitchFamily="49" charset="-122"/>
              </a:rPr>
              <a:t>0</a:t>
            </a:r>
            <a:r>
              <a:rPr sz="2400" b="1" kern="1200" dirty="0">
                <a:solidFill>
                  <a:srgbClr val="000066"/>
                </a:solidFill>
                <a:latin typeface="Arial" panose="020B0604020202020204" pitchFamily="34" charset="0"/>
                <a:ea typeface="楷体_GB2312" pitchFamily="49" charset="-122"/>
              </a:rPr>
              <a:t> ~ </a:t>
            </a:r>
            <a:r>
              <a:rPr sz="2400" b="1" i="1" kern="1200" dirty="0">
                <a:solidFill>
                  <a:srgbClr val="000066"/>
                </a:solidFill>
                <a:latin typeface="Arial" panose="020B0604020202020204" pitchFamily="34" charset="0"/>
                <a:ea typeface="楷体_GB2312" pitchFamily="49" charset="-122"/>
              </a:rPr>
              <a:t>Y</a:t>
            </a:r>
            <a:r>
              <a:rPr sz="2400" b="1" kern="1200" baseline="-25000" dirty="0">
                <a:solidFill>
                  <a:srgbClr val="000066"/>
                </a:solidFill>
                <a:latin typeface="Arial" panose="020B0604020202020204" pitchFamily="34" charset="0"/>
                <a:ea typeface="楷体_GB2312" pitchFamily="49" charset="-122"/>
              </a:rPr>
              <a:t>3</a:t>
            </a:r>
            <a:r>
              <a:rPr sz="2400" b="1" kern="1200" dirty="0">
                <a:solidFill>
                  <a:srgbClr val="000066"/>
                </a:solidFill>
                <a:latin typeface="Arial" panose="020B0604020202020204" pitchFamily="34" charset="0"/>
                <a:ea typeface="楷体_GB2312" pitchFamily="49" charset="-122"/>
              </a:rPr>
              <a:t>为4个8421BCD码输出信号。</a:t>
            </a:r>
            <a:endParaRPr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000" fill="hold">
                                          <p:stCondLst>
                                            <p:cond delay="0"/>
                                          </p:stCondLst>
                                        </p:cTn>
                                        <p:tgtEl>
                                          <p:spTgt spid="2"/>
                                        </p:tgtEl>
                                        <p:attrNameLst>
                                          <p:attrName>style.visibility</p:attrName>
                                        </p:attrNameLst>
                                      </p:cBhvr>
                                      <p:to>
                                        <p:strVal val="visible"/>
                                      </p:to>
                                    </p:set>
                                    <p:animEffect transition="in" filter="plus(i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5" name="图片 4" descr="RUZ)X({F1N%LZAJ7U4G})OY"/>
          <p:cNvPicPr>
            <a:picLocks noChangeAspect="1"/>
          </p:cNvPicPr>
          <p:nvPr/>
        </p:nvPicPr>
        <p:blipFill>
          <a:blip r:embed="rId1"/>
          <a:stretch>
            <a:fillRect/>
          </a:stretch>
        </p:blipFill>
        <p:spPr>
          <a:xfrm>
            <a:off x="653415" y="83820"/>
            <a:ext cx="7879715" cy="4017645"/>
          </a:xfrm>
          <a:prstGeom prst="rect">
            <a:avLst/>
          </a:prstGeom>
        </p:spPr>
      </p:pic>
      <p:graphicFrame>
        <p:nvGraphicFramePr>
          <p:cNvPr id="2" name="对象 -2147481550"/>
          <p:cNvGraphicFramePr>
            <a:graphicFrameLocks noChangeAspect="1"/>
          </p:cNvGraphicFramePr>
          <p:nvPr/>
        </p:nvGraphicFramePr>
        <p:xfrm>
          <a:off x="789940" y="4114800"/>
          <a:ext cx="2122805" cy="400685"/>
        </p:xfrm>
        <a:graphic>
          <a:graphicData uri="http://schemas.openxmlformats.org/presentationml/2006/ole">
            <mc:AlternateContent xmlns:mc="http://schemas.openxmlformats.org/markup-compatibility/2006">
              <mc:Choice xmlns:v="urn:schemas-microsoft-com:vml" Requires="v">
                <p:oleObj spid="_x0000_s3076" name="" r:id="rId2" imgW="1141730" imgH="215900" progId="Equation.DSMT4">
                  <p:embed/>
                </p:oleObj>
              </mc:Choice>
              <mc:Fallback>
                <p:oleObj name="" r:id="rId2" imgW="1141730" imgH="215900" progId="Equation.DSMT4">
                  <p:embed/>
                  <p:pic>
                    <p:nvPicPr>
                      <p:cNvPr id="0" name="图片 3075"/>
                      <p:cNvPicPr/>
                      <p:nvPr/>
                    </p:nvPicPr>
                    <p:blipFill>
                      <a:blip r:embed="rId3"/>
                      <a:stretch>
                        <a:fillRect/>
                      </a:stretch>
                    </p:blipFill>
                    <p:spPr>
                      <a:xfrm>
                        <a:off x="789940" y="4114800"/>
                        <a:ext cx="2122805" cy="400685"/>
                      </a:xfrm>
                      <a:prstGeom prst="rect">
                        <a:avLst/>
                      </a:prstGeom>
                      <a:noFill/>
                      <a:ln w="38100">
                        <a:noFill/>
                        <a:miter/>
                      </a:ln>
                    </p:spPr>
                  </p:pic>
                </p:oleObj>
              </mc:Fallback>
            </mc:AlternateContent>
          </a:graphicData>
        </a:graphic>
      </p:graphicFrame>
      <p:graphicFrame>
        <p:nvGraphicFramePr>
          <p:cNvPr id="3" name="对象 -2147481549"/>
          <p:cNvGraphicFramePr>
            <a:graphicFrameLocks noChangeAspect="1"/>
          </p:cNvGraphicFramePr>
          <p:nvPr/>
        </p:nvGraphicFramePr>
        <p:xfrm>
          <a:off x="762000" y="4572000"/>
          <a:ext cx="4620895" cy="398780"/>
        </p:xfrm>
        <a:graphic>
          <a:graphicData uri="http://schemas.openxmlformats.org/presentationml/2006/ole">
            <mc:AlternateContent xmlns:mc="http://schemas.openxmlformats.org/markup-compatibility/2006">
              <mc:Choice xmlns:v="urn:schemas-microsoft-com:vml" Requires="v">
                <p:oleObj spid="_x0000_s6" name="" r:id="rId4" imgW="2498725" imgH="215900" progId="Equation.DSMT4">
                  <p:embed/>
                </p:oleObj>
              </mc:Choice>
              <mc:Fallback>
                <p:oleObj name="" r:id="rId4" imgW="2498725" imgH="215900" progId="Equation.DSMT4">
                  <p:embed/>
                  <p:pic>
                    <p:nvPicPr>
                      <p:cNvPr id="0" name="图片 5"/>
                      <p:cNvPicPr/>
                      <p:nvPr/>
                    </p:nvPicPr>
                    <p:blipFill>
                      <a:blip r:embed="rId5"/>
                      <a:stretch>
                        <a:fillRect/>
                      </a:stretch>
                    </p:blipFill>
                    <p:spPr>
                      <a:xfrm>
                        <a:off x="762000" y="4572000"/>
                        <a:ext cx="4620895" cy="398780"/>
                      </a:xfrm>
                      <a:prstGeom prst="rect">
                        <a:avLst/>
                      </a:prstGeom>
                      <a:noFill/>
                      <a:ln w="38100">
                        <a:noFill/>
                        <a:miter/>
                      </a:ln>
                    </p:spPr>
                  </p:pic>
                </p:oleObj>
              </mc:Fallback>
            </mc:AlternateContent>
          </a:graphicData>
        </a:graphic>
      </p:graphicFrame>
      <p:graphicFrame>
        <p:nvGraphicFramePr>
          <p:cNvPr id="4" name="对象 -2147481548"/>
          <p:cNvGraphicFramePr>
            <a:graphicFrameLocks noChangeAspect="1"/>
          </p:cNvGraphicFramePr>
          <p:nvPr/>
        </p:nvGraphicFramePr>
        <p:xfrm>
          <a:off x="5334000" y="4572000"/>
          <a:ext cx="3383915" cy="425450"/>
        </p:xfrm>
        <a:graphic>
          <a:graphicData uri="http://schemas.openxmlformats.org/presentationml/2006/ole">
            <mc:AlternateContent xmlns:mc="http://schemas.openxmlformats.org/markup-compatibility/2006">
              <mc:Choice xmlns:v="urn:schemas-microsoft-com:vml" Requires="v">
                <p:oleObj spid="_x0000_s7" name="" r:id="rId6" imgW="1711960" imgH="215900" progId="Equation.DSMT4">
                  <p:embed/>
                </p:oleObj>
              </mc:Choice>
              <mc:Fallback>
                <p:oleObj name="" r:id="rId6" imgW="1711960" imgH="215900" progId="Equation.DSMT4">
                  <p:embed/>
                  <p:pic>
                    <p:nvPicPr>
                      <p:cNvPr id="0" name="图片 6"/>
                      <p:cNvPicPr/>
                      <p:nvPr/>
                    </p:nvPicPr>
                    <p:blipFill>
                      <a:blip r:embed="rId7"/>
                      <a:stretch>
                        <a:fillRect/>
                      </a:stretch>
                    </p:blipFill>
                    <p:spPr>
                      <a:xfrm>
                        <a:off x="5334000" y="4572000"/>
                        <a:ext cx="3383915" cy="425450"/>
                      </a:xfrm>
                      <a:prstGeom prst="rect">
                        <a:avLst/>
                      </a:prstGeom>
                      <a:noFill/>
                      <a:ln w="38100">
                        <a:noFill/>
                        <a:miter/>
                      </a:ln>
                    </p:spPr>
                  </p:pic>
                </p:oleObj>
              </mc:Fallback>
            </mc:AlternateContent>
          </a:graphicData>
        </a:graphic>
      </p:graphicFrame>
      <p:graphicFrame>
        <p:nvGraphicFramePr>
          <p:cNvPr id="8" name="对象 -2147481547"/>
          <p:cNvGraphicFramePr>
            <a:graphicFrameLocks noChangeAspect="1"/>
          </p:cNvGraphicFramePr>
          <p:nvPr/>
        </p:nvGraphicFramePr>
        <p:xfrm>
          <a:off x="762000" y="5057140"/>
          <a:ext cx="5726430" cy="425450"/>
        </p:xfrm>
        <a:graphic>
          <a:graphicData uri="http://schemas.openxmlformats.org/presentationml/2006/ole">
            <mc:AlternateContent xmlns:mc="http://schemas.openxmlformats.org/markup-compatibility/2006">
              <mc:Choice xmlns:v="urn:schemas-microsoft-com:vml" Requires="v">
                <p:oleObj spid="_x0000_s9" name="" r:id="rId8" imgW="2904490" imgH="215900" progId="Equation.DSMT4">
                  <p:embed/>
                </p:oleObj>
              </mc:Choice>
              <mc:Fallback>
                <p:oleObj name="" r:id="rId8" imgW="2904490" imgH="215900" progId="Equation.DSMT4">
                  <p:embed/>
                  <p:pic>
                    <p:nvPicPr>
                      <p:cNvPr id="0" name="图片 7"/>
                      <p:cNvPicPr/>
                      <p:nvPr/>
                    </p:nvPicPr>
                    <p:blipFill>
                      <a:blip r:embed="rId9"/>
                      <a:stretch>
                        <a:fillRect/>
                      </a:stretch>
                    </p:blipFill>
                    <p:spPr>
                      <a:xfrm>
                        <a:off x="762000" y="5057140"/>
                        <a:ext cx="5726430" cy="425450"/>
                      </a:xfrm>
                      <a:prstGeom prst="rect">
                        <a:avLst/>
                      </a:prstGeom>
                      <a:noFill/>
                      <a:ln w="38100">
                        <a:noFill/>
                        <a:miter/>
                      </a:ln>
                    </p:spPr>
                  </p:pic>
                </p:oleObj>
              </mc:Fallback>
            </mc:AlternateContent>
          </a:graphicData>
        </a:graphic>
      </p:graphicFrame>
      <p:graphicFrame>
        <p:nvGraphicFramePr>
          <p:cNvPr id="10" name="对象 -2147481546"/>
          <p:cNvGraphicFramePr>
            <a:graphicFrameLocks noChangeAspect="1"/>
          </p:cNvGraphicFramePr>
          <p:nvPr/>
        </p:nvGraphicFramePr>
        <p:xfrm>
          <a:off x="1010920" y="5410200"/>
          <a:ext cx="4145915" cy="419735"/>
        </p:xfrm>
        <a:graphic>
          <a:graphicData uri="http://schemas.openxmlformats.org/presentationml/2006/ole">
            <mc:AlternateContent xmlns:mc="http://schemas.openxmlformats.org/markup-compatibility/2006">
              <mc:Choice xmlns:v="urn:schemas-microsoft-com:vml" Requires="v">
                <p:oleObj spid="_x0000_s11" name="" r:id="rId10" imgW="2131060" imgH="215900" progId="Equation.DSMT4">
                  <p:embed/>
                </p:oleObj>
              </mc:Choice>
              <mc:Fallback>
                <p:oleObj name="" r:id="rId10" imgW="2131060" imgH="215900" progId="Equation.DSMT4">
                  <p:embed/>
                  <p:pic>
                    <p:nvPicPr>
                      <p:cNvPr id="0" name="图片 8"/>
                      <p:cNvPicPr/>
                      <p:nvPr/>
                    </p:nvPicPr>
                    <p:blipFill>
                      <a:blip r:embed="rId11"/>
                      <a:stretch>
                        <a:fillRect/>
                      </a:stretch>
                    </p:blipFill>
                    <p:spPr>
                      <a:xfrm>
                        <a:off x="1010920" y="5410200"/>
                        <a:ext cx="4145915" cy="419735"/>
                      </a:xfrm>
                      <a:prstGeom prst="rect">
                        <a:avLst/>
                      </a:prstGeom>
                      <a:noFill/>
                      <a:ln w="38100">
                        <a:noFill/>
                        <a:miter/>
                      </a:ln>
                    </p:spPr>
                  </p:pic>
                </p:oleObj>
              </mc:Fallback>
            </mc:AlternateContent>
          </a:graphicData>
        </a:graphic>
      </p:graphicFrame>
      <p:graphicFrame>
        <p:nvGraphicFramePr>
          <p:cNvPr id="12" name="对象 -2147481545"/>
          <p:cNvGraphicFramePr>
            <a:graphicFrameLocks noChangeAspect="1"/>
          </p:cNvGraphicFramePr>
          <p:nvPr/>
        </p:nvGraphicFramePr>
        <p:xfrm>
          <a:off x="762000" y="5937250"/>
          <a:ext cx="6550025" cy="423545"/>
        </p:xfrm>
        <a:graphic>
          <a:graphicData uri="http://schemas.openxmlformats.org/presentationml/2006/ole">
            <mc:AlternateContent xmlns:mc="http://schemas.openxmlformats.org/markup-compatibility/2006">
              <mc:Choice xmlns:v="urn:schemas-microsoft-com:vml" Requires="v">
                <p:oleObj spid="_x0000_s13" name="" r:id="rId12" imgW="3335655" imgH="215900" progId="Equation.DSMT4">
                  <p:embed/>
                </p:oleObj>
              </mc:Choice>
              <mc:Fallback>
                <p:oleObj name="" r:id="rId12" imgW="3335655" imgH="215900" progId="Equation.DSMT4">
                  <p:embed/>
                  <p:pic>
                    <p:nvPicPr>
                      <p:cNvPr id="0" name="图片 9"/>
                      <p:cNvPicPr/>
                      <p:nvPr/>
                    </p:nvPicPr>
                    <p:blipFill>
                      <a:blip r:embed="rId13"/>
                      <a:stretch>
                        <a:fillRect/>
                      </a:stretch>
                    </p:blipFill>
                    <p:spPr>
                      <a:xfrm>
                        <a:off x="762000" y="5937250"/>
                        <a:ext cx="6550025" cy="423545"/>
                      </a:xfrm>
                      <a:prstGeom prst="rect">
                        <a:avLst/>
                      </a:prstGeom>
                      <a:noFill/>
                      <a:ln w="38100">
                        <a:noFill/>
                        <a:miter/>
                      </a:ln>
                    </p:spPr>
                  </p:pic>
                </p:oleObj>
              </mc:Fallback>
            </mc:AlternateContent>
          </a:graphicData>
        </a:graphic>
      </p:graphicFrame>
      <p:graphicFrame>
        <p:nvGraphicFramePr>
          <p:cNvPr id="14" name="对象 -2147481544"/>
          <p:cNvGraphicFramePr>
            <a:graphicFrameLocks noChangeAspect="1"/>
          </p:cNvGraphicFramePr>
          <p:nvPr/>
        </p:nvGraphicFramePr>
        <p:xfrm>
          <a:off x="1024890" y="6366510"/>
          <a:ext cx="4224020" cy="427355"/>
        </p:xfrm>
        <a:graphic>
          <a:graphicData uri="http://schemas.openxmlformats.org/presentationml/2006/ole">
            <mc:AlternateContent xmlns:mc="http://schemas.openxmlformats.org/markup-compatibility/2006">
              <mc:Choice xmlns:v="urn:schemas-microsoft-com:vml" Requires="v">
                <p:oleObj spid="_x0000_s15" name="" r:id="rId14" imgW="2131060" imgH="215900" progId="Equation.DSMT4">
                  <p:embed/>
                </p:oleObj>
              </mc:Choice>
              <mc:Fallback>
                <p:oleObj name="" r:id="rId14" imgW="2131060" imgH="215900" progId="Equation.DSMT4">
                  <p:embed/>
                  <p:pic>
                    <p:nvPicPr>
                      <p:cNvPr id="0" name="图片 10"/>
                      <p:cNvPicPr/>
                      <p:nvPr/>
                    </p:nvPicPr>
                    <p:blipFill>
                      <a:blip r:embed="rId15"/>
                      <a:stretch>
                        <a:fillRect/>
                      </a:stretch>
                    </p:blipFill>
                    <p:spPr>
                      <a:xfrm>
                        <a:off x="1024890" y="6366510"/>
                        <a:ext cx="4224020" cy="42735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0" presetClass="entr" presetSubtype="0" decel="10000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strVal val="#ppt_w+.3"/>
                                          </p:val>
                                        </p:tav>
                                        <p:tav tm="100000">
                                          <p:val>
                                            <p:strVal val="#ppt_w"/>
                                          </p:val>
                                        </p:tav>
                                      </p:tavLst>
                                    </p:anim>
                                    <p:anim calcmode="lin" valueType="num">
                                      <p:cBhvr>
                                        <p:cTn id="14" dur="1000" fill="hold"/>
                                        <p:tgtEl>
                                          <p:spTgt spid="3"/>
                                        </p:tgtEl>
                                        <p:attrNameLst>
                                          <p:attrName>ppt_h</p:attrName>
                                        </p:attrNameLst>
                                      </p:cBhvr>
                                      <p:tavLst>
                                        <p:tav tm="0">
                                          <p:val>
                                            <p:strVal val="#ppt_h"/>
                                          </p:val>
                                        </p:tav>
                                        <p:tav tm="100000">
                                          <p:val>
                                            <p:strVal val="#ppt_h"/>
                                          </p:val>
                                        </p:tav>
                                      </p:tavLst>
                                    </p:anim>
                                    <p:animEffect transition="in" filter="fade">
                                      <p:cBhvr>
                                        <p:cTn id="15" dur="10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1+#ppt_w/2"/>
                                          </p:val>
                                        </p:tav>
                                        <p:tav tm="100000">
                                          <p:val>
                                            <p:strVal val="#ppt_x"/>
                                          </p:val>
                                        </p:tav>
                                      </p:tavLst>
                                    </p:anim>
                                    <p:anim calcmode="lin" valueType="num">
                                      <p:cBhvr additive="base">
                                        <p:cTn id="21"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5"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27"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28"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29" dur="1000" fill="hold"/>
                                        <p:tgtEl>
                                          <p:spTgt spid="8"/>
                                        </p:tgtEl>
                                        <p:attrNameLst>
                                          <p:attrName>ppt_h</p:attrName>
                                        </p:attrNameLst>
                                      </p:cBhvr>
                                      <p:tavLst>
                                        <p:tav tm="0">
                                          <p:val>
                                            <p:strVal val="#ppt_h"/>
                                          </p:val>
                                        </p:tav>
                                        <p:tav tm="100000">
                                          <p:val>
                                            <p:strVal val="#ppt_h"/>
                                          </p:val>
                                        </p:tav>
                                      </p:tavLst>
                                    </p:anim>
                                    <p:anim calcmode="lin" valueType="num">
                                      <p:cBhvr>
                                        <p:cTn id="30"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31"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32"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33" dur="1000" decel="50000">
                                          <p:stCondLst>
                                            <p:cond delay="0"/>
                                          </p:stCondLst>
                                        </p:cTn>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34"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 from="(-#ppt_w/2)" to="(#ppt_x)" calcmode="lin" valueType="num">
                                      <p:cBhvr>
                                        <p:cTn id="38" dur="600" fill="hold">
                                          <p:stCondLst>
                                            <p:cond delay="0"/>
                                          </p:stCondLst>
                                        </p:cTn>
                                        <p:tgtEl>
                                          <p:spTgt spid="10"/>
                                        </p:tgtEl>
                                        <p:attrNameLst>
                                          <p:attrName>ppt_x</p:attrName>
                                        </p:attrNameLst>
                                      </p:cBhvr>
                                    </p:anim>
                                    <p:anim from="0" to="-1.0" calcmode="lin" valueType="num">
                                      <p:cBhvr>
                                        <p:cTn id="39" dur="200" decel="50000" autoRev="1" fill="hold">
                                          <p:stCondLst>
                                            <p:cond delay="600"/>
                                          </p:stCondLst>
                                        </p:cTn>
                                        <p:tgtEl>
                                          <p:spTgt spid="10"/>
                                        </p:tgtEl>
                                        <p:attrNameLst>
                                          <p:attrName>xshear</p:attrName>
                                        </p:attrNameLst>
                                      </p:cBhvr>
                                    </p:anim>
                                    <p:animScale>
                                      <p:cBhvr>
                                        <p:cTn id="40" dur="200" decel="100000" autoRev="1" fill="hold">
                                          <p:stCondLst>
                                            <p:cond delay="600"/>
                                          </p:stCondLst>
                                        </p:cTn>
                                        <p:tgtEl>
                                          <p:spTgt spid="10"/>
                                        </p:tgtEl>
                                      </p:cBhvr>
                                      <p:from x="100000" y="100000"/>
                                      <p:to x="80000" y="100000"/>
                                    </p:animScale>
                                    <p:anim by="(#ppt_h/3+#ppt_w*0.1)" calcmode="lin" valueType="num">
                                      <p:cBhvr additive="sum">
                                        <p:cTn id="41" dur="200" decel="100000" autoRev="1" fill="hold">
                                          <p:stCondLst>
                                            <p:cond delay="600"/>
                                          </p:stCondLst>
                                        </p:cTn>
                                        <p:tgtEl>
                                          <p:spTgt spid="10"/>
                                        </p:tgtEl>
                                        <p:attrNameLst>
                                          <p:attrName>ppt_x</p:attrName>
                                        </p:attrNameLst>
                                      </p:cBhvr>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randombar(horizontal)">
                                      <p:cBhvr>
                                        <p:cTn id="5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9297" name="图片 2734"/>
          <p:cNvPicPr>
            <a:picLocks noChangeAspect="1"/>
          </p:cNvPicPr>
          <p:nvPr/>
        </p:nvPicPr>
        <p:blipFill>
          <a:blip r:embed="rId1"/>
          <a:stretch>
            <a:fillRect/>
          </a:stretch>
        </p:blipFill>
        <p:spPr>
          <a:xfrm>
            <a:off x="762000" y="1295400"/>
            <a:ext cx="7716520" cy="4208145"/>
          </a:xfrm>
          <a:prstGeom prst="rect">
            <a:avLst/>
          </a:prstGeom>
          <a:noFill/>
          <a:ln>
            <a:noFill/>
          </a:ln>
        </p:spPr>
      </p:pic>
      <p:sp>
        <p:nvSpPr>
          <p:cNvPr id="100" name="文本框 99"/>
          <p:cNvSpPr txBox="1"/>
          <p:nvPr/>
        </p:nvSpPr>
        <p:spPr>
          <a:xfrm>
            <a:off x="2667000" y="5723890"/>
            <a:ext cx="3348990" cy="337185"/>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4-12 </a:t>
            </a:r>
            <a:r>
              <a:rPr lang="zh-CN" sz="1600">
                <a:latin typeface="Times New Roman" panose="02020603050405020304" charset="0"/>
                <a:ea typeface="宋体" panose="02010600030101010101" pitchFamily="2" charset="-122"/>
              </a:rPr>
              <a:t>二</a:t>
            </a:r>
            <a:r>
              <a:rPr lang="en-US" sz="1600">
                <a:latin typeface="Times New Roman" panose="02020603050405020304" charset="0"/>
                <a:ea typeface="宋体" panose="02010600030101010101" pitchFamily="2" charset="-122"/>
              </a:rPr>
              <a:t>-</a:t>
            </a:r>
            <a:r>
              <a:rPr lang="zh-CN" sz="1600">
                <a:latin typeface="Times New Roman" panose="02020603050405020304" charset="0"/>
                <a:ea typeface="宋体" panose="02010600030101010101" pitchFamily="2" charset="-122"/>
              </a:rPr>
              <a:t>十进制优先编码器逻辑图</a:t>
            </a:r>
            <a:endParaRPr lang="zh-CN" altLang="en-US" sz="16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457200" y="1828800"/>
            <a:ext cx="8317865" cy="134366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译码是编码的逆过程，它是将表示特定信息的二进制代码转换成相应的输出信号的过程。实现译码功能的逻辑电路称为译码器。</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695325" y="3598545"/>
            <a:ext cx="4079875" cy="30581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二进制译码器的结构如图4-13所示，它有n位二进制码输入信号，</a:t>
            </a:r>
            <a:r>
              <a:rPr lang="en-US" sz="2400" b="1" dirty="0">
                <a:solidFill>
                  <a:srgbClr val="000066"/>
                </a:solidFill>
                <a:latin typeface="Arial" panose="020B0604020202020204" pitchFamily="34" charset="0"/>
                <a:ea typeface="楷体_GB2312" pitchFamily="49" charset="-122"/>
                <a:sym typeface="+mn-ea"/>
              </a:rPr>
              <a:t>2</a:t>
            </a:r>
            <a:r>
              <a:rPr lang="en-US" sz="2400" b="1" baseline="42000" dirty="0">
                <a:solidFill>
                  <a:srgbClr val="000066"/>
                </a:solidFill>
                <a:uFillTx/>
                <a:latin typeface="Arial" panose="020B0604020202020204" pitchFamily="34" charset="0"/>
                <a:ea typeface="楷体_GB2312" pitchFamily="49" charset="-122"/>
                <a:sym typeface="+mn-ea"/>
              </a:rPr>
              <a:t>n</a:t>
            </a:r>
            <a:r>
              <a:rPr sz="2400" b="1" dirty="0">
                <a:solidFill>
                  <a:srgbClr val="000066"/>
                </a:solidFill>
                <a:latin typeface="Arial" panose="020B0604020202020204" pitchFamily="34" charset="0"/>
                <a:ea typeface="楷体_GB2312" pitchFamily="49" charset="-122"/>
                <a:sym typeface="+mn-ea"/>
              </a:rPr>
              <a:t>个输出信号。在集成的二进制译码器中，通常有一个或多个使能输入信号</a:t>
            </a:r>
            <a:r>
              <a:rPr sz="2400" b="1" i="1" dirty="0">
                <a:solidFill>
                  <a:srgbClr val="000066"/>
                </a:solidFill>
                <a:latin typeface="Arial" panose="020B0604020202020204" pitchFamily="34" charset="0"/>
                <a:ea typeface="楷体_GB2312" pitchFamily="49" charset="-122"/>
                <a:sym typeface="+mn-ea"/>
              </a:rPr>
              <a:t>EI</a:t>
            </a:r>
            <a:r>
              <a:rPr sz="2400" b="1" dirty="0">
                <a:solidFill>
                  <a:srgbClr val="000066"/>
                </a:solidFill>
                <a:latin typeface="Arial" panose="020B0604020202020204" pitchFamily="34" charset="0"/>
                <a:ea typeface="楷体_GB2312" pitchFamily="49" charset="-122"/>
                <a:sym typeface="+mn-ea"/>
              </a:rPr>
              <a:t>。</a:t>
            </a:r>
            <a:endParaRPr sz="2400" b="1" dirty="0">
              <a:solidFill>
                <a:srgbClr val="000066"/>
              </a:solidFill>
              <a:latin typeface="Arial" panose="020B0604020202020204" pitchFamily="34" charset="0"/>
              <a:ea typeface="楷体_GB2312" pitchFamily="49" charset="-122"/>
              <a:sym typeface="+mn-ea"/>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6146" name="Rectangle 2"/>
          <p:cNvSpPr>
            <a:spLocks noGrp="1"/>
          </p:cNvSpPr>
          <p:nvPr>
            <p:ph type="title"/>
          </p:nvPr>
        </p:nvSpPr>
        <p:spPr>
          <a:xfrm>
            <a:off x="533400" y="1219200"/>
            <a:ext cx="584962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4.3.</a:t>
            </a:r>
            <a:r>
              <a:rPr lang="en-US" sz="2800" i="0" dirty="0">
                <a:solidFill>
                  <a:srgbClr val="0070C0"/>
                </a:solidFill>
                <a:latin typeface="黑体" panose="02010609060101010101" pitchFamily="49" charset="-122"/>
                <a:ea typeface="黑体" panose="02010609060101010101" pitchFamily="49" charset="-122"/>
              </a:rPr>
              <a:t>2</a:t>
            </a:r>
            <a:r>
              <a:rPr sz="2800" i="0" dirty="0">
                <a:solidFill>
                  <a:srgbClr val="0070C0"/>
                </a:solidFill>
                <a:latin typeface="黑体" panose="02010609060101010101" pitchFamily="49" charset="-122"/>
                <a:ea typeface="黑体" panose="02010609060101010101" pitchFamily="49" charset="-122"/>
              </a:rPr>
              <a:t> 译码器</a:t>
            </a:r>
            <a:endParaRPr sz="2800" i="0" dirty="0">
              <a:solidFill>
                <a:srgbClr val="0070C0"/>
              </a:solidFill>
              <a:latin typeface="黑体" panose="02010609060101010101" pitchFamily="49" charset="-122"/>
              <a:ea typeface="黑体" panose="02010609060101010101" pitchFamily="49" charset="-122"/>
            </a:endParaRPr>
          </a:p>
        </p:txBody>
      </p:sp>
      <p:sp>
        <p:nvSpPr>
          <p:cNvPr id="3" name="Rectangle 3"/>
          <p:cNvSpPr>
            <a:spLocks noGrp="1"/>
          </p:cNvSpPr>
          <p:nvPr/>
        </p:nvSpPr>
        <p:spPr>
          <a:xfrm>
            <a:off x="1198880" y="3124200"/>
            <a:ext cx="27317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a:t>
            </a:r>
            <a:r>
              <a:rPr sz="2400" b="1" kern="1200" dirty="0">
                <a:solidFill>
                  <a:srgbClr val="FE09D6"/>
                </a:solidFill>
                <a:latin typeface="Times New Roman" panose="02020603050405020304" charset="0"/>
                <a:ea typeface="楷体_GB2312" pitchFamily="49" charset="-122"/>
                <a:cs typeface="Times New Roman" panose="02020603050405020304" charset="0"/>
              </a:rPr>
              <a:t>二进制译码器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2" name="组合 1"/>
          <p:cNvGrpSpPr/>
          <p:nvPr/>
        </p:nvGrpSpPr>
        <p:grpSpPr>
          <a:xfrm>
            <a:off x="4800600" y="3810000"/>
            <a:ext cx="4157980" cy="2470150"/>
            <a:chOff x="7560" y="6000"/>
            <a:chExt cx="6548" cy="3890"/>
          </a:xfrm>
        </p:grpSpPr>
        <p:pic>
          <p:nvPicPr>
            <p:cNvPr id="9298" name="图片 2735"/>
            <p:cNvPicPr>
              <a:picLocks noChangeAspect="1"/>
            </p:cNvPicPr>
            <p:nvPr/>
          </p:nvPicPr>
          <p:blipFill>
            <a:blip r:embed="rId1"/>
            <a:stretch>
              <a:fillRect/>
            </a:stretch>
          </p:blipFill>
          <p:spPr>
            <a:xfrm>
              <a:off x="7560" y="6000"/>
              <a:ext cx="6548" cy="3239"/>
            </a:xfrm>
            <a:prstGeom prst="rect">
              <a:avLst/>
            </a:prstGeom>
            <a:noFill/>
            <a:ln>
              <a:noFill/>
            </a:ln>
          </p:spPr>
        </p:pic>
        <p:sp>
          <p:nvSpPr>
            <p:cNvPr id="100" name="文本框 99"/>
            <p:cNvSpPr txBox="1"/>
            <p:nvPr/>
          </p:nvSpPr>
          <p:spPr>
            <a:xfrm>
              <a:off x="8640" y="9360"/>
              <a:ext cx="4481" cy="531"/>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4-13 </a:t>
              </a:r>
              <a:r>
                <a:rPr lang="zh-CN" sz="1600">
                  <a:ea typeface="宋体" panose="02010600030101010101" pitchFamily="2" charset="-122"/>
                </a:rPr>
                <a:t>二进制编码器结构框图</a:t>
              </a:r>
              <a:endParaRPr lang="zh-CN" altLang="en-US" sz="1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0" presetClass="entr" presetSubtype="0" fill="hold" nodeType="afterEffect">
                                  <p:stCondLst>
                                    <p:cond delay="0"/>
                                  </p:stCondLst>
                                  <p:childTnLst>
                                    <p:set>
                                      <p:cBhvr>
                                        <p:cTn id="11" dur="1000" fill="hold">
                                          <p:stCondLst>
                                            <p:cond delay="0"/>
                                          </p:stCondLst>
                                        </p:cTn>
                                        <p:tgtEl>
                                          <p:spTgt spid="2"/>
                                        </p:tgtEl>
                                        <p:attrNameLst>
                                          <p:attrName>style.visibility</p:attrName>
                                        </p:attrNameLst>
                                      </p:cBhvr>
                                      <p:to>
                                        <p:strVal val="visible"/>
                                      </p:to>
                                    </p:set>
                                    <p:animEffect transition="in" filter="wedge">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152400" y="1578610"/>
            <a:ext cx="8092440" cy="50101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74LS139是集成双2线- 4线译码器，其引脚图如</a:t>
            </a:r>
            <a:r>
              <a:rPr lang="zh-CN" sz="2400" b="1" dirty="0">
                <a:solidFill>
                  <a:srgbClr val="000066"/>
                </a:solidFill>
                <a:latin typeface="Arial" panose="020B0604020202020204" pitchFamily="34" charset="0"/>
                <a:ea typeface="楷体_GB2312" pitchFamily="49" charset="-122"/>
                <a:sym typeface="+mn-ea"/>
              </a:rPr>
              <a:t>下</a:t>
            </a:r>
            <a:r>
              <a:rPr sz="2400" b="1" dirty="0">
                <a:solidFill>
                  <a:srgbClr val="000066"/>
                </a:solidFill>
                <a:latin typeface="Arial" panose="020B0604020202020204" pitchFamily="34" charset="0"/>
                <a:ea typeface="楷体_GB2312" pitchFamily="49" charset="-122"/>
                <a:sym typeface="+mn-ea"/>
              </a:rPr>
              <a:t>所示。</a:t>
            </a:r>
            <a:endParaRPr sz="2400" b="1" dirty="0">
              <a:solidFill>
                <a:srgbClr val="000066"/>
              </a:solidFill>
              <a:latin typeface="Arial" panose="020B0604020202020204" pitchFamily="34" charset="0"/>
              <a:ea typeface="楷体_GB2312" pitchFamily="49" charset="-122"/>
              <a:sym typeface="+mn-ea"/>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7" name="Rectangle 3"/>
          <p:cNvSpPr>
            <a:spLocks noGrp="1"/>
          </p:cNvSpPr>
          <p:nvPr/>
        </p:nvSpPr>
        <p:spPr>
          <a:xfrm>
            <a:off x="234950" y="1143000"/>
            <a:ext cx="384048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rPr>
              <a:t>(1) 集成2线- 4线译码器。</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pic>
        <p:nvPicPr>
          <p:cNvPr id="9299" name="图片 2736"/>
          <p:cNvPicPr>
            <a:picLocks noChangeAspect="1"/>
          </p:cNvPicPr>
          <p:nvPr/>
        </p:nvPicPr>
        <p:blipFill>
          <a:blip r:embed="rId1"/>
          <a:stretch>
            <a:fillRect/>
          </a:stretch>
        </p:blipFill>
        <p:spPr>
          <a:xfrm>
            <a:off x="828040" y="2123758"/>
            <a:ext cx="2458720" cy="2125345"/>
          </a:xfrm>
          <a:prstGeom prst="rect">
            <a:avLst/>
          </a:prstGeom>
          <a:noFill/>
          <a:ln>
            <a:noFill/>
          </a:ln>
        </p:spPr>
      </p:pic>
      <p:pic>
        <p:nvPicPr>
          <p:cNvPr id="9300" name="图片 2737"/>
          <p:cNvPicPr>
            <a:picLocks noChangeAspect="1"/>
          </p:cNvPicPr>
          <p:nvPr/>
        </p:nvPicPr>
        <p:blipFill>
          <a:blip r:embed="rId2"/>
          <a:stretch>
            <a:fillRect/>
          </a:stretch>
        </p:blipFill>
        <p:spPr>
          <a:xfrm>
            <a:off x="3657600" y="2209800"/>
            <a:ext cx="5121275" cy="2797810"/>
          </a:xfrm>
          <a:prstGeom prst="rect">
            <a:avLst/>
          </a:prstGeom>
          <a:noFill/>
          <a:ln>
            <a:noFill/>
          </a:ln>
        </p:spPr>
      </p:pic>
      <p:grpSp>
        <p:nvGrpSpPr>
          <p:cNvPr id="26" name="组合 25"/>
          <p:cNvGrpSpPr/>
          <p:nvPr/>
        </p:nvGrpSpPr>
        <p:grpSpPr>
          <a:xfrm>
            <a:off x="237490" y="4171950"/>
            <a:ext cx="3351530" cy="2637790"/>
            <a:chOff x="374" y="6570"/>
            <a:chExt cx="5278" cy="4154"/>
          </a:xfrm>
        </p:grpSpPr>
        <p:sp>
          <p:nvSpPr>
            <p:cNvPr id="18" name="Rectangle 3"/>
            <p:cNvSpPr>
              <a:spLocks noGrp="1"/>
            </p:cNvSpPr>
            <p:nvPr/>
          </p:nvSpPr>
          <p:spPr>
            <a:xfrm>
              <a:off x="374" y="6570"/>
              <a:ext cx="5279" cy="41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其中一个译码器的逻辑图如</a:t>
              </a:r>
              <a:r>
                <a:rPr lang="zh-CN" sz="2400" b="1" dirty="0">
                  <a:solidFill>
                    <a:srgbClr val="000066"/>
                  </a:solidFill>
                  <a:latin typeface="Arial" panose="020B0604020202020204" pitchFamily="34" charset="0"/>
                  <a:ea typeface="楷体_GB2312" pitchFamily="49" charset="-122"/>
                  <a:sym typeface="+mn-ea"/>
                </a:rPr>
                <a:t>右</a:t>
              </a:r>
              <a:r>
                <a:rPr sz="2400" b="1" dirty="0">
                  <a:solidFill>
                    <a:srgbClr val="000066"/>
                  </a:solidFill>
                  <a:latin typeface="Arial" panose="020B0604020202020204" pitchFamily="34" charset="0"/>
                  <a:ea typeface="楷体_GB2312" pitchFamily="49" charset="-122"/>
                  <a:sym typeface="+mn-ea"/>
                </a:rPr>
                <a:t>图所示。图中， </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1</a:t>
              </a:r>
              <a:r>
                <a:rPr sz="2400" b="1" dirty="0">
                  <a:solidFill>
                    <a:srgbClr val="000066"/>
                  </a:solidFill>
                  <a:latin typeface="Arial" panose="020B0604020202020204" pitchFamily="34" charset="0"/>
                  <a:ea typeface="楷体_GB2312" pitchFamily="49" charset="-122"/>
                  <a:sym typeface="+mn-ea"/>
                </a:rPr>
                <a:t>、</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0</a:t>
              </a:r>
              <a:r>
                <a:rPr sz="2400" b="1" dirty="0">
                  <a:solidFill>
                    <a:srgbClr val="000066"/>
                  </a:solidFill>
                  <a:latin typeface="Arial" panose="020B0604020202020204" pitchFamily="34" charset="0"/>
                  <a:ea typeface="楷体_GB2312" pitchFamily="49" charset="-122"/>
                  <a:sym typeface="+mn-ea"/>
                </a:rPr>
                <a:t>为2位二进制码输入信号，</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endParaRPr lang="en-US" sz="2400" b="1" dirty="0">
                <a:solidFill>
                  <a:srgbClr val="000066"/>
                </a:solidFill>
                <a:latin typeface="Arial" panose="020B0604020202020204" pitchFamily="34" charset="0"/>
                <a:ea typeface="楷体_GB2312" pitchFamily="49" charset="-122"/>
                <a:sym typeface="+mn-ea"/>
              </a:endParaRPr>
            </a:p>
            <a:p>
              <a:pPr marL="0" indent="0" algn="just" eaLnBrk="1" latinLnBrk="0" hangingPunct="1">
                <a:lnSpc>
                  <a:spcPct val="120000"/>
                </a:lnSpc>
                <a:spcBef>
                  <a:spcPts val="0"/>
                </a:spcBef>
                <a:buNone/>
              </a:pPr>
              <a:r>
                <a:rPr sz="2400" b="1" dirty="0">
                  <a:solidFill>
                    <a:srgbClr val="000066"/>
                  </a:solidFill>
                  <a:latin typeface="Arial" panose="020B0604020202020204" pitchFamily="34" charset="0"/>
                  <a:ea typeface="楷体_GB2312" pitchFamily="49" charset="-122"/>
                  <a:sym typeface="+mn-ea"/>
                </a:rPr>
                <a:t>为译码输出信号，</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为使能信号。</a:t>
              </a:r>
              <a:endParaRPr sz="2400" b="1" dirty="0">
                <a:solidFill>
                  <a:srgbClr val="000066"/>
                </a:solidFill>
                <a:latin typeface="Arial" panose="020B0604020202020204" pitchFamily="34" charset="0"/>
                <a:ea typeface="楷体_GB2312" pitchFamily="49" charset="-122"/>
                <a:sym typeface="+mn-ea"/>
              </a:endParaRPr>
            </a:p>
          </p:txBody>
        </p:sp>
        <p:graphicFrame>
          <p:nvGraphicFramePr>
            <p:cNvPr id="2" name="对象 -2147481540"/>
            <p:cNvGraphicFramePr>
              <a:graphicFrameLocks noChangeAspect="1"/>
            </p:cNvGraphicFramePr>
            <p:nvPr/>
          </p:nvGraphicFramePr>
          <p:xfrm>
            <a:off x="3720" y="8640"/>
            <a:ext cx="571" cy="810"/>
          </p:xfrm>
          <a:graphic>
            <a:graphicData uri="http://schemas.openxmlformats.org/presentationml/2006/ole">
              <mc:AlternateContent xmlns:mc="http://schemas.openxmlformats.org/markup-compatibility/2006">
                <mc:Choice xmlns:v="urn:schemas-microsoft-com:vml" Requires="v">
                  <p:oleObj spid="_x0000_s19" name="" r:id="rId3" imgW="152400" imgH="215900" progId="Equation.DSMT4">
                    <p:embed/>
                  </p:oleObj>
                </mc:Choice>
                <mc:Fallback>
                  <p:oleObj name="" r:id="rId3" imgW="152400" imgH="215900" progId="Equation.DSMT4">
                    <p:embed/>
                    <p:pic>
                      <p:nvPicPr>
                        <p:cNvPr id="0" name="图片 18"/>
                        <p:cNvPicPr/>
                        <p:nvPr/>
                      </p:nvPicPr>
                      <p:blipFill>
                        <a:blip r:embed="rId4"/>
                        <a:stretch>
                          <a:fillRect/>
                        </a:stretch>
                      </p:blipFill>
                      <p:spPr>
                        <a:xfrm>
                          <a:off x="3720" y="8640"/>
                          <a:ext cx="571" cy="810"/>
                        </a:xfrm>
                        <a:prstGeom prst="rect">
                          <a:avLst/>
                        </a:prstGeom>
                        <a:noFill/>
                        <a:ln w="38100">
                          <a:noFill/>
                          <a:miter/>
                        </a:ln>
                      </p:spPr>
                    </p:pic>
                  </p:oleObj>
                </mc:Fallback>
              </mc:AlternateContent>
            </a:graphicData>
          </a:graphic>
        </p:graphicFrame>
        <p:graphicFrame>
          <p:nvGraphicFramePr>
            <p:cNvPr id="3" name="对象 -2147481539"/>
            <p:cNvGraphicFramePr>
              <a:graphicFrameLocks noChangeAspect="1"/>
            </p:cNvGraphicFramePr>
            <p:nvPr/>
          </p:nvGraphicFramePr>
          <p:xfrm>
            <a:off x="4856" y="8640"/>
            <a:ext cx="608" cy="862"/>
          </p:xfrm>
          <a:graphic>
            <a:graphicData uri="http://schemas.openxmlformats.org/presentationml/2006/ole">
              <mc:AlternateContent xmlns:mc="http://schemas.openxmlformats.org/markup-compatibility/2006">
                <mc:Choice xmlns:v="urn:schemas-microsoft-com:vml" Requires="v">
                  <p:oleObj spid="_x0000_s20" name="" r:id="rId5" imgW="152400" imgH="215900" progId="Equation.DSMT4">
                    <p:embed/>
                  </p:oleObj>
                </mc:Choice>
                <mc:Fallback>
                  <p:oleObj name="" r:id="rId5" imgW="152400" imgH="215900" progId="Equation.DSMT4">
                    <p:embed/>
                    <p:pic>
                      <p:nvPicPr>
                        <p:cNvPr id="0" name="图片 19"/>
                        <p:cNvPicPr/>
                        <p:nvPr/>
                      </p:nvPicPr>
                      <p:blipFill>
                        <a:blip r:embed="rId6"/>
                        <a:stretch>
                          <a:fillRect/>
                        </a:stretch>
                      </p:blipFill>
                      <p:spPr>
                        <a:xfrm>
                          <a:off x="4856" y="8640"/>
                          <a:ext cx="608" cy="862"/>
                        </a:xfrm>
                        <a:prstGeom prst="rect">
                          <a:avLst/>
                        </a:prstGeom>
                        <a:noFill/>
                        <a:ln w="38100">
                          <a:noFill/>
                          <a:miter/>
                        </a:ln>
                      </p:spPr>
                    </p:pic>
                  </p:oleObj>
                </mc:Fallback>
              </mc:AlternateContent>
            </a:graphicData>
          </a:graphic>
        </p:graphicFrame>
        <p:graphicFrame>
          <p:nvGraphicFramePr>
            <p:cNvPr id="4" name="对象 -2147481538"/>
            <p:cNvGraphicFramePr>
              <a:graphicFrameLocks noChangeAspect="1"/>
            </p:cNvGraphicFramePr>
            <p:nvPr/>
          </p:nvGraphicFramePr>
          <p:xfrm>
            <a:off x="4354" y="9382"/>
            <a:ext cx="675" cy="629"/>
          </p:xfrm>
          <a:graphic>
            <a:graphicData uri="http://schemas.openxmlformats.org/presentationml/2006/ole">
              <mc:AlternateContent xmlns:mc="http://schemas.openxmlformats.org/markup-compatibility/2006">
                <mc:Choice xmlns:v="urn:schemas-microsoft-com:vml" Requires="v">
                  <p:oleObj spid="_x0000_s23" name="" r:id="rId7" imgW="189865" imgH="177800" progId="Equation.DSMT4">
                    <p:embed/>
                  </p:oleObj>
                </mc:Choice>
                <mc:Fallback>
                  <p:oleObj name="" r:id="rId7" imgW="189865" imgH="177800" progId="Equation.DSMT4">
                    <p:embed/>
                    <p:pic>
                      <p:nvPicPr>
                        <p:cNvPr id="0" name="图片 22"/>
                        <p:cNvPicPr/>
                        <p:nvPr/>
                      </p:nvPicPr>
                      <p:blipFill>
                        <a:blip r:embed="rId8"/>
                        <a:stretch>
                          <a:fillRect/>
                        </a:stretch>
                      </p:blipFill>
                      <p:spPr>
                        <a:xfrm>
                          <a:off x="4354" y="9382"/>
                          <a:ext cx="675" cy="629"/>
                        </a:xfrm>
                        <a:prstGeom prst="rect">
                          <a:avLst/>
                        </a:prstGeom>
                        <a:noFill/>
                        <a:ln w="38100">
                          <a:noFill/>
                          <a:miter/>
                        </a:ln>
                      </p:spPr>
                    </p:pic>
                  </p:oleObj>
                </mc:Fallback>
              </mc:AlternateContent>
            </a:graphicData>
          </a:graphic>
        </p:graphicFrame>
      </p:grpSp>
      <p:graphicFrame>
        <p:nvGraphicFramePr>
          <p:cNvPr id="5" name="对象 -2147481537"/>
          <p:cNvGraphicFramePr>
            <a:graphicFrameLocks noChangeAspect="1"/>
          </p:cNvGraphicFramePr>
          <p:nvPr/>
        </p:nvGraphicFramePr>
        <p:xfrm>
          <a:off x="3810000" y="5181600"/>
          <a:ext cx="2236470" cy="618490"/>
        </p:xfrm>
        <a:graphic>
          <a:graphicData uri="http://schemas.openxmlformats.org/presentationml/2006/ole">
            <mc:AlternateContent xmlns:mc="http://schemas.openxmlformats.org/markup-compatibility/2006">
              <mc:Choice xmlns:v="urn:schemas-microsoft-com:vml" Requires="v">
                <p:oleObj spid="_x0000_s27" name="" r:id="rId9" imgW="1193165" imgH="330200" progId="Equation.DSMT4">
                  <p:embed/>
                </p:oleObj>
              </mc:Choice>
              <mc:Fallback>
                <p:oleObj name="" r:id="rId9" imgW="1193165" imgH="330200" progId="Equation.DSMT4">
                  <p:embed/>
                  <p:pic>
                    <p:nvPicPr>
                      <p:cNvPr id="0" name="图片 26"/>
                      <p:cNvPicPr/>
                      <p:nvPr/>
                    </p:nvPicPr>
                    <p:blipFill>
                      <a:blip r:embed="rId10"/>
                      <a:stretch>
                        <a:fillRect/>
                      </a:stretch>
                    </p:blipFill>
                    <p:spPr>
                      <a:xfrm>
                        <a:off x="3810000" y="5181600"/>
                        <a:ext cx="2236470" cy="618490"/>
                      </a:xfrm>
                      <a:prstGeom prst="rect">
                        <a:avLst/>
                      </a:prstGeom>
                      <a:noFill/>
                      <a:ln w="38100">
                        <a:noFill/>
                        <a:miter/>
                      </a:ln>
                    </p:spPr>
                  </p:pic>
                </p:oleObj>
              </mc:Fallback>
            </mc:AlternateContent>
          </a:graphicData>
        </a:graphic>
      </p:graphicFrame>
      <p:graphicFrame>
        <p:nvGraphicFramePr>
          <p:cNvPr id="6" name="对象 -2147481536"/>
          <p:cNvGraphicFramePr>
            <a:graphicFrameLocks noChangeAspect="1"/>
          </p:cNvGraphicFramePr>
          <p:nvPr/>
        </p:nvGraphicFramePr>
        <p:xfrm>
          <a:off x="6386830" y="5153660"/>
          <a:ext cx="2288540" cy="640080"/>
        </p:xfrm>
        <a:graphic>
          <a:graphicData uri="http://schemas.openxmlformats.org/presentationml/2006/ole">
            <mc:AlternateContent xmlns:mc="http://schemas.openxmlformats.org/markup-compatibility/2006">
              <mc:Choice xmlns:v="urn:schemas-microsoft-com:vml" Requires="v">
                <p:oleObj spid="_x0000_s28" name="" r:id="rId11" imgW="1180465" imgH="330200" progId="Equation.DSMT4">
                  <p:embed/>
                </p:oleObj>
              </mc:Choice>
              <mc:Fallback>
                <p:oleObj name="" r:id="rId11" imgW="1180465" imgH="330200" progId="Equation.DSMT4">
                  <p:embed/>
                  <p:pic>
                    <p:nvPicPr>
                      <p:cNvPr id="0" name="图片 27"/>
                      <p:cNvPicPr/>
                      <p:nvPr/>
                    </p:nvPicPr>
                    <p:blipFill>
                      <a:blip r:embed="rId12"/>
                      <a:stretch>
                        <a:fillRect/>
                      </a:stretch>
                    </p:blipFill>
                    <p:spPr>
                      <a:xfrm>
                        <a:off x="6386830" y="5153660"/>
                        <a:ext cx="2288540" cy="640080"/>
                      </a:xfrm>
                      <a:prstGeom prst="rect">
                        <a:avLst/>
                      </a:prstGeom>
                      <a:noFill/>
                      <a:ln w="38100">
                        <a:noFill/>
                        <a:miter/>
                      </a:ln>
                    </p:spPr>
                  </p:pic>
                </p:oleObj>
              </mc:Fallback>
            </mc:AlternateContent>
          </a:graphicData>
        </a:graphic>
      </p:graphicFrame>
      <p:graphicFrame>
        <p:nvGraphicFramePr>
          <p:cNvPr id="7" name="对象 -2147481535"/>
          <p:cNvGraphicFramePr>
            <a:graphicFrameLocks noChangeAspect="1"/>
          </p:cNvGraphicFramePr>
          <p:nvPr/>
        </p:nvGraphicFramePr>
        <p:xfrm>
          <a:off x="3810000" y="6019800"/>
          <a:ext cx="2146300" cy="593725"/>
        </p:xfrm>
        <a:graphic>
          <a:graphicData uri="http://schemas.openxmlformats.org/presentationml/2006/ole">
            <mc:AlternateContent xmlns:mc="http://schemas.openxmlformats.org/markup-compatibility/2006">
              <mc:Choice xmlns:v="urn:schemas-microsoft-com:vml" Requires="v">
                <p:oleObj spid="_x0000_s29" name="" r:id="rId13" imgW="1193165" imgH="330200" progId="Equation.DSMT4">
                  <p:embed/>
                </p:oleObj>
              </mc:Choice>
              <mc:Fallback>
                <p:oleObj name="" r:id="rId13" imgW="1193165" imgH="330200" progId="Equation.DSMT4">
                  <p:embed/>
                  <p:pic>
                    <p:nvPicPr>
                      <p:cNvPr id="0" name="图片 28"/>
                      <p:cNvPicPr/>
                      <p:nvPr/>
                    </p:nvPicPr>
                    <p:blipFill>
                      <a:blip r:embed="rId14"/>
                      <a:stretch>
                        <a:fillRect/>
                      </a:stretch>
                    </p:blipFill>
                    <p:spPr>
                      <a:xfrm>
                        <a:off x="3810000" y="6019800"/>
                        <a:ext cx="2146300" cy="593725"/>
                      </a:xfrm>
                      <a:prstGeom prst="rect">
                        <a:avLst/>
                      </a:prstGeom>
                      <a:noFill/>
                      <a:ln w="38100">
                        <a:noFill/>
                        <a:miter/>
                      </a:ln>
                    </p:spPr>
                  </p:pic>
                </p:oleObj>
              </mc:Fallback>
            </mc:AlternateContent>
          </a:graphicData>
        </a:graphic>
      </p:graphicFrame>
      <p:graphicFrame>
        <p:nvGraphicFramePr>
          <p:cNvPr id="8" name="对象 -2147481534"/>
          <p:cNvGraphicFramePr>
            <a:graphicFrameLocks noChangeAspect="1"/>
          </p:cNvGraphicFramePr>
          <p:nvPr/>
        </p:nvGraphicFramePr>
        <p:xfrm>
          <a:off x="6400800" y="5943600"/>
          <a:ext cx="2260600" cy="631825"/>
        </p:xfrm>
        <a:graphic>
          <a:graphicData uri="http://schemas.openxmlformats.org/presentationml/2006/ole">
            <mc:AlternateContent xmlns:mc="http://schemas.openxmlformats.org/markup-compatibility/2006">
              <mc:Choice xmlns:v="urn:schemas-microsoft-com:vml" Requires="v">
                <p:oleObj spid="_x0000_s30" name="" r:id="rId15" imgW="1180465" imgH="330200" progId="Equation.DSMT4">
                  <p:embed/>
                </p:oleObj>
              </mc:Choice>
              <mc:Fallback>
                <p:oleObj name="" r:id="rId15" imgW="1180465" imgH="330200" progId="Equation.DSMT4">
                  <p:embed/>
                  <p:pic>
                    <p:nvPicPr>
                      <p:cNvPr id="0" name="图片 29"/>
                      <p:cNvPicPr/>
                      <p:nvPr/>
                    </p:nvPicPr>
                    <p:blipFill>
                      <a:blip r:embed="rId16"/>
                      <a:stretch>
                        <a:fillRect/>
                      </a:stretch>
                    </p:blipFill>
                    <p:spPr>
                      <a:xfrm>
                        <a:off x="6400800" y="5943600"/>
                        <a:ext cx="2260600" cy="6318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0"/>
                                          </p:stCondLst>
                                        </p:cTn>
                                        <p:tgtEl>
                                          <p:spTgt spid="929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55" presetClass="entr" presetSubtype="0"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 calcmode="lin" valueType="num">
                                      <p:cBhvr>
                                        <p:cTn id="16" dur="1000" fill="hold"/>
                                        <p:tgtEl>
                                          <p:spTgt spid="26"/>
                                        </p:tgtEl>
                                        <p:attrNameLst>
                                          <p:attrName>ppt_w</p:attrName>
                                        </p:attrNameLst>
                                      </p:cBhvr>
                                      <p:tavLst>
                                        <p:tav tm="0">
                                          <p:val>
                                            <p:strVal val="#ppt_w*0.70"/>
                                          </p:val>
                                        </p:tav>
                                        <p:tav tm="100000">
                                          <p:val>
                                            <p:strVal val="#ppt_w"/>
                                          </p:val>
                                        </p:tav>
                                      </p:tavLst>
                                    </p:anim>
                                    <p:anim calcmode="lin" valueType="num">
                                      <p:cBhvr>
                                        <p:cTn id="17" dur="1000" fill="hold"/>
                                        <p:tgtEl>
                                          <p:spTgt spid="26"/>
                                        </p:tgtEl>
                                        <p:attrNameLst>
                                          <p:attrName>ppt_h</p:attrName>
                                        </p:attrNameLst>
                                      </p:cBhvr>
                                      <p:tavLst>
                                        <p:tav tm="0">
                                          <p:val>
                                            <p:strVal val="#ppt_h"/>
                                          </p:val>
                                        </p:tav>
                                        <p:tav tm="100000">
                                          <p:val>
                                            <p:strVal val="#ppt_h"/>
                                          </p:val>
                                        </p:tav>
                                      </p:tavLst>
                                    </p:anim>
                                    <p:animEffect transition="in" filter="fade">
                                      <p:cBhvr>
                                        <p:cTn id="18" dur="10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51" presetClass="entr" presetSubtype="0" fill="hold" nodeType="clickEffect">
                                  <p:stCondLst>
                                    <p:cond delay="0"/>
                                  </p:stCondLst>
                                  <p:childTnLst>
                                    <p:set>
                                      <p:cBhvr>
                                        <p:cTn id="22" dur="1" fill="hold">
                                          <p:stCondLst>
                                            <p:cond delay="0"/>
                                          </p:stCondLst>
                                        </p:cTn>
                                        <p:tgtEl>
                                          <p:spTgt spid="9300"/>
                                        </p:tgtEl>
                                        <p:attrNameLst>
                                          <p:attrName>style.visibility</p:attrName>
                                        </p:attrNameLst>
                                      </p:cBhvr>
                                      <p:to>
                                        <p:strVal val="visible"/>
                                      </p:to>
                                    </p:set>
                                    <p:animEffect transition="in" filter="fade">
                                      <p:cBhvr>
                                        <p:cTn id="23" dur="385" decel="100000"/>
                                        <p:tgtEl>
                                          <p:spTgt spid="9300"/>
                                        </p:tgtEl>
                                      </p:cBhvr>
                                    </p:animEffect>
                                    <p:animScale>
                                      <p:cBhvr>
                                        <p:cTn id="24" dur="385" decel="100000"/>
                                        <p:tgtEl>
                                          <p:spTgt spid="9300"/>
                                        </p:tgtEl>
                                      </p:cBhvr>
                                      <p:from x="10000" y="10000"/>
                                      <p:to x="200000" y="450000"/>
                                    </p:animScale>
                                    <p:animScale>
                                      <p:cBhvr>
                                        <p:cTn id="25" dur="615" accel="100000" fill="hold">
                                          <p:stCondLst>
                                            <p:cond delay="385"/>
                                          </p:stCondLst>
                                        </p:cTn>
                                        <p:tgtEl>
                                          <p:spTgt spid="9300"/>
                                        </p:tgtEl>
                                      </p:cBhvr>
                                      <p:from x="200000" y="450000"/>
                                      <p:to x="100000" y="100000"/>
                                    </p:animScale>
                                    <p:set>
                                      <p:cBhvr>
                                        <p:cTn id="26" dur="385" fill="hold"/>
                                        <p:tgtEl>
                                          <p:spTgt spid="9300"/>
                                        </p:tgtEl>
                                        <p:attrNameLst>
                                          <p:attrName>ppt_x</p:attrName>
                                        </p:attrNameLst>
                                      </p:cBhvr>
                                      <p:to>
                                        <p:strVal val="(0.5)"/>
                                      </p:to>
                                    </p:set>
                                    <p:anim from="(0.5)" to="(#ppt_x)" calcmode="lin" valueType="num">
                                      <p:cBhvr>
                                        <p:cTn id="27" dur="615" accel="100000" fill="hold">
                                          <p:stCondLst>
                                            <p:cond delay="385"/>
                                          </p:stCondLst>
                                        </p:cTn>
                                        <p:tgtEl>
                                          <p:spTgt spid="9300"/>
                                        </p:tgtEl>
                                        <p:attrNameLst>
                                          <p:attrName>ppt_x</p:attrName>
                                        </p:attrNameLst>
                                      </p:cBhvr>
                                    </p:anim>
                                    <p:set>
                                      <p:cBhvr>
                                        <p:cTn id="28" dur="385" fill="hold"/>
                                        <p:tgtEl>
                                          <p:spTgt spid="9300"/>
                                        </p:tgtEl>
                                        <p:attrNameLst>
                                          <p:attrName>ppt_y</p:attrName>
                                        </p:attrNameLst>
                                      </p:cBhvr>
                                      <p:to>
                                        <p:strVal val="(#ppt_y+0.4)"/>
                                      </p:to>
                                    </p:set>
                                    <p:anim from="(#ppt_y+0.4)" to="(#ppt_y)" calcmode="lin" valueType="num">
                                      <p:cBhvr>
                                        <p:cTn id="29" dur="615" accel="100000" fill="hold">
                                          <p:stCondLst>
                                            <p:cond delay="385"/>
                                          </p:stCondLst>
                                        </p:cTn>
                                        <p:tgtEl>
                                          <p:spTgt spid="9300"/>
                                        </p:tgtEl>
                                        <p:attrNameLst>
                                          <p:attrName>ppt_y</p:attrName>
                                        </p:attrNameLst>
                                      </p:cBhvr>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fill="hold"/>
                                        <p:tgtEl>
                                          <p:spTgt spid="5"/>
                                        </p:tgtEl>
                                        <p:attrNameLst>
                                          <p:attrName>ppt_x</p:attrName>
                                        </p:attrNameLst>
                                      </p:cBhvr>
                                      <p:tavLst>
                                        <p:tav tm="0">
                                          <p:val>
                                            <p:strVal val="#ppt_x"/>
                                          </p:val>
                                        </p:tav>
                                        <p:tav tm="100000">
                                          <p:val>
                                            <p:strVal val="#ppt_x"/>
                                          </p:val>
                                        </p:tav>
                                      </p:tavLst>
                                    </p:anim>
                                    <p:anim calcmode="lin" valueType="num">
                                      <p:cBhvr additive="base">
                                        <p:cTn id="3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1+#ppt_w/2"/>
                                          </p:val>
                                        </p:tav>
                                        <p:tav tm="100000">
                                          <p:val>
                                            <p:strVal val="#ppt_x"/>
                                          </p:val>
                                        </p:tav>
                                      </p:tavLst>
                                    </p:anim>
                                    <p:anim calcmode="lin" valueType="num">
                                      <p:cBhvr additive="base">
                                        <p:cTn id="41"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7" presetClass="entr" presetSubtype="0"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1000"/>
                                        <p:tgtEl>
                                          <p:spTgt spid="7"/>
                                        </p:tgtEl>
                                      </p:cBhvr>
                                    </p:animEffect>
                                    <p:anim calcmode="lin" valueType="num">
                                      <p:cBhvr>
                                        <p:cTn id="47" dur="1000" fill="hold"/>
                                        <p:tgtEl>
                                          <p:spTgt spid="7"/>
                                        </p:tgtEl>
                                        <p:attrNameLst>
                                          <p:attrName>ppt_x</p:attrName>
                                        </p:attrNameLst>
                                      </p:cBhvr>
                                      <p:tavLst>
                                        <p:tav tm="0">
                                          <p:val>
                                            <p:strVal val="#ppt_x"/>
                                          </p:val>
                                        </p:tav>
                                        <p:tav tm="100000">
                                          <p:val>
                                            <p:strVal val="#ppt_x"/>
                                          </p:val>
                                        </p:tav>
                                      </p:tavLst>
                                    </p:anim>
                                    <p:anim calcmode="lin" valueType="num">
                                      <p:cBhvr>
                                        <p:cTn id="4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30" presetClass="entr" presetSubtype="0"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800" decel="100000"/>
                                        <p:tgtEl>
                                          <p:spTgt spid="8"/>
                                        </p:tgtEl>
                                      </p:cBhvr>
                                    </p:animEffect>
                                    <p:anim calcmode="lin" valueType="num">
                                      <p:cBhvr>
                                        <p:cTn id="54" dur="800" decel="100000" fill="hold"/>
                                        <p:tgtEl>
                                          <p:spTgt spid="8"/>
                                        </p:tgtEl>
                                        <p:attrNameLst>
                                          <p:attrName>style.rotation</p:attrName>
                                        </p:attrNameLst>
                                      </p:cBhvr>
                                      <p:tavLst>
                                        <p:tav tm="0">
                                          <p:val>
                                            <p:fltVal val="-90"/>
                                          </p:val>
                                        </p:tav>
                                        <p:tav tm="100000">
                                          <p:val>
                                            <p:fltVal val="0"/>
                                          </p:val>
                                        </p:tav>
                                      </p:tavLst>
                                    </p:anim>
                                    <p:anim calcmode="lin" valueType="num">
                                      <p:cBhvr>
                                        <p:cTn id="55" dur="800" decel="100000" fill="hold"/>
                                        <p:tgtEl>
                                          <p:spTgt spid="8"/>
                                        </p:tgtEl>
                                        <p:attrNameLst>
                                          <p:attrName>ppt_x</p:attrName>
                                        </p:attrNameLst>
                                      </p:cBhvr>
                                      <p:tavLst>
                                        <p:tav tm="0">
                                          <p:val>
                                            <p:strVal val="#ppt_x+0.4"/>
                                          </p:val>
                                        </p:tav>
                                        <p:tav tm="100000">
                                          <p:val>
                                            <p:strVal val="#ppt_x-0.05"/>
                                          </p:val>
                                        </p:tav>
                                      </p:tavLst>
                                    </p:anim>
                                    <p:anim calcmode="lin" valueType="num">
                                      <p:cBhvr>
                                        <p:cTn id="56" dur="800" decel="100000" fill="hold"/>
                                        <p:tgtEl>
                                          <p:spTgt spid="8"/>
                                        </p:tgtEl>
                                        <p:attrNameLst>
                                          <p:attrName>ppt_y</p:attrName>
                                        </p:attrNameLst>
                                      </p:cBhvr>
                                      <p:tavLst>
                                        <p:tav tm="0">
                                          <p:val>
                                            <p:strVal val="#ppt_y-0.4"/>
                                          </p:val>
                                        </p:tav>
                                        <p:tav tm="100000">
                                          <p:val>
                                            <p:strVal val="#ppt_y+0.1"/>
                                          </p:val>
                                        </p:tav>
                                      </p:tavLst>
                                    </p:anim>
                                    <p:anim calcmode="lin" valueType="num">
                                      <p:cBhvr>
                                        <p:cTn id="57" dur="200" accel="100000" fill="hold">
                                          <p:stCondLst>
                                            <p:cond delay="800"/>
                                          </p:stCondLst>
                                        </p:cTn>
                                        <p:tgtEl>
                                          <p:spTgt spid="8"/>
                                        </p:tgtEl>
                                        <p:attrNameLst>
                                          <p:attrName>ppt_x</p:attrName>
                                        </p:attrNameLst>
                                      </p:cBhvr>
                                      <p:tavLst>
                                        <p:tav tm="0">
                                          <p:val>
                                            <p:strVal val="#ppt_x-0.05"/>
                                          </p:val>
                                        </p:tav>
                                        <p:tav tm="100000">
                                          <p:val>
                                            <p:strVal val="#ppt_x"/>
                                          </p:val>
                                        </p:tav>
                                      </p:tavLst>
                                    </p:anim>
                                    <p:anim calcmode="lin" valueType="num">
                                      <p:cBhvr>
                                        <p:cTn id="58" dur="200" accel="100000" fill="hold">
                                          <p:stCondLst>
                                            <p:cond delay="800"/>
                                          </p:stCondLst>
                                        </p:cTn>
                                        <p:tgtEl>
                                          <p:spTgt spid="8"/>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11" name="Rectangle 3"/>
          <p:cNvSpPr>
            <a:spLocks noGrp="1"/>
          </p:cNvSpPr>
          <p:nvPr/>
        </p:nvSpPr>
        <p:spPr>
          <a:xfrm>
            <a:off x="381000" y="1273810"/>
            <a:ext cx="8092440" cy="50101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根据上述输出逻辑表达式，得到其真值表如表4-8所示。</a:t>
            </a:r>
            <a:endParaRPr sz="2400" b="1" dirty="0">
              <a:solidFill>
                <a:srgbClr val="000066"/>
              </a:solidFill>
              <a:latin typeface="Arial" panose="020B0604020202020204" pitchFamily="34" charset="0"/>
              <a:ea typeface="楷体_GB2312" pitchFamily="49" charset="-122"/>
              <a:sym typeface="+mn-ea"/>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9" name="图片 8" descr="~L8]74(7K$9RBFOK$W2262L"/>
          <p:cNvPicPr>
            <a:picLocks noChangeAspect="1"/>
          </p:cNvPicPr>
          <p:nvPr/>
        </p:nvPicPr>
        <p:blipFill>
          <a:blip r:embed="rId1"/>
          <a:stretch>
            <a:fillRect/>
          </a:stretch>
        </p:blipFill>
        <p:spPr>
          <a:xfrm>
            <a:off x="1143000" y="1981200"/>
            <a:ext cx="7390765" cy="2590800"/>
          </a:xfrm>
          <a:prstGeom prst="rect">
            <a:avLst/>
          </a:prstGeom>
        </p:spPr>
      </p:pic>
      <p:grpSp>
        <p:nvGrpSpPr>
          <p:cNvPr id="22" name="组合 21"/>
          <p:cNvGrpSpPr/>
          <p:nvPr/>
        </p:nvGrpSpPr>
        <p:grpSpPr>
          <a:xfrm>
            <a:off x="466090" y="4781550"/>
            <a:ext cx="8202930" cy="1865630"/>
            <a:chOff x="734" y="7290"/>
            <a:chExt cx="12918" cy="2938"/>
          </a:xfrm>
        </p:grpSpPr>
        <p:sp>
          <p:nvSpPr>
            <p:cNvPr id="18" name="Rectangle 3"/>
            <p:cNvSpPr>
              <a:spLocks noGrp="1"/>
            </p:cNvSpPr>
            <p:nvPr/>
          </p:nvSpPr>
          <p:spPr>
            <a:xfrm>
              <a:off x="734" y="7290"/>
              <a:ext cx="12919" cy="293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当</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时，译码器处于禁止译码状态，此时无论</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1</a:t>
              </a:r>
              <a:r>
                <a:rPr sz="2400" b="1" dirty="0">
                  <a:solidFill>
                    <a:srgbClr val="000066"/>
                  </a:solidFill>
                  <a:latin typeface="Arial" panose="020B0604020202020204" pitchFamily="34" charset="0"/>
                  <a:ea typeface="楷体_GB2312" pitchFamily="49" charset="-122"/>
                  <a:sym typeface="+mn-ea"/>
                </a:rPr>
                <a:t>、</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0</a:t>
              </a:r>
              <a:r>
                <a:rPr sz="2400" b="1" dirty="0">
                  <a:solidFill>
                    <a:srgbClr val="000066"/>
                  </a:solidFill>
                  <a:latin typeface="Arial" panose="020B0604020202020204" pitchFamily="34" charset="0"/>
                  <a:ea typeface="楷体_GB2312" pitchFamily="49" charset="-122"/>
                  <a:sym typeface="+mn-ea"/>
                </a:rPr>
                <a:t>是何种状态，输出</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全为1，即</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均输出无效的高电平；当</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时，根据</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1</a:t>
              </a:r>
              <a:r>
                <a:rPr sz="2400" b="1" dirty="0">
                  <a:solidFill>
                    <a:srgbClr val="000066"/>
                  </a:solidFill>
                  <a:latin typeface="Arial" panose="020B0604020202020204" pitchFamily="34" charset="0"/>
                  <a:ea typeface="楷体_GB2312" pitchFamily="49" charset="-122"/>
                  <a:sym typeface="+mn-ea"/>
                </a:rPr>
                <a:t>、</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0</a:t>
              </a:r>
              <a:r>
                <a:rPr sz="2400" b="1" dirty="0">
                  <a:solidFill>
                    <a:srgbClr val="000066"/>
                  </a:solidFill>
                  <a:latin typeface="Arial" panose="020B0604020202020204" pitchFamily="34" charset="0"/>
                  <a:ea typeface="楷体_GB2312" pitchFamily="49" charset="-122"/>
                  <a:sym typeface="+mn-ea"/>
                </a:rPr>
                <a:t>取值情况，相应的某个输出端为低电平，其他的输出端都为高电平。</a:t>
              </a:r>
              <a:endParaRPr sz="2400" b="1" dirty="0">
                <a:solidFill>
                  <a:srgbClr val="000066"/>
                </a:solidFill>
                <a:latin typeface="Arial" panose="020B0604020202020204" pitchFamily="34" charset="0"/>
                <a:ea typeface="楷体_GB2312" pitchFamily="49" charset="-122"/>
                <a:sym typeface="+mn-ea"/>
              </a:endParaRPr>
            </a:p>
          </p:txBody>
        </p:sp>
        <p:graphicFrame>
          <p:nvGraphicFramePr>
            <p:cNvPr id="2" name="对象 -2147481525"/>
            <p:cNvGraphicFramePr>
              <a:graphicFrameLocks noChangeAspect="1"/>
            </p:cNvGraphicFramePr>
            <p:nvPr/>
          </p:nvGraphicFramePr>
          <p:xfrm>
            <a:off x="2312" y="7374"/>
            <a:ext cx="1352" cy="674"/>
          </p:xfrm>
          <a:graphic>
            <a:graphicData uri="http://schemas.openxmlformats.org/presentationml/2006/ole">
              <mc:AlternateContent xmlns:mc="http://schemas.openxmlformats.org/markup-compatibility/2006">
                <mc:Choice xmlns:v="urn:schemas-microsoft-com:vml" Requires="v">
                  <p:oleObj spid="_x0000_s3076" name="" r:id="rId2" imgW="354965" imgH="177800" progId="Equation.DSMT4">
                    <p:embed/>
                  </p:oleObj>
                </mc:Choice>
                <mc:Fallback>
                  <p:oleObj name="" r:id="rId2" imgW="354965" imgH="177800" progId="Equation.DSMT4">
                    <p:embed/>
                    <p:pic>
                      <p:nvPicPr>
                        <p:cNvPr id="0" name="图片 3075"/>
                        <p:cNvPicPr/>
                        <p:nvPr/>
                      </p:nvPicPr>
                      <p:blipFill>
                        <a:blip r:embed="rId3"/>
                        <a:stretch>
                          <a:fillRect/>
                        </a:stretch>
                      </p:blipFill>
                      <p:spPr>
                        <a:xfrm>
                          <a:off x="2312" y="7374"/>
                          <a:ext cx="1352" cy="674"/>
                        </a:xfrm>
                        <a:prstGeom prst="rect">
                          <a:avLst/>
                        </a:prstGeom>
                        <a:noFill/>
                        <a:ln w="38100">
                          <a:noFill/>
                          <a:miter/>
                        </a:ln>
                      </p:spPr>
                    </p:pic>
                  </p:oleObj>
                </mc:Fallback>
              </mc:AlternateContent>
            </a:graphicData>
          </a:graphic>
        </p:graphicFrame>
        <p:graphicFrame>
          <p:nvGraphicFramePr>
            <p:cNvPr id="3" name="对象 -2147481524"/>
            <p:cNvGraphicFramePr>
              <a:graphicFrameLocks noChangeAspect="1"/>
            </p:cNvGraphicFramePr>
            <p:nvPr/>
          </p:nvGraphicFramePr>
          <p:xfrm>
            <a:off x="5312" y="7996"/>
            <a:ext cx="560" cy="793"/>
          </p:xfrm>
          <a:graphic>
            <a:graphicData uri="http://schemas.openxmlformats.org/presentationml/2006/ole">
              <mc:AlternateContent xmlns:mc="http://schemas.openxmlformats.org/markup-compatibility/2006">
                <mc:Choice xmlns:v="urn:schemas-microsoft-com:vml" Requires="v">
                  <p:oleObj spid="_x0000_s10" name="" r:id="rId4" imgW="152400" imgH="215900" progId="Equation.DSMT4">
                    <p:embed/>
                  </p:oleObj>
                </mc:Choice>
                <mc:Fallback>
                  <p:oleObj name="" r:id="rId4" imgW="152400" imgH="215900" progId="Equation.DSMT4">
                    <p:embed/>
                    <p:pic>
                      <p:nvPicPr>
                        <p:cNvPr id="0" name="图片 9"/>
                        <p:cNvPicPr/>
                        <p:nvPr/>
                      </p:nvPicPr>
                      <p:blipFill>
                        <a:blip r:embed="rId5"/>
                        <a:stretch>
                          <a:fillRect/>
                        </a:stretch>
                      </p:blipFill>
                      <p:spPr>
                        <a:xfrm>
                          <a:off x="5312" y="7996"/>
                          <a:ext cx="560" cy="793"/>
                        </a:xfrm>
                        <a:prstGeom prst="rect">
                          <a:avLst/>
                        </a:prstGeom>
                        <a:noFill/>
                        <a:ln w="38100">
                          <a:noFill/>
                          <a:miter/>
                        </a:ln>
                      </p:spPr>
                    </p:pic>
                  </p:oleObj>
                </mc:Fallback>
              </mc:AlternateContent>
            </a:graphicData>
          </a:graphic>
        </p:graphicFrame>
        <p:graphicFrame>
          <p:nvGraphicFramePr>
            <p:cNvPr id="4" name="对象 -2147481523"/>
            <p:cNvGraphicFramePr>
              <a:graphicFrameLocks noChangeAspect="1"/>
            </p:cNvGraphicFramePr>
            <p:nvPr/>
          </p:nvGraphicFramePr>
          <p:xfrm>
            <a:off x="6272" y="7996"/>
            <a:ext cx="558" cy="791"/>
          </p:xfrm>
          <a:graphic>
            <a:graphicData uri="http://schemas.openxmlformats.org/presentationml/2006/ole">
              <mc:AlternateContent xmlns:mc="http://schemas.openxmlformats.org/markup-compatibility/2006">
                <mc:Choice xmlns:v="urn:schemas-microsoft-com:vml" Requires="v">
                  <p:oleObj spid="_x0000_s12" name="" r:id="rId6" imgW="152400" imgH="215900" progId="Equation.DSMT4">
                    <p:embed/>
                  </p:oleObj>
                </mc:Choice>
                <mc:Fallback>
                  <p:oleObj name="" r:id="rId6" imgW="152400" imgH="215900" progId="Equation.DSMT4">
                    <p:embed/>
                    <p:pic>
                      <p:nvPicPr>
                        <p:cNvPr id="0" name="图片 11"/>
                        <p:cNvPicPr/>
                        <p:nvPr/>
                      </p:nvPicPr>
                      <p:blipFill>
                        <a:blip r:embed="rId7"/>
                        <a:stretch>
                          <a:fillRect/>
                        </a:stretch>
                      </p:blipFill>
                      <p:spPr>
                        <a:xfrm>
                          <a:off x="6272" y="7996"/>
                          <a:ext cx="558" cy="791"/>
                        </a:xfrm>
                        <a:prstGeom prst="rect">
                          <a:avLst/>
                        </a:prstGeom>
                        <a:noFill/>
                        <a:ln w="38100">
                          <a:noFill/>
                          <a:miter/>
                        </a:ln>
                      </p:spPr>
                    </p:pic>
                  </p:oleObj>
                </mc:Fallback>
              </mc:AlternateContent>
            </a:graphicData>
          </a:graphic>
        </p:graphicFrame>
        <p:graphicFrame>
          <p:nvGraphicFramePr>
            <p:cNvPr id="13" name="对象 -2147481524"/>
            <p:cNvGraphicFramePr>
              <a:graphicFrameLocks noChangeAspect="1"/>
            </p:cNvGraphicFramePr>
            <p:nvPr/>
          </p:nvGraphicFramePr>
          <p:xfrm>
            <a:off x="9054" y="8008"/>
            <a:ext cx="560" cy="793"/>
          </p:xfrm>
          <a:graphic>
            <a:graphicData uri="http://schemas.openxmlformats.org/presentationml/2006/ole">
              <mc:AlternateContent xmlns:mc="http://schemas.openxmlformats.org/markup-compatibility/2006">
                <mc:Choice xmlns:v="urn:schemas-microsoft-com:vml" Requires="v">
                  <p:oleObj spid="_x0000_s14" name="" r:id="rId8" imgW="152400" imgH="215900" progId="Equation.DSMT4">
                    <p:embed/>
                  </p:oleObj>
                </mc:Choice>
                <mc:Fallback>
                  <p:oleObj name="" r:id="rId8" imgW="152400" imgH="215900" progId="Equation.DSMT4">
                    <p:embed/>
                    <p:pic>
                      <p:nvPicPr>
                        <p:cNvPr id="0" name="图片 9"/>
                        <p:cNvPicPr/>
                        <p:nvPr/>
                      </p:nvPicPr>
                      <p:blipFill>
                        <a:blip r:embed="rId5"/>
                        <a:stretch>
                          <a:fillRect/>
                        </a:stretch>
                      </p:blipFill>
                      <p:spPr>
                        <a:xfrm>
                          <a:off x="9054" y="8008"/>
                          <a:ext cx="560" cy="793"/>
                        </a:xfrm>
                        <a:prstGeom prst="rect">
                          <a:avLst/>
                        </a:prstGeom>
                        <a:noFill/>
                        <a:ln w="38100">
                          <a:noFill/>
                          <a:miter/>
                        </a:ln>
                      </p:spPr>
                    </p:pic>
                  </p:oleObj>
                </mc:Fallback>
              </mc:AlternateContent>
            </a:graphicData>
          </a:graphic>
        </p:graphicFrame>
        <p:graphicFrame>
          <p:nvGraphicFramePr>
            <p:cNvPr id="15" name="对象 -2147481523"/>
            <p:cNvGraphicFramePr>
              <a:graphicFrameLocks noChangeAspect="1"/>
            </p:cNvGraphicFramePr>
            <p:nvPr/>
          </p:nvGraphicFramePr>
          <p:xfrm>
            <a:off x="10134" y="8008"/>
            <a:ext cx="558" cy="791"/>
          </p:xfrm>
          <a:graphic>
            <a:graphicData uri="http://schemas.openxmlformats.org/presentationml/2006/ole">
              <mc:AlternateContent xmlns:mc="http://schemas.openxmlformats.org/markup-compatibility/2006">
                <mc:Choice xmlns:v="urn:schemas-microsoft-com:vml" Requires="v">
                  <p:oleObj spid="_x0000_s16" name="" r:id="rId9" imgW="152400" imgH="215900" progId="Equation.DSMT4">
                    <p:embed/>
                  </p:oleObj>
                </mc:Choice>
                <mc:Fallback>
                  <p:oleObj name="" r:id="rId9" imgW="152400" imgH="215900" progId="Equation.DSMT4">
                    <p:embed/>
                    <p:pic>
                      <p:nvPicPr>
                        <p:cNvPr id="0" name="图片 11"/>
                        <p:cNvPicPr/>
                        <p:nvPr/>
                      </p:nvPicPr>
                      <p:blipFill>
                        <a:blip r:embed="rId7"/>
                        <a:stretch>
                          <a:fillRect/>
                        </a:stretch>
                      </p:blipFill>
                      <p:spPr>
                        <a:xfrm>
                          <a:off x="10134" y="8008"/>
                          <a:ext cx="558" cy="791"/>
                        </a:xfrm>
                        <a:prstGeom prst="rect">
                          <a:avLst/>
                        </a:prstGeom>
                        <a:noFill/>
                        <a:ln w="38100">
                          <a:noFill/>
                          <a:miter/>
                        </a:ln>
                      </p:spPr>
                    </p:pic>
                  </p:oleObj>
                </mc:Fallback>
              </mc:AlternateContent>
            </a:graphicData>
          </a:graphic>
        </p:graphicFrame>
        <p:graphicFrame>
          <p:nvGraphicFramePr>
            <p:cNvPr id="5" name="对象 -2147481520"/>
            <p:cNvGraphicFramePr>
              <a:graphicFrameLocks noChangeAspect="1"/>
            </p:cNvGraphicFramePr>
            <p:nvPr/>
          </p:nvGraphicFramePr>
          <p:xfrm>
            <a:off x="3284" y="8760"/>
            <a:ext cx="1373" cy="687"/>
          </p:xfrm>
          <a:graphic>
            <a:graphicData uri="http://schemas.openxmlformats.org/presentationml/2006/ole">
              <mc:AlternateContent xmlns:mc="http://schemas.openxmlformats.org/markup-compatibility/2006">
                <mc:Choice xmlns:v="urn:schemas-microsoft-com:vml" Requires="v">
                  <p:oleObj spid="_x0000_s21" name="" r:id="rId10" imgW="381000" imgH="190500" progId="Equation.DSMT4">
                    <p:embed/>
                  </p:oleObj>
                </mc:Choice>
                <mc:Fallback>
                  <p:oleObj name="" r:id="rId10" imgW="381000" imgH="190500" progId="Equation.DSMT4">
                    <p:embed/>
                    <p:pic>
                      <p:nvPicPr>
                        <p:cNvPr id="0" name="图片 20"/>
                        <p:cNvPicPr/>
                        <p:nvPr/>
                      </p:nvPicPr>
                      <p:blipFill>
                        <a:blip r:embed="rId11"/>
                        <a:stretch>
                          <a:fillRect/>
                        </a:stretch>
                      </p:blipFill>
                      <p:spPr>
                        <a:xfrm>
                          <a:off x="3284" y="8760"/>
                          <a:ext cx="1373" cy="687"/>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500" fill="hold">
                                          <p:stCondLst>
                                            <p:cond delay="0"/>
                                          </p:stCondLst>
                                        </p:cTn>
                                        <p:tgtEl>
                                          <p:spTgt spid="24"/>
                                        </p:tgtEl>
                                        <p:attrNameLst>
                                          <p:attrName>style.visibility</p:attrName>
                                        </p:attrNameLst>
                                      </p:cBhvr>
                                      <p:to>
                                        <p:strVal val="visible"/>
                                      </p:to>
                                    </p:set>
                                    <p:animEffect transition="in" filter="circle(in)">
                                      <p:cBhvr>
                                        <p:cTn id="7" dur="500"/>
                                        <p:tgtEl>
                                          <p:spTgt spid="24"/>
                                        </p:tgtEl>
                                      </p:cBhvr>
                                    </p:animEffect>
                                  </p:childTnLst>
                                </p:cTn>
                              </p:par>
                              <p:par>
                                <p:cTn id="8" presetID="6" presetClass="entr" presetSubtype="16" fill="hold" nodeType="withEffect">
                                  <p:stCondLst>
                                    <p:cond delay="0"/>
                                  </p:stCondLst>
                                  <p:childTnLst>
                                    <p:set>
                                      <p:cBhvr>
                                        <p:cTn id="9" dur="500" fill="hold">
                                          <p:stCondLst>
                                            <p:cond delay="0"/>
                                          </p:stCondLst>
                                        </p:cTn>
                                        <p:tgtEl>
                                          <p:spTgt spid="22"/>
                                        </p:tgtEl>
                                        <p:attrNameLst>
                                          <p:attrName>style.visibility</p:attrName>
                                        </p:attrNameLst>
                                      </p:cBhvr>
                                      <p:to>
                                        <p:strVal val="visible"/>
                                      </p:to>
                                    </p:set>
                                    <p:animEffect transition="in" filter="circle(in)">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11" name="Rectangle 3"/>
          <p:cNvSpPr>
            <a:spLocks noGrp="1"/>
          </p:cNvSpPr>
          <p:nvPr/>
        </p:nvSpPr>
        <p:spPr>
          <a:xfrm>
            <a:off x="381000" y="1508760"/>
            <a:ext cx="8524875" cy="50101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74LS138是集成3线- 8线的译码器，引脚图</a:t>
            </a:r>
            <a:r>
              <a:rPr lang="zh-CN" sz="2400" b="1" dirty="0">
                <a:solidFill>
                  <a:srgbClr val="000066"/>
                </a:solidFill>
                <a:latin typeface="Arial" panose="020B0604020202020204" pitchFamily="34" charset="0"/>
                <a:ea typeface="楷体_GB2312" pitchFamily="49" charset="-122"/>
                <a:sym typeface="+mn-ea"/>
              </a:rPr>
              <a:t>和</a:t>
            </a:r>
            <a:r>
              <a:rPr sz="2400" b="1" dirty="0">
                <a:solidFill>
                  <a:srgbClr val="000066"/>
                </a:solidFill>
                <a:latin typeface="Arial" panose="020B0604020202020204" pitchFamily="34" charset="0"/>
                <a:ea typeface="楷体_GB2312" pitchFamily="49" charset="-122"/>
                <a:sym typeface="+mn-ea"/>
              </a:rPr>
              <a:t>逻辑图如</a:t>
            </a:r>
            <a:r>
              <a:rPr lang="zh-CN" sz="2400" b="1" dirty="0">
                <a:solidFill>
                  <a:srgbClr val="000066"/>
                </a:solidFill>
                <a:latin typeface="Arial" panose="020B0604020202020204" pitchFamily="34" charset="0"/>
                <a:ea typeface="楷体_GB2312" pitchFamily="49" charset="-122"/>
                <a:sym typeface="+mn-ea"/>
              </a:rPr>
              <a:t>下</a:t>
            </a:r>
            <a:r>
              <a:rPr sz="2400" b="1" dirty="0">
                <a:solidFill>
                  <a:srgbClr val="000066"/>
                </a:solidFill>
                <a:latin typeface="Arial" panose="020B0604020202020204" pitchFamily="34" charset="0"/>
                <a:ea typeface="楷体_GB2312" pitchFamily="49" charset="-122"/>
                <a:sym typeface="+mn-ea"/>
              </a:rPr>
              <a:t>所示。</a:t>
            </a:r>
            <a:endParaRPr sz="2400" b="1" dirty="0">
              <a:solidFill>
                <a:srgbClr val="000066"/>
              </a:solidFill>
              <a:latin typeface="Arial" panose="020B0604020202020204" pitchFamily="34" charset="0"/>
              <a:ea typeface="楷体_GB2312" pitchFamily="49" charset="-122"/>
              <a:sym typeface="+mn-ea"/>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7" name="Rectangle 3"/>
          <p:cNvSpPr>
            <a:spLocks noGrp="1"/>
          </p:cNvSpPr>
          <p:nvPr/>
        </p:nvSpPr>
        <p:spPr>
          <a:xfrm>
            <a:off x="463550" y="1073150"/>
            <a:ext cx="384048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rPr>
              <a:t>(2) 集成3线- 8线译码器。</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pic>
        <p:nvPicPr>
          <p:cNvPr id="9301" name="图片 2738"/>
          <p:cNvPicPr>
            <a:picLocks noChangeAspect="1"/>
          </p:cNvPicPr>
          <p:nvPr/>
        </p:nvPicPr>
        <p:blipFill>
          <a:blip r:embed="rId1"/>
          <a:stretch>
            <a:fillRect/>
          </a:stretch>
        </p:blipFill>
        <p:spPr>
          <a:xfrm>
            <a:off x="1143000" y="2362200"/>
            <a:ext cx="2183130" cy="1904365"/>
          </a:xfrm>
          <a:prstGeom prst="rect">
            <a:avLst/>
          </a:prstGeom>
          <a:noFill/>
          <a:ln>
            <a:noFill/>
          </a:ln>
        </p:spPr>
      </p:pic>
      <p:pic>
        <p:nvPicPr>
          <p:cNvPr id="9302" name="图片 2739"/>
          <p:cNvPicPr>
            <a:picLocks noChangeAspect="1"/>
          </p:cNvPicPr>
          <p:nvPr/>
        </p:nvPicPr>
        <p:blipFill>
          <a:blip r:embed="rId2"/>
          <a:stretch>
            <a:fillRect/>
          </a:stretch>
        </p:blipFill>
        <p:spPr>
          <a:xfrm>
            <a:off x="4074795" y="1981200"/>
            <a:ext cx="4700905" cy="4768850"/>
          </a:xfrm>
          <a:prstGeom prst="rect">
            <a:avLst/>
          </a:prstGeom>
          <a:noFill/>
          <a:ln>
            <a:noFill/>
          </a:ln>
        </p:spPr>
      </p:pic>
      <p:graphicFrame>
        <p:nvGraphicFramePr>
          <p:cNvPr id="2" name="对象 -2147482595"/>
          <p:cNvGraphicFramePr>
            <a:graphicFrameLocks noChangeAspect="1"/>
          </p:cNvGraphicFramePr>
          <p:nvPr/>
        </p:nvGraphicFramePr>
        <p:xfrm>
          <a:off x="838200" y="5029200"/>
          <a:ext cx="2936875" cy="1732280"/>
        </p:xfrm>
        <a:graphic>
          <a:graphicData uri="http://schemas.openxmlformats.org/presentationml/2006/ole">
            <mc:AlternateContent xmlns:mc="http://schemas.openxmlformats.org/markup-compatibility/2006">
              <mc:Choice xmlns:v="urn:schemas-microsoft-com:vml" Requires="v">
                <p:oleObj spid="_x0000_s3076" name="" r:id="rId3" imgW="1981200" imgH="1168400" progId="Equation.KSEE3">
                  <p:embed/>
                </p:oleObj>
              </mc:Choice>
              <mc:Fallback>
                <p:oleObj name="" r:id="rId3" imgW="1981200" imgH="1168400" progId="Equation.KSEE3">
                  <p:embed/>
                  <p:pic>
                    <p:nvPicPr>
                      <p:cNvPr id="0" name="图片 3075"/>
                      <p:cNvPicPr/>
                      <p:nvPr/>
                    </p:nvPicPr>
                    <p:blipFill>
                      <a:blip r:embed="rId4"/>
                      <a:stretch>
                        <a:fillRect/>
                      </a:stretch>
                    </p:blipFill>
                    <p:spPr>
                      <a:xfrm>
                        <a:off x="838200" y="5029200"/>
                        <a:ext cx="2936875" cy="1732280"/>
                      </a:xfrm>
                      <a:prstGeom prst="rect">
                        <a:avLst/>
                      </a:prstGeom>
                      <a:noFill/>
                      <a:ln w="38100">
                        <a:noFill/>
                        <a:miter/>
                      </a:ln>
                    </p:spPr>
                  </p:pic>
                </p:oleObj>
              </mc:Fallback>
            </mc:AlternateContent>
          </a:graphicData>
        </a:graphic>
      </p:graphicFrame>
      <p:graphicFrame>
        <p:nvGraphicFramePr>
          <p:cNvPr id="3" name="对象 -2147481510"/>
          <p:cNvGraphicFramePr>
            <a:graphicFrameLocks noChangeAspect="1"/>
          </p:cNvGraphicFramePr>
          <p:nvPr/>
        </p:nvGraphicFramePr>
        <p:xfrm>
          <a:off x="914400" y="4419600"/>
          <a:ext cx="1332865" cy="437515"/>
        </p:xfrm>
        <a:graphic>
          <a:graphicData uri="http://schemas.openxmlformats.org/presentationml/2006/ole">
            <mc:AlternateContent xmlns:mc="http://schemas.openxmlformats.org/markup-compatibility/2006">
              <mc:Choice xmlns:v="urn:schemas-microsoft-com:vml" Requires="v">
                <p:oleObj spid="_x0000_s9" name="" r:id="rId5" imgW="774065" imgH="254000" progId="Equation.DSMT4">
                  <p:embed/>
                </p:oleObj>
              </mc:Choice>
              <mc:Fallback>
                <p:oleObj name="" r:id="rId5" imgW="774065" imgH="254000" progId="Equation.DSMT4">
                  <p:embed/>
                  <p:pic>
                    <p:nvPicPr>
                      <p:cNvPr id="0" name="图片 8"/>
                      <p:cNvPicPr/>
                      <p:nvPr/>
                    </p:nvPicPr>
                    <p:blipFill>
                      <a:blip r:embed="rId6"/>
                      <a:stretch>
                        <a:fillRect/>
                      </a:stretch>
                    </p:blipFill>
                    <p:spPr>
                      <a:xfrm>
                        <a:off x="914400" y="4419600"/>
                        <a:ext cx="1332865" cy="43751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8" presetClass="entr" presetSubtype="16" fill="hold" nodeType="afterEffect">
                                  <p:stCondLst>
                                    <p:cond delay="0"/>
                                  </p:stCondLst>
                                  <p:childTnLst>
                                    <p:set>
                                      <p:cBhvr>
                                        <p:cTn id="11" dur="500" fill="hold">
                                          <p:stCondLst>
                                            <p:cond delay="0"/>
                                          </p:stCondLst>
                                        </p:cTn>
                                        <p:tgtEl>
                                          <p:spTgt spid="9301"/>
                                        </p:tgtEl>
                                        <p:attrNameLst>
                                          <p:attrName>style.visibility</p:attrName>
                                        </p:attrNameLst>
                                      </p:cBhvr>
                                      <p:to>
                                        <p:strVal val="visible"/>
                                      </p:to>
                                    </p:set>
                                    <p:animEffect transition="in" filter="diamond(in)">
                                      <p:cBhvr>
                                        <p:cTn id="12" dur="500"/>
                                        <p:tgtEl>
                                          <p:spTgt spid="9301"/>
                                        </p:tgtEl>
                                      </p:cBhvr>
                                    </p:animEffect>
                                  </p:childTnLst>
                                </p:cTn>
                              </p:par>
                            </p:childTnLst>
                          </p:cTn>
                        </p:par>
                        <p:par>
                          <p:cTn id="13" fill="hold">
                            <p:stCondLst>
                              <p:cond delay="1000"/>
                            </p:stCondLst>
                            <p:childTnLst>
                              <p:par>
                                <p:cTn id="14" presetID="16" presetClass="entr" presetSubtype="21" fill="hold" nodeType="afterEffect">
                                  <p:stCondLst>
                                    <p:cond delay="0"/>
                                  </p:stCondLst>
                                  <p:childTnLst>
                                    <p:set>
                                      <p:cBhvr>
                                        <p:cTn id="15" dur="1" fill="hold">
                                          <p:stCondLst>
                                            <p:cond delay="0"/>
                                          </p:stCondLst>
                                        </p:cTn>
                                        <p:tgtEl>
                                          <p:spTgt spid="9302"/>
                                        </p:tgtEl>
                                        <p:attrNameLst>
                                          <p:attrName>style.visibility</p:attrName>
                                        </p:attrNameLst>
                                      </p:cBhvr>
                                      <p:to>
                                        <p:strVal val="visible"/>
                                      </p:to>
                                    </p:set>
                                    <p:animEffect transition="in" filter="barn(inVertical)">
                                      <p:cBhvr>
                                        <p:cTn id="16" dur="500"/>
                                        <p:tgtEl>
                                          <p:spTgt spid="9302"/>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0-#ppt_w/2"/>
                                          </p:val>
                                        </p:tav>
                                        <p:tav tm="100000">
                                          <p:val>
                                            <p:strVal val="#ppt_x"/>
                                          </p:val>
                                        </p:tav>
                                      </p:tavLst>
                                    </p:anim>
                                    <p:anim calcmode="lin" valueType="num">
                                      <p:cBhvr additive="base">
                                        <p:cTn id="2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6" name="图片 5" descr="R7YD8KVD]4IC0_Q~3(VIGFR"/>
          <p:cNvPicPr>
            <a:picLocks noChangeAspect="1"/>
          </p:cNvPicPr>
          <p:nvPr/>
        </p:nvPicPr>
        <p:blipFill>
          <a:blip r:embed="rId1"/>
          <a:stretch>
            <a:fillRect/>
          </a:stretch>
        </p:blipFill>
        <p:spPr>
          <a:xfrm>
            <a:off x="609600" y="1295400"/>
            <a:ext cx="7945120" cy="4119245"/>
          </a:xfrm>
          <a:prstGeom prst="rect">
            <a:avLst/>
          </a:prstGeom>
        </p:spPr>
      </p:pic>
      <p:grpSp>
        <p:nvGrpSpPr>
          <p:cNvPr id="20" name="组合 19"/>
          <p:cNvGrpSpPr/>
          <p:nvPr/>
        </p:nvGrpSpPr>
        <p:grpSpPr>
          <a:xfrm>
            <a:off x="466090" y="5391150"/>
            <a:ext cx="8202930" cy="1464310"/>
            <a:chOff x="734" y="7530"/>
            <a:chExt cx="12918" cy="2306"/>
          </a:xfrm>
        </p:grpSpPr>
        <p:sp>
          <p:nvSpPr>
            <p:cNvPr id="18" name="Rectangle 3"/>
            <p:cNvSpPr>
              <a:spLocks noGrp="1"/>
            </p:cNvSpPr>
            <p:nvPr/>
          </p:nvSpPr>
          <p:spPr>
            <a:xfrm>
              <a:off x="734" y="7530"/>
              <a:ext cx="12919" cy="2307"/>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当</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时，74LS138禁止译码，</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均为1；当</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时，根据</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2</a:t>
              </a:r>
              <a:r>
                <a:rPr sz="2400" b="1" dirty="0">
                  <a:solidFill>
                    <a:srgbClr val="000066"/>
                  </a:solidFill>
                  <a:latin typeface="Arial" panose="020B0604020202020204" pitchFamily="34" charset="0"/>
                  <a:ea typeface="楷体_GB2312" pitchFamily="49" charset="-122"/>
                  <a:sym typeface="+mn-ea"/>
                </a:rPr>
                <a:t>、</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1</a:t>
              </a:r>
              <a:r>
                <a:rPr sz="2400" b="1" dirty="0">
                  <a:solidFill>
                    <a:srgbClr val="000066"/>
                  </a:solidFill>
                  <a:latin typeface="Arial" panose="020B0604020202020204" pitchFamily="34" charset="0"/>
                  <a:ea typeface="楷体_GB2312" pitchFamily="49" charset="-122"/>
                  <a:sym typeface="+mn-ea"/>
                </a:rPr>
                <a:t>、</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0</a:t>
              </a:r>
              <a:r>
                <a:rPr sz="2400" b="1" dirty="0">
                  <a:solidFill>
                    <a:srgbClr val="000066"/>
                  </a:solidFill>
                  <a:latin typeface="Arial" panose="020B0604020202020204" pitchFamily="34" charset="0"/>
                  <a:ea typeface="楷体_GB2312" pitchFamily="49" charset="-122"/>
                  <a:sym typeface="+mn-ea"/>
                </a:rPr>
                <a:t>的不同取值，在相应的输出端为0，其他输出端均为1。</a:t>
              </a:r>
              <a:endParaRPr sz="2400" b="1" dirty="0">
                <a:solidFill>
                  <a:srgbClr val="000066"/>
                </a:solidFill>
                <a:latin typeface="Arial" panose="020B0604020202020204" pitchFamily="34" charset="0"/>
                <a:ea typeface="楷体_GB2312" pitchFamily="49" charset="-122"/>
                <a:sym typeface="+mn-ea"/>
              </a:endParaRPr>
            </a:p>
          </p:txBody>
        </p:sp>
        <p:graphicFrame>
          <p:nvGraphicFramePr>
            <p:cNvPr id="2" name="对象 -2147481508"/>
            <p:cNvGraphicFramePr>
              <a:graphicFrameLocks noChangeAspect="1"/>
            </p:cNvGraphicFramePr>
            <p:nvPr/>
          </p:nvGraphicFramePr>
          <p:xfrm>
            <a:off x="2280" y="7592"/>
            <a:ext cx="2646" cy="763"/>
          </p:xfrm>
          <a:graphic>
            <a:graphicData uri="http://schemas.openxmlformats.org/presentationml/2006/ole">
              <mc:AlternateContent xmlns:mc="http://schemas.openxmlformats.org/markup-compatibility/2006">
                <mc:Choice xmlns:v="urn:schemas-microsoft-com:vml" Requires="v">
                  <p:oleObj spid="_x0000_s7" name="" r:id="rId2" imgW="748030" imgH="215900" progId="Equation.DSMT4">
                    <p:embed/>
                  </p:oleObj>
                </mc:Choice>
                <mc:Fallback>
                  <p:oleObj name="" r:id="rId2" imgW="748030" imgH="215900" progId="Equation.DSMT4">
                    <p:embed/>
                    <p:pic>
                      <p:nvPicPr>
                        <p:cNvPr id="0" name="图片 6"/>
                        <p:cNvPicPr/>
                        <p:nvPr/>
                      </p:nvPicPr>
                      <p:blipFill>
                        <a:blip r:embed="rId3"/>
                        <a:stretch>
                          <a:fillRect/>
                        </a:stretch>
                      </p:blipFill>
                      <p:spPr>
                        <a:xfrm>
                          <a:off x="2280" y="7592"/>
                          <a:ext cx="2646" cy="763"/>
                        </a:xfrm>
                        <a:prstGeom prst="rect">
                          <a:avLst/>
                        </a:prstGeom>
                        <a:noFill/>
                        <a:ln w="38100">
                          <a:noFill/>
                          <a:miter/>
                        </a:ln>
                      </p:spPr>
                    </p:pic>
                  </p:oleObj>
                </mc:Fallback>
              </mc:AlternateContent>
            </a:graphicData>
          </a:graphic>
        </p:graphicFrame>
        <p:graphicFrame>
          <p:nvGraphicFramePr>
            <p:cNvPr id="3" name="对象 -2147481507"/>
            <p:cNvGraphicFramePr>
              <a:graphicFrameLocks noChangeAspect="1"/>
            </p:cNvGraphicFramePr>
            <p:nvPr/>
          </p:nvGraphicFramePr>
          <p:xfrm>
            <a:off x="10080" y="7560"/>
            <a:ext cx="557" cy="790"/>
          </p:xfrm>
          <a:graphic>
            <a:graphicData uri="http://schemas.openxmlformats.org/presentationml/2006/ole">
              <mc:AlternateContent xmlns:mc="http://schemas.openxmlformats.org/markup-compatibility/2006">
                <mc:Choice xmlns:v="urn:schemas-microsoft-com:vml" Requires="v">
                  <p:oleObj spid="_x0000_s8" name="" r:id="rId4" imgW="152400" imgH="215900" progId="Equation.DSMT4">
                    <p:embed/>
                  </p:oleObj>
                </mc:Choice>
                <mc:Fallback>
                  <p:oleObj name="" r:id="rId4" imgW="152400" imgH="215900" progId="Equation.DSMT4">
                    <p:embed/>
                    <p:pic>
                      <p:nvPicPr>
                        <p:cNvPr id="0" name="图片 7"/>
                        <p:cNvPicPr/>
                        <p:nvPr/>
                      </p:nvPicPr>
                      <p:blipFill>
                        <a:blip r:embed="rId5"/>
                        <a:stretch>
                          <a:fillRect/>
                        </a:stretch>
                      </p:blipFill>
                      <p:spPr>
                        <a:xfrm>
                          <a:off x="10080" y="7560"/>
                          <a:ext cx="557" cy="790"/>
                        </a:xfrm>
                        <a:prstGeom prst="rect">
                          <a:avLst/>
                        </a:prstGeom>
                        <a:noFill/>
                        <a:ln w="38100">
                          <a:noFill/>
                          <a:miter/>
                        </a:ln>
                      </p:spPr>
                    </p:pic>
                  </p:oleObj>
                </mc:Fallback>
              </mc:AlternateContent>
            </a:graphicData>
          </a:graphic>
        </p:graphicFrame>
        <p:graphicFrame>
          <p:nvGraphicFramePr>
            <p:cNvPr id="4" name="对象 -2147481506"/>
            <p:cNvGraphicFramePr>
              <a:graphicFrameLocks noChangeAspect="1"/>
            </p:cNvGraphicFramePr>
            <p:nvPr/>
          </p:nvGraphicFramePr>
          <p:xfrm>
            <a:off x="11160" y="7560"/>
            <a:ext cx="546" cy="774"/>
          </p:xfrm>
          <a:graphic>
            <a:graphicData uri="http://schemas.openxmlformats.org/presentationml/2006/ole">
              <mc:AlternateContent xmlns:mc="http://schemas.openxmlformats.org/markup-compatibility/2006">
                <mc:Choice xmlns:v="urn:schemas-microsoft-com:vml" Requires="v">
                  <p:oleObj spid="_x0000_s17" name="" r:id="rId6" imgW="152400" imgH="215900" progId="Equation.DSMT4">
                    <p:embed/>
                  </p:oleObj>
                </mc:Choice>
                <mc:Fallback>
                  <p:oleObj name="" r:id="rId6" imgW="152400" imgH="215900" progId="Equation.DSMT4">
                    <p:embed/>
                    <p:pic>
                      <p:nvPicPr>
                        <p:cNvPr id="0" name="图片 16"/>
                        <p:cNvPicPr/>
                        <p:nvPr/>
                      </p:nvPicPr>
                      <p:blipFill>
                        <a:blip r:embed="rId7"/>
                        <a:stretch>
                          <a:fillRect/>
                        </a:stretch>
                      </p:blipFill>
                      <p:spPr>
                        <a:xfrm>
                          <a:off x="11160" y="7560"/>
                          <a:ext cx="546" cy="774"/>
                        </a:xfrm>
                        <a:prstGeom prst="rect">
                          <a:avLst/>
                        </a:prstGeom>
                        <a:noFill/>
                        <a:ln w="38100">
                          <a:noFill/>
                          <a:miter/>
                        </a:ln>
                      </p:spPr>
                    </p:pic>
                  </p:oleObj>
                </mc:Fallback>
              </mc:AlternateContent>
            </a:graphicData>
          </a:graphic>
        </p:graphicFrame>
        <p:graphicFrame>
          <p:nvGraphicFramePr>
            <p:cNvPr id="5" name="对象 -2147481505"/>
            <p:cNvGraphicFramePr>
              <a:graphicFrameLocks noChangeAspect="1"/>
            </p:cNvGraphicFramePr>
            <p:nvPr/>
          </p:nvGraphicFramePr>
          <p:xfrm>
            <a:off x="1320" y="8280"/>
            <a:ext cx="2605" cy="751"/>
          </p:xfrm>
          <a:graphic>
            <a:graphicData uri="http://schemas.openxmlformats.org/presentationml/2006/ole">
              <mc:AlternateContent xmlns:mc="http://schemas.openxmlformats.org/markup-compatibility/2006">
                <mc:Choice xmlns:v="urn:schemas-microsoft-com:vml" Requires="v">
                  <p:oleObj spid="_x0000_s19" name="" r:id="rId8" imgW="748030" imgH="215900" progId="Equation.DSMT4">
                    <p:embed/>
                  </p:oleObj>
                </mc:Choice>
                <mc:Fallback>
                  <p:oleObj name="" r:id="rId8" imgW="748030" imgH="215900" progId="Equation.DSMT4">
                    <p:embed/>
                    <p:pic>
                      <p:nvPicPr>
                        <p:cNvPr id="0" name="图片 18"/>
                        <p:cNvPicPr/>
                        <p:nvPr/>
                      </p:nvPicPr>
                      <p:blipFill>
                        <a:blip r:embed="rId9"/>
                        <a:stretch>
                          <a:fillRect/>
                        </a:stretch>
                      </p:blipFill>
                      <p:spPr>
                        <a:xfrm>
                          <a:off x="1320" y="8280"/>
                          <a:ext cx="2605" cy="751"/>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8" name="Rectangle 3"/>
          <p:cNvSpPr>
            <a:spLocks noGrp="1"/>
          </p:cNvSpPr>
          <p:nvPr/>
        </p:nvSpPr>
        <p:spPr>
          <a:xfrm>
            <a:off x="533400" y="1447800"/>
            <a:ext cx="8203565" cy="9105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根据74LS138译码器的输出端逻辑表达式，当</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时，可得</a:t>
            </a:r>
            <a:endParaRPr sz="2400" b="1" dirty="0">
              <a:solidFill>
                <a:srgbClr val="000066"/>
              </a:solidFill>
              <a:latin typeface="Arial" panose="020B0604020202020204" pitchFamily="34" charset="0"/>
              <a:ea typeface="楷体_GB2312" pitchFamily="49" charset="-122"/>
              <a:sym typeface="+mn-ea"/>
            </a:endParaRPr>
          </a:p>
        </p:txBody>
      </p:sp>
      <p:graphicFrame>
        <p:nvGraphicFramePr>
          <p:cNvPr id="2" name="对象 -2147481490"/>
          <p:cNvGraphicFramePr>
            <a:graphicFrameLocks noChangeAspect="1"/>
          </p:cNvGraphicFramePr>
          <p:nvPr/>
        </p:nvGraphicFramePr>
        <p:xfrm>
          <a:off x="7377430" y="1565910"/>
          <a:ext cx="725805" cy="332740"/>
        </p:xfrm>
        <a:graphic>
          <a:graphicData uri="http://schemas.openxmlformats.org/presentationml/2006/ole">
            <mc:AlternateContent xmlns:mc="http://schemas.openxmlformats.org/markup-compatibility/2006">
              <mc:Choice xmlns:v="urn:schemas-microsoft-com:vml" Requires="v">
                <p:oleObj spid="_x0000_s3076" name="" r:id="rId1" imgW="304800" imgH="139700" progId="Equation.DSMT4">
                  <p:embed/>
                </p:oleObj>
              </mc:Choice>
              <mc:Fallback>
                <p:oleObj name="" r:id="rId1" imgW="304800" imgH="139700" progId="Equation.DSMT4">
                  <p:embed/>
                  <p:pic>
                    <p:nvPicPr>
                      <p:cNvPr id="0" name="图片 3075"/>
                      <p:cNvPicPr/>
                      <p:nvPr/>
                    </p:nvPicPr>
                    <p:blipFill>
                      <a:blip r:embed="rId2"/>
                      <a:stretch>
                        <a:fillRect/>
                      </a:stretch>
                    </p:blipFill>
                    <p:spPr>
                      <a:xfrm>
                        <a:off x="7377430" y="1565910"/>
                        <a:ext cx="725805" cy="332740"/>
                      </a:xfrm>
                      <a:prstGeom prst="rect">
                        <a:avLst/>
                      </a:prstGeom>
                      <a:noFill/>
                      <a:ln w="38100">
                        <a:noFill/>
                        <a:miter/>
                      </a:ln>
                    </p:spPr>
                  </p:pic>
                </p:oleObj>
              </mc:Fallback>
            </mc:AlternateContent>
          </a:graphicData>
        </a:graphic>
      </p:graphicFrame>
      <p:graphicFrame>
        <p:nvGraphicFramePr>
          <p:cNvPr id="3" name="对象 -2147481489"/>
          <p:cNvGraphicFramePr>
            <a:graphicFrameLocks noChangeAspect="1"/>
          </p:cNvGraphicFramePr>
          <p:nvPr/>
        </p:nvGraphicFramePr>
        <p:xfrm>
          <a:off x="990600" y="2514600"/>
          <a:ext cx="1867535" cy="509905"/>
        </p:xfrm>
        <a:graphic>
          <a:graphicData uri="http://schemas.openxmlformats.org/presentationml/2006/ole">
            <mc:AlternateContent xmlns:mc="http://schemas.openxmlformats.org/markup-compatibility/2006">
              <mc:Choice xmlns:v="urn:schemas-microsoft-com:vml" Requires="v">
                <p:oleObj spid="_x0000_s9" name="" r:id="rId3" imgW="939165" imgH="254000" progId="Equation.DSMT4">
                  <p:embed/>
                </p:oleObj>
              </mc:Choice>
              <mc:Fallback>
                <p:oleObj name="" r:id="rId3" imgW="939165" imgH="254000" progId="Equation.DSMT4">
                  <p:embed/>
                  <p:pic>
                    <p:nvPicPr>
                      <p:cNvPr id="0" name="图片 8"/>
                      <p:cNvPicPr/>
                      <p:nvPr/>
                    </p:nvPicPr>
                    <p:blipFill>
                      <a:blip r:embed="rId4"/>
                      <a:stretch>
                        <a:fillRect/>
                      </a:stretch>
                    </p:blipFill>
                    <p:spPr>
                      <a:xfrm>
                        <a:off x="990600" y="2514600"/>
                        <a:ext cx="1867535" cy="509905"/>
                      </a:xfrm>
                      <a:prstGeom prst="rect">
                        <a:avLst/>
                      </a:prstGeom>
                      <a:noFill/>
                      <a:ln w="38100">
                        <a:noFill/>
                        <a:miter/>
                      </a:ln>
                    </p:spPr>
                  </p:pic>
                </p:oleObj>
              </mc:Fallback>
            </mc:AlternateContent>
          </a:graphicData>
        </a:graphic>
      </p:graphicFrame>
      <p:graphicFrame>
        <p:nvGraphicFramePr>
          <p:cNvPr id="4" name="对象 -2147481488"/>
          <p:cNvGraphicFramePr>
            <a:graphicFrameLocks noChangeAspect="1"/>
          </p:cNvGraphicFramePr>
          <p:nvPr/>
        </p:nvGraphicFramePr>
        <p:xfrm>
          <a:off x="2895600" y="2514600"/>
          <a:ext cx="1864360" cy="511810"/>
        </p:xfrm>
        <a:graphic>
          <a:graphicData uri="http://schemas.openxmlformats.org/presentationml/2006/ole">
            <mc:AlternateContent xmlns:mc="http://schemas.openxmlformats.org/markup-compatibility/2006">
              <mc:Choice xmlns:v="urn:schemas-microsoft-com:vml" Requires="v">
                <p:oleObj spid="_x0000_s10" name="" r:id="rId5" imgW="939165" imgH="254000" progId="Equation.DSMT4">
                  <p:embed/>
                </p:oleObj>
              </mc:Choice>
              <mc:Fallback>
                <p:oleObj name="" r:id="rId5" imgW="939165" imgH="254000" progId="Equation.DSMT4">
                  <p:embed/>
                  <p:pic>
                    <p:nvPicPr>
                      <p:cNvPr id="0" name="图片 9"/>
                      <p:cNvPicPr/>
                      <p:nvPr/>
                    </p:nvPicPr>
                    <p:blipFill>
                      <a:blip r:embed="rId6"/>
                      <a:stretch>
                        <a:fillRect/>
                      </a:stretch>
                    </p:blipFill>
                    <p:spPr>
                      <a:xfrm>
                        <a:off x="2895600" y="2514600"/>
                        <a:ext cx="1864360" cy="511810"/>
                      </a:xfrm>
                      <a:prstGeom prst="rect">
                        <a:avLst/>
                      </a:prstGeom>
                      <a:noFill/>
                      <a:ln w="38100">
                        <a:noFill/>
                        <a:miter/>
                      </a:ln>
                    </p:spPr>
                  </p:pic>
                </p:oleObj>
              </mc:Fallback>
            </mc:AlternateContent>
          </a:graphicData>
        </a:graphic>
      </p:graphicFrame>
      <p:graphicFrame>
        <p:nvGraphicFramePr>
          <p:cNvPr id="5" name="对象 -2147481487"/>
          <p:cNvGraphicFramePr>
            <a:graphicFrameLocks noChangeAspect="1"/>
          </p:cNvGraphicFramePr>
          <p:nvPr/>
        </p:nvGraphicFramePr>
        <p:xfrm>
          <a:off x="4800600" y="2514600"/>
          <a:ext cx="1927860" cy="526415"/>
        </p:xfrm>
        <a:graphic>
          <a:graphicData uri="http://schemas.openxmlformats.org/presentationml/2006/ole">
            <mc:AlternateContent xmlns:mc="http://schemas.openxmlformats.org/markup-compatibility/2006">
              <mc:Choice xmlns:v="urn:schemas-microsoft-com:vml" Requires="v">
                <p:oleObj spid="_x0000_s11" name="" r:id="rId7" imgW="939165" imgH="254000" progId="Equation.DSMT4">
                  <p:embed/>
                </p:oleObj>
              </mc:Choice>
              <mc:Fallback>
                <p:oleObj name="" r:id="rId7" imgW="939165" imgH="254000" progId="Equation.DSMT4">
                  <p:embed/>
                  <p:pic>
                    <p:nvPicPr>
                      <p:cNvPr id="0" name="图片 10"/>
                      <p:cNvPicPr/>
                      <p:nvPr/>
                    </p:nvPicPr>
                    <p:blipFill>
                      <a:blip r:embed="rId8"/>
                      <a:stretch>
                        <a:fillRect/>
                      </a:stretch>
                    </p:blipFill>
                    <p:spPr>
                      <a:xfrm>
                        <a:off x="4800600" y="2514600"/>
                        <a:ext cx="1927860" cy="526415"/>
                      </a:xfrm>
                      <a:prstGeom prst="rect">
                        <a:avLst/>
                      </a:prstGeom>
                      <a:noFill/>
                      <a:ln w="38100">
                        <a:noFill/>
                        <a:miter/>
                      </a:ln>
                    </p:spPr>
                  </p:pic>
                </p:oleObj>
              </mc:Fallback>
            </mc:AlternateContent>
          </a:graphicData>
        </a:graphic>
      </p:graphicFrame>
      <p:graphicFrame>
        <p:nvGraphicFramePr>
          <p:cNvPr id="6" name="对象 -2147481486"/>
          <p:cNvGraphicFramePr>
            <a:graphicFrameLocks noChangeAspect="1"/>
          </p:cNvGraphicFramePr>
          <p:nvPr/>
        </p:nvGraphicFramePr>
        <p:xfrm>
          <a:off x="6781800" y="2494280"/>
          <a:ext cx="1856105" cy="524510"/>
        </p:xfrm>
        <a:graphic>
          <a:graphicData uri="http://schemas.openxmlformats.org/presentationml/2006/ole">
            <mc:AlternateContent xmlns:mc="http://schemas.openxmlformats.org/markup-compatibility/2006">
              <mc:Choice xmlns:v="urn:schemas-microsoft-com:vml" Requires="v">
                <p:oleObj spid="_x0000_s12" name="" r:id="rId9" imgW="913765" imgH="254000" progId="Equation.DSMT4">
                  <p:embed/>
                </p:oleObj>
              </mc:Choice>
              <mc:Fallback>
                <p:oleObj name="" r:id="rId9" imgW="913765" imgH="254000" progId="Equation.DSMT4">
                  <p:embed/>
                  <p:pic>
                    <p:nvPicPr>
                      <p:cNvPr id="0" name="图片 11"/>
                      <p:cNvPicPr/>
                      <p:nvPr/>
                    </p:nvPicPr>
                    <p:blipFill>
                      <a:blip r:embed="rId10"/>
                      <a:stretch>
                        <a:fillRect/>
                      </a:stretch>
                    </p:blipFill>
                    <p:spPr>
                      <a:xfrm>
                        <a:off x="6781800" y="2494280"/>
                        <a:ext cx="1856105" cy="524510"/>
                      </a:xfrm>
                      <a:prstGeom prst="rect">
                        <a:avLst/>
                      </a:prstGeom>
                      <a:noFill/>
                      <a:ln w="38100">
                        <a:noFill/>
                        <a:miter/>
                      </a:ln>
                    </p:spPr>
                  </p:pic>
                </p:oleObj>
              </mc:Fallback>
            </mc:AlternateContent>
          </a:graphicData>
        </a:graphic>
      </p:graphicFrame>
      <p:graphicFrame>
        <p:nvGraphicFramePr>
          <p:cNvPr id="7" name="对象 -2147479975"/>
          <p:cNvGraphicFramePr>
            <a:graphicFrameLocks noChangeAspect="1"/>
          </p:cNvGraphicFramePr>
          <p:nvPr/>
        </p:nvGraphicFramePr>
        <p:xfrm>
          <a:off x="990600" y="3200400"/>
          <a:ext cx="1862455" cy="508635"/>
        </p:xfrm>
        <a:graphic>
          <a:graphicData uri="http://schemas.openxmlformats.org/presentationml/2006/ole">
            <mc:AlternateContent xmlns:mc="http://schemas.openxmlformats.org/markup-compatibility/2006">
              <mc:Choice xmlns:v="urn:schemas-microsoft-com:vml" Requires="v">
                <p:oleObj spid="_x0000_s13" name="" r:id="rId11" imgW="939165" imgH="254000" progId="Equation.DSMT4">
                  <p:embed/>
                </p:oleObj>
              </mc:Choice>
              <mc:Fallback>
                <p:oleObj name="" r:id="rId11" imgW="939165" imgH="254000" progId="Equation.DSMT4">
                  <p:embed/>
                  <p:pic>
                    <p:nvPicPr>
                      <p:cNvPr id="0" name="图片 12"/>
                      <p:cNvPicPr/>
                      <p:nvPr/>
                    </p:nvPicPr>
                    <p:blipFill>
                      <a:blip r:embed="rId12"/>
                      <a:stretch>
                        <a:fillRect/>
                      </a:stretch>
                    </p:blipFill>
                    <p:spPr>
                      <a:xfrm>
                        <a:off x="990600" y="3200400"/>
                        <a:ext cx="1862455" cy="508635"/>
                      </a:xfrm>
                      <a:prstGeom prst="rect">
                        <a:avLst/>
                      </a:prstGeom>
                      <a:noFill/>
                      <a:ln w="38100">
                        <a:noFill/>
                        <a:miter/>
                      </a:ln>
                    </p:spPr>
                  </p:pic>
                </p:oleObj>
              </mc:Fallback>
            </mc:AlternateContent>
          </a:graphicData>
        </a:graphic>
      </p:graphicFrame>
      <p:graphicFrame>
        <p:nvGraphicFramePr>
          <p:cNvPr id="8" name="对象 -2147481484"/>
          <p:cNvGraphicFramePr>
            <a:graphicFrameLocks noChangeAspect="1"/>
          </p:cNvGraphicFramePr>
          <p:nvPr/>
        </p:nvGraphicFramePr>
        <p:xfrm>
          <a:off x="2971800" y="3220720"/>
          <a:ext cx="1806575" cy="502285"/>
        </p:xfrm>
        <a:graphic>
          <a:graphicData uri="http://schemas.openxmlformats.org/presentationml/2006/ole">
            <mc:AlternateContent xmlns:mc="http://schemas.openxmlformats.org/markup-compatibility/2006">
              <mc:Choice xmlns:v="urn:schemas-microsoft-com:vml" Requires="v">
                <p:oleObj spid="_x0000_s14" name="" r:id="rId13" imgW="926465" imgH="254000" progId="Equation.DSMT4">
                  <p:embed/>
                </p:oleObj>
              </mc:Choice>
              <mc:Fallback>
                <p:oleObj name="" r:id="rId13" imgW="926465" imgH="254000" progId="Equation.DSMT4">
                  <p:embed/>
                  <p:pic>
                    <p:nvPicPr>
                      <p:cNvPr id="0" name="图片 13"/>
                      <p:cNvPicPr/>
                      <p:nvPr/>
                    </p:nvPicPr>
                    <p:blipFill>
                      <a:blip r:embed="rId14"/>
                      <a:stretch>
                        <a:fillRect/>
                      </a:stretch>
                    </p:blipFill>
                    <p:spPr>
                      <a:xfrm>
                        <a:off x="2971800" y="3220720"/>
                        <a:ext cx="1806575" cy="502285"/>
                      </a:xfrm>
                      <a:prstGeom prst="rect">
                        <a:avLst/>
                      </a:prstGeom>
                      <a:noFill/>
                      <a:ln w="38100">
                        <a:noFill/>
                        <a:miter/>
                      </a:ln>
                    </p:spPr>
                  </p:pic>
                </p:oleObj>
              </mc:Fallback>
            </mc:AlternateContent>
          </a:graphicData>
        </a:graphic>
      </p:graphicFrame>
      <p:graphicFrame>
        <p:nvGraphicFramePr>
          <p:cNvPr id="15" name="对象 -2147481483"/>
          <p:cNvGraphicFramePr>
            <a:graphicFrameLocks noChangeAspect="1"/>
          </p:cNvGraphicFramePr>
          <p:nvPr/>
        </p:nvGraphicFramePr>
        <p:xfrm>
          <a:off x="4800600" y="3192780"/>
          <a:ext cx="1870075" cy="520065"/>
        </p:xfrm>
        <a:graphic>
          <a:graphicData uri="http://schemas.openxmlformats.org/presentationml/2006/ole">
            <mc:AlternateContent xmlns:mc="http://schemas.openxmlformats.org/markup-compatibility/2006">
              <mc:Choice xmlns:v="urn:schemas-microsoft-com:vml" Requires="v">
                <p:oleObj spid="_x0000_s16" name="" r:id="rId15" imgW="926465" imgH="254000" progId="Equation.DSMT4">
                  <p:embed/>
                </p:oleObj>
              </mc:Choice>
              <mc:Fallback>
                <p:oleObj name="" r:id="rId15" imgW="926465" imgH="254000" progId="Equation.DSMT4">
                  <p:embed/>
                  <p:pic>
                    <p:nvPicPr>
                      <p:cNvPr id="0" name="图片 14"/>
                      <p:cNvPicPr/>
                      <p:nvPr/>
                    </p:nvPicPr>
                    <p:blipFill>
                      <a:blip r:embed="rId16"/>
                      <a:stretch>
                        <a:fillRect/>
                      </a:stretch>
                    </p:blipFill>
                    <p:spPr>
                      <a:xfrm>
                        <a:off x="4800600" y="3192780"/>
                        <a:ext cx="1870075" cy="520065"/>
                      </a:xfrm>
                      <a:prstGeom prst="rect">
                        <a:avLst/>
                      </a:prstGeom>
                      <a:noFill/>
                      <a:ln w="38100">
                        <a:noFill/>
                        <a:miter/>
                      </a:ln>
                    </p:spPr>
                  </p:pic>
                </p:oleObj>
              </mc:Fallback>
            </mc:AlternateContent>
          </a:graphicData>
        </a:graphic>
      </p:graphicFrame>
      <p:graphicFrame>
        <p:nvGraphicFramePr>
          <p:cNvPr id="17" name="对象 -2147481482"/>
          <p:cNvGraphicFramePr>
            <a:graphicFrameLocks noChangeAspect="1"/>
          </p:cNvGraphicFramePr>
          <p:nvPr/>
        </p:nvGraphicFramePr>
        <p:xfrm>
          <a:off x="6781800" y="3276600"/>
          <a:ext cx="1677035" cy="444500"/>
        </p:xfrm>
        <a:graphic>
          <a:graphicData uri="http://schemas.openxmlformats.org/presentationml/2006/ole">
            <mc:AlternateContent xmlns:mc="http://schemas.openxmlformats.org/markup-compatibility/2006">
              <mc:Choice xmlns:v="urn:schemas-microsoft-com:vml" Requires="v">
                <p:oleObj spid="_x0000_s19" name="" r:id="rId17" imgW="925830" imgH="215900" progId="Equation.DSMT4">
                  <p:embed/>
                </p:oleObj>
              </mc:Choice>
              <mc:Fallback>
                <p:oleObj name="" r:id="rId17" imgW="925830" imgH="215900" progId="Equation.DSMT4">
                  <p:embed/>
                  <p:pic>
                    <p:nvPicPr>
                      <p:cNvPr id="0" name="图片 15"/>
                      <p:cNvPicPr/>
                      <p:nvPr/>
                    </p:nvPicPr>
                    <p:blipFill>
                      <a:blip r:embed="rId18"/>
                      <a:stretch>
                        <a:fillRect/>
                      </a:stretch>
                    </p:blipFill>
                    <p:spPr>
                      <a:xfrm>
                        <a:off x="6781800" y="3276600"/>
                        <a:ext cx="1677035" cy="444500"/>
                      </a:xfrm>
                      <a:prstGeom prst="rect">
                        <a:avLst/>
                      </a:prstGeom>
                      <a:noFill/>
                      <a:ln w="38100">
                        <a:noFill/>
                        <a:miter/>
                      </a:ln>
                    </p:spPr>
                  </p:pic>
                </p:oleObj>
              </mc:Fallback>
            </mc:AlternateContent>
          </a:graphicData>
        </a:graphic>
      </p:graphicFrame>
      <p:sp>
        <p:nvSpPr>
          <p:cNvPr id="21" name="Rectangle 3"/>
          <p:cNvSpPr>
            <a:spLocks noGrp="1"/>
          </p:cNvSpPr>
          <p:nvPr/>
        </p:nvSpPr>
        <p:spPr>
          <a:xfrm>
            <a:off x="535940" y="3860800"/>
            <a:ext cx="8203565" cy="14097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因此，在使能信号都有效时，译码器的各输出端是相应的最小项非运算的结果。利用这一特点，可用译码器来产生所需的逻辑函数。</a:t>
            </a:r>
            <a:endParaRPr sz="2400" b="1" dirty="0">
              <a:solidFill>
                <a:srgbClr val="000066"/>
              </a:solidFill>
              <a:latin typeface="Arial" panose="020B0604020202020204" pitchFamily="34" charset="0"/>
              <a:ea typeface="楷体_GB2312"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500" fill="hold">
                                          <p:stCondLst>
                                            <p:cond delay="0"/>
                                          </p:stCondLst>
                                        </p:cTn>
                                        <p:tgtEl>
                                          <p:spTgt spid="4"/>
                                        </p:tgtEl>
                                        <p:attrNameLst>
                                          <p:attrName>style.visibility</p:attrName>
                                        </p:attrNameLst>
                                      </p:cBhvr>
                                      <p:to>
                                        <p:strVal val="visible"/>
                                      </p:to>
                                    </p:set>
                                    <p:animEffect transition="in" filter="wheel(1)">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5"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20" dur="1000" fill="hold"/>
                                        <p:tgtEl>
                                          <p:spTgt spid="5"/>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5"/>
                                        </p:tgtEl>
                                      </p:cBhvr>
                                    </p:animEffect>
                                  </p:childTnLst>
                                </p:cTn>
                              </p:par>
                              <p:par>
                                <p:cTn id="25" presetID="25"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28"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29"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30" dur="1000" fill="hold"/>
                                        <p:tgtEl>
                                          <p:spTgt spid="6"/>
                                        </p:tgtEl>
                                        <p:attrNameLst>
                                          <p:attrName>ppt_h</p:attrName>
                                        </p:attrNameLst>
                                      </p:cBhvr>
                                      <p:tavLst>
                                        <p:tav tm="0">
                                          <p:val>
                                            <p:strVal val="#ppt_h"/>
                                          </p:val>
                                        </p:tav>
                                        <p:tav tm="100000">
                                          <p:val>
                                            <p:strVal val="#ppt_h"/>
                                          </p:val>
                                        </p:tav>
                                      </p:tavLst>
                                    </p:anim>
                                    <p:anim calcmode="lin" valueType="num">
                                      <p:cBhvr>
                                        <p:cTn id="31"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32"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33"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34" dur="1000" decel="50000">
                                          <p:stCondLst>
                                            <p:cond delay="0"/>
                                          </p:stCondLst>
                                        </p:cTn>
                                        <p:tgtEl>
                                          <p:spTgt spid="6"/>
                                        </p:tgtEl>
                                      </p:cBhvr>
                                    </p:animEffect>
                                  </p:childTnLst>
                                </p:cTn>
                              </p:par>
                              <p:par>
                                <p:cTn id="35" presetID="25"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38"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39"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40" dur="1000" fill="hold"/>
                                        <p:tgtEl>
                                          <p:spTgt spid="7"/>
                                        </p:tgtEl>
                                        <p:attrNameLst>
                                          <p:attrName>ppt_h</p:attrName>
                                        </p:attrNameLst>
                                      </p:cBhvr>
                                      <p:tavLst>
                                        <p:tav tm="0">
                                          <p:val>
                                            <p:strVal val="#ppt_h"/>
                                          </p:val>
                                        </p:tav>
                                        <p:tav tm="100000">
                                          <p:val>
                                            <p:strVal val="#ppt_h"/>
                                          </p:val>
                                        </p:tav>
                                      </p:tavLst>
                                    </p:anim>
                                    <p:anim calcmode="lin" valueType="num">
                                      <p:cBhvr>
                                        <p:cTn id="41"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42"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43"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44" dur="1000" decel="50000">
                                          <p:stCondLst>
                                            <p:cond delay="0"/>
                                          </p:stCondLst>
                                        </p:cTn>
                                        <p:tgtEl>
                                          <p:spTgt spid="7"/>
                                        </p:tgtEl>
                                      </p:cBhvr>
                                    </p:animEffect>
                                  </p:childTnLst>
                                </p:cTn>
                              </p:par>
                              <p:par>
                                <p:cTn id="45" presetID="25" presetClass="entr" presetSubtype="0" fill="hold" nodeType="with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p:cTn id="47"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48"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49"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50" dur="1000" fill="hold"/>
                                        <p:tgtEl>
                                          <p:spTgt spid="8"/>
                                        </p:tgtEl>
                                        <p:attrNameLst>
                                          <p:attrName>ppt_h</p:attrName>
                                        </p:attrNameLst>
                                      </p:cBhvr>
                                      <p:tavLst>
                                        <p:tav tm="0">
                                          <p:val>
                                            <p:strVal val="#ppt_h"/>
                                          </p:val>
                                        </p:tav>
                                        <p:tav tm="100000">
                                          <p:val>
                                            <p:strVal val="#ppt_h"/>
                                          </p:val>
                                        </p:tav>
                                      </p:tavLst>
                                    </p:anim>
                                    <p:anim calcmode="lin" valueType="num">
                                      <p:cBhvr>
                                        <p:cTn id="51"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52"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53"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54" dur="1000" decel="50000">
                                          <p:stCondLst>
                                            <p:cond delay="0"/>
                                          </p:stCondLst>
                                        </p:cTn>
                                        <p:tgtEl>
                                          <p:spTgt spid="8"/>
                                        </p:tgtEl>
                                      </p:cBhvr>
                                    </p:animEffect>
                                  </p:childTnLst>
                                </p:cTn>
                              </p:par>
                              <p:par>
                                <p:cTn id="55" presetID="25" presetClass="entr" presetSubtype="0" fill="hold"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p:cTn id="57" dur="500"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58" dur="500"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59" dur="500" accel="50000" fill="hold">
                                          <p:stCondLst>
                                            <p:cond delay="500"/>
                                          </p:stCondLst>
                                        </p:cTn>
                                        <p:tgtEl>
                                          <p:spTgt spid="15"/>
                                        </p:tgtEl>
                                        <p:attrNameLst>
                                          <p:attrName>ppt_w</p:attrName>
                                        </p:attrNameLst>
                                      </p:cBhvr>
                                      <p:tavLst>
                                        <p:tav tm="0">
                                          <p:val>
                                            <p:strVal val="#ppt_w*.05"/>
                                          </p:val>
                                        </p:tav>
                                        <p:tav tm="100000">
                                          <p:val>
                                            <p:strVal val="#ppt_w"/>
                                          </p:val>
                                        </p:tav>
                                      </p:tavLst>
                                    </p:anim>
                                    <p:anim calcmode="lin" valueType="num">
                                      <p:cBhvr>
                                        <p:cTn id="60" dur="1000" fill="hold"/>
                                        <p:tgtEl>
                                          <p:spTgt spid="15"/>
                                        </p:tgtEl>
                                        <p:attrNameLst>
                                          <p:attrName>ppt_h</p:attrName>
                                        </p:attrNameLst>
                                      </p:cBhvr>
                                      <p:tavLst>
                                        <p:tav tm="0">
                                          <p:val>
                                            <p:strVal val="#ppt_h"/>
                                          </p:val>
                                        </p:tav>
                                        <p:tav tm="100000">
                                          <p:val>
                                            <p:strVal val="#ppt_h"/>
                                          </p:val>
                                        </p:tav>
                                      </p:tavLst>
                                    </p:anim>
                                    <p:anim calcmode="lin" valueType="num">
                                      <p:cBhvr>
                                        <p:cTn id="61" dur="500"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62" dur="500"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63" dur="500" accel="50000" fill="hold">
                                          <p:stCondLst>
                                            <p:cond delay="500"/>
                                          </p:stCondLst>
                                        </p:cTn>
                                        <p:tgtEl>
                                          <p:spTgt spid="15"/>
                                        </p:tgtEl>
                                        <p:attrNameLst>
                                          <p:attrName>ppt_y</p:attrName>
                                        </p:attrNameLst>
                                      </p:cBhvr>
                                      <p:tavLst>
                                        <p:tav tm="0">
                                          <p:val>
                                            <p:strVal val="#ppt_y+.1"/>
                                          </p:val>
                                        </p:tav>
                                        <p:tav tm="100000">
                                          <p:val>
                                            <p:strVal val="#ppt_y"/>
                                          </p:val>
                                        </p:tav>
                                      </p:tavLst>
                                    </p:anim>
                                    <p:animEffect transition="in" filter="fade">
                                      <p:cBhvr>
                                        <p:cTn id="64" dur="1000" decel="50000">
                                          <p:stCondLst>
                                            <p:cond delay="0"/>
                                          </p:stCondLst>
                                        </p:cTn>
                                        <p:tgtEl>
                                          <p:spTgt spid="15"/>
                                        </p:tgtEl>
                                      </p:cBhvr>
                                    </p:animEffect>
                                  </p:childTnLst>
                                </p:cTn>
                              </p:par>
                              <p:par>
                                <p:cTn id="65" presetID="25" presetClass="entr" presetSubtype="0"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p:cTn id="67" dur="50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68" dur="50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69" dur="500" accel="50000" fill="hold">
                                          <p:stCondLst>
                                            <p:cond delay="500"/>
                                          </p:stCondLst>
                                        </p:cTn>
                                        <p:tgtEl>
                                          <p:spTgt spid="17"/>
                                        </p:tgtEl>
                                        <p:attrNameLst>
                                          <p:attrName>ppt_w</p:attrName>
                                        </p:attrNameLst>
                                      </p:cBhvr>
                                      <p:tavLst>
                                        <p:tav tm="0">
                                          <p:val>
                                            <p:strVal val="#ppt_w*.05"/>
                                          </p:val>
                                        </p:tav>
                                        <p:tav tm="100000">
                                          <p:val>
                                            <p:strVal val="#ppt_w"/>
                                          </p:val>
                                        </p:tav>
                                      </p:tavLst>
                                    </p:anim>
                                    <p:anim calcmode="lin" valueType="num">
                                      <p:cBhvr>
                                        <p:cTn id="70" dur="1000" fill="hold"/>
                                        <p:tgtEl>
                                          <p:spTgt spid="17"/>
                                        </p:tgtEl>
                                        <p:attrNameLst>
                                          <p:attrName>ppt_h</p:attrName>
                                        </p:attrNameLst>
                                      </p:cBhvr>
                                      <p:tavLst>
                                        <p:tav tm="0">
                                          <p:val>
                                            <p:strVal val="#ppt_h"/>
                                          </p:val>
                                        </p:tav>
                                        <p:tav tm="100000">
                                          <p:val>
                                            <p:strVal val="#ppt_h"/>
                                          </p:val>
                                        </p:tav>
                                      </p:tavLst>
                                    </p:anim>
                                    <p:anim calcmode="lin" valueType="num">
                                      <p:cBhvr>
                                        <p:cTn id="71" dur="50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72" dur="50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73" dur="500" accel="50000" fill="hold">
                                          <p:stCondLst>
                                            <p:cond delay="500"/>
                                          </p:stCondLst>
                                        </p:cTn>
                                        <p:tgtEl>
                                          <p:spTgt spid="17"/>
                                        </p:tgtEl>
                                        <p:attrNameLst>
                                          <p:attrName>ppt_y</p:attrName>
                                        </p:attrNameLst>
                                      </p:cBhvr>
                                      <p:tavLst>
                                        <p:tav tm="0">
                                          <p:val>
                                            <p:strVal val="#ppt_y+.1"/>
                                          </p:val>
                                        </p:tav>
                                        <p:tav tm="100000">
                                          <p:val>
                                            <p:strVal val="#ppt_y"/>
                                          </p:val>
                                        </p:tav>
                                      </p:tavLst>
                                    </p:anim>
                                    <p:animEffect transition="in" filter="fade">
                                      <p:cBhvr>
                                        <p:cTn id="74" dur="1000" decel="50000">
                                          <p:stCondLst>
                                            <p:cond delay="0"/>
                                          </p:stCondLst>
                                        </p:cTn>
                                        <p:tgtEl>
                                          <p:spTgt spid="17"/>
                                        </p:tgtEl>
                                      </p:cBhvr>
                                    </p:animEffect>
                                  </p:childTnLst>
                                </p:cTn>
                              </p:par>
                            </p:childTnLst>
                          </p:cTn>
                        </p:par>
                      </p:childTnLst>
                    </p:cTn>
                  </p:par>
                  <p:par>
                    <p:cTn id="75" fill="hold">
                      <p:stCondLst>
                        <p:cond delay="indefinite"/>
                      </p:stCondLst>
                      <p:childTnLst>
                        <p:par>
                          <p:cTn id="76" fill="hold">
                            <p:stCondLst>
                              <p:cond delay="0"/>
                            </p:stCondLst>
                            <p:childTnLst>
                              <p:par>
                                <p:cTn id="77" presetID="49" presetClass="entr" presetSubtype="0" decel="10000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p:cTn id="79" dur="500" fill="hold"/>
                                        <p:tgtEl>
                                          <p:spTgt spid="21"/>
                                        </p:tgtEl>
                                        <p:attrNameLst>
                                          <p:attrName>ppt_w</p:attrName>
                                        </p:attrNameLst>
                                      </p:cBhvr>
                                      <p:tavLst>
                                        <p:tav tm="0">
                                          <p:val>
                                            <p:fltVal val="0"/>
                                          </p:val>
                                        </p:tav>
                                        <p:tav tm="100000">
                                          <p:val>
                                            <p:strVal val="#ppt_w"/>
                                          </p:val>
                                        </p:tav>
                                      </p:tavLst>
                                    </p:anim>
                                    <p:anim calcmode="lin" valueType="num">
                                      <p:cBhvr>
                                        <p:cTn id="80" dur="500" fill="hold"/>
                                        <p:tgtEl>
                                          <p:spTgt spid="21"/>
                                        </p:tgtEl>
                                        <p:attrNameLst>
                                          <p:attrName>ppt_h</p:attrName>
                                        </p:attrNameLst>
                                      </p:cBhvr>
                                      <p:tavLst>
                                        <p:tav tm="0">
                                          <p:val>
                                            <p:fltVal val="0"/>
                                          </p:val>
                                        </p:tav>
                                        <p:tav tm="100000">
                                          <p:val>
                                            <p:strVal val="#ppt_h"/>
                                          </p:val>
                                        </p:tav>
                                      </p:tavLst>
                                    </p:anim>
                                    <p:anim calcmode="lin" valueType="num">
                                      <p:cBhvr>
                                        <p:cTn id="81" dur="500" fill="hold"/>
                                        <p:tgtEl>
                                          <p:spTgt spid="21"/>
                                        </p:tgtEl>
                                        <p:attrNameLst>
                                          <p:attrName>style.rotation</p:attrName>
                                        </p:attrNameLst>
                                      </p:cBhvr>
                                      <p:tavLst>
                                        <p:tav tm="0">
                                          <p:val>
                                            <p:fltVal val="360"/>
                                          </p:val>
                                        </p:tav>
                                        <p:tav tm="100000">
                                          <p:val>
                                            <p:fltVal val="0"/>
                                          </p:val>
                                        </p:tav>
                                      </p:tavLst>
                                    </p:anim>
                                    <p:animEffect transition="in" filter="fade">
                                      <p:cBhvr>
                                        <p:cTn id="8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21" name="Rectangle 3"/>
          <p:cNvSpPr>
            <a:spLocks noGrp="1"/>
          </p:cNvSpPr>
          <p:nvPr/>
        </p:nvSpPr>
        <p:spPr>
          <a:xfrm>
            <a:off x="685800" y="2133600"/>
            <a:ext cx="8203565" cy="4889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解：将逻辑函数变换成为最小项之和的形式为</a:t>
            </a:r>
            <a:endParaRPr sz="2400" b="1" dirty="0">
              <a:solidFill>
                <a:srgbClr val="000066"/>
              </a:solidFill>
              <a:latin typeface="Arial" panose="020B0604020202020204" pitchFamily="34" charset="0"/>
              <a:ea typeface="楷体_GB2312" pitchFamily="49" charset="-122"/>
              <a:sym typeface="+mn-ea"/>
            </a:endParaRPr>
          </a:p>
        </p:txBody>
      </p:sp>
      <p:grpSp>
        <p:nvGrpSpPr>
          <p:cNvPr id="34" name="组合 33"/>
          <p:cNvGrpSpPr/>
          <p:nvPr/>
        </p:nvGrpSpPr>
        <p:grpSpPr>
          <a:xfrm>
            <a:off x="533400" y="1219200"/>
            <a:ext cx="8202930" cy="923290"/>
            <a:chOff x="840" y="2040"/>
            <a:chExt cx="12918" cy="1454"/>
          </a:xfrm>
        </p:grpSpPr>
        <p:sp>
          <p:nvSpPr>
            <p:cNvPr id="18" name="Rectangle 3"/>
            <p:cNvSpPr>
              <a:spLocks noGrp="1"/>
            </p:cNvSpPr>
            <p:nvPr/>
          </p:nvSpPr>
          <p:spPr>
            <a:xfrm>
              <a:off x="840" y="2040"/>
              <a:ext cx="12919" cy="143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【例4-5】用74LS138译码器和逻辑门实现逻辑函数</a:t>
              </a:r>
              <a:endParaRPr sz="2400" b="1" dirty="0">
                <a:solidFill>
                  <a:srgbClr val="000066"/>
                </a:solidFill>
                <a:latin typeface="Arial" panose="020B0604020202020204" pitchFamily="34" charset="0"/>
                <a:ea typeface="楷体_GB2312" pitchFamily="49" charset="-122"/>
                <a:sym typeface="+mn-ea"/>
              </a:endParaRPr>
            </a:p>
            <a:p>
              <a:pPr marL="0" indent="0" algn="just" eaLnBrk="1" latinLnBrk="0" hangingPunct="1">
                <a:lnSpc>
                  <a:spcPct val="120000"/>
                </a:lnSpc>
                <a:spcBef>
                  <a:spcPts val="0"/>
                </a:spcBef>
                <a:buNone/>
              </a:pPr>
              <a:r>
                <a:rPr sz="2400" b="1" dirty="0">
                  <a:solidFill>
                    <a:srgbClr val="000066"/>
                  </a:solidFill>
                  <a:latin typeface="Arial" panose="020B0604020202020204" pitchFamily="34" charset="0"/>
                  <a:ea typeface="楷体_GB2312" pitchFamily="49" charset="-122"/>
                  <a:sym typeface="+mn-ea"/>
                </a:rPr>
                <a:t> </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endParaRPr sz="2400" b="1" dirty="0">
                <a:solidFill>
                  <a:srgbClr val="000066"/>
                </a:solidFill>
                <a:latin typeface="Arial" panose="020B0604020202020204" pitchFamily="34" charset="0"/>
                <a:ea typeface="楷体_GB2312" pitchFamily="49" charset="-122"/>
                <a:sym typeface="+mn-ea"/>
              </a:endParaRPr>
            </a:p>
          </p:txBody>
        </p:sp>
        <p:graphicFrame>
          <p:nvGraphicFramePr>
            <p:cNvPr id="2" name="对象 -2147481481"/>
            <p:cNvGraphicFramePr>
              <a:graphicFrameLocks noChangeAspect="1"/>
            </p:cNvGraphicFramePr>
            <p:nvPr/>
          </p:nvGraphicFramePr>
          <p:xfrm>
            <a:off x="1080" y="2836"/>
            <a:ext cx="2465" cy="659"/>
          </p:xfrm>
          <a:graphic>
            <a:graphicData uri="http://schemas.openxmlformats.org/presentationml/2006/ole">
              <mc:AlternateContent xmlns:mc="http://schemas.openxmlformats.org/markup-compatibility/2006">
                <mc:Choice xmlns:v="urn:schemas-microsoft-com:vml" Requires="v">
                  <p:oleObj spid="_x0000_s20" name="" r:id="rId1" imgW="723900" imgH="190500" progId="Equation.DSMT4">
                    <p:embed/>
                  </p:oleObj>
                </mc:Choice>
                <mc:Fallback>
                  <p:oleObj name="" r:id="rId1" imgW="723900" imgH="190500" progId="Equation.DSMT4">
                    <p:embed/>
                    <p:pic>
                      <p:nvPicPr>
                        <p:cNvPr id="0" name="图片 19"/>
                        <p:cNvPicPr/>
                        <p:nvPr/>
                      </p:nvPicPr>
                      <p:blipFill>
                        <a:blip r:embed="rId2"/>
                        <a:stretch>
                          <a:fillRect/>
                        </a:stretch>
                      </p:blipFill>
                      <p:spPr>
                        <a:xfrm>
                          <a:off x="1080" y="2836"/>
                          <a:ext cx="2465" cy="659"/>
                        </a:xfrm>
                        <a:prstGeom prst="rect">
                          <a:avLst/>
                        </a:prstGeom>
                        <a:noFill/>
                        <a:ln w="38100">
                          <a:noFill/>
                          <a:miter/>
                        </a:ln>
                      </p:spPr>
                    </p:pic>
                  </p:oleObj>
                </mc:Fallback>
              </mc:AlternateContent>
            </a:graphicData>
          </a:graphic>
        </p:graphicFrame>
      </p:grpSp>
      <p:graphicFrame>
        <p:nvGraphicFramePr>
          <p:cNvPr id="3" name="对象 -2147481479"/>
          <p:cNvGraphicFramePr>
            <a:graphicFrameLocks noChangeAspect="1"/>
          </p:cNvGraphicFramePr>
          <p:nvPr/>
        </p:nvGraphicFramePr>
        <p:xfrm>
          <a:off x="685800" y="2743200"/>
          <a:ext cx="7887335" cy="430530"/>
        </p:xfrm>
        <a:graphic>
          <a:graphicData uri="http://schemas.openxmlformats.org/presentationml/2006/ole">
            <mc:AlternateContent xmlns:mc="http://schemas.openxmlformats.org/markup-compatibility/2006">
              <mc:Choice xmlns:v="urn:schemas-microsoft-com:vml" Requires="v">
                <p:oleObj spid="_x0000_s22" name="" r:id="rId3" imgW="4008120" imgH="215900" progId="Equation.DSMT4">
                  <p:embed/>
                </p:oleObj>
              </mc:Choice>
              <mc:Fallback>
                <p:oleObj name="" r:id="rId3" imgW="4008120" imgH="215900" progId="Equation.DSMT4">
                  <p:embed/>
                  <p:pic>
                    <p:nvPicPr>
                      <p:cNvPr id="0" name="图片 21"/>
                      <p:cNvPicPr/>
                      <p:nvPr/>
                    </p:nvPicPr>
                    <p:blipFill>
                      <a:blip r:embed="rId4"/>
                      <a:stretch>
                        <a:fillRect/>
                      </a:stretch>
                    </p:blipFill>
                    <p:spPr>
                      <a:xfrm>
                        <a:off x="685800" y="2743200"/>
                        <a:ext cx="7887335" cy="430530"/>
                      </a:xfrm>
                      <a:prstGeom prst="rect">
                        <a:avLst/>
                      </a:prstGeom>
                      <a:noFill/>
                      <a:ln w="38100">
                        <a:noFill/>
                        <a:miter/>
                      </a:ln>
                    </p:spPr>
                  </p:pic>
                </p:oleObj>
              </mc:Fallback>
            </mc:AlternateContent>
          </a:graphicData>
        </a:graphic>
      </p:graphicFrame>
      <p:grpSp>
        <p:nvGrpSpPr>
          <p:cNvPr id="7" name="组合 6"/>
          <p:cNvGrpSpPr/>
          <p:nvPr/>
        </p:nvGrpSpPr>
        <p:grpSpPr>
          <a:xfrm>
            <a:off x="4572000" y="3352800"/>
            <a:ext cx="4409440" cy="3140075"/>
            <a:chOff x="7200" y="5280"/>
            <a:chExt cx="6944" cy="4945"/>
          </a:xfrm>
        </p:grpSpPr>
        <p:pic>
          <p:nvPicPr>
            <p:cNvPr id="9303" name="图片 2740"/>
            <p:cNvPicPr>
              <a:picLocks noChangeAspect="1"/>
            </p:cNvPicPr>
            <p:nvPr/>
          </p:nvPicPr>
          <p:blipFill>
            <a:blip r:embed="rId5"/>
            <a:stretch>
              <a:fillRect/>
            </a:stretch>
          </p:blipFill>
          <p:spPr>
            <a:xfrm>
              <a:off x="7200" y="5280"/>
              <a:ext cx="6944" cy="4293"/>
            </a:xfrm>
            <a:prstGeom prst="rect">
              <a:avLst/>
            </a:prstGeom>
            <a:noFill/>
            <a:ln>
              <a:noFill/>
            </a:ln>
          </p:spPr>
        </p:pic>
        <p:sp>
          <p:nvSpPr>
            <p:cNvPr id="29" name="文本框 28"/>
            <p:cNvSpPr txBox="1"/>
            <p:nvPr/>
          </p:nvSpPr>
          <p:spPr>
            <a:xfrm>
              <a:off x="8760" y="9695"/>
              <a:ext cx="3066"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4-18 </a:t>
              </a:r>
              <a:r>
                <a:rPr lang="zh-CN" sz="1600">
                  <a:latin typeface="Times New Roman" panose="02020603050405020304" charset="0"/>
                  <a:ea typeface="宋体" panose="02010600030101010101" pitchFamily="2" charset="-122"/>
                </a:rPr>
                <a:t>例</a:t>
              </a:r>
              <a:r>
                <a:rPr lang="en-US" sz="1600">
                  <a:latin typeface="Times New Roman" panose="02020603050405020304" charset="0"/>
                  <a:ea typeface="宋体" panose="02010600030101010101" pitchFamily="2" charset="-122"/>
                </a:rPr>
                <a:t>4-5</a:t>
              </a:r>
              <a:r>
                <a:rPr lang="zh-CN" sz="1600">
                  <a:latin typeface="Times New Roman" panose="02020603050405020304" charset="0"/>
                  <a:ea typeface="宋体" panose="02010600030101010101" pitchFamily="2" charset="-122"/>
                </a:rPr>
                <a:t>逻辑图</a:t>
              </a:r>
              <a:endParaRPr lang="zh-CN" altLang="en-US" sz="1600"/>
            </a:p>
          </p:txBody>
        </p:sp>
      </p:grpSp>
      <p:grpSp>
        <p:nvGrpSpPr>
          <p:cNvPr id="35" name="组合 34"/>
          <p:cNvGrpSpPr/>
          <p:nvPr/>
        </p:nvGrpSpPr>
        <p:grpSpPr>
          <a:xfrm>
            <a:off x="680720" y="3175000"/>
            <a:ext cx="3877310" cy="2943860"/>
            <a:chOff x="1072" y="5000"/>
            <a:chExt cx="6106" cy="4636"/>
          </a:xfrm>
        </p:grpSpPr>
        <p:sp>
          <p:nvSpPr>
            <p:cNvPr id="28" name="Rectangle 3"/>
            <p:cNvSpPr>
              <a:spLocks noGrp="1"/>
            </p:cNvSpPr>
            <p:nvPr/>
          </p:nvSpPr>
          <p:spPr>
            <a:xfrm>
              <a:off x="1072" y="5000"/>
              <a:ext cx="6107" cy="463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让</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均接有效电平，A、B、C分别接入</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2</a:t>
              </a:r>
              <a:r>
                <a:rPr sz="2400" b="1" dirty="0">
                  <a:solidFill>
                    <a:srgbClr val="000066"/>
                  </a:solidFill>
                  <a:latin typeface="Arial" panose="020B0604020202020204" pitchFamily="34" charset="0"/>
                  <a:ea typeface="楷体_GB2312" pitchFamily="49" charset="-122"/>
                  <a:sym typeface="+mn-ea"/>
                </a:rPr>
                <a:t>、</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1</a:t>
              </a:r>
              <a:r>
                <a:rPr sz="2400" b="1" dirty="0">
                  <a:solidFill>
                    <a:srgbClr val="000066"/>
                  </a:solidFill>
                  <a:latin typeface="Arial" panose="020B0604020202020204" pitchFamily="34" charset="0"/>
                  <a:ea typeface="楷体_GB2312" pitchFamily="49" charset="-122"/>
                  <a:sym typeface="+mn-ea"/>
                </a:rPr>
                <a:t>、</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0</a:t>
              </a:r>
              <a:r>
                <a:rPr sz="2400" b="1" dirty="0">
                  <a:solidFill>
                    <a:srgbClr val="000066"/>
                  </a:solidFill>
                  <a:latin typeface="Arial" panose="020B0604020202020204" pitchFamily="34" charset="0"/>
                  <a:ea typeface="楷体_GB2312" pitchFamily="49" charset="-122"/>
                  <a:sym typeface="+mn-ea"/>
                </a:rPr>
                <a:t>，</a:t>
              </a:r>
              <a:r>
                <a:rPr lang="en-US" sz="2400" b="1" i="1" dirty="0">
                  <a:solidFill>
                    <a:srgbClr val="000066"/>
                  </a:solidFill>
                  <a:latin typeface="Arial" panose="020B0604020202020204" pitchFamily="34" charset="0"/>
                  <a:ea typeface="楷体_GB2312" pitchFamily="49" charset="-122"/>
                  <a:sym typeface="+mn-ea"/>
                </a:rPr>
                <a:t>V</a:t>
              </a:r>
              <a:r>
                <a:rPr lang="en-US" sz="2400" b="1" baseline="-25000" dirty="0">
                  <a:solidFill>
                    <a:srgbClr val="000066"/>
                  </a:solidFill>
                  <a:latin typeface="Arial" panose="020B0604020202020204" pitchFamily="34" charset="0"/>
                  <a:ea typeface="楷体_GB2312" pitchFamily="49" charset="-122"/>
                  <a:sym typeface="+mn-ea"/>
                </a:rPr>
                <a:t>CC</a:t>
              </a:r>
              <a:r>
                <a:rPr sz="2400" b="1" dirty="0">
                  <a:solidFill>
                    <a:srgbClr val="000066"/>
                  </a:solidFill>
                  <a:latin typeface="Arial" panose="020B0604020202020204" pitchFamily="34" charset="0"/>
                  <a:ea typeface="楷体_GB2312" pitchFamily="49" charset="-122"/>
                  <a:sym typeface="+mn-ea"/>
                </a:rPr>
                <a:t>和</a:t>
              </a:r>
              <a:r>
                <a:rPr lang="en-US" sz="2400" b="1" dirty="0">
                  <a:solidFill>
                    <a:srgbClr val="000066"/>
                  </a:solidFill>
                  <a:latin typeface="Arial" panose="020B0604020202020204" pitchFamily="34" charset="0"/>
                  <a:ea typeface="楷体_GB2312" pitchFamily="49" charset="-122"/>
                  <a:sym typeface="+mn-ea"/>
                </a:rPr>
                <a:t>GND</a:t>
              </a:r>
              <a:r>
                <a:rPr sz="2400" b="1" dirty="0">
                  <a:solidFill>
                    <a:srgbClr val="000066"/>
                  </a:solidFill>
                  <a:latin typeface="Arial" panose="020B0604020202020204" pitchFamily="34" charset="0"/>
                  <a:ea typeface="楷体_GB2312" pitchFamily="49" charset="-122"/>
                  <a:sym typeface="+mn-ea"/>
                </a:rPr>
                <a:t>端分别接高电平+5V和地，74LS138相应的输出端接入与非门就可以实现该逻辑函数，如图4-18所示。</a:t>
              </a:r>
              <a:endParaRPr sz="2400" b="1" dirty="0">
                <a:solidFill>
                  <a:srgbClr val="000066"/>
                </a:solidFill>
                <a:latin typeface="Arial" panose="020B0604020202020204" pitchFamily="34" charset="0"/>
                <a:ea typeface="楷体_GB2312" pitchFamily="49" charset="-122"/>
                <a:sym typeface="+mn-ea"/>
              </a:endParaRPr>
            </a:p>
          </p:txBody>
        </p:sp>
        <p:graphicFrame>
          <p:nvGraphicFramePr>
            <p:cNvPr id="4" name="对象 -2147481477"/>
            <p:cNvGraphicFramePr>
              <a:graphicFrameLocks noChangeAspect="1"/>
            </p:cNvGraphicFramePr>
            <p:nvPr/>
          </p:nvGraphicFramePr>
          <p:xfrm>
            <a:off x="2760" y="5040"/>
            <a:ext cx="585" cy="768"/>
          </p:xfrm>
          <a:graphic>
            <a:graphicData uri="http://schemas.openxmlformats.org/presentationml/2006/ole">
              <mc:AlternateContent xmlns:mc="http://schemas.openxmlformats.org/markup-compatibility/2006">
                <mc:Choice xmlns:v="urn:schemas-microsoft-com:vml" Requires="v">
                  <p:oleObj spid="_x0000_s30" name="" r:id="rId6" imgW="165100" imgH="215900" progId="Equation.DSMT4">
                    <p:embed/>
                  </p:oleObj>
                </mc:Choice>
                <mc:Fallback>
                  <p:oleObj name="" r:id="rId6" imgW="165100" imgH="215900" progId="Equation.DSMT4">
                    <p:embed/>
                    <p:pic>
                      <p:nvPicPr>
                        <p:cNvPr id="0" name="图片 29"/>
                        <p:cNvPicPr/>
                        <p:nvPr/>
                      </p:nvPicPr>
                      <p:blipFill>
                        <a:blip r:embed="rId7"/>
                        <a:stretch>
                          <a:fillRect/>
                        </a:stretch>
                      </p:blipFill>
                      <p:spPr>
                        <a:xfrm>
                          <a:off x="2760" y="5040"/>
                          <a:ext cx="585" cy="768"/>
                        </a:xfrm>
                        <a:prstGeom prst="rect">
                          <a:avLst/>
                        </a:prstGeom>
                        <a:noFill/>
                        <a:ln w="38100">
                          <a:noFill/>
                          <a:miter/>
                        </a:ln>
                      </p:spPr>
                    </p:pic>
                  </p:oleObj>
                </mc:Fallback>
              </mc:AlternateContent>
            </a:graphicData>
          </a:graphic>
        </p:graphicFrame>
        <p:graphicFrame>
          <p:nvGraphicFramePr>
            <p:cNvPr id="5" name="对象 -2147481476"/>
            <p:cNvGraphicFramePr>
              <a:graphicFrameLocks noChangeAspect="1"/>
            </p:cNvGraphicFramePr>
            <p:nvPr/>
          </p:nvGraphicFramePr>
          <p:xfrm>
            <a:off x="3840" y="5040"/>
            <a:ext cx="661" cy="810"/>
          </p:xfrm>
          <a:graphic>
            <a:graphicData uri="http://schemas.openxmlformats.org/presentationml/2006/ole">
              <mc:AlternateContent xmlns:mc="http://schemas.openxmlformats.org/markup-compatibility/2006">
                <mc:Choice xmlns:v="urn:schemas-microsoft-com:vml" Requires="v">
                  <p:oleObj spid="_x0000_s31" name="" r:id="rId8" imgW="177800" imgH="215265" progId="Equation.DSMT4">
                    <p:embed/>
                  </p:oleObj>
                </mc:Choice>
                <mc:Fallback>
                  <p:oleObj name="" r:id="rId8" imgW="177800" imgH="215265" progId="Equation.DSMT4">
                    <p:embed/>
                    <p:pic>
                      <p:nvPicPr>
                        <p:cNvPr id="0" name="图片 30"/>
                        <p:cNvPicPr/>
                        <p:nvPr/>
                      </p:nvPicPr>
                      <p:blipFill>
                        <a:blip r:embed="rId9"/>
                        <a:stretch>
                          <a:fillRect/>
                        </a:stretch>
                      </p:blipFill>
                      <p:spPr>
                        <a:xfrm>
                          <a:off x="3840" y="5040"/>
                          <a:ext cx="661" cy="810"/>
                        </a:xfrm>
                        <a:prstGeom prst="rect">
                          <a:avLst/>
                        </a:prstGeom>
                        <a:noFill/>
                        <a:ln w="38100">
                          <a:noFill/>
                          <a:miter/>
                        </a:ln>
                      </p:spPr>
                    </p:pic>
                  </p:oleObj>
                </mc:Fallback>
              </mc:AlternateContent>
            </a:graphicData>
          </a:graphic>
        </p:graphicFrame>
        <p:graphicFrame>
          <p:nvGraphicFramePr>
            <p:cNvPr id="6" name="对象 -2147481475"/>
            <p:cNvGraphicFramePr>
              <a:graphicFrameLocks noChangeAspect="1"/>
            </p:cNvGraphicFramePr>
            <p:nvPr/>
          </p:nvGraphicFramePr>
          <p:xfrm>
            <a:off x="4800" y="5116"/>
            <a:ext cx="623" cy="718"/>
          </p:xfrm>
          <a:graphic>
            <a:graphicData uri="http://schemas.openxmlformats.org/presentationml/2006/ole">
              <mc:AlternateContent xmlns:mc="http://schemas.openxmlformats.org/markup-compatibility/2006">
                <mc:Choice xmlns:v="urn:schemas-microsoft-com:vml" Requires="v">
                  <p:oleObj spid="_x0000_s32" name="" r:id="rId10" imgW="165100" imgH="190500" progId="Equation.DSMT4">
                    <p:embed/>
                  </p:oleObj>
                </mc:Choice>
                <mc:Fallback>
                  <p:oleObj name="" r:id="rId10" imgW="165100" imgH="190500" progId="Equation.DSMT4">
                    <p:embed/>
                    <p:pic>
                      <p:nvPicPr>
                        <p:cNvPr id="0" name="图片 31"/>
                        <p:cNvPicPr/>
                        <p:nvPr/>
                      </p:nvPicPr>
                      <p:blipFill>
                        <a:blip r:embed="rId11"/>
                        <a:stretch>
                          <a:fillRect/>
                        </a:stretch>
                      </p:blipFill>
                      <p:spPr>
                        <a:xfrm>
                          <a:off x="4800" y="5116"/>
                          <a:ext cx="623" cy="718"/>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randombar(horizontal)">
                                      <p:cBhvr>
                                        <p:cTn id="19" dur="500"/>
                                        <p:tgtEl>
                                          <p:spTgt spid="35"/>
                                        </p:tgtEl>
                                      </p:cBhvr>
                                    </p:animEffect>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8" name="Rectangle 3"/>
          <p:cNvSpPr>
            <a:spLocks noGrp="1"/>
          </p:cNvSpPr>
          <p:nvPr/>
        </p:nvSpPr>
        <p:spPr>
          <a:xfrm>
            <a:off x="533400" y="1219200"/>
            <a:ext cx="8203565" cy="9105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【例4-6】试用两片74LS138译码器及门电路构成4线-16线译码器。</a:t>
            </a:r>
            <a:endParaRPr sz="2400" b="1" dirty="0">
              <a:solidFill>
                <a:srgbClr val="000066"/>
              </a:solidFill>
              <a:latin typeface="Arial" panose="020B0604020202020204" pitchFamily="34" charset="0"/>
              <a:ea typeface="楷体_GB2312" pitchFamily="49" charset="-122"/>
              <a:sym typeface="+mn-ea"/>
            </a:endParaRPr>
          </a:p>
        </p:txBody>
      </p:sp>
      <p:pic>
        <p:nvPicPr>
          <p:cNvPr id="9304" name="图片 2741"/>
          <p:cNvPicPr>
            <a:picLocks noChangeAspect="1"/>
          </p:cNvPicPr>
          <p:nvPr/>
        </p:nvPicPr>
        <p:blipFill>
          <a:blip r:embed="rId1"/>
          <a:stretch>
            <a:fillRect/>
          </a:stretch>
        </p:blipFill>
        <p:spPr>
          <a:xfrm>
            <a:off x="1828800" y="3429000"/>
            <a:ext cx="6092825" cy="3326130"/>
          </a:xfrm>
          <a:prstGeom prst="rect">
            <a:avLst/>
          </a:prstGeom>
          <a:noFill/>
          <a:ln>
            <a:noFill/>
          </a:ln>
        </p:spPr>
      </p:pic>
      <p:grpSp>
        <p:nvGrpSpPr>
          <p:cNvPr id="3" name="组合 2"/>
          <p:cNvGrpSpPr/>
          <p:nvPr/>
        </p:nvGrpSpPr>
        <p:grpSpPr>
          <a:xfrm>
            <a:off x="685800" y="1981200"/>
            <a:ext cx="8202930" cy="1480820"/>
            <a:chOff x="1080" y="3120"/>
            <a:chExt cx="12918" cy="2332"/>
          </a:xfrm>
        </p:grpSpPr>
        <p:sp>
          <p:nvSpPr>
            <p:cNvPr id="21" name="Rectangle 3"/>
            <p:cNvSpPr>
              <a:spLocks noGrp="1"/>
            </p:cNvSpPr>
            <p:nvPr/>
          </p:nvSpPr>
          <p:spPr>
            <a:xfrm>
              <a:off x="1080" y="3120"/>
              <a:ext cx="12919" cy="233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解：4线-16线译码器需要4位二进制码输入信号，而74LS138只有</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2</a:t>
              </a:r>
              <a:r>
                <a:rPr sz="2400" b="1" dirty="0">
                  <a:solidFill>
                    <a:srgbClr val="000066"/>
                  </a:solidFill>
                  <a:latin typeface="Arial" panose="020B0604020202020204" pitchFamily="34" charset="0"/>
                  <a:ea typeface="楷体_GB2312" pitchFamily="49" charset="-122"/>
                  <a:sym typeface="+mn-ea"/>
                </a:rPr>
                <a:t>、</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1</a:t>
              </a:r>
              <a:r>
                <a:rPr sz="2400" b="1" dirty="0">
                  <a:solidFill>
                    <a:srgbClr val="000066"/>
                  </a:solidFill>
                  <a:latin typeface="Arial" panose="020B0604020202020204" pitchFamily="34" charset="0"/>
                  <a:ea typeface="楷体_GB2312" pitchFamily="49" charset="-122"/>
                  <a:sym typeface="+mn-ea"/>
                </a:rPr>
                <a:t>、</a:t>
              </a:r>
              <a:r>
                <a:rPr sz="2400" b="1" i="1" dirty="0">
                  <a:solidFill>
                    <a:srgbClr val="000066"/>
                  </a:solidFill>
                  <a:latin typeface="Arial" panose="020B0604020202020204" pitchFamily="34" charset="0"/>
                  <a:ea typeface="楷体_GB2312" pitchFamily="49" charset="-122"/>
                  <a:sym typeface="+mn-ea"/>
                </a:rPr>
                <a:t>A</a:t>
              </a:r>
              <a:r>
                <a:rPr sz="2400" b="1" baseline="-25000" dirty="0">
                  <a:solidFill>
                    <a:srgbClr val="000066"/>
                  </a:solidFill>
                  <a:latin typeface="Arial" panose="020B0604020202020204" pitchFamily="34" charset="0"/>
                  <a:ea typeface="楷体_GB2312" pitchFamily="49" charset="-122"/>
                  <a:sym typeface="+mn-ea"/>
                </a:rPr>
                <a:t>0</a:t>
              </a:r>
              <a:r>
                <a:rPr lang="en-US" sz="2400" b="1" baseline="-25000"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3位输入信号，因此</a:t>
              </a:r>
              <a:r>
                <a:rPr lang="zh-CN" sz="2400" b="1" dirty="0">
                  <a:solidFill>
                    <a:srgbClr val="000066"/>
                  </a:solidFill>
                  <a:latin typeface="Arial" panose="020B0604020202020204" pitchFamily="34" charset="0"/>
                  <a:ea typeface="楷体_GB2312" pitchFamily="49" charset="-122"/>
                  <a:sym typeface="+mn-ea"/>
                </a:rPr>
                <a:t>可以利用使能信号</a:t>
              </a:r>
              <a:r>
                <a:rPr sz="2400" b="1" dirty="0">
                  <a:solidFill>
                    <a:srgbClr val="000066"/>
                  </a:solidFill>
                  <a:latin typeface="Arial" panose="020B0604020202020204" pitchFamily="34" charset="0"/>
                  <a:ea typeface="楷体_GB2312" pitchFamily="49" charset="-122"/>
                  <a:sym typeface="+mn-ea"/>
                </a:rPr>
                <a:t>作为第4</a:t>
              </a:r>
              <a:r>
                <a:rPr lang="zh-CN" sz="2400" b="1" dirty="0">
                  <a:solidFill>
                    <a:srgbClr val="000066"/>
                  </a:solidFill>
                  <a:latin typeface="Arial" panose="020B0604020202020204" pitchFamily="34" charset="0"/>
                  <a:ea typeface="楷体_GB2312" pitchFamily="49" charset="-122"/>
                  <a:sym typeface="+mn-ea"/>
                </a:rPr>
                <a:t>位</a:t>
              </a:r>
              <a:r>
                <a:rPr sz="2400" b="1" dirty="0">
                  <a:solidFill>
                    <a:srgbClr val="000066"/>
                  </a:solidFill>
                  <a:latin typeface="Arial" panose="020B0604020202020204" pitchFamily="34" charset="0"/>
                  <a:ea typeface="楷体_GB2312" pitchFamily="49" charset="-122"/>
                  <a:sym typeface="+mn-ea"/>
                </a:rPr>
                <a:t>输入</a:t>
              </a:r>
              <a:r>
                <a:rPr lang="zh-CN" sz="2400" b="1" dirty="0">
                  <a:solidFill>
                    <a:srgbClr val="000066"/>
                  </a:solidFill>
                  <a:latin typeface="Arial" panose="020B0604020202020204" pitchFamily="34" charset="0"/>
                  <a:ea typeface="楷体_GB2312" pitchFamily="49" charset="-122"/>
                  <a:sym typeface="+mn-ea"/>
                </a:rPr>
                <a:t>信号</a:t>
              </a:r>
              <a:r>
                <a:rPr sz="2400" b="1" dirty="0">
                  <a:solidFill>
                    <a:srgbClr val="000066"/>
                  </a:solidFill>
                  <a:latin typeface="Arial" panose="020B0604020202020204" pitchFamily="34" charset="0"/>
                  <a:ea typeface="楷体_GB2312" pitchFamily="49" charset="-122"/>
                  <a:sym typeface="+mn-ea"/>
                </a:rPr>
                <a:t>。</a:t>
              </a:r>
              <a:r>
                <a:rPr lang="zh-CN" sz="2400" b="1" dirty="0">
                  <a:solidFill>
                    <a:srgbClr val="000066"/>
                  </a:solidFill>
                  <a:latin typeface="Arial" panose="020B0604020202020204" pitchFamily="34" charset="0"/>
                  <a:ea typeface="楷体_GB2312" pitchFamily="49" charset="-122"/>
                  <a:sym typeface="+mn-ea"/>
                </a:rPr>
                <a:t>若以</a:t>
              </a:r>
              <a:r>
                <a:rPr lang="en-US" altLang="zh-CN" sz="2400" b="1" dirty="0">
                  <a:solidFill>
                    <a:srgbClr val="000066"/>
                  </a:solidFill>
                  <a:latin typeface="Arial" panose="020B0604020202020204" pitchFamily="34" charset="0"/>
                  <a:ea typeface="楷体_GB2312" pitchFamily="49" charset="-122"/>
                  <a:sym typeface="+mn-ea"/>
                </a:rPr>
                <a:t>     </a:t>
              </a:r>
              <a:r>
                <a:rPr lang="zh-CN" altLang="en-US" sz="2400" b="1" dirty="0">
                  <a:solidFill>
                    <a:srgbClr val="000066"/>
                  </a:solidFill>
                  <a:latin typeface="Arial" panose="020B0604020202020204" pitchFamily="34" charset="0"/>
                  <a:ea typeface="楷体_GB2312" pitchFamily="49" charset="-122"/>
                  <a:sym typeface="+mn-ea"/>
                </a:rPr>
                <a:t>为输入信号，则如下所示。</a:t>
              </a:r>
              <a:endParaRPr lang="zh-CN" altLang="en-US" sz="2400" b="1" dirty="0">
                <a:solidFill>
                  <a:srgbClr val="000066"/>
                </a:solidFill>
                <a:latin typeface="Arial" panose="020B0604020202020204" pitchFamily="34" charset="0"/>
                <a:ea typeface="楷体_GB2312" pitchFamily="49" charset="-122"/>
                <a:sym typeface="+mn-ea"/>
              </a:endParaRPr>
            </a:p>
          </p:txBody>
        </p:sp>
        <p:graphicFrame>
          <p:nvGraphicFramePr>
            <p:cNvPr id="2" name="对象 -2147481469"/>
            <p:cNvGraphicFramePr>
              <a:graphicFrameLocks noChangeAspect="1"/>
            </p:cNvGraphicFramePr>
            <p:nvPr/>
          </p:nvGraphicFramePr>
          <p:xfrm>
            <a:off x="7800" y="4560"/>
            <a:ext cx="595" cy="687"/>
          </p:xfrm>
          <a:graphic>
            <a:graphicData uri="http://schemas.openxmlformats.org/presentationml/2006/ole">
              <mc:AlternateContent xmlns:mc="http://schemas.openxmlformats.org/markup-compatibility/2006">
                <mc:Choice xmlns:v="urn:schemas-microsoft-com:vml" Requires="v">
                  <p:oleObj spid="_x0000_s3076" name="" r:id="rId2" imgW="165100" imgH="190500" progId="Equation.DSMT4">
                    <p:embed/>
                  </p:oleObj>
                </mc:Choice>
                <mc:Fallback>
                  <p:oleObj name="" r:id="rId2" imgW="165100" imgH="190500" progId="Equation.DSMT4">
                    <p:embed/>
                    <p:pic>
                      <p:nvPicPr>
                        <p:cNvPr id="0" name="图片 3075"/>
                        <p:cNvPicPr/>
                        <p:nvPr/>
                      </p:nvPicPr>
                      <p:blipFill>
                        <a:blip r:embed="rId3"/>
                        <a:stretch>
                          <a:fillRect/>
                        </a:stretch>
                      </p:blipFill>
                      <p:spPr>
                        <a:xfrm>
                          <a:off x="7800" y="4560"/>
                          <a:ext cx="595" cy="687"/>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500" fill="hold">
                                          <p:stCondLst>
                                            <p:cond delay="0"/>
                                          </p:stCondLst>
                                        </p:cTn>
                                        <p:tgtEl>
                                          <p:spTgt spid="9304"/>
                                        </p:tgtEl>
                                        <p:attrNameLst>
                                          <p:attrName>style.visibility</p:attrName>
                                        </p:attrNameLst>
                                      </p:cBhvr>
                                      <p:to>
                                        <p:strVal val="visible"/>
                                      </p:to>
                                    </p:set>
                                    <p:animEffect transition="in" filter="box(in)">
                                      <p:cBhvr>
                                        <p:cTn id="13" dur="500"/>
                                        <p:tgtEl>
                                          <p:spTgt spid="9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695325" y="1617345"/>
            <a:ext cx="7977505" cy="9194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二</a:t>
            </a:r>
            <a:r>
              <a:rPr sz="2400" b="1" dirty="0">
                <a:solidFill>
                  <a:srgbClr val="000066"/>
                </a:solidFill>
                <a:latin typeface="Arial" panose="020B0604020202020204" pitchFamily="34" charset="0"/>
                <a:ea typeface="楷体_GB2312" pitchFamily="49" charset="-122"/>
                <a:sym typeface="+mn-ea"/>
              </a:rPr>
              <a:t>-十进制译码器就是对输入的4位二进制数组成的8421BCD码进行译码的电路。</a:t>
            </a:r>
            <a:endParaRPr sz="2400" b="1" dirty="0">
              <a:solidFill>
                <a:srgbClr val="000066"/>
              </a:solidFill>
              <a:latin typeface="Arial" panose="020B0604020202020204" pitchFamily="34" charset="0"/>
              <a:ea typeface="楷体_GB2312" pitchFamily="49" charset="-122"/>
              <a:sym typeface="+mn-ea"/>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3" name="Rectangle 3"/>
          <p:cNvSpPr>
            <a:spLocks noGrp="1"/>
          </p:cNvSpPr>
          <p:nvPr/>
        </p:nvSpPr>
        <p:spPr>
          <a:xfrm>
            <a:off x="1198880" y="1143000"/>
            <a:ext cx="27317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a:t>
            </a:r>
            <a:r>
              <a:rPr sz="2400" b="1" kern="1200" dirty="0">
                <a:solidFill>
                  <a:srgbClr val="FE09D6"/>
                </a:solidFill>
                <a:latin typeface="Times New Roman" panose="02020603050405020304" charset="0"/>
                <a:ea typeface="楷体_GB2312" pitchFamily="49" charset="-122"/>
                <a:cs typeface="Times New Roman" panose="02020603050405020304" charset="0"/>
              </a:rPr>
              <a:t>二-十进制译码器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pic>
        <p:nvPicPr>
          <p:cNvPr id="9305" name="图片 2742"/>
          <p:cNvPicPr>
            <a:picLocks noChangeAspect="1"/>
          </p:cNvPicPr>
          <p:nvPr/>
        </p:nvPicPr>
        <p:blipFill>
          <a:blip r:embed="rId1"/>
          <a:stretch>
            <a:fillRect/>
          </a:stretch>
        </p:blipFill>
        <p:spPr>
          <a:xfrm>
            <a:off x="152400" y="2667000"/>
            <a:ext cx="7103745" cy="4091940"/>
          </a:xfrm>
          <a:prstGeom prst="rect">
            <a:avLst/>
          </a:prstGeom>
          <a:noFill/>
          <a:ln>
            <a:noFill/>
          </a:ln>
        </p:spPr>
      </p:pic>
      <p:graphicFrame>
        <p:nvGraphicFramePr>
          <p:cNvPr id="7" name="对象 6"/>
          <p:cNvGraphicFramePr>
            <a:graphicFrameLocks noChangeAspect="1"/>
          </p:cNvGraphicFramePr>
          <p:nvPr/>
        </p:nvGraphicFramePr>
        <p:xfrm>
          <a:off x="7363460" y="2362200"/>
          <a:ext cx="1560195" cy="445770"/>
        </p:xfrm>
        <a:graphic>
          <a:graphicData uri="http://schemas.openxmlformats.org/presentationml/2006/ole">
            <mc:AlternateContent xmlns:mc="http://schemas.openxmlformats.org/markup-compatibility/2006">
              <mc:Choice xmlns:v="urn:schemas-microsoft-com:vml" Requires="v">
                <p:oleObj spid="_x0000_s8" name="" r:id="rId2" imgW="977900" imgH="279400" progId="Equation.KSEE3">
                  <p:embed/>
                </p:oleObj>
              </mc:Choice>
              <mc:Fallback>
                <p:oleObj name="" r:id="rId2" imgW="977900" imgH="279400" progId="Equation.KSEE3">
                  <p:embed/>
                  <p:pic>
                    <p:nvPicPr>
                      <p:cNvPr id="0" name="图片 7"/>
                      <p:cNvPicPr/>
                      <p:nvPr/>
                    </p:nvPicPr>
                    <p:blipFill>
                      <a:blip r:embed="rId3"/>
                      <a:stretch>
                        <a:fillRect/>
                      </a:stretch>
                    </p:blipFill>
                    <p:spPr>
                      <a:xfrm>
                        <a:off x="7363460" y="2362200"/>
                        <a:ext cx="1560195" cy="445770"/>
                      </a:xfrm>
                      <a:prstGeom prst="rect">
                        <a:avLst/>
                      </a:prstGeom>
                      <a:noFill/>
                      <a:ln w="38100">
                        <a:noFill/>
                        <a:miter/>
                      </a:ln>
                    </p:spPr>
                  </p:pic>
                </p:oleObj>
              </mc:Fallback>
            </mc:AlternateContent>
          </a:graphicData>
        </a:graphic>
      </p:graphicFrame>
      <p:graphicFrame>
        <p:nvGraphicFramePr>
          <p:cNvPr id="9" name="对象 8"/>
          <p:cNvGraphicFramePr>
            <a:graphicFrameLocks noChangeAspect="1"/>
          </p:cNvGraphicFramePr>
          <p:nvPr/>
        </p:nvGraphicFramePr>
        <p:xfrm>
          <a:off x="7391400" y="3276600"/>
          <a:ext cx="1476375" cy="3489960"/>
        </p:xfrm>
        <a:graphic>
          <a:graphicData uri="http://schemas.openxmlformats.org/presentationml/2006/ole">
            <mc:AlternateContent xmlns:mc="http://schemas.openxmlformats.org/markup-compatibility/2006">
              <mc:Choice xmlns:v="urn:schemas-microsoft-com:vml" Requires="v">
                <p:oleObj spid="_x0000_s10" name="" r:id="rId4" imgW="977900" imgH="2311400" progId="Equation.KSEE3">
                  <p:embed/>
                </p:oleObj>
              </mc:Choice>
              <mc:Fallback>
                <p:oleObj name="" r:id="rId4" imgW="977900" imgH="2311400" progId="Equation.KSEE3">
                  <p:embed/>
                  <p:pic>
                    <p:nvPicPr>
                      <p:cNvPr id="0" name="图片 7"/>
                      <p:cNvPicPr/>
                      <p:nvPr/>
                    </p:nvPicPr>
                    <p:blipFill>
                      <a:blip r:embed="rId5"/>
                      <a:stretch>
                        <a:fillRect/>
                      </a:stretch>
                    </p:blipFill>
                    <p:spPr>
                      <a:xfrm>
                        <a:off x="7391400" y="3276600"/>
                        <a:ext cx="1476375" cy="3489960"/>
                      </a:xfrm>
                      <a:prstGeom prst="rect">
                        <a:avLst/>
                      </a:prstGeom>
                      <a:noFill/>
                      <a:ln w="38100">
                        <a:noFill/>
                        <a:miter/>
                      </a:ln>
                    </p:spPr>
                  </p:pic>
                </p:oleObj>
              </mc:Fallback>
            </mc:AlternateContent>
          </a:graphicData>
        </a:graphic>
      </p:graphicFrame>
      <p:graphicFrame>
        <p:nvGraphicFramePr>
          <p:cNvPr id="14" name="对象 13"/>
          <p:cNvGraphicFramePr>
            <a:graphicFrameLocks noChangeAspect="1"/>
          </p:cNvGraphicFramePr>
          <p:nvPr/>
        </p:nvGraphicFramePr>
        <p:xfrm>
          <a:off x="7377430" y="2797810"/>
          <a:ext cx="1422400" cy="434975"/>
        </p:xfrm>
        <a:graphic>
          <a:graphicData uri="http://schemas.openxmlformats.org/presentationml/2006/ole">
            <mc:AlternateContent xmlns:mc="http://schemas.openxmlformats.org/markup-compatibility/2006">
              <mc:Choice xmlns:v="urn:schemas-microsoft-com:vml" Requires="v">
                <p:oleObj spid="_x0000_s15" name="" r:id="rId6" imgW="914400" imgH="279400" progId="Equation.KSEE3">
                  <p:embed/>
                </p:oleObj>
              </mc:Choice>
              <mc:Fallback>
                <p:oleObj name="" r:id="rId6" imgW="914400" imgH="279400" progId="Equation.KSEE3">
                  <p:embed/>
                  <p:pic>
                    <p:nvPicPr>
                      <p:cNvPr id="0" name="图片 7"/>
                      <p:cNvPicPr/>
                      <p:nvPr/>
                    </p:nvPicPr>
                    <p:blipFill>
                      <a:blip r:embed="rId7"/>
                      <a:stretch>
                        <a:fillRect/>
                      </a:stretch>
                    </p:blipFill>
                    <p:spPr>
                      <a:xfrm>
                        <a:off x="7377430" y="2797810"/>
                        <a:ext cx="1422400" cy="4349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500" fill="hold">
                                          <p:stCondLst>
                                            <p:cond delay="0"/>
                                          </p:stCondLst>
                                        </p:cTn>
                                        <p:tgtEl>
                                          <p:spTgt spid="9305"/>
                                        </p:tgtEl>
                                        <p:attrNameLst>
                                          <p:attrName>style.visibility</p:attrName>
                                        </p:attrNameLst>
                                      </p:cBhvr>
                                      <p:to>
                                        <p:strVal val="visible"/>
                                      </p:to>
                                    </p:set>
                                    <p:animEffect transition="in" filter="wedge">
                                      <p:cBhvr>
                                        <p:cTn id="7" dur="500"/>
                                        <p:tgtEl>
                                          <p:spTgt spid="930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 to="" calcmode="lin" valueType="num">
                                      <p:cBhvr>
                                        <p:cTn id="18" dur="1" fill="hold"/>
                                        <p:tgtEl>
                                          <p:spTgt spid="14"/>
                                        </p:tgtEl>
                                      </p:cBhvr>
                                    </p:anim>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arn(inVertical)">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533400" y="5666740"/>
            <a:ext cx="7977505" cy="11468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0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当输入有效代码时，对应的输出端为低电平，其他输出端都为高电平。当输入1010~1111之间的伪代码时，所有输出</a:t>
            </a:r>
            <a:r>
              <a:rPr lang="zh-CN" sz="2400" b="1" dirty="0">
                <a:solidFill>
                  <a:srgbClr val="000066"/>
                </a:solidFill>
                <a:latin typeface="Arial" panose="020B0604020202020204" pitchFamily="34" charset="0"/>
                <a:ea typeface="楷体_GB2312" pitchFamily="49" charset="-122"/>
              </a:rPr>
              <a:t>端</a:t>
            </a:r>
            <a:r>
              <a:rPr sz="2400" b="1" dirty="0">
                <a:solidFill>
                  <a:srgbClr val="000066"/>
                </a:solidFill>
                <a:latin typeface="Arial" panose="020B0604020202020204" pitchFamily="34" charset="0"/>
                <a:ea typeface="楷体_GB2312" pitchFamily="49" charset="-122"/>
              </a:rPr>
              <a:t>都为高电平。</a:t>
            </a:r>
            <a:endParaRPr sz="2400" b="1" dirty="0">
              <a:solidFill>
                <a:srgbClr val="000066"/>
              </a:solidFill>
              <a:latin typeface="Arial" panose="020B0604020202020204" pitchFamily="34" charset="0"/>
              <a:ea typeface="楷体_GB2312" pitchFamily="49" charset="-122"/>
            </a:endParaRPr>
          </a:p>
        </p:txBody>
      </p:sp>
      <p:pic>
        <p:nvPicPr>
          <p:cNvPr id="2" name="图片 1" descr="H1@GJ(}T@KPHASCV4LO9$YJ"/>
          <p:cNvPicPr>
            <a:picLocks noChangeAspect="1"/>
          </p:cNvPicPr>
          <p:nvPr/>
        </p:nvPicPr>
        <p:blipFill>
          <a:blip r:embed="rId1"/>
          <a:srcRect b="5771"/>
          <a:stretch>
            <a:fillRect/>
          </a:stretch>
        </p:blipFill>
        <p:spPr>
          <a:xfrm>
            <a:off x="1295400" y="152400"/>
            <a:ext cx="6448425" cy="56095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609600" y="1981200"/>
            <a:ext cx="7977505" cy="13608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七段显示器由7个发光二极管组成，此外，还有一个圆点型发光二极管（在图中以h表示）用于显示小数点。七段数码管中的发光二极管有共阴极和共阳极两种连接方法</a:t>
            </a:r>
            <a:r>
              <a:rPr lang="zh-CN" sz="2400" b="1" dirty="0">
                <a:solidFill>
                  <a:srgbClr val="000066"/>
                </a:solidFill>
                <a:latin typeface="Arial" panose="020B0604020202020204" pitchFamily="34" charset="0"/>
                <a:ea typeface="楷体_GB2312" pitchFamily="49" charset="-122"/>
              </a:rPr>
              <a:t>。</a:t>
            </a:r>
            <a:endParaRPr lang="zh-CN" sz="2400" b="1"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3" name="Rectangle 3"/>
          <p:cNvSpPr>
            <a:spLocks noGrp="1"/>
          </p:cNvSpPr>
          <p:nvPr/>
        </p:nvSpPr>
        <p:spPr>
          <a:xfrm>
            <a:off x="1122680" y="1143000"/>
            <a:ext cx="486600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a:t>
            </a:r>
            <a:r>
              <a:rPr sz="2400" b="1" kern="1200" dirty="0">
                <a:solidFill>
                  <a:srgbClr val="FE09D6"/>
                </a:solidFill>
                <a:latin typeface="Times New Roman" panose="02020603050405020304" charset="0"/>
                <a:ea typeface="楷体_GB2312" pitchFamily="49" charset="-122"/>
                <a:cs typeface="Times New Roman" panose="02020603050405020304" charset="0"/>
              </a:rPr>
              <a:t>七段显示器和七段显示译码器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17" name="Rectangle 3"/>
          <p:cNvSpPr>
            <a:spLocks noGrp="1"/>
          </p:cNvSpPr>
          <p:nvPr/>
        </p:nvSpPr>
        <p:spPr>
          <a:xfrm>
            <a:off x="601980" y="1530350"/>
            <a:ext cx="384048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rPr>
              <a:t>(1) 七段显示器。</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pic>
        <p:nvPicPr>
          <p:cNvPr id="9307" name="图片 2744"/>
          <p:cNvPicPr>
            <a:picLocks noChangeAspect="1"/>
          </p:cNvPicPr>
          <p:nvPr/>
        </p:nvPicPr>
        <p:blipFill>
          <a:blip r:embed="rId1"/>
          <a:stretch>
            <a:fillRect/>
          </a:stretch>
        </p:blipFill>
        <p:spPr>
          <a:xfrm>
            <a:off x="3352800" y="3581400"/>
            <a:ext cx="1844675" cy="2689860"/>
          </a:xfrm>
          <a:prstGeom prst="rect">
            <a:avLst/>
          </a:prstGeom>
          <a:noFill/>
          <a:ln>
            <a:noFill/>
          </a:ln>
        </p:spPr>
      </p:pic>
      <p:pic>
        <p:nvPicPr>
          <p:cNvPr id="9308" name="图片 2745"/>
          <p:cNvPicPr>
            <a:picLocks noChangeAspect="1"/>
          </p:cNvPicPr>
          <p:nvPr/>
        </p:nvPicPr>
        <p:blipFill>
          <a:blip r:embed="rId2"/>
          <a:stretch>
            <a:fillRect/>
          </a:stretch>
        </p:blipFill>
        <p:spPr>
          <a:xfrm>
            <a:off x="6172200" y="3429000"/>
            <a:ext cx="1872615" cy="2822575"/>
          </a:xfrm>
          <a:prstGeom prst="rect">
            <a:avLst/>
          </a:prstGeom>
          <a:noFill/>
          <a:ln>
            <a:noFill/>
          </a:ln>
        </p:spPr>
      </p:pic>
      <p:grpSp>
        <p:nvGrpSpPr>
          <p:cNvPr id="5" name="组合 4"/>
          <p:cNvGrpSpPr/>
          <p:nvPr/>
        </p:nvGrpSpPr>
        <p:grpSpPr>
          <a:xfrm>
            <a:off x="914400" y="3429000"/>
            <a:ext cx="1885950" cy="3456940"/>
            <a:chOff x="1440" y="5400"/>
            <a:chExt cx="2970" cy="5444"/>
          </a:xfrm>
        </p:grpSpPr>
        <p:pic>
          <p:nvPicPr>
            <p:cNvPr id="9306" name="图片 2743"/>
            <p:cNvPicPr>
              <a:picLocks noChangeAspect="1"/>
            </p:cNvPicPr>
            <p:nvPr/>
          </p:nvPicPr>
          <p:blipFill>
            <a:blip r:embed="rId3"/>
            <a:stretch>
              <a:fillRect/>
            </a:stretch>
          </p:blipFill>
          <p:spPr>
            <a:xfrm>
              <a:off x="1920" y="5400"/>
              <a:ext cx="1832" cy="4933"/>
            </a:xfrm>
            <a:prstGeom prst="rect">
              <a:avLst/>
            </a:prstGeom>
            <a:noFill/>
            <a:ln>
              <a:noFill/>
            </a:ln>
          </p:spPr>
        </p:pic>
        <p:sp>
          <p:nvSpPr>
            <p:cNvPr id="105" name="文本框 104"/>
            <p:cNvSpPr txBox="1"/>
            <p:nvPr/>
          </p:nvSpPr>
          <p:spPr>
            <a:xfrm>
              <a:off x="1440" y="10314"/>
              <a:ext cx="2970"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4-21 </a:t>
              </a:r>
              <a:r>
                <a:rPr lang="zh-CN" sz="1600">
                  <a:latin typeface="Times New Roman" panose="02020603050405020304" charset="0"/>
                  <a:ea typeface="宋体" panose="02010600030101010101" pitchFamily="2" charset="-122"/>
                </a:rPr>
                <a:t>七段显示器</a:t>
              </a:r>
              <a:endParaRPr lang="zh-CN" altLang="en-US" sz="1600"/>
            </a:p>
          </p:txBody>
        </p:sp>
      </p:grpSp>
      <p:sp>
        <p:nvSpPr>
          <p:cNvPr id="2" name="文本框 1"/>
          <p:cNvSpPr txBox="1"/>
          <p:nvPr/>
        </p:nvSpPr>
        <p:spPr>
          <a:xfrm>
            <a:off x="3429000" y="6448425"/>
            <a:ext cx="1838960" cy="337185"/>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4-22 </a:t>
            </a:r>
            <a:r>
              <a:rPr lang="zh-CN" sz="1600">
                <a:latin typeface="Times New Roman" panose="02020603050405020304" charset="0"/>
                <a:ea typeface="宋体" panose="02010600030101010101" pitchFamily="2" charset="-122"/>
              </a:rPr>
              <a:t>共阴极接法</a:t>
            </a:r>
            <a:endParaRPr lang="zh-CN" altLang="en-US" sz="1600"/>
          </a:p>
        </p:txBody>
      </p:sp>
      <p:sp>
        <p:nvSpPr>
          <p:cNvPr id="4" name="文本框 3"/>
          <p:cNvSpPr txBox="1"/>
          <p:nvPr/>
        </p:nvSpPr>
        <p:spPr>
          <a:xfrm>
            <a:off x="6248400" y="6384925"/>
            <a:ext cx="1846580" cy="337185"/>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4-23 </a:t>
            </a:r>
            <a:r>
              <a:rPr lang="zh-CN" sz="1600">
                <a:latin typeface="Times New Roman" panose="02020603050405020304" charset="0"/>
                <a:ea typeface="宋体" panose="02010600030101010101" pitchFamily="2" charset="-122"/>
              </a:rPr>
              <a:t>共阳极接法</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12" fill="hold" nodeType="clickEffect">
                                  <p:stCondLst>
                                    <p:cond delay="0"/>
                                  </p:stCondLst>
                                  <p:childTnLst>
                                    <p:set>
                                      <p:cBhvr>
                                        <p:cTn id="17" dur="1" fill="hold">
                                          <p:stCondLst>
                                            <p:cond delay="0"/>
                                          </p:stCondLst>
                                        </p:cTn>
                                        <p:tgtEl>
                                          <p:spTgt spid="9307"/>
                                        </p:tgtEl>
                                        <p:attrNameLst>
                                          <p:attrName>style.visibility</p:attrName>
                                        </p:attrNameLst>
                                      </p:cBhvr>
                                      <p:to>
                                        <p:strVal val="visible"/>
                                      </p:to>
                                    </p:set>
                                    <p:animEffect transition="in" filter="strips(downLeft)">
                                      <p:cBhvr>
                                        <p:cTn id="18" dur="500"/>
                                        <p:tgtEl>
                                          <p:spTgt spid="9307"/>
                                        </p:tgtEl>
                                      </p:cBhvr>
                                    </p:animEffect>
                                  </p:childTnLst>
                                </p:cTn>
                              </p:par>
                              <p:par>
                                <p:cTn id="19" presetID="18" presetClass="entr" presetSubtype="12"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strips(downLeft)">
                                      <p:cBhvr>
                                        <p:cTn id="21" dur="500"/>
                                        <p:tgtEl>
                                          <p:spTgt spid="2"/>
                                        </p:tgtEl>
                                      </p:cBhvr>
                                    </p:animEffect>
                                  </p:childTnLst>
                                </p:cTn>
                              </p:par>
                              <p:par>
                                <p:cTn id="22" presetID="18" presetClass="entr" presetSubtype="12" fill="hold" nodeType="withEffect">
                                  <p:stCondLst>
                                    <p:cond delay="0"/>
                                  </p:stCondLst>
                                  <p:childTnLst>
                                    <p:set>
                                      <p:cBhvr>
                                        <p:cTn id="23" dur="1" fill="hold">
                                          <p:stCondLst>
                                            <p:cond delay="0"/>
                                          </p:stCondLst>
                                        </p:cTn>
                                        <p:tgtEl>
                                          <p:spTgt spid="9308"/>
                                        </p:tgtEl>
                                        <p:attrNameLst>
                                          <p:attrName>style.visibility</p:attrName>
                                        </p:attrNameLst>
                                      </p:cBhvr>
                                      <p:to>
                                        <p:strVal val="visible"/>
                                      </p:to>
                                    </p:set>
                                    <p:animEffect transition="in" filter="strips(downLeft)">
                                      <p:cBhvr>
                                        <p:cTn id="24" dur="500"/>
                                        <p:tgtEl>
                                          <p:spTgt spid="9308"/>
                                        </p:tgtEl>
                                      </p:cBhvr>
                                    </p:animEffect>
                                  </p:childTnLst>
                                </p:cTn>
                              </p:par>
                              <p:par>
                                <p:cTn id="25" presetID="18" presetClass="entr" presetSubtype="12"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strips(downLeft)">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609600" y="1600200"/>
            <a:ext cx="7977505" cy="13608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为使七段显示器显示十进制数，需要将十进制数的代码通过译码器译码后驱动点亮相应的段，七段显示译码器是实现上述译码功能的电路。</a:t>
            </a:r>
            <a:endParaRPr sz="2400" b="1"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7" name="Rectangle 3"/>
          <p:cNvSpPr>
            <a:spLocks noGrp="1"/>
          </p:cNvSpPr>
          <p:nvPr/>
        </p:nvSpPr>
        <p:spPr>
          <a:xfrm>
            <a:off x="601980" y="1149350"/>
            <a:ext cx="384048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rPr>
              <a:t>(2) 七段显示译码器。</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grpSp>
        <p:nvGrpSpPr>
          <p:cNvPr id="7" name="组合 6"/>
          <p:cNvGrpSpPr/>
          <p:nvPr/>
        </p:nvGrpSpPr>
        <p:grpSpPr>
          <a:xfrm>
            <a:off x="5943600" y="3048000"/>
            <a:ext cx="2860040" cy="2771140"/>
            <a:chOff x="720" y="5040"/>
            <a:chExt cx="4504" cy="4364"/>
          </a:xfrm>
        </p:grpSpPr>
        <p:sp>
          <p:nvSpPr>
            <p:cNvPr id="105" name="文本框 104"/>
            <p:cNvSpPr txBox="1"/>
            <p:nvPr/>
          </p:nvSpPr>
          <p:spPr>
            <a:xfrm>
              <a:off x="1560" y="8874"/>
              <a:ext cx="3294"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图4-24 74LS48引脚图</a:t>
              </a:r>
              <a:endParaRPr sz="1600">
                <a:latin typeface="Times New Roman" panose="02020603050405020304" charset="0"/>
                <a:ea typeface="宋体" panose="02010600030101010101" pitchFamily="2" charset="-122"/>
              </a:endParaRPr>
            </a:p>
          </p:txBody>
        </p:sp>
        <p:pic>
          <p:nvPicPr>
            <p:cNvPr id="9309" name="图片 2746"/>
            <p:cNvPicPr>
              <a:picLocks noChangeAspect="1"/>
            </p:cNvPicPr>
            <p:nvPr/>
          </p:nvPicPr>
          <p:blipFill>
            <a:blip r:embed="rId1"/>
            <a:stretch>
              <a:fillRect/>
            </a:stretch>
          </p:blipFill>
          <p:spPr>
            <a:xfrm>
              <a:off x="720" y="5040"/>
              <a:ext cx="4504" cy="3550"/>
            </a:xfrm>
            <a:prstGeom prst="rect">
              <a:avLst/>
            </a:prstGeom>
            <a:noFill/>
            <a:ln>
              <a:noFill/>
            </a:ln>
          </p:spPr>
        </p:pic>
      </p:grpSp>
      <p:grpSp>
        <p:nvGrpSpPr>
          <p:cNvPr id="12" name="组合 11"/>
          <p:cNvGrpSpPr/>
          <p:nvPr/>
        </p:nvGrpSpPr>
        <p:grpSpPr>
          <a:xfrm>
            <a:off x="685800" y="2971800"/>
            <a:ext cx="5241290" cy="3406140"/>
            <a:chOff x="1080" y="4680"/>
            <a:chExt cx="8254" cy="5364"/>
          </a:xfrm>
        </p:grpSpPr>
        <p:sp>
          <p:nvSpPr>
            <p:cNvPr id="5" name="Rectangle 3"/>
            <p:cNvSpPr>
              <a:spLocks noGrp="1"/>
            </p:cNvSpPr>
            <p:nvPr/>
          </p:nvSpPr>
          <p:spPr>
            <a:xfrm>
              <a:off x="1080" y="4680"/>
              <a:ext cx="8255" cy="536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七</a:t>
              </a:r>
              <a:r>
                <a:rPr sz="2400" b="1" dirty="0">
                  <a:solidFill>
                    <a:srgbClr val="000066"/>
                  </a:solidFill>
                  <a:latin typeface="Arial" panose="020B0604020202020204" pitchFamily="34" charset="0"/>
                  <a:ea typeface="楷体_GB2312" pitchFamily="49" charset="-122"/>
                </a:rPr>
                <a:t>段显示译码器74LS48引脚图</a:t>
              </a:r>
              <a:r>
                <a:rPr lang="zh-CN" sz="2400" b="1" dirty="0">
                  <a:solidFill>
                    <a:srgbClr val="000066"/>
                  </a:solidFill>
                  <a:latin typeface="Arial" panose="020B0604020202020204" pitchFamily="34" charset="0"/>
                  <a:ea typeface="楷体_GB2312" pitchFamily="49" charset="-122"/>
                </a:rPr>
                <a:t>如右所示</a:t>
              </a:r>
              <a:r>
                <a:rPr sz="2400" b="1" dirty="0">
                  <a:solidFill>
                    <a:srgbClr val="000066"/>
                  </a:solidFill>
                  <a:latin typeface="Arial" panose="020B0604020202020204" pitchFamily="34" charset="0"/>
                  <a:ea typeface="楷体_GB2312" pitchFamily="49" charset="-122"/>
                </a:rPr>
                <a:t>。图中，</a:t>
              </a:r>
              <a:r>
                <a:rPr lang="en-US" sz="2400" b="1" dirty="0">
                  <a:solidFill>
                    <a:srgbClr val="000066"/>
                  </a:solidFill>
                  <a:latin typeface="Arial" panose="020B0604020202020204" pitchFamily="34" charset="0"/>
                  <a:ea typeface="楷体_GB2312" pitchFamily="49" charset="-122"/>
                </a:rPr>
                <a:t>D</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C</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B</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A</a:t>
              </a:r>
              <a:r>
                <a:rPr sz="2400" b="1" dirty="0">
                  <a:solidFill>
                    <a:srgbClr val="000066"/>
                  </a:solidFill>
                  <a:latin typeface="Arial" panose="020B0604020202020204" pitchFamily="34" charset="0"/>
                  <a:ea typeface="楷体_GB2312" pitchFamily="49" charset="-122"/>
                </a:rPr>
                <a:t>为8421码输入端，其中</a:t>
              </a:r>
              <a:r>
                <a:rPr lang="en-US" sz="2400" b="1" dirty="0">
                  <a:solidFill>
                    <a:srgbClr val="000066"/>
                  </a:solidFill>
                  <a:latin typeface="Arial" panose="020B0604020202020204" pitchFamily="34" charset="0"/>
                  <a:ea typeface="楷体_GB2312" pitchFamily="49" charset="-122"/>
                </a:rPr>
                <a:t>D</a:t>
              </a:r>
              <a:r>
                <a:rPr sz="2400" b="1" dirty="0">
                  <a:solidFill>
                    <a:srgbClr val="000066"/>
                  </a:solidFill>
                  <a:latin typeface="Arial" panose="020B0604020202020204" pitchFamily="34" charset="0"/>
                  <a:ea typeface="楷体_GB2312" pitchFamily="49" charset="-122"/>
                </a:rPr>
                <a:t>是最高位，</a:t>
              </a:r>
              <a:r>
                <a:rPr lang="en-US" sz="2400" b="1" dirty="0">
                  <a:solidFill>
                    <a:srgbClr val="000066"/>
                  </a:solidFill>
                  <a:latin typeface="Arial" panose="020B0604020202020204" pitchFamily="34" charset="0"/>
                  <a:ea typeface="楷体_GB2312" pitchFamily="49" charset="-122"/>
                </a:rPr>
                <a:t>A</a:t>
              </a:r>
              <a:r>
                <a:rPr sz="2400" b="1" dirty="0">
                  <a:solidFill>
                    <a:srgbClr val="000066"/>
                  </a:solidFill>
                  <a:latin typeface="Arial" panose="020B0604020202020204" pitchFamily="34" charset="0"/>
                  <a:ea typeface="楷体_GB2312" pitchFamily="49" charset="-122"/>
                </a:rPr>
                <a:t>是最低位；</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为输出端，输出高电平有效；</a:t>
              </a:r>
              <a:r>
                <a:rPr lang="en-US" sz="2400" b="1" dirty="0">
                  <a:solidFill>
                    <a:srgbClr val="000066"/>
                  </a:solidFill>
                  <a:latin typeface="Arial" panose="020B0604020202020204" pitchFamily="34" charset="0"/>
                  <a:ea typeface="楷体_GB2312" pitchFamily="49" charset="-122"/>
                </a:rPr>
                <a:t>   </a:t>
              </a:r>
              <a:endParaRPr lang="en-US"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为灯测试输入端，</a:t>
              </a:r>
              <a:r>
                <a:rPr lang="en-US" sz="2400" b="1" dirty="0">
                  <a:solidFill>
                    <a:srgbClr val="000066"/>
                  </a:solidFill>
                  <a:latin typeface="Arial" panose="020B0604020202020204" pitchFamily="34" charset="0"/>
                  <a:ea typeface="楷体_GB2312" pitchFamily="49" charset="-122"/>
                  <a:sym typeface="+mn-ea"/>
                </a:rPr>
                <a:t>      </a:t>
              </a:r>
              <a:r>
                <a:rPr sz="2400" b="1" dirty="0">
                  <a:solidFill>
                    <a:srgbClr val="000066"/>
                  </a:solidFill>
                  <a:latin typeface="Arial" panose="020B0604020202020204" pitchFamily="34" charset="0"/>
                  <a:ea typeface="楷体_GB2312" pitchFamily="49" charset="-122"/>
                  <a:sym typeface="+mn-ea"/>
                </a:rPr>
                <a:t>为动态灭零输入端，</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为消隐输入端或动态灭零输出端。</a:t>
              </a:r>
              <a:endParaRPr sz="2400" b="1" dirty="0">
                <a:solidFill>
                  <a:srgbClr val="000066"/>
                </a:solidFill>
                <a:latin typeface="Arial" panose="020B0604020202020204" pitchFamily="34" charset="0"/>
                <a:ea typeface="楷体_GB2312" pitchFamily="49" charset="-122"/>
              </a:endParaRPr>
            </a:p>
          </p:txBody>
        </p:sp>
        <p:graphicFrame>
          <p:nvGraphicFramePr>
            <p:cNvPr id="2" name="对象 -2147481419"/>
            <p:cNvGraphicFramePr>
              <a:graphicFrameLocks noChangeAspect="1"/>
            </p:cNvGraphicFramePr>
            <p:nvPr/>
          </p:nvGraphicFramePr>
          <p:xfrm>
            <a:off x="1898" y="7004"/>
            <a:ext cx="1122" cy="527"/>
          </p:xfrm>
          <a:graphic>
            <a:graphicData uri="http://schemas.openxmlformats.org/presentationml/2006/ole">
              <mc:AlternateContent xmlns:mc="http://schemas.openxmlformats.org/markup-compatibility/2006">
                <mc:Choice xmlns:v="urn:schemas-microsoft-com:vml" Requires="v">
                  <p:oleObj spid="_x0000_s3076" name="" r:id="rId2" imgW="330200" imgH="152400" progId="Equation.DSMT4">
                    <p:embed/>
                  </p:oleObj>
                </mc:Choice>
                <mc:Fallback>
                  <p:oleObj name="" r:id="rId2" imgW="330200" imgH="152400" progId="Equation.DSMT4">
                    <p:embed/>
                    <p:pic>
                      <p:nvPicPr>
                        <p:cNvPr id="0" name="图片 3075"/>
                        <p:cNvPicPr/>
                        <p:nvPr/>
                      </p:nvPicPr>
                      <p:blipFill>
                        <a:blip r:embed="rId3"/>
                        <a:stretch>
                          <a:fillRect/>
                        </a:stretch>
                      </p:blipFill>
                      <p:spPr>
                        <a:xfrm>
                          <a:off x="1898" y="7004"/>
                          <a:ext cx="1122" cy="527"/>
                        </a:xfrm>
                        <a:prstGeom prst="rect">
                          <a:avLst/>
                        </a:prstGeom>
                        <a:noFill/>
                        <a:ln w="38100">
                          <a:noFill/>
                          <a:miter/>
                        </a:ln>
                      </p:spPr>
                    </p:pic>
                  </p:oleObj>
                </mc:Fallback>
              </mc:AlternateContent>
            </a:graphicData>
          </a:graphic>
        </p:graphicFrame>
        <p:graphicFrame>
          <p:nvGraphicFramePr>
            <p:cNvPr id="3" name="对象 -2147481418"/>
            <p:cNvGraphicFramePr>
              <a:graphicFrameLocks noChangeAspect="1"/>
            </p:cNvGraphicFramePr>
            <p:nvPr/>
          </p:nvGraphicFramePr>
          <p:xfrm>
            <a:off x="1320" y="7560"/>
            <a:ext cx="763" cy="635"/>
          </p:xfrm>
          <a:graphic>
            <a:graphicData uri="http://schemas.openxmlformats.org/presentationml/2006/ole">
              <mc:AlternateContent xmlns:mc="http://schemas.openxmlformats.org/markup-compatibility/2006">
                <mc:Choice xmlns:v="urn:schemas-microsoft-com:vml" Requires="v">
                  <p:oleObj spid="_x0000_s8" name="" r:id="rId4" imgW="215265" imgH="177800" progId="Equation.DSMT4">
                    <p:embed/>
                  </p:oleObj>
                </mc:Choice>
                <mc:Fallback>
                  <p:oleObj name="" r:id="rId4" imgW="215265" imgH="177800" progId="Equation.DSMT4">
                    <p:embed/>
                    <p:pic>
                      <p:nvPicPr>
                        <p:cNvPr id="0" name="图片 7"/>
                        <p:cNvPicPr/>
                        <p:nvPr/>
                      </p:nvPicPr>
                      <p:blipFill>
                        <a:blip r:embed="rId5"/>
                        <a:stretch>
                          <a:fillRect/>
                        </a:stretch>
                      </p:blipFill>
                      <p:spPr>
                        <a:xfrm>
                          <a:off x="1320" y="7560"/>
                          <a:ext cx="763" cy="635"/>
                        </a:xfrm>
                        <a:prstGeom prst="rect">
                          <a:avLst/>
                        </a:prstGeom>
                        <a:noFill/>
                        <a:ln w="38100">
                          <a:noFill/>
                          <a:miter/>
                        </a:ln>
                      </p:spPr>
                    </p:pic>
                  </p:oleObj>
                </mc:Fallback>
              </mc:AlternateContent>
            </a:graphicData>
          </a:graphic>
        </p:graphicFrame>
        <p:graphicFrame>
          <p:nvGraphicFramePr>
            <p:cNvPr id="4" name="对象 -2147481417"/>
            <p:cNvGraphicFramePr>
              <a:graphicFrameLocks noChangeAspect="1"/>
            </p:cNvGraphicFramePr>
            <p:nvPr/>
          </p:nvGraphicFramePr>
          <p:xfrm>
            <a:off x="6120" y="7560"/>
            <a:ext cx="963" cy="651"/>
          </p:xfrm>
          <a:graphic>
            <a:graphicData uri="http://schemas.openxmlformats.org/presentationml/2006/ole">
              <mc:AlternateContent xmlns:mc="http://schemas.openxmlformats.org/markup-compatibility/2006">
                <mc:Choice xmlns:v="urn:schemas-microsoft-com:vml" Requires="v">
                  <p:oleObj spid="_x0000_s9" name="" r:id="rId6" imgW="266065" imgH="177800" progId="Equation.DSMT4">
                    <p:embed/>
                  </p:oleObj>
                </mc:Choice>
                <mc:Fallback>
                  <p:oleObj name="" r:id="rId6" imgW="266065" imgH="177800" progId="Equation.DSMT4">
                    <p:embed/>
                    <p:pic>
                      <p:nvPicPr>
                        <p:cNvPr id="0" name="图片 8"/>
                        <p:cNvPicPr/>
                        <p:nvPr/>
                      </p:nvPicPr>
                      <p:blipFill>
                        <a:blip r:embed="rId7"/>
                        <a:stretch>
                          <a:fillRect/>
                        </a:stretch>
                      </p:blipFill>
                      <p:spPr>
                        <a:xfrm>
                          <a:off x="6120" y="7560"/>
                          <a:ext cx="963" cy="651"/>
                        </a:xfrm>
                        <a:prstGeom prst="rect">
                          <a:avLst/>
                        </a:prstGeom>
                        <a:noFill/>
                        <a:ln w="38100">
                          <a:noFill/>
                          <a:miter/>
                        </a:ln>
                      </p:spPr>
                    </p:pic>
                  </p:oleObj>
                </mc:Fallback>
              </mc:AlternateContent>
            </a:graphicData>
          </a:graphic>
        </p:graphicFrame>
        <p:graphicFrame>
          <p:nvGraphicFramePr>
            <p:cNvPr id="6" name="对象 -2147481413"/>
            <p:cNvGraphicFramePr>
              <a:graphicFrameLocks noChangeAspect="1"/>
            </p:cNvGraphicFramePr>
            <p:nvPr/>
          </p:nvGraphicFramePr>
          <p:xfrm>
            <a:off x="3458" y="8226"/>
            <a:ext cx="1823" cy="679"/>
          </p:xfrm>
          <a:graphic>
            <a:graphicData uri="http://schemas.openxmlformats.org/presentationml/2006/ole">
              <mc:AlternateContent xmlns:mc="http://schemas.openxmlformats.org/markup-compatibility/2006">
                <mc:Choice xmlns:v="urn:schemas-microsoft-com:vml" Requires="v">
                  <p:oleObj spid="_x0000_s10" name="" r:id="rId8" imgW="520700" imgH="190500" progId="Equation.DSMT4">
                    <p:embed/>
                  </p:oleObj>
                </mc:Choice>
                <mc:Fallback>
                  <p:oleObj name="" r:id="rId8" imgW="520700" imgH="190500" progId="Equation.DSMT4">
                    <p:embed/>
                    <p:pic>
                      <p:nvPicPr>
                        <p:cNvPr id="0" name="图片 9"/>
                        <p:cNvPicPr/>
                        <p:nvPr/>
                      </p:nvPicPr>
                      <p:blipFill>
                        <a:blip r:embed="rId9"/>
                        <a:stretch>
                          <a:fillRect/>
                        </a:stretch>
                      </p:blipFill>
                      <p:spPr>
                        <a:xfrm>
                          <a:off x="3458" y="8226"/>
                          <a:ext cx="1823" cy="679"/>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pic>
        <p:nvPicPr>
          <p:cNvPr id="3" name="图片 2" descr="CN{]PWJ`{`$(6EZLFQO]A6T"/>
          <p:cNvPicPr>
            <a:picLocks noChangeAspect="1"/>
          </p:cNvPicPr>
          <p:nvPr/>
        </p:nvPicPr>
        <p:blipFill>
          <a:blip r:embed="rId1"/>
          <a:srcRect b="8954"/>
          <a:stretch>
            <a:fillRect/>
          </a:stretch>
        </p:blipFill>
        <p:spPr>
          <a:xfrm>
            <a:off x="-1270" y="155575"/>
            <a:ext cx="5792470" cy="6725920"/>
          </a:xfrm>
          <a:prstGeom prst="rect">
            <a:avLst/>
          </a:prstGeom>
        </p:spPr>
      </p:pic>
      <p:grpSp>
        <p:nvGrpSpPr>
          <p:cNvPr id="5" name="组合 4"/>
          <p:cNvGrpSpPr/>
          <p:nvPr/>
        </p:nvGrpSpPr>
        <p:grpSpPr>
          <a:xfrm>
            <a:off x="5791200" y="194310"/>
            <a:ext cx="3221990" cy="2994025"/>
            <a:chOff x="9120" y="306"/>
            <a:chExt cx="5074" cy="4715"/>
          </a:xfrm>
        </p:grpSpPr>
        <p:sp>
          <p:nvSpPr>
            <p:cNvPr id="11" name="Rectangle 3"/>
            <p:cNvSpPr>
              <a:spLocks noGrp="1"/>
            </p:cNvSpPr>
            <p:nvPr/>
          </p:nvSpPr>
          <p:spPr>
            <a:xfrm>
              <a:off x="9120" y="360"/>
              <a:ext cx="5074" cy="466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00000"/>
                </a:lnSpc>
                <a:spcBef>
                  <a:spcPts val="0"/>
                </a:spcBef>
                <a:buNone/>
              </a:pPr>
              <a:r>
                <a:rPr sz="2400" b="1" dirty="0">
                  <a:solidFill>
                    <a:srgbClr val="000066"/>
                  </a:solidFill>
                  <a:latin typeface="Arial" panose="020B0604020202020204" pitchFamily="34" charset="0"/>
                  <a:ea typeface="楷体_GB2312" pitchFamily="49" charset="-122"/>
                </a:rPr>
                <a:t>①消隐功能</a:t>
              </a:r>
              <a:r>
                <a:rPr lang="zh-CN" sz="2400" b="1" dirty="0">
                  <a:solidFill>
                    <a:srgbClr val="000066"/>
                  </a:solidFill>
                  <a:latin typeface="Arial" panose="020B0604020202020204" pitchFamily="34" charset="0"/>
                  <a:ea typeface="楷体_GB2312" pitchFamily="49" charset="-122"/>
                </a:rPr>
                <a:t>。</a:t>
              </a:r>
              <a:endParaRPr sz="2400" b="1" dirty="0">
                <a:solidFill>
                  <a:srgbClr val="000066"/>
                </a:solidFill>
                <a:latin typeface="Arial" panose="020B0604020202020204" pitchFamily="34" charset="0"/>
                <a:ea typeface="楷体_GB2312" pitchFamily="49" charset="-122"/>
              </a:endParaRPr>
            </a:p>
            <a:p>
              <a:pPr marL="0" indent="0" algn="just" eaLnBrk="1" hangingPunct="1">
                <a:lnSpc>
                  <a:spcPct val="100000"/>
                </a:lnSpc>
                <a:spcBef>
                  <a:spcPts val="0"/>
                </a:spcBef>
                <a:buNone/>
              </a:pPr>
              <a:r>
                <a:rPr sz="2400" b="1" dirty="0">
                  <a:solidFill>
                    <a:srgbClr val="000066"/>
                  </a:solidFill>
                  <a:latin typeface="Arial" panose="020B0604020202020204" pitchFamily="34" charset="0"/>
                  <a:ea typeface="楷体_GB2312" pitchFamily="49" charset="-122"/>
                </a:rPr>
                <a:t>既可以作为灭灯输入端也可以作为动态灭零输出端。当</a:t>
              </a:r>
              <a:r>
                <a:rPr lang="zh-CN" sz="2400" b="1" dirty="0">
                  <a:solidFill>
                    <a:srgbClr val="000066"/>
                  </a:solidFill>
                  <a:latin typeface="Arial" panose="020B0604020202020204" pitchFamily="34" charset="0"/>
                  <a:ea typeface="楷体_GB2312" pitchFamily="49" charset="-122"/>
                </a:rPr>
                <a:t>它</a:t>
              </a:r>
              <a:r>
                <a:rPr sz="2400" b="1" dirty="0">
                  <a:solidFill>
                    <a:srgbClr val="000066"/>
                  </a:solidFill>
                  <a:latin typeface="Arial" panose="020B0604020202020204" pitchFamily="34" charset="0"/>
                  <a:ea typeface="楷体_GB2312" pitchFamily="49" charset="-122"/>
                </a:rPr>
                <a:t>作为输入端，且</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时，无论其他输入端是什么状态，输出端均为0，七段显示器熄灭。</a:t>
              </a:r>
              <a:endParaRPr sz="2400" b="1" dirty="0">
                <a:solidFill>
                  <a:srgbClr val="000066"/>
                </a:solidFill>
                <a:latin typeface="Arial" panose="020B0604020202020204" pitchFamily="34" charset="0"/>
                <a:ea typeface="楷体_GB2312" pitchFamily="49" charset="-122"/>
              </a:endParaRPr>
            </a:p>
          </p:txBody>
        </p:sp>
        <p:graphicFrame>
          <p:nvGraphicFramePr>
            <p:cNvPr id="2" name="对象 -2147481381"/>
            <p:cNvGraphicFramePr>
              <a:graphicFrameLocks noChangeAspect="1"/>
            </p:cNvGraphicFramePr>
            <p:nvPr/>
          </p:nvGraphicFramePr>
          <p:xfrm>
            <a:off x="12044" y="306"/>
            <a:ext cx="1723" cy="641"/>
          </p:xfrm>
          <a:graphic>
            <a:graphicData uri="http://schemas.openxmlformats.org/presentationml/2006/ole">
              <mc:AlternateContent xmlns:mc="http://schemas.openxmlformats.org/markup-compatibility/2006">
                <mc:Choice xmlns:v="urn:schemas-microsoft-com:vml" Requires="v">
                  <p:oleObj spid="_x0000_s3076" name="" r:id="rId2" imgW="520700" imgH="190500" progId="Equation.DSMT4">
                    <p:embed/>
                  </p:oleObj>
                </mc:Choice>
                <mc:Fallback>
                  <p:oleObj name="" r:id="rId2" imgW="520700" imgH="190500" progId="Equation.DSMT4">
                    <p:embed/>
                    <p:pic>
                      <p:nvPicPr>
                        <p:cNvPr id="0" name="图片 3075"/>
                        <p:cNvPicPr/>
                        <p:nvPr/>
                      </p:nvPicPr>
                      <p:blipFill>
                        <a:blip r:embed="rId3"/>
                        <a:stretch>
                          <a:fillRect/>
                        </a:stretch>
                      </p:blipFill>
                      <p:spPr>
                        <a:xfrm>
                          <a:off x="12044" y="306"/>
                          <a:ext cx="1723" cy="641"/>
                        </a:xfrm>
                        <a:prstGeom prst="rect">
                          <a:avLst/>
                        </a:prstGeom>
                        <a:noFill/>
                        <a:ln w="38100">
                          <a:noFill/>
                          <a:miter/>
                        </a:ln>
                      </p:spPr>
                    </p:pic>
                  </p:oleObj>
                </mc:Fallback>
              </mc:AlternateContent>
            </a:graphicData>
          </a:graphic>
        </p:graphicFrame>
        <p:graphicFrame>
          <p:nvGraphicFramePr>
            <p:cNvPr id="4" name="对象 -2147481379"/>
            <p:cNvGraphicFramePr>
              <a:graphicFrameLocks noChangeAspect="1"/>
            </p:cNvGraphicFramePr>
            <p:nvPr/>
          </p:nvGraphicFramePr>
          <p:xfrm>
            <a:off x="11760" y="2640"/>
            <a:ext cx="1278" cy="650"/>
          </p:xfrm>
          <a:graphic>
            <a:graphicData uri="http://schemas.openxmlformats.org/presentationml/2006/ole">
              <mc:AlternateContent xmlns:mc="http://schemas.openxmlformats.org/markup-compatibility/2006">
                <mc:Choice xmlns:v="urn:schemas-microsoft-com:vml" Requires="v">
                  <p:oleObj spid="_x0000_s6" name="" r:id="rId4" imgW="381000" imgH="190500" progId="Equation.DSMT4">
                    <p:embed/>
                  </p:oleObj>
                </mc:Choice>
                <mc:Fallback>
                  <p:oleObj name="" r:id="rId4" imgW="381000" imgH="190500" progId="Equation.DSMT4">
                    <p:embed/>
                    <p:pic>
                      <p:nvPicPr>
                        <p:cNvPr id="0" name="图片 3"/>
                        <p:cNvPicPr/>
                        <p:nvPr/>
                      </p:nvPicPr>
                      <p:blipFill>
                        <a:blip r:embed="rId5"/>
                        <a:stretch>
                          <a:fillRect/>
                        </a:stretch>
                      </p:blipFill>
                      <p:spPr>
                        <a:xfrm>
                          <a:off x="11760" y="2640"/>
                          <a:ext cx="1278" cy="650"/>
                        </a:xfrm>
                        <a:prstGeom prst="rect">
                          <a:avLst/>
                        </a:prstGeom>
                        <a:noFill/>
                        <a:ln w="38100">
                          <a:noFill/>
                          <a:miter/>
                        </a:ln>
                      </p:spPr>
                    </p:pic>
                  </p:oleObj>
                </mc:Fallback>
              </mc:AlternateContent>
            </a:graphicData>
          </a:graphic>
        </p:graphicFrame>
      </p:grpSp>
      <p:grpSp>
        <p:nvGrpSpPr>
          <p:cNvPr id="18" name="组合 17"/>
          <p:cNvGrpSpPr/>
          <p:nvPr/>
        </p:nvGrpSpPr>
        <p:grpSpPr>
          <a:xfrm>
            <a:off x="5791200" y="3352800"/>
            <a:ext cx="3221990" cy="3423920"/>
            <a:chOff x="9120" y="5280"/>
            <a:chExt cx="5074" cy="5392"/>
          </a:xfrm>
        </p:grpSpPr>
        <p:sp>
          <p:nvSpPr>
            <p:cNvPr id="7" name="Rectangle 3"/>
            <p:cNvSpPr>
              <a:spLocks noGrp="1"/>
            </p:cNvSpPr>
            <p:nvPr/>
          </p:nvSpPr>
          <p:spPr>
            <a:xfrm>
              <a:off x="9120" y="5280"/>
              <a:ext cx="5074" cy="539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dist" eaLnBrk="1" hangingPunct="1">
                <a:lnSpc>
                  <a:spcPct val="100000"/>
                </a:lnSpc>
                <a:spcBef>
                  <a:spcPts val="0"/>
                </a:spcBef>
                <a:buNone/>
              </a:pPr>
              <a:r>
                <a:rPr sz="2400" b="1" dirty="0">
                  <a:solidFill>
                    <a:srgbClr val="000066"/>
                  </a:solidFill>
                  <a:latin typeface="Arial" panose="020B0604020202020204" pitchFamily="34" charset="0"/>
                  <a:ea typeface="楷体_GB2312" pitchFamily="49" charset="-122"/>
                </a:rPr>
                <a:t>②灯测试功能</a:t>
              </a:r>
              <a:r>
                <a:rPr lang="zh-CN"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rPr>
                <a:t>当</a:t>
              </a:r>
              <a:endParaRPr sz="2400" b="1" dirty="0">
                <a:solidFill>
                  <a:srgbClr val="000066"/>
                </a:solidFill>
                <a:latin typeface="Arial" panose="020B0604020202020204" pitchFamily="34" charset="0"/>
                <a:ea typeface="楷体_GB2312" pitchFamily="49" charset="-122"/>
              </a:endParaRPr>
            </a:p>
            <a:p>
              <a:pPr marL="0" indent="0" algn="dist" eaLnBrk="1" hangingPunct="1">
                <a:lnSpc>
                  <a:spcPct val="10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作为输入端且</a:t>
              </a:r>
              <a:endParaRPr sz="2400" b="1" dirty="0">
                <a:solidFill>
                  <a:srgbClr val="000066"/>
                </a:solidFill>
                <a:latin typeface="Arial" panose="020B0604020202020204" pitchFamily="34" charset="0"/>
                <a:ea typeface="楷体_GB2312" pitchFamily="49" charset="-122"/>
              </a:endParaRPr>
            </a:p>
            <a:p>
              <a:pPr marL="0" indent="0" algn="just" eaLnBrk="1" hangingPunct="1">
                <a:lnSpc>
                  <a:spcPct val="10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时，如果</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，无论其他输入端是什么状态，所有输出端均为1，七段显示器显示的字形为</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，用于测试74LS48七段显示器各段的损坏情况。</a:t>
              </a:r>
              <a:endParaRPr sz="2400" b="1" dirty="0">
                <a:solidFill>
                  <a:srgbClr val="000066"/>
                </a:solidFill>
                <a:latin typeface="Arial" panose="020B0604020202020204" pitchFamily="34" charset="0"/>
                <a:ea typeface="楷体_GB2312" pitchFamily="49" charset="-122"/>
              </a:endParaRPr>
            </a:p>
          </p:txBody>
        </p:sp>
        <p:graphicFrame>
          <p:nvGraphicFramePr>
            <p:cNvPr id="13" name="对象 -2147481381"/>
            <p:cNvGraphicFramePr>
              <a:graphicFrameLocks noChangeAspect="1"/>
            </p:cNvGraphicFramePr>
            <p:nvPr/>
          </p:nvGraphicFramePr>
          <p:xfrm>
            <a:off x="9240" y="5836"/>
            <a:ext cx="1878" cy="699"/>
          </p:xfrm>
          <a:graphic>
            <a:graphicData uri="http://schemas.openxmlformats.org/presentationml/2006/ole">
              <mc:AlternateContent xmlns:mc="http://schemas.openxmlformats.org/markup-compatibility/2006">
                <mc:Choice xmlns:v="urn:schemas-microsoft-com:vml" Requires="v">
                  <p:oleObj spid="_x0000_s14" name="" r:id="rId6" imgW="520700" imgH="190500" progId="Equation.DSMT4">
                    <p:embed/>
                  </p:oleObj>
                </mc:Choice>
                <mc:Fallback>
                  <p:oleObj name="" r:id="rId6" imgW="520700" imgH="190500" progId="Equation.DSMT4">
                    <p:embed/>
                    <p:pic>
                      <p:nvPicPr>
                        <p:cNvPr id="0" name="图片 3075"/>
                        <p:cNvPicPr/>
                        <p:nvPr/>
                      </p:nvPicPr>
                      <p:blipFill>
                        <a:blip r:embed="rId3"/>
                        <a:stretch>
                          <a:fillRect/>
                        </a:stretch>
                      </p:blipFill>
                      <p:spPr>
                        <a:xfrm>
                          <a:off x="9240" y="5836"/>
                          <a:ext cx="1878" cy="699"/>
                        </a:xfrm>
                        <a:prstGeom prst="rect">
                          <a:avLst/>
                        </a:prstGeom>
                        <a:noFill/>
                        <a:ln w="38100">
                          <a:noFill/>
                          <a:miter/>
                        </a:ln>
                      </p:spPr>
                    </p:pic>
                  </p:oleObj>
                </mc:Fallback>
              </mc:AlternateContent>
            </a:graphicData>
          </a:graphic>
        </p:graphicFrame>
        <p:graphicFrame>
          <p:nvGraphicFramePr>
            <p:cNvPr id="8" name="对象 -2147481375"/>
            <p:cNvGraphicFramePr>
              <a:graphicFrameLocks noChangeAspect="1"/>
            </p:cNvGraphicFramePr>
            <p:nvPr/>
          </p:nvGraphicFramePr>
          <p:xfrm>
            <a:off x="12480" y="6360"/>
            <a:ext cx="1465" cy="687"/>
          </p:xfrm>
          <a:graphic>
            <a:graphicData uri="http://schemas.openxmlformats.org/presentationml/2006/ole">
              <mc:AlternateContent xmlns:mc="http://schemas.openxmlformats.org/markup-compatibility/2006">
                <mc:Choice xmlns:v="urn:schemas-microsoft-com:vml" Requires="v">
                  <p:oleObj spid="_x0000_s15" name="" r:id="rId7" imgW="405765" imgH="190500" progId="Equation.DSMT4">
                    <p:embed/>
                  </p:oleObj>
                </mc:Choice>
                <mc:Fallback>
                  <p:oleObj name="" r:id="rId7" imgW="405765" imgH="190500" progId="Equation.DSMT4">
                    <p:embed/>
                    <p:pic>
                      <p:nvPicPr>
                        <p:cNvPr id="0" name="图片 14"/>
                        <p:cNvPicPr/>
                        <p:nvPr/>
                      </p:nvPicPr>
                      <p:blipFill>
                        <a:blip r:embed="rId8"/>
                        <a:stretch>
                          <a:fillRect/>
                        </a:stretch>
                      </p:blipFill>
                      <p:spPr>
                        <a:xfrm>
                          <a:off x="12480" y="6360"/>
                          <a:ext cx="1465" cy="687"/>
                        </a:xfrm>
                        <a:prstGeom prst="rect">
                          <a:avLst/>
                        </a:prstGeom>
                        <a:noFill/>
                        <a:ln w="38100">
                          <a:noFill/>
                          <a:miter/>
                        </a:ln>
                      </p:spPr>
                    </p:pic>
                  </p:oleObj>
                </mc:Fallback>
              </mc:AlternateContent>
            </a:graphicData>
          </a:graphic>
        </p:graphicFrame>
        <p:graphicFrame>
          <p:nvGraphicFramePr>
            <p:cNvPr id="9" name="对象 -2147481376"/>
            <p:cNvGraphicFramePr>
              <a:graphicFrameLocks noChangeAspect="1"/>
            </p:cNvGraphicFramePr>
            <p:nvPr/>
          </p:nvGraphicFramePr>
          <p:xfrm>
            <a:off x="9240" y="6404"/>
            <a:ext cx="1267" cy="643"/>
          </p:xfrm>
          <a:graphic>
            <a:graphicData uri="http://schemas.openxmlformats.org/presentationml/2006/ole">
              <mc:AlternateContent xmlns:mc="http://schemas.openxmlformats.org/markup-compatibility/2006">
                <mc:Choice xmlns:v="urn:schemas-microsoft-com:vml" Requires="v">
                  <p:oleObj spid="_x0000_s16" name="" r:id="rId9" imgW="354965" imgH="177800" progId="Equation.DSMT4">
                    <p:embed/>
                  </p:oleObj>
                </mc:Choice>
                <mc:Fallback>
                  <p:oleObj name="" r:id="rId9" imgW="354965" imgH="177800" progId="Equation.DSMT4">
                    <p:embed/>
                    <p:pic>
                      <p:nvPicPr>
                        <p:cNvPr id="0" name="图片 15"/>
                        <p:cNvPicPr/>
                        <p:nvPr/>
                      </p:nvPicPr>
                      <p:blipFill>
                        <a:blip r:embed="rId10"/>
                        <a:stretch>
                          <a:fillRect/>
                        </a:stretch>
                      </p:blipFill>
                      <p:spPr>
                        <a:xfrm>
                          <a:off x="9240" y="6404"/>
                          <a:ext cx="1267" cy="643"/>
                        </a:xfrm>
                        <a:prstGeom prst="rect">
                          <a:avLst/>
                        </a:prstGeom>
                        <a:noFill/>
                        <a:ln w="38100">
                          <a:noFill/>
                          <a:miter/>
                        </a:ln>
                      </p:spPr>
                    </p:pic>
                  </p:oleObj>
                </mc:Fallback>
              </mc:AlternateContent>
            </a:graphicData>
          </a:graphic>
        </p:graphicFrame>
        <p:graphicFrame>
          <p:nvGraphicFramePr>
            <p:cNvPr id="10" name="对象 -2147481373"/>
            <p:cNvGraphicFramePr>
              <a:graphicFrameLocks noChangeAspect="1"/>
            </p:cNvGraphicFramePr>
            <p:nvPr/>
          </p:nvGraphicFramePr>
          <p:xfrm>
            <a:off x="11880" y="8760"/>
            <a:ext cx="393" cy="724"/>
          </p:xfrm>
          <a:graphic>
            <a:graphicData uri="http://schemas.openxmlformats.org/presentationml/2006/ole">
              <mc:AlternateContent xmlns:mc="http://schemas.openxmlformats.org/markup-compatibility/2006">
                <mc:Choice xmlns:v="urn:schemas-microsoft-com:vml" Requires="v">
                  <p:oleObj spid="_x0000_s17" name="" r:id="rId11" imgW="114300" imgH="209550" progId="PBrush">
                    <p:embed/>
                  </p:oleObj>
                </mc:Choice>
                <mc:Fallback>
                  <p:oleObj name="" r:id="rId11" imgW="114300" imgH="209550" progId="PBrush">
                    <p:embed/>
                    <p:pic>
                      <p:nvPicPr>
                        <p:cNvPr id="0" name="图片 16"/>
                        <p:cNvPicPr/>
                        <p:nvPr/>
                      </p:nvPicPr>
                      <p:blipFill>
                        <a:blip r:embed="rId12"/>
                        <a:stretch>
                          <a:fillRect/>
                        </a:stretch>
                      </p:blipFill>
                      <p:spPr>
                        <a:xfrm>
                          <a:off x="11880" y="8760"/>
                          <a:ext cx="393" cy="724"/>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000" fill="hold">
                                          <p:stCondLst>
                                            <p:cond delay="0"/>
                                          </p:stCondLst>
                                        </p:cTn>
                                        <p:tgtEl>
                                          <p:spTgt spid="18"/>
                                        </p:tgtEl>
                                        <p:attrNameLst>
                                          <p:attrName>style.visibility</p:attrName>
                                        </p:attrNameLst>
                                      </p:cBhvr>
                                      <p:to>
                                        <p:strVal val="visible"/>
                                      </p:to>
                                    </p:set>
                                    <p:animEffect transition="in" filter="box(in)">
                                      <p:cBhvr>
                                        <p:cTn id="13"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pic>
        <p:nvPicPr>
          <p:cNvPr id="3" name="图片 2" descr="CN{]PWJ`{`$(6EZLFQO]A6T"/>
          <p:cNvPicPr>
            <a:picLocks noChangeAspect="1"/>
          </p:cNvPicPr>
          <p:nvPr/>
        </p:nvPicPr>
        <p:blipFill>
          <a:blip r:embed="rId1"/>
          <a:srcRect b="8954"/>
          <a:stretch>
            <a:fillRect/>
          </a:stretch>
        </p:blipFill>
        <p:spPr>
          <a:xfrm>
            <a:off x="-1270" y="155575"/>
            <a:ext cx="5792470" cy="6725920"/>
          </a:xfrm>
          <a:prstGeom prst="rect">
            <a:avLst/>
          </a:prstGeom>
        </p:spPr>
      </p:pic>
      <p:grpSp>
        <p:nvGrpSpPr>
          <p:cNvPr id="23" name="组合 22"/>
          <p:cNvGrpSpPr/>
          <p:nvPr/>
        </p:nvGrpSpPr>
        <p:grpSpPr>
          <a:xfrm>
            <a:off x="5791200" y="4439920"/>
            <a:ext cx="3221990" cy="2287270"/>
            <a:chOff x="9120" y="6600"/>
            <a:chExt cx="5074" cy="3602"/>
          </a:xfrm>
        </p:grpSpPr>
        <p:sp>
          <p:nvSpPr>
            <p:cNvPr id="7" name="Rectangle 3"/>
            <p:cNvSpPr>
              <a:spLocks noGrp="1"/>
            </p:cNvSpPr>
            <p:nvPr/>
          </p:nvSpPr>
          <p:spPr>
            <a:xfrm>
              <a:off x="9120" y="6600"/>
              <a:ext cx="5074" cy="360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l" eaLnBrk="1" hangingPunct="1">
                <a:lnSpc>
                  <a:spcPct val="100000"/>
                </a:lnSpc>
                <a:spcBef>
                  <a:spcPts val="0"/>
                </a:spcBef>
                <a:buNone/>
              </a:pPr>
              <a:r>
                <a:rPr sz="2400" b="1" dirty="0">
                  <a:solidFill>
                    <a:srgbClr val="000066"/>
                  </a:solidFill>
                  <a:latin typeface="Arial" panose="020B0604020202020204" pitchFamily="34" charset="0"/>
                  <a:ea typeface="楷体_GB2312" pitchFamily="49" charset="-122"/>
                </a:rPr>
                <a:t>④译码功能</a:t>
              </a:r>
              <a:r>
                <a:rPr lang="zh-CN"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rPr>
                <a:t>当</a:t>
              </a:r>
              <a:endParaRPr sz="2400" b="1" dirty="0">
                <a:solidFill>
                  <a:srgbClr val="000066"/>
                </a:solidFill>
                <a:latin typeface="Arial" panose="020B0604020202020204" pitchFamily="34" charset="0"/>
                <a:ea typeface="楷体_GB2312" pitchFamily="49" charset="-122"/>
              </a:endParaRPr>
            </a:p>
            <a:p>
              <a:pPr marL="0" indent="0" algn="just" eaLnBrk="1" hangingPunct="1">
                <a:lnSpc>
                  <a:spcPct val="100000"/>
                </a:lnSpc>
                <a:spcBef>
                  <a:spcPts val="0"/>
                </a:spcBef>
                <a:buNone/>
              </a:pPr>
              <a:r>
                <a:rPr sz="2400" b="1" dirty="0">
                  <a:solidFill>
                    <a:srgbClr val="000066"/>
                  </a:solidFill>
                  <a:latin typeface="Arial" panose="020B0604020202020204" pitchFamily="34" charset="0"/>
                  <a:ea typeface="楷体_GB2312" pitchFamily="49" charset="-122"/>
                </a:rPr>
                <a:t>作为输入端且</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时，如果</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以及</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，则输入的代码经</a:t>
              </a:r>
              <a:r>
                <a:rPr lang="zh-CN" sz="2400" b="1" dirty="0">
                  <a:solidFill>
                    <a:srgbClr val="000066"/>
                  </a:solidFill>
                  <a:latin typeface="Arial" panose="020B0604020202020204" pitchFamily="34" charset="0"/>
                  <a:ea typeface="楷体_GB2312" pitchFamily="49" charset="-122"/>
                </a:rPr>
                <a:t>其</a:t>
              </a:r>
              <a:r>
                <a:rPr sz="2400" b="1" dirty="0">
                  <a:solidFill>
                    <a:srgbClr val="000066"/>
                  </a:solidFill>
                  <a:latin typeface="Arial" panose="020B0604020202020204" pitchFamily="34" charset="0"/>
                  <a:ea typeface="楷体_GB2312" pitchFamily="49" charset="-122"/>
                </a:rPr>
                <a:t>译码后驱动七段显示器显示相应的字符。</a:t>
              </a:r>
              <a:endParaRPr sz="2400" b="1" dirty="0">
                <a:solidFill>
                  <a:srgbClr val="000066"/>
                </a:solidFill>
                <a:latin typeface="Arial" panose="020B0604020202020204" pitchFamily="34" charset="0"/>
                <a:ea typeface="楷体_GB2312" pitchFamily="49" charset="-122"/>
              </a:endParaRPr>
            </a:p>
          </p:txBody>
        </p:sp>
        <p:graphicFrame>
          <p:nvGraphicFramePr>
            <p:cNvPr id="2" name="对象 -2147481366"/>
            <p:cNvGraphicFramePr>
              <a:graphicFrameLocks noChangeAspect="1"/>
            </p:cNvGraphicFramePr>
            <p:nvPr/>
          </p:nvGraphicFramePr>
          <p:xfrm>
            <a:off x="12720" y="6676"/>
            <a:ext cx="1401" cy="472"/>
          </p:xfrm>
          <a:graphic>
            <a:graphicData uri="http://schemas.openxmlformats.org/presentationml/2006/ole">
              <mc:AlternateContent xmlns:mc="http://schemas.openxmlformats.org/markup-compatibility/2006">
                <mc:Choice xmlns:v="urn:schemas-microsoft-com:vml" Requires="v">
                  <p:oleObj spid="_x0000_s12" name="" r:id="rId2" imgW="520700" imgH="190500" progId="Equation.DSMT4">
                    <p:embed/>
                  </p:oleObj>
                </mc:Choice>
                <mc:Fallback>
                  <p:oleObj name="" r:id="rId2" imgW="520700" imgH="190500" progId="Equation.DSMT4">
                    <p:embed/>
                    <p:pic>
                      <p:nvPicPr>
                        <p:cNvPr id="0" name="图片 11"/>
                        <p:cNvPicPr/>
                        <p:nvPr/>
                      </p:nvPicPr>
                      <p:blipFill>
                        <a:blip r:embed="rId3"/>
                        <a:stretch>
                          <a:fillRect/>
                        </a:stretch>
                      </p:blipFill>
                      <p:spPr>
                        <a:xfrm>
                          <a:off x="12720" y="6676"/>
                          <a:ext cx="1401" cy="472"/>
                        </a:xfrm>
                        <a:prstGeom prst="rect">
                          <a:avLst/>
                        </a:prstGeom>
                        <a:noFill/>
                        <a:ln w="38100">
                          <a:noFill/>
                          <a:miter/>
                        </a:ln>
                      </p:spPr>
                    </p:pic>
                  </p:oleObj>
                </mc:Fallback>
              </mc:AlternateContent>
            </a:graphicData>
          </a:graphic>
        </p:graphicFrame>
        <p:graphicFrame>
          <p:nvGraphicFramePr>
            <p:cNvPr id="4" name="对象 -2147481365"/>
            <p:cNvGraphicFramePr>
              <a:graphicFrameLocks noChangeAspect="1"/>
            </p:cNvGraphicFramePr>
            <p:nvPr/>
          </p:nvGraphicFramePr>
          <p:xfrm>
            <a:off x="12120" y="7254"/>
            <a:ext cx="957" cy="439"/>
          </p:xfrm>
          <a:graphic>
            <a:graphicData uri="http://schemas.openxmlformats.org/presentationml/2006/ole">
              <mc:AlternateContent xmlns:mc="http://schemas.openxmlformats.org/markup-compatibility/2006">
                <mc:Choice xmlns:v="urn:schemas-microsoft-com:vml" Requires="v">
                  <p:oleObj spid="_x0000_s19" name="" r:id="rId4" imgW="354965" imgH="177800" progId="Equation.DSMT4">
                    <p:embed/>
                  </p:oleObj>
                </mc:Choice>
                <mc:Fallback>
                  <p:oleObj name="" r:id="rId4" imgW="354965" imgH="177800" progId="Equation.DSMT4">
                    <p:embed/>
                    <p:pic>
                      <p:nvPicPr>
                        <p:cNvPr id="0" name="图片 18"/>
                        <p:cNvPicPr/>
                        <p:nvPr/>
                      </p:nvPicPr>
                      <p:blipFill>
                        <a:blip r:embed="rId5"/>
                        <a:stretch>
                          <a:fillRect/>
                        </a:stretch>
                      </p:blipFill>
                      <p:spPr>
                        <a:xfrm>
                          <a:off x="12120" y="7254"/>
                          <a:ext cx="957" cy="439"/>
                        </a:xfrm>
                        <a:prstGeom prst="rect">
                          <a:avLst/>
                        </a:prstGeom>
                        <a:noFill/>
                        <a:ln w="38100">
                          <a:noFill/>
                          <a:miter/>
                        </a:ln>
                      </p:spPr>
                    </p:pic>
                  </p:oleObj>
                </mc:Fallback>
              </mc:AlternateContent>
            </a:graphicData>
          </a:graphic>
        </p:graphicFrame>
        <p:graphicFrame>
          <p:nvGraphicFramePr>
            <p:cNvPr id="5" name="对象 -2147481364"/>
            <p:cNvGraphicFramePr>
              <a:graphicFrameLocks noChangeAspect="1"/>
            </p:cNvGraphicFramePr>
            <p:nvPr/>
          </p:nvGraphicFramePr>
          <p:xfrm>
            <a:off x="10200" y="7800"/>
            <a:ext cx="1071" cy="449"/>
          </p:xfrm>
          <a:graphic>
            <a:graphicData uri="http://schemas.openxmlformats.org/presentationml/2006/ole">
              <mc:AlternateContent xmlns:mc="http://schemas.openxmlformats.org/markup-compatibility/2006">
                <mc:Choice xmlns:v="urn:schemas-microsoft-com:vml" Requires="v">
                  <p:oleObj spid="_x0000_s20" name="" r:id="rId6" imgW="380365" imgH="177800" progId="Equation.DSMT4">
                    <p:embed/>
                  </p:oleObj>
                </mc:Choice>
                <mc:Fallback>
                  <p:oleObj name="" r:id="rId6" imgW="380365" imgH="177800" progId="Equation.DSMT4">
                    <p:embed/>
                    <p:pic>
                      <p:nvPicPr>
                        <p:cNvPr id="0" name="图片 19"/>
                        <p:cNvPicPr/>
                        <p:nvPr/>
                      </p:nvPicPr>
                      <p:blipFill>
                        <a:blip r:embed="rId7"/>
                        <a:stretch>
                          <a:fillRect/>
                        </a:stretch>
                      </p:blipFill>
                      <p:spPr>
                        <a:xfrm>
                          <a:off x="10200" y="7800"/>
                          <a:ext cx="1071" cy="449"/>
                        </a:xfrm>
                        <a:prstGeom prst="rect">
                          <a:avLst/>
                        </a:prstGeom>
                        <a:noFill/>
                        <a:ln w="38100">
                          <a:noFill/>
                          <a:miter/>
                        </a:ln>
                      </p:spPr>
                    </p:pic>
                  </p:oleObj>
                </mc:Fallback>
              </mc:AlternateContent>
            </a:graphicData>
          </a:graphic>
        </p:graphicFrame>
        <p:graphicFrame>
          <p:nvGraphicFramePr>
            <p:cNvPr id="6" name="对象 -2147481363"/>
            <p:cNvGraphicFramePr>
              <a:graphicFrameLocks noChangeAspect="1"/>
            </p:cNvGraphicFramePr>
            <p:nvPr/>
          </p:nvGraphicFramePr>
          <p:xfrm>
            <a:off x="12360" y="7778"/>
            <a:ext cx="1259" cy="476"/>
          </p:xfrm>
          <a:graphic>
            <a:graphicData uri="http://schemas.openxmlformats.org/presentationml/2006/ole">
              <mc:AlternateContent xmlns:mc="http://schemas.openxmlformats.org/markup-compatibility/2006">
                <mc:Choice xmlns:v="urn:schemas-microsoft-com:vml" Requires="v">
                  <p:oleObj spid="_x0000_s21" name="" r:id="rId8" imgW="431165" imgH="177800" progId="Equation.DSMT4">
                    <p:embed/>
                  </p:oleObj>
                </mc:Choice>
                <mc:Fallback>
                  <p:oleObj name="" r:id="rId8" imgW="431165" imgH="177800" progId="Equation.DSMT4">
                    <p:embed/>
                    <p:pic>
                      <p:nvPicPr>
                        <p:cNvPr id="0" name="图片 20"/>
                        <p:cNvPicPr/>
                        <p:nvPr/>
                      </p:nvPicPr>
                      <p:blipFill>
                        <a:blip r:embed="rId9"/>
                        <a:stretch>
                          <a:fillRect/>
                        </a:stretch>
                      </p:blipFill>
                      <p:spPr>
                        <a:xfrm>
                          <a:off x="12360" y="7778"/>
                          <a:ext cx="1259" cy="476"/>
                        </a:xfrm>
                        <a:prstGeom prst="rect">
                          <a:avLst/>
                        </a:prstGeom>
                        <a:noFill/>
                        <a:ln w="38100">
                          <a:noFill/>
                          <a:miter/>
                        </a:ln>
                      </p:spPr>
                    </p:pic>
                  </p:oleObj>
                </mc:Fallback>
              </mc:AlternateContent>
            </a:graphicData>
          </a:graphic>
        </p:graphicFrame>
      </p:grpSp>
      <p:grpSp>
        <p:nvGrpSpPr>
          <p:cNvPr id="30" name="组合 29"/>
          <p:cNvGrpSpPr/>
          <p:nvPr/>
        </p:nvGrpSpPr>
        <p:grpSpPr>
          <a:xfrm>
            <a:off x="5791200" y="228600"/>
            <a:ext cx="3221990" cy="4146550"/>
            <a:chOff x="9120" y="360"/>
            <a:chExt cx="5074" cy="6530"/>
          </a:xfrm>
        </p:grpSpPr>
        <p:sp>
          <p:nvSpPr>
            <p:cNvPr id="11" name="Rectangle 3"/>
            <p:cNvSpPr>
              <a:spLocks noGrp="1"/>
            </p:cNvSpPr>
            <p:nvPr/>
          </p:nvSpPr>
          <p:spPr>
            <a:xfrm>
              <a:off x="9120" y="360"/>
              <a:ext cx="5074" cy="653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100000"/>
                </a:lnSpc>
                <a:spcBef>
                  <a:spcPts val="0"/>
                </a:spcBef>
                <a:buNone/>
              </a:pPr>
              <a:r>
                <a:rPr sz="2400" b="1" dirty="0">
                  <a:solidFill>
                    <a:srgbClr val="000066"/>
                  </a:solidFill>
                  <a:latin typeface="Arial" panose="020B0604020202020204" pitchFamily="34" charset="0"/>
                  <a:ea typeface="楷体_GB2312" pitchFamily="49" charset="-122"/>
                </a:rPr>
                <a:t>③动态灭零功能</a:t>
              </a:r>
              <a:r>
                <a:rPr lang="zh-CN"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rPr>
                <a:t>当</a:t>
              </a:r>
              <a:endParaRPr sz="2400" b="1" dirty="0">
                <a:solidFill>
                  <a:srgbClr val="000066"/>
                </a:solidFill>
                <a:latin typeface="Arial" panose="020B0604020202020204" pitchFamily="34" charset="0"/>
                <a:ea typeface="楷体_GB2312" pitchFamily="49" charset="-122"/>
              </a:endParaRPr>
            </a:p>
            <a:p>
              <a:pPr marL="0" indent="0" algn="just" eaLnBrk="1" hangingPunct="1">
                <a:lnSpc>
                  <a:spcPct val="10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及</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时，若</a:t>
              </a:r>
              <a:endParaRPr sz="2400" b="1" dirty="0">
                <a:solidFill>
                  <a:srgbClr val="000066"/>
                </a:solidFill>
                <a:latin typeface="Arial" panose="020B0604020202020204" pitchFamily="34" charset="0"/>
                <a:ea typeface="楷体_GB2312" pitchFamily="49" charset="-122"/>
              </a:endParaRPr>
            </a:p>
            <a:p>
              <a:pPr marL="0" indent="0" algn="just" eaLnBrk="1" hangingPunct="1">
                <a:lnSpc>
                  <a:spcPct val="10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，则输出端</a:t>
              </a:r>
              <a:endParaRPr sz="2400" b="1" dirty="0">
                <a:solidFill>
                  <a:srgbClr val="000066"/>
                </a:solidFill>
                <a:latin typeface="Arial" panose="020B0604020202020204" pitchFamily="34" charset="0"/>
                <a:ea typeface="楷体_GB2312" pitchFamily="49" charset="-122"/>
              </a:endParaRPr>
            </a:p>
            <a:p>
              <a:pPr marL="0" indent="0" algn="just" eaLnBrk="1" hangingPunct="1">
                <a:lnSpc>
                  <a:spcPct val="100000"/>
                </a:lnSpc>
                <a:spcBef>
                  <a:spcPts val="0"/>
                </a:spcBef>
                <a:buNone/>
              </a:pPr>
              <a:r>
                <a:rPr sz="2400" b="1" dirty="0">
                  <a:solidFill>
                    <a:srgbClr val="000066"/>
                  </a:solidFill>
                  <a:latin typeface="Arial" panose="020B0604020202020204" pitchFamily="34" charset="0"/>
                  <a:ea typeface="楷体_GB2312" pitchFamily="49" charset="-122"/>
                </a:rPr>
                <a:t> </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均为0，七段显示器熄灭，</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作为输出端且</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，用以指示该位的零被熄灭。即在上述条件下输入代码0000时，不显示零，而输入其他代码时</a:t>
              </a:r>
              <a:r>
                <a:rPr lang="zh-CN" sz="2400" b="1" dirty="0">
                  <a:solidFill>
                    <a:srgbClr val="000066"/>
                  </a:solidFill>
                  <a:latin typeface="Arial" panose="020B0604020202020204" pitchFamily="34" charset="0"/>
                  <a:ea typeface="楷体_GB2312" pitchFamily="49" charset="-122"/>
                </a:rPr>
                <a:t>则</a:t>
              </a:r>
              <a:r>
                <a:rPr sz="2400" b="1" dirty="0">
                  <a:solidFill>
                    <a:srgbClr val="000066"/>
                  </a:solidFill>
                  <a:latin typeface="Arial" panose="020B0604020202020204" pitchFamily="34" charset="0"/>
                  <a:ea typeface="楷体_GB2312" pitchFamily="49" charset="-122"/>
                </a:rPr>
                <a:t>显示。</a:t>
              </a:r>
              <a:endParaRPr sz="2400" b="1" dirty="0">
                <a:solidFill>
                  <a:srgbClr val="000066"/>
                </a:solidFill>
                <a:latin typeface="Arial" panose="020B0604020202020204" pitchFamily="34" charset="0"/>
                <a:ea typeface="楷体_GB2312" pitchFamily="49" charset="-122"/>
              </a:endParaRPr>
            </a:p>
          </p:txBody>
        </p:sp>
        <p:graphicFrame>
          <p:nvGraphicFramePr>
            <p:cNvPr id="8" name="对象 -2147481372"/>
            <p:cNvGraphicFramePr>
              <a:graphicFrameLocks noChangeAspect="1"/>
            </p:cNvGraphicFramePr>
            <p:nvPr/>
          </p:nvGraphicFramePr>
          <p:xfrm>
            <a:off x="9196" y="938"/>
            <a:ext cx="1149" cy="533"/>
          </p:xfrm>
          <a:graphic>
            <a:graphicData uri="http://schemas.openxmlformats.org/presentationml/2006/ole">
              <mc:AlternateContent xmlns:mc="http://schemas.openxmlformats.org/markup-compatibility/2006">
                <mc:Choice xmlns:v="urn:schemas-microsoft-com:vml" Requires="v">
                  <p:oleObj spid="_x0000_s24" name="" r:id="rId10" imgW="380365" imgH="177800" progId="Equation.DSMT4">
                    <p:embed/>
                  </p:oleObj>
                </mc:Choice>
                <mc:Fallback>
                  <p:oleObj name="" r:id="rId10" imgW="380365" imgH="177800" progId="Equation.DSMT4">
                    <p:embed/>
                    <p:pic>
                      <p:nvPicPr>
                        <p:cNvPr id="0" name="图片 23"/>
                        <p:cNvPicPr/>
                        <p:nvPr/>
                      </p:nvPicPr>
                      <p:blipFill>
                        <a:blip r:embed="rId7"/>
                        <a:stretch>
                          <a:fillRect/>
                        </a:stretch>
                      </p:blipFill>
                      <p:spPr>
                        <a:xfrm>
                          <a:off x="9196" y="938"/>
                          <a:ext cx="1149" cy="533"/>
                        </a:xfrm>
                        <a:prstGeom prst="rect">
                          <a:avLst/>
                        </a:prstGeom>
                        <a:noFill/>
                        <a:ln w="38100">
                          <a:noFill/>
                          <a:miter/>
                        </a:ln>
                      </p:spPr>
                    </p:pic>
                  </p:oleObj>
                </mc:Fallback>
              </mc:AlternateContent>
            </a:graphicData>
          </a:graphic>
        </p:graphicFrame>
        <p:graphicFrame>
          <p:nvGraphicFramePr>
            <p:cNvPr id="9" name="对象 -2147481371"/>
            <p:cNvGraphicFramePr>
              <a:graphicFrameLocks noChangeAspect="1"/>
            </p:cNvGraphicFramePr>
            <p:nvPr/>
          </p:nvGraphicFramePr>
          <p:xfrm>
            <a:off x="10932" y="960"/>
            <a:ext cx="1344" cy="569"/>
          </p:xfrm>
          <a:graphic>
            <a:graphicData uri="http://schemas.openxmlformats.org/presentationml/2006/ole">
              <mc:AlternateContent xmlns:mc="http://schemas.openxmlformats.org/markup-compatibility/2006">
                <mc:Choice xmlns:v="urn:schemas-microsoft-com:vml" Requires="v">
                  <p:oleObj spid="_x0000_s25" name="" r:id="rId11" imgW="457200" imgH="190500" progId="Equation.DSMT4">
                    <p:embed/>
                  </p:oleObj>
                </mc:Choice>
                <mc:Fallback>
                  <p:oleObj name="" r:id="rId11" imgW="457200" imgH="190500" progId="Equation.DSMT4">
                    <p:embed/>
                    <p:pic>
                      <p:nvPicPr>
                        <p:cNvPr id="0" name="图片 24"/>
                        <p:cNvPicPr/>
                        <p:nvPr/>
                      </p:nvPicPr>
                      <p:blipFill>
                        <a:blip r:embed="rId12"/>
                        <a:stretch>
                          <a:fillRect/>
                        </a:stretch>
                      </p:blipFill>
                      <p:spPr>
                        <a:xfrm>
                          <a:off x="10932" y="960"/>
                          <a:ext cx="1344" cy="569"/>
                        </a:xfrm>
                        <a:prstGeom prst="rect">
                          <a:avLst/>
                        </a:prstGeom>
                        <a:noFill/>
                        <a:ln w="38100">
                          <a:noFill/>
                          <a:miter/>
                        </a:ln>
                      </p:spPr>
                    </p:pic>
                  </p:oleObj>
                </mc:Fallback>
              </mc:AlternateContent>
            </a:graphicData>
          </a:graphic>
        </p:graphicFrame>
        <p:graphicFrame>
          <p:nvGraphicFramePr>
            <p:cNvPr id="10" name="对象 -2147481370"/>
            <p:cNvGraphicFramePr>
              <a:graphicFrameLocks noChangeAspect="1"/>
            </p:cNvGraphicFramePr>
            <p:nvPr/>
          </p:nvGraphicFramePr>
          <p:xfrm>
            <a:off x="9240" y="1680"/>
            <a:ext cx="2085" cy="424"/>
          </p:xfrm>
          <a:graphic>
            <a:graphicData uri="http://schemas.openxmlformats.org/presentationml/2006/ole">
              <mc:AlternateContent xmlns:mc="http://schemas.openxmlformats.org/markup-compatibility/2006">
                <mc:Choice xmlns:v="urn:schemas-microsoft-com:vml" Requires="v">
                  <p:oleObj spid="_x0000_s26" name="" r:id="rId13" imgW="761365" imgH="152400" progId="Equation.DSMT4">
                    <p:embed/>
                  </p:oleObj>
                </mc:Choice>
                <mc:Fallback>
                  <p:oleObj name="" r:id="rId13" imgW="761365" imgH="152400" progId="Equation.DSMT4">
                    <p:embed/>
                    <p:pic>
                      <p:nvPicPr>
                        <p:cNvPr id="0" name="图片 25"/>
                        <p:cNvPicPr/>
                        <p:nvPr/>
                      </p:nvPicPr>
                      <p:blipFill>
                        <a:blip r:embed="rId14"/>
                        <a:stretch>
                          <a:fillRect/>
                        </a:stretch>
                      </p:blipFill>
                      <p:spPr>
                        <a:xfrm>
                          <a:off x="9240" y="1680"/>
                          <a:ext cx="2085" cy="424"/>
                        </a:xfrm>
                        <a:prstGeom prst="rect">
                          <a:avLst/>
                        </a:prstGeom>
                        <a:noFill/>
                        <a:ln w="38100">
                          <a:noFill/>
                          <a:miter/>
                        </a:ln>
                      </p:spPr>
                    </p:pic>
                  </p:oleObj>
                </mc:Fallback>
              </mc:AlternateContent>
            </a:graphicData>
          </a:graphic>
        </p:graphicFrame>
        <p:graphicFrame>
          <p:nvGraphicFramePr>
            <p:cNvPr id="13" name="对象 -2147481369"/>
            <p:cNvGraphicFramePr>
              <a:graphicFrameLocks noChangeAspect="1"/>
            </p:cNvGraphicFramePr>
            <p:nvPr/>
          </p:nvGraphicFramePr>
          <p:xfrm>
            <a:off x="9228" y="2280"/>
            <a:ext cx="1176" cy="541"/>
          </p:xfrm>
          <a:graphic>
            <a:graphicData uri="http://schemas.openxmlformats.org/presentationml/2006/ole">
              <mc:AlternateContent xmlns:mc="http://schemas.openxmlformats.org/markup-compatibility/2006">
                <mc:Choice xmlns:v="urn:schemas-microsoft-com:vml" Requires="v">
                  <p:oleObj spid="_x0000_s27" name="" r:id="rId15" imgW="330200" imgH="152400" progId="Equation.DSMT4">
                    <p:embed/>
                  </p:oleObj>
                </mc:Choice>
                <mc:Fallback>
                  <p:oleObj name="" r:id="rId15" imgW="330200" imgH="152400" progId="Equation.DSMT4">
                    <p:embed/>
                    <p:pic>
                      <p:nvPicPr>
                        <p:cNvPr id="0" name="图片 26"/>
                        <p:cNvPicPr/>
                        <p:nvPr/>
                      </p:nvPicPr>
                      <p:blipFill>
                        <a:blip r:embed="rId16"/>
                        <a:stretch>
                          <a:fillRect/>
                        </a:stretch>
                      </p:blipFill>
                      <p:spPr>
                        <a:xfrm>
                          <a:off x="9228" y="2280"/>
                          <a:ext cx="1176" cy="541"/>
                        </a:xfrm>
                        <a:prstGeom prst="rect">
                          <a:avLst/>
                        </a:prstGeom>
                        <a:noFill/>
                        <a:ln w="38100">
                          <a:noFill/>
                          <a:miter/>
                        </a:ln>
                      </p:spPr>
                    </p:pic>
                  </p:oleObj>
                </mc:Fallback>
              </mc:AlternateContent>
            </a:graphicData>
          </a:graphic>
        </p:graphicFrame>
        <p:graphicFrame>
          <p:nvGraphicFramePr>
            <p:cNvPr id="14" name="对象 -2147481368"/>
            <p:cNvGraphicFramePr>
              <a:graphicFrameLocks noChangeAspect="1"/>
            </p:cNvGraphicFramePr>
            <p:nvPr/>
          </p:nvGraphicFramePr>
          <p:xfrm>
            <a:off x="11040" y="2694"/>
            <a:ext cx="1514" cy="563"/>
          </p:xfrm>
          <a:graphic>
            <a:graphicData uri="http://schemas.openxmlformats.org/presentationml/2006/ole">
              <mc:AlternateContent xmlns:mc="http://schemas.openxmlformats.org/markup-compatibility/2006">
                <mc:Choice xmlns:v="urn:schemas-microsoft-com:vml" Requires="v">
                  <p:oleObj spid="_x0000_s28" name="" r:id="rId17" imgW="520700" imgH="190500" progId="Equation.DSMT4">
                    <p:embed/>
                  </p:oleObj>
                </mc:Choice>
                <mc:Fallback>
                  <p:oleObj name="" r:id="rId17" imgW="520700" imgH="190500" progId="Equation.DSMT4">
                    <p:embed/>
                    <p:pic>
                      <p:nvPicPr>
                        <p:cNvPr id="0" name="图片 27"/>
                        <p:cNvPicPr/>
                        <p:nvPr/>
                      </p:nvPicPr>
                      <p:blipFill>
                        <a:blip r:embed="rId3"/>
                        <a:stretch>
                          <a:fillRect/>
                        </a:stretch>
                      </p:blipFill>
                      <p:spPr>
                        <a:xfrm>
                          <a:off x="11040" y="2694"/>
                          <a:ext cx="1514" cy="563"/>
                        </a:xfrm>
                        <a:prstGeom prst="rect">
                          <a:avLst/>
                        </a:prstGeom>
                        <a:noFill/>
                        <a:ln w="38100">
                          <a:noFill/>
                          <a:miter/>
                        </a:ln>
                      </p:spPr>
                    </p:pic>
                  </p:oleObj>
                </mc:Fallback>
              </mc:AlternateContent>
            </a:graphicData>
          </a:graphic>
        </p:graphicFrame>
        <p:graphicFrame>
          <p:nvGraphicFramePr>
            <p:cNvPr id="15" name="对象 -2147481367"/>
            <p:cNvGraphicFramePr>
              <a:graphicFrameLocks noChangeAspect="1"/>
            </p:cNvGraphicFramePr>
            <p:nvPr/>
          </p:nvGraphicFramePr>
          <p:xfrm>
            <a:off x="10724" y="3294"/>
            <a:ext cx="1473" cy="577"/>
          </p:xfrm>
          <a:graphic>
            <a:graphicData uri="http://schemas.openxmlformats.org/presentationml/2006/ole">
              <mc:AlternateContent xmlns:mc="http://schemas.openxmlformats.org/markup-compatibility/2006">
                <mc:Choice xmlns:v="urn:schemas-microsoft-com:vml" Requires="v">
                  <p:oleObj spid="_x0000_s29" name="" r:id="rId18" imgW="495300" imgH="190500" progId="Equation.DSMT4">
                    <p:embed/>
                  </p:oleObj>
                </mc:Choice>
                <mc:Fallback>
                  <p:oleObj name="" r:id="rId18" imgW="495300" imgH="190500" progId="Equation.DSMT4">
                    <p:embed/>
                    <p:pic>
                      <p:nvPicPr>
                        <p:cNvPr id="0" name="图片 28"/>
                        <p:cNvPicPr/>
                        <p:nvPr/>
                      </p:nvPicPr>
                      <p:blipFill>
                        <a:blip r:embed="rId19"/>
                        <a:stretch>
                          <a:fillRect/>
                        </a:stretch>
                      </p:blipFill>
                      <p:spPr>
                        <a:xfrm>
                          <a:off x="10724" y="3294"/>
                          <a:ext cx="1473" cy="577"/>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000" fill="hold">
                                          <p:stCondLst>
                                            <p:cond delay="0"/>
                                          </p:stCondLst>
                                        </p:cTn>
                                        <p:tgtEl>
                                          <p:spTgt spid="30"/>
                                        </p:tgtEl>
                                        <p:attrNameLst>
                                          <p:attrName>style.visibility</p:attrName>
                                        </p:attrNameLst>
                                      </p:cBhvr>
                                      <p:to>
                                        <p:strVal val="visible"/>
                                      </p:to>
                                    </p:set>
                                    <p:animEffect transition="in" filter="wheel(1)">
                                      <p:cBhvr>
                                        <p:cTn id="7" dur="10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51"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92" decel="100000"/>
                                        <p:tgtEl>
                                          <p:spTgt spid="23"/>
                                        </p:tgtEl>
                                      </p:cBhvr>
                                    </p:animEffect>
                                    <p:animScale>
                                      <p:cBhvr>
                                        <p:cTn id="13" dur="192" decel="100000"/>
                                        <p:tgtEl>
                                          <p:spTgt spid="23"/>
                                        </p:tgtEl>
                                      </p:cBhvr>
                                      <p:from x="10000" y="10000"/>
                                      <p:to x="200000" y="450000"/>
                                    </p:animScale>
                                    <p:animScale>
                                      <p:cBhvr>
                                        <p:cTn id="14" dur="308" accel="100000" fill="hold">
                                          <p:stCondLst>
                                            <p:cond delay="192"/>
                                          </p:stCondLst>
                                        </p:cTn>
                                        <p:tgtEl>
                                          <p:spTgt spid="23"/>
                                        </p:tgtEl>
                                      </p:cBhvr>
                                      <p:from x="200000" y="450000"/>
                                      <p:to x="100000" y="100000"/>
                                    </p:animScale>
                                    <p:set>
                                      <p:cBhvr>
                                        <p:cTn id="15" dur="192" fill="hold"/>
                                        <p:tgtEl>
                                          <p:spTgt spid="23"/>
                                        </p:tgtEl>
                                        <p:attrNameLst>
                                          <p:attrName>ppt_x</p:attrName>
                                        </p:attrNameLst>
                                      </p:cBhvr>
                                      <p:to>
                                        <p:strVal val="(0.5)"/>
                                      </p:to>
                                    </p:set>
                                    <p:anim from="(0.5)" to="(#ppt_x)" calcmode="lin" valueType="num">
                                      <p:cBhvr>
                                        <p:cTn id="16" dur="308" accel="100000" fill="hold">
                                          <p:stCondLst>
                                            <p:cond delay="192"/>
                                          </p:stCondLst>
                                        </p:cTn>
                                        <p:tgtEl>
                                          <p:spTgt spid="23"/>
                                        </p:tgtEl>
                                        <p:attrNameLst>
                                          <p:attrName>ppt_x</p:attrName>
                                        </p:attrNameLst>
                                      </p:cBhvr>
                                    </p:anim>
                                    <p:set>
                                      <p:cBhvr>
                                        <p:cTn id="17" dur="192" fill="hold"/>
                                        <p:tgtEl>
                                          <p:spTgt spid="23"/>
                                        </p:tgtEl>
                                        <p:attrNameLst>
                                          <p:attrName>ppt_y</p:attrName>
                                        </p:attrNameLst>
                                      </p:cBhvr>
                                      <p:to>
                                        <p:strVal val="(#ppt_y+0.4)"/>
                                      </p:to>
                                    </p:set>
                                    <p:anim from="(#ppt_y+0.4)" to="(#ppt_y)" calcmode="lin" valueType="num">
                                      <p:cBhvr>
                                        <p:cTn id="18" dur="308" accel="100000" fill="hold">
                                          <p:stCondLst>
                                            <p:cond delay="192"/>
                                          </p:stCondLst>
                                        </p:cTn>
                                        <p:tgtEl>
                                          <p:spTgt spid="23"/>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609600" y="1295400"/>
            <a:ext cx="7977505" cy="13608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【例4-7】 由74LS48和七段显示器构成的电路如</a:t>
            </a:r>
            <a:r>
              <a:rPr lang="zh-CN" sz="2400" b="1" dirty="0">
                <a:solidFill>
                  <a:srgbClr val="000066"/>
                </a:solidFill>
                <a:latin typeface="Arial" panose="020B0604020202020204" pitchFamily="34" charset="0"/>
                <a:ea typeface="楷体_GB2312" pitchFamily="49" charset="-122"/>
              </a:rPr>
              <a:t>下</a:t>
            </a:r>
            <a:r>
              <a:rPr sz="2400" b="1" dirty="0">
                <a:solidFill>
                  <a:srgbClr val="000066"/>
                </a:solidFill>
                <a:latin typeface="Arial" panose="020B0604020202020204" pitchFamily="34" charset="0"/>
                <a:ea typeface="楷体_GB2312" pitchFamily="49" charset="-122"/>
              </a:rPr>
              <a:t>所示，当输入为8421BCD码时，该电路数值显示范围是多少？</a:t>
            </a:r>
            <a:endParaRPr sz="2400" b="1"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5" name="Rectangle 3"/>
          <p:cNvSpPr>
            <a:spLocks noGrp="1"/>
          </p:cNvSpPr>
          <p:nvPr/>
        </p:nvSpPr>
        <p:spPr>
          <a:xfrm>
            <a:off x="457200" y="5410200"/>
            <a:ext cx="8253730" cy="13163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解：</a:t>
            </a:r>
            <a:r>
              <a:rPr sz="2400" b="1" dirty="0">
                <a:solidFill>
                  <a:srgbClr val="000066"/>
                </a:solidFill>
                <a:latin typeface="Arial" panose="020B0604020202020204" pitchFamily="34" charset="0"/>
                <a:ea typeface="楷体_GB2312" pitchFamily="49" charset="-122"/>
              </a:rPr>
              <a:t>由于74LS48(1) 满足动态灭零条件，</a:t>
            </a:r>
            <a:r>
              <a:rPr lang="en-US" sz="2400" b="1" dirty="0">
                <a:solidFill>
                  <a:srgbClr val="000066"/>
                </a:solidFill>
                <a:latin typeface="Arial" panose="020B0604020202020204" pitchFamily="34" charset="0"/>
                <a:ea typeface="楷体_GB2312" pitchFamily="49" charset="-122"/>
              </a:rPr>
              <a:t>0</a:t>
            </a:r>
            <a:r>
              <a:rPr sz="2400" b="1" dirty="0">
                <a:solidFill>
                  <a:srgbClr val="000066"/>
                </a:solidFill>
                <a:latin typeface="Arial" panose="020B0604020202020204" pitchFamily="34" charset="0"/>
                <a:ea typeface="楷体_GB2312" pitchFamily="49" charset="-122"/>
              </a:rPr>
              <a:t>不会显示</a:t>
            </a:r>
            <a:r>
              <a:rPr lang="zh-CN" sz="2400" b="1" dirty="0">
                <a:solidFill>
                  <a:srgbClr val="000066"/>
                </a:solidFill>
                <a:latin typeface="Arial" panose="020B0604020202020204" pitchFamily="34" charset="0"/>
                <a:ea typeface="楷体_GB2312" pitchFamily="49" charset="-122"/>
              </a:rPr>
              <a:t>；而</a:t>
            </a:r>
            <a:r>
              <a:rPr sz="2400" b="1" dirty="0">
                <a:solidFill>
                  <a:srgbClr val="000066"/>
                </a:solidFill>
                <a:latin typeface="Arial" panose="020B0604020202020204" pitchFamily="34" charset="0"/>
                <a:ea typeface="楷体_GB2312" pitchFamily="49" charset="-122"/>
              </a:rPr>
              <a:t>74LS48(2) 可以显示</a:t>
            </a:r>
            <a:r>
              <a:rPr lang="zh-CN" sz="2400" b="1" dirty="0">
                <a:solidFill>
                  <a:srgbClr val="000066"/>
                </a:solidFill>
                <a:latin typeface="Arial" panose="020B0604020202020204" pitchFamily="34" charset="0"/>
                <a:ea typeface="楷体_GB2312" pitchFamily="49" charset="-122"/>
              </a:rPr>
              <a:t>任何数值</a:t>
            </a:r>
            <a:r>
              <a:rPr sz="2400" b="1" dirty="0">
                <a:solidFill>
                  <a:srgbClr val="000066"/>
                </a:solidFill>
                <a:latin typeface="Arial" panose="020B0604020202020204" pitchFamily="34" charset="0"/>
                <a:ea typeface="楷体_GB2312" pitchFamily="49" charset="-122"/>
              </a:rPr>
              <a:t>。因此，整个电路数值显示范围为0~99。</a:t>
            </a:r>
            <a:endParaRPr sz="2400" b="1" dirty="0">
              <a:solidFill>
                <a:srgbClr val="000066"/>
              </a:solidFill>
              <a:latin typeface="Arial" panose="020B0604020202020204" pitchFamily="34" charset="0"/>
              <a:ea typeface="楷体_GB2312" pitchFamily="49" charset="-122"/>
            </a:endParaRPr>
          </a:p>
        </p:txBody>
      </p:sp>
      <p:pic>
        <p:nvPicPr>
          <p:cNvPr id="9310" name="图片 2747"/>
          <p:cNvPicPr>
            <a:picLocks noChangeAspect="1"/>
          </p:cNvPicPr>
          <p:nvPr/>
        </p:nvPicPr>
        <p:blipFill>
          <a:blip r:embed="rId1"/>
          <a:stretch>
            <a:fillRect/>
          </a:stretch>
        </p:blipFill>
        <p:spPr>
          <a:xfrm>
            <a:off x="1600200" y="2362200"/>
            <a:ext cx="5240655" cy="307530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457200" y="1828800"/>
            <a:ext cx="8317865" cy="134366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能将一路数据根据需要分配到指定通道上去的电路称为数据分配器。数据分配器的作用类似于一个单刀多掷开关，如图4-26所示。</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6146" name="Rectangle 2"/>
          <p:cNvSpPr>
            <a:spLocks noGrp="1"/>
          </p:cNvSpPr>
          <p:nvPr>
            <p:ph type="title"/>
          </p:nvPr>
        </p:nvSpPr>
        <p:spPr>
          <a:xfrm>
            <a:off x="533400" y="1219200"/>
            <a:ext cx="584962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4.3.</a:t>
            </a:r>
            <a:r>
              <a:rPr lang="en-US" sz="2800" i="0" dirty="0">
                <a:solidFill>
                  <a:srgbClr val="0070C0"/>
                </a:solidFill>
                <a:latin typeface="黑体" panose="02010609060101010101" pitchFamily="49" charset="-122"/>
                <a:ea typeface="黑体" panose="02010609060101010101" pitchFamily="49" charset="-122"/>
              </a:rPr>
              <a:t>3</a:t>
            </a:r>
            <a:r>
              <a:rPr sz="2800" i="0" dirty="0">
                <a:solidFill>
                  <a:srgbClr val="0070C0"/>
                </a:solidFill>
                <a:latin typeface="黑体" panose="02010609060101010101" pitchFamily="49" charset="-122"/>
                <a:ea typeface="黑体" panose="02010609060101010101" pitchFamily="49" charset="-122"/>
              </a:rPr>
              <a:t> 数据分配器</a:t>
            </a:r>
            <a:endParaRPr sz="2800" i="0" dirty="0">
              <a:solidFill>
                <a:srgbClr val="0070C0"/>
              </a:solidFill>
              <a:latin typeface="黑体" panose="02010609060101010101" pitchFamily="49" charset="-122"/>
              <a:ea typeface="黑体" panose="02010609060101010101" pitchFamily="49" charset="-122"/>
            </a:endParaRPr>
          </a:p>
        </p:txBody>
      </p:sp>
      <p:grpSp>
        <p:nvGrpSpPr>
          <p:cNvPr id="2" name="组合 1"/>
          <p:cNvGrpSpPr/>
          <p:nvPr/>
        </p:nvGrpSpPr>
        <p:grpSpPr>
          <a:xfrm>
            <a:off x="2819400" y="3124200"/>
            <a:ext cx="4102100" cy="2089150"/>
            <a:chOff x="3600" y="5280"/>
            <a:chExt cx="6460" cy="3290"/>
          </a:xfrm>
        </p:grpSpPr>
        <p:sp>
          <p:nvSpPr>
            <p:cNvPr id="100" name="文本框 99"/>
            <p:cNvSpPr txBox="1"/>
            <p:nvPr/>
          </p:nvSpPr>
          <p:spPr>
            <a:xfrm>
              <a:off x="4560" y="8040"/>
              <a:ext cx="4481" cy="531"/>
            </a:xfrm>
            <a:prstGeom prst="rect">
              <a:avLst/>
            </a:prstGeom>
            <a:noFill/>
            <a:ln w="9525">
              <a:noFill/>
            </a:ln>
          </p:spPr>
          <p:txBody>
            <a:bodyPr wrap="square">
              <a:spAutoFit/>
            </a:bodyPr>
            <a:p>
              <a:r>
                <a:rPr sz="1600">
                  <a:ea typeface="宋体" panose="02010600030101010101" pitchFamily="2" charset="-122"/>
                </a:rPr>
                <a:t>图4-26 数据分配器示意图</a:t>
              </a:r>
              <a:endParaRPr sz="1600">
                <a:ea typeface="宋体" panose="02010600030101010101" pitchFamily="2" charset="-122"/>
              </a:endParaRPr>
            </a:p>
          </p:txBody>
        </p:sp>
        <p:pic>
          <p:nvPicPr>
            <p:cNvPr id="9311" name="图片 2748"/>
            <p:cNvPicPr>
              <a:picLocks noChangeAspect="1"/>
            </p:cNvPicPr>
            <p:nvPr/>
          </p:nvPicPr>
          <p:blipFill>
            <a:blip r:embed="rId1"/>
            <a:stretch>
              <a:fillRect/>
            </a:stretch>
          </p:blipFill>
          <p:spPr>
            <a:xfrm>
              <a:off x="3600" y="5280"/>
              <a:ext cx="6461" cy="2742"/>
            </a:xfrm>
            <a:prstGeom prst="rect">
              <a:avLst/>
            </a:prstGeom>
            <a:noFill/>
            <a:ln>
              <a:noFill/>
            </a:ln>
          </p:spPr>
        </p:pic>
      </p:grpSp>
      <p:sp>
        <p:nvSpPr>
          <p:cNvPr id="3" name="Rectangle 3"/>
          <p:cNvSpPr>
            <a:spLocks noGrp="1"/>
          </p:cNvSpPr>
          <p:nvPr/>
        </p:nvSpPr>
        <p:spPr>
          <a:xfrm>
            <a:off x="445770" y="5156200"/>
            <a:ext cx="8317865" cy="13436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若将二进制译码器的某个使能端作为数据输入端，二进制代码输入端作为通道选择信号，译码输出端作为数据输出端，则译码器就构成了一个数据分配器。</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 calcmode="lin" valueType="num">
                                      <p:cBhvr>
                                        <p:cTn id="14"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457200" y="1219200"/>
            <a:ext cx="8317865" cy="61214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74LS138译码器构成的数据分配器。</a:t>
            </a:r>
            <a:endParaRPr lang="en-US" altLang="zh-CN"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9312" name="图片 2749"/>
          <p:cNvPicPr>
            <a:picLocks noChangeAspect="1"/>
          </p:cNvPicPr>
          <p:nvPr>
            <p:custDataLst>
              <p:tags r:id="rId1"/>
            </p:custDataLst>
          </p:nvPr>
        </p:nvPicPr>
        <p:blipFill>
          <a:blip r:embed="rId2"/>
          <a:stretch>
            <a:fillRect/>
          </a:stretch>
        </p:blipFill>
        <p:spPr>
          <a:xfrm>
            <a:off x="1676400" y="1905000"/>
            <a:ext cx="5584190" cy="2580640"/>
          </a:xfrm>
          <a:prstGeom prst="rect">
            <a:avLst/>
          </a:prstGeom>
          <a:noFill/>
          <a:ln>
            <a:noFill/>
          </a:ln>
        </p:spPr>
      </p:pic>
      <p:pic>
        <p:nvPicPr>
          <p:cNvPr id="5" name="图片 4" descr="YTI%K[O9IWBD}K)9M2VX@LD"/>
          <p:cNvPicPr>
            <a:picLocks noChangeAspect="1"/>
          </p:cNvPicPr>
          <p:nvPr/>
        </p:nvPicPr>
        <p:blipFill>
          <a:blip r:embed="rId3"/>
          <a:srcRect t="32103"/>
          <a:stretch>
            <a:fillRect/>
          </a:stretch>
        </p:blipFill>
        <p:spPr>
          <a:xfrm>
            <a:off x="1371600" y="4777105"/>
            <a:ext cx="2888615" cy="654050"/>
          </a:xfrm>
          <a:prstGeom prst="rect">
            <a:avLst/>
          </a:prstGeom>
        </p:spPr>
      </p:pic>
      <p:graphicFrame>
        <p:nvGraphicFramePr>
          <p:cNvPr id="6" name="对象 5">
            <a:hlinkClick r:id="" action="ppaction://ole?verb="/>
          </p:cNvPr>
          <p:cNvGraphicFramePr>
            <a:graphicFrameLocks noChangeAspect="1"/>
          </p:cNvGraphicFramePr>
          <p:nvPr/>
        </p:nvGraphicFramePr>
        <p:xfrm>
          <a:off x="4254500" y="4798060"/>
          <a:ext cx="1488440" cy="606425"/>
        </p:xfrm>
        <a:graphic>
          <a:graphicData uri="http://schemas.openxmlformats.org/presentationml/2006/ole">
            <mc:AlternateContent xmlns:mc="http://schemas.openxmlformats.org/markup-compatibility/2006">
              <mc:Choice xmlns:v="urn:schemas-microsoft-com:vml" Requires="v">
                <p:oleObj spid="_x0000_s1025" name="" r:id="rId4" imgW="749300" imgH="304800" progId="Equation.KSEE3">
                  <p:embed/>
                </p:oleObj>
              </mc:Choice>
              <mc:Fallback>
                <p:oleObj name="" r:id="rId4" imgW="749300" imgH="304800" progId="Equation.KSEE3">
                  <p:embed/>
                  <p:pic>
                    <p:nvPicPr>
                      <p:cNvPr id="0" name="图片 1024"/>
                      <p:cNvPicPr/>
                      <p:nvPr/>
                    </p:nvPicPr>
                    <p:blipFill>
                      <a:blip r:embed="rId5"/>
                      <a:stretch>
                        <a:fillRect/>
                      </a:stretch>
                    </p:blipFill>
                    <p:spPr>
                      <a:xfrm>
                        <a:off x="4254500" y="4798060"/>
                        <a:ext cx="1488440" cy="606425"/>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4497070" y="5542280"/>
          <a:ext cx="1373505" cy="474345"/>
        </p:xfrm>
        <a:graphic>
          <a:graphicData uri="http://schemas.openxmlformats.org/presentationml/2006/ole">
            <mc:AlternateContent xmlns:mc="http://schemas.openxmlformats.org/markup-compatibility/2006">
              <mc:Choice xmlns:v="urn:schemas-microsoft-com:vml" Requires="v">
                <p:oleObj spid="_x0000_s11" name="" r:id="rId6" imgW="736600" imgH="254000" progId="Equation.KSEE3">
                  <p:embed/>
                </p:oleObj>
              </mc:Choice>
              <mc:Fallback>
                <p:oleObj name="" r:id="rId6" imgW="736600" imgH="254000" progId="Equation.KSEE3">
                  <p:embed/>
                  <p:pic>
                    <p:nvPicPr>
                      <p:cNvPr id="0" name="图片 1024"/>
                      <p:cNvPicPr/>
                      <p:nvPr/>
                    </p:nvPicPr>
                    <p:blipFill>
                      <a:blip r:embed="rId7"/>
                      <a:stretch>
                        <a:fillRect/>
                      </a:stretch>
                    </p:blipFill>
                    <p:spPr>
                      <a:xfrm>
                        <a:off x="4497070" y="5542280"/>
                        <a:ext cx="1373505" cy="474345"/>
                      </a:xfrm>
                      <a:prstGeom prst="rect">
                        <a:avLst/>
                      </a:prstGeom>
                    </p:spPr>
                  </p:pic>
                </p:oleObj>
              </mc:Fallback>
            </mc:AlternateContent>
          </a:graphicData>
        </a:graphic>
      </p:graphicFrame>
      <p:grpSp>
        <p:nvGrpSpPr>
          <p:cNvPr id="13" name="组合 12"/>
          <p:cNvGrpSpPr/>
          <p:nvPr/>
        </p:nvGrpSpPr>
        <p:grpSpPr>
          <a:xfrm>
            <a:off x="929640" y="5444490"/>
            <a:ext cx="3561080" cy="654050"/>
            <a:chOff x="1464" y="8574"/>
            <a:chExt cx="5608" cy="1030"/>
          </a:xfrm>
        </p:grpSpPr>
        <p:grpSp>
          <p:nvGrpSpPr>
            <p:cNvPr id="9" name="组合 8"/>
            <p:cNvGrpSpPr/>
            <p:nvPr/>
          </p:nvGrpSpPr>
          <p:grpSpPr>
            <a:xfrm>
              <a:off x="1464" y="8574"/>
              <a:ext cx="4198" cy="880"/>
              <a:chOff x="2664" y="8574"/>
              <a:chExt cx="4198" cy="880"/>
            </a:xfrm>
          </p:grpSpPr>
          <p:graphicFrame>
            <p:nvGraphicFramePr>
              <p:cNvPr id="7" name="对象 6">
                <a:hlinkClick r:id="" action="ppaction://ole?verb="/>
              </p:cNvPr>
              <p:cNvGraphicFramePr>
                <a:graphicFrameLocks noChangeAspect="1"/>
              </p:cNvGraphicFramePr>
              <p:nvPr/>
            </p:nvGraphicFramePr>
            <p:xfrm>
              <a:off x="4200" y="8640"/>
              <a:ext cx="2662" cy="796"/>
            </p:xfrm>
            <a:graphic>
              <a:graphicData uri="http://schemas.openxmlformats.org/presentationml/2006/ole">
                <mc:AlternateContent xmlns:mc="http://schemas.openxmlformats.org/markup-compatibility/2006">
                  <mc:Choice xmlns:v="urn:schemas-microsoft-com:vml" Requires="v">
                    <p:oleObj spid="_x0000_s2" name="" r:id="rId8" imgW="850900" imgH="254000" progId="Equation.KSEE3">
                      <p:embed/>
                    </p:oleObj>
                  </mc:Choice>
                  <mc:Fallback>
                    <p:oleObj name="" r:id="rId8" imgW="850900" imgH="254000" progId="Equation.KSEE3">
                      <p:embed/>
                      <p:pic>
                        <p:nvPicPr>
                          <p:cNvPr id="0" name="图片 1024"/>
                          <p:cNvPicPr/>
                          <p:nvPr/>
                        </p:nvPicPr>
                        <p:blipFill>
                          <a:blip r:embed="rId9"/>
                          <a:stretch>
                            <a:fillRect/>
                          </a:stretch>
                        </p:blipFill>
                        <p:spPr>
                          <a:xfrm>
                            <a:off x="4200" y="8640"/>
                            <a:ext cx="2662" cy="796"/>
                          </a:xfrm>
                          <a:prstGeom prst="rect">
                            <a:avLst/>
                          </a:prstGeom>
                        </p:spPr>
                      </p:pic>
                    </p:oleObj>
                  </mc:Fallback>
                </mc:AlternateContent>
              </a:graphicData>
            </a:graphic>
          </p:graphicFrame>
          <p:sp>
            <p:nvSpPr>
              <p:cNvPr id="8" name="Rectangle 3"/>
              <p:cNvSpPr>
                <a:spLocks noGrp="1"/>
              </p:cNvSpPr>
              <p:nvPr/>
            </p:nvSpPr>
            <p:spPr>
              <a:xfrm>
                <a:off x="2664" y="8574"/>
                <a:ext cx="1896" cy="8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若</a:t>
                </a:r>
                <a:endParaRPr lang="zh-CN" altLang="en-US" sz="2400" b="1" kern="1200" dirty="0">
                  <a:solidFill>
                    <a:srgbClr val="000066"/>
                  </a:solidFill>
                  <a:latin typeface="Arial" panose="020B0604020202020204" pitchFamily="34" charset="0"/>
                  <a:ea typeface="楷体_GB2312" pitchFamily="49" charset="-122"/>
                </a:endParaRPr>
              </a:p>
            </p:txBody>
          </p:sp>
        </p:grpSp>
        <p:sp>
          <p:nvSpPr>
            <p:cNvPr id="12" name="Rectangle 3"/>
            <p:cNvSpPr>
              <a:spLocks noGrp="1"/>
            </p:cNvSpPr>
            <p:nvPr/>
          </p:nvSpPr>
          <p:spPr>
            <a:xfrm>
              <a:off x="5540" y="8640"/>
              <a:ext cx="1533" cy="96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，则</a:t>
              </a:r>
              <a:endParaRPr lang="zh-CN" altLang="en-US" sz="2400" b="1" kern="1200" dirty="0">
                <a:solidFill>
                  <a:srgbClr val="000066"/>
                </a:solidFill>
                <a:latin typeface="Arial" panose="020B0604020202020204" pitchFamily="34" charset="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8" presetClass="entr" presetSubtype="0" accel="5000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1000" fill="hold"/>
                                        <p:tgtEl>
                                          <p:spTgt spid="13"/>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0" dur="1000" fill="hold"/>
                                        <p:tgtEl>
                                          <p:spTgt spid="13"/>
                                        </p:tgtEl>
                                        <p:attrNameLst>
                                          <p:attrName>ppt_x</p:attrName>
                                        </p:attrNameLst>
                                      </p:cBhvr>
                                      <p:tavLst>
                                        <p:tav tm="0">
                                          <p:val>
                                            <p:fltVal val="-1"/>
                                          </p:val>
                                        </p:tav>
                                        <p:tav tm="50000">
                                          <p:val>
                                            <p:fltVal val="0.95"/>
                                          </p:val>
                                        </p:tav>
                                        <p:tav tm="100000">
                                          <p:val>
                                            <p:strVal val="#ppt_x"/>
                                          </p:val>
                                        </p:tav>
                                      </p:tavLst>
                                    </p:anim>
                                    <p:anim calcmode="lin" valueType="num">
                                      <p:cBhvr>
                                        <p:cTn id="21" dur="1000" fill="hold"/>
                                        <p:tgtEl>
                                          <p:spTgt spid="13"/>
                                        </p:tgtEl>
                                        <p:attrNameLst>
                                          <p:attrName>ppt_y</p:attrName>
                                        </p:attrNameLst>
                                      </p:cBhvr>
                                      <p:tavLst>
                                        <p:tav tm="0">
                                          <p:val>
                                            <p:strVal val="#ppt_y"/>
                                          </p:val>
                                        </p:tav>
                                        <p:tav tm="100000">
                                          <p:val>
                                            <p:strVal val="#ppt_y"/>
                                          </p:val>
                                        </p:tav>
                                      </p:tavLst>
                                    </p:anim>
                                    <p:animEffect transition="in" filter="fade">
                                      <p:cBhvr>
                                        <p:cTn id="22" dur="10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54" presetClass="entr" presetSubtype="0" accel="10000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strVal val="#ppt_w*0.05"/>
                                          </p:val>
                                        </p:tav>
                                        <p:tav tm="100000">
                                          <p:val>
                                            <p:strVal val="#ppt_w"/>
                                          </p:val>
                                        </p:tav>
                                      </p:tavLst>
                                    </p:anim>
                                    <p:anim calcmode="lin" valueType="num">
                                      <p:cBhvr>
                                        <p:cTn id="28" dur="500" fill="hold"/>
                                        <p:tgtEl>
                                          <p:spTgt spid="10"/>
                                        </p:tgtEl>
                                        <p:attrNameLst>
                                          <p:attrName>ppt_h</p:attrName>
                                        </p:attrNameLst>
                                      </p:cBhvr>
                                      <p:tavLst>
                                        <p:tav tm="0">
                                          <p:val>
                                            <p:strVal val="#ppt_h"/>
                                          </p:val>
                                        </p:tav>
                                        <p:tav tm="100000">
                                          <p:val>
                                            <p:strVal val="#ppt_h"/>
                                          </p:val>
                                        </p:tav>
                                      </p:tavLst>
                                    </p:anim>
                                    <p:anim calcmode="lin" valueType="num">
                                      <p:cBhvr>
                                        <p:cTn id="29" dur="500" fill="hold"/>
                                        <p:tgtEl>
                                          <p:spTgt spid="10"/>
                                        </p:tgtEl>
                                        <p:attrNameLst>
                                          <p:attrName>ppt_x</p:attrName>
                                        </p:attrNameLst>
                                      </p:cBhvr>
                                      <p:tavLst>
                                        <p:tav tm="0">
                                          <p:val>
                                            <p:strVal val="#ppt_x-.2"/>
                                          </p:val>
                                        </p:tav>
                                        <p:tav tm="100000">
                                          <p:val>
                                            <p:strVal val="#ppt_x"/>
                                          </p:val>
                                        </p:tav>
                                      </p:tavLst>
                                    </p:anim>
                                    <p:anim calcmode="lin" valueType="num">
                                      <p:cBhvr>
                                        <p:cTn id="30" dur="500" fill="hold"/>
                                        <p:tgtEl>
                                          <p:spTgt spid="10"/>
                                        </p:tgtEl>
                                        <p:attrNameLst>
                                          <p:attrName>ppt_y</p:attrName>
                                        </p:attrNameLst>
                                      </p:cBhvr>
                                      <p:tavLst>
                                        <p:tav tm="0">
                                          <p:val>
                                            <p:strVal val="#ppt_y"/>
                                          </p:val>
                                        </p:tav>
                                        <p:tav tm="100000">
                                          <p:val>
                                            <p:strVal val="#ppt_y"/>
                                          </p:val>
                                        </p:tav>
                                      </p:tavLst>
                                    </p:anim>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510978" name="矩形 510977"/>
          <p:cNvSpPr/>
          <p:nvPr/>
        </p:nvSpPr>
        <p:spPr>
          <a:xfrm>
            <a:off x="971550" y="1657350"/>
            <a:ext cx="7200900" cy="4968875"/>
          </a:xfrm>
          <a:prstGeom prst="rect">
            <a:avLst/>
          </a:prstGeom>
          <a:solidFill>
            <a:schemeClr val="bg1"/>
          </a:solidFill>
          <a:ln w="9525" cap="flat" cmpd="sng">
            <a:solidFill>
              <a:schemeClr val="bg1"/>
            </a:solidFill>
            <a:prstDash val="solid"/>
            <a:miter/>
            <a:headEnd type="none" w="med" len="med"/>
            <a:tailEnd type="none" w="med" len="med"/>
          </a:ln>
        </p:spPr>
        <p:txBody>
          <a:bodyPr/>
          <a:p>
            <a:endParaRPr lang="zh-CN" altLang="en-US"/>
          </a:p>
        </p:txBody>
      </p:sp>
      <p:grpSp>
        <p:nvGrpSpPr>
          <p:cNvPr id="510979" name="组合 510978"/>
          <p:cNvGrpSpPr/>
          <p:nvPr/>
        </p:nvGrpSpPr>
        <p:grpSpPr>
          <a:xfrm>
            <a:off x="900113" y="1801813"/>
            <a:ext cx="7278687" cy="4891087"/>
            <a:chOff x="-3" y="-3"/>
            <a:chExt cx="2704" cy="3579"/>
          </a:xfrm>
        </p:grpSpPr>
        <p:grpSp>
          <p:nvGrpSpPr>
            <p:cNvPr id="510980" name="组合 510979"/>
            <p:cNvGrpSpPr/>
            <p:nvPr/>
          </p:nvGrpSpPr>
          <p:grpSpPr>
            <a:xfrm>
              <a:off x="0" y="0"/>
              <a:ext cx="2698" cy="3573"/>
              <a:chOff x="0" y="0"/>
              <a:chExt cx="2698" cy="3573"/>
            </a:xfrm>
          </p:grpSpPr>
          <p:grpSp>
            <p:nvGrpSpPr>
              <p:cNvPr id="510981" name="组合 510980"/>
              <p:cNvGrpSpPr/>
              <p:nvPr/>
            </p:nvGrpSpPr>
            <p:grpSpPr>
              <a:xfrm>
                <a:off x="0" y="0"/>
                <a:ext cx="1156" cy="317"/>
                <a:chOff x="0" y="0"/>
                <a:chExt cx="1156" cy="317"/>
              </a:xfrm>
            </p:grpSpPr>
            <p:sp>
              <p:nvSpPr>
                <p:cNvPr id="510982" name="矩形 510981"/>
                <p:cNvSpPr/>
                <p:nvPr/>
              </p:nvSpPr>
              <p:spPr>
                <a:xfrm>
                  <a:off x="0" y="0"/>
                  <a:ext cx="1156" cy="317"/>
                </a:xfrm>
                <a:prstGeom prst="rect">
                  <a:avLst/>
                </a:prstGeom>
                <a:noFill/>
                <a:ln w="28575">
                  <a:noFill/>
                </a:ln>
              </p:spPr>
              <p:txBody>
                <a:bodyPr anchor="ctr" anchorCtr="0"/>
                <a:p>
                  <a:pPr algn="ctr"/>
                  <a:r>
                    <a:rPr lang="zh-CN" altLang="en-US" sz="2000" b="1" dirty="0">
                      <a:solidFill>
                        <a:srgbClr val="000099"/>
                      </a:solidFill>
                      <a:latin typeface="楷体_GB2312" pitchFamily="49" charset="-122"/>
                      <a:ea typeface="楷体_GB2312" pitchFamily="49" charset="-122"/>
                    </a:rPr>
                    <a:t>输         入</a:t>
                  </a:r>
                  <a:endParaRPr lang="zh-CN" altLang="en-US" sz="2000" b="1" dirty="0">
                    <a:solidFill>
                      <a:srgbClr val="000099"/>
                    </a:solidFill>
                    <a:latin typeface="楷体_GB2312" pitchFamily="49" charset="-122"/>
                    <a:ea typeface="楷体_GB2312" pitchFamily="49" charset="-122"/>
                  </a:endParaRPr>
                </a:p>
              </p:txBody>
            </p:sp>
            <p:sp>
              <p:nvSpPr>
                <p:cNvPr id="510983" name="矩形 510982"/>
                <p:cNvSpPr/>
                <p:nvPr/>
              </p:nvSpPr>
              <p:spPr>
                <a:xfrm>
                  <a:off x="0" y="0"/>
                  <a:ext cx="1156"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0984" name="组合 510983"/>
              <p:cNvGrpSpPr/>
              <p:nvPr/>
            </p:nvGrpSpPr>
            <p:grpSpPr>
              <a:xfrm>
                <a:off x="1156" y="0"/>
                <a:ext cx="1542" cy="317"/>
                <a:chOff x="1156" y="0"/>
                <a:chExt cx="1542" cy="317"/>
              </a:xfrm>
            </p:grpSpPr>
            <p:sp>
              <p:nvSpPr>
                <p:cNvPr id="510985" name="矩形 510984"/>
                <p:cNvSpPr/>
                <p:nvPr/>
              </p:nvSpPr>
              <p:spPr>
                <a:xfrm>
                  <a:off x="1156" y="0"/>
                  <a:ext cx="1542" cy="317"/>
                </a:xfrm>
                <a:prstGeom prst="rect">
                  <a:avLst/>
                </a:prstGeom>
                <a:noFill/>
                <a:ln w="28575">
                  <a:noFill/>
                </a:ln>
              </p:spPr>
              <p:txBody>
                <a:bodyPr anchor="ctr" anchorCtr="0"/>
                <a:p>
                  <a:pPr algn="ctr"/>
                  <a:r>
                    <a:rPr lang="zh-CN" altLang="en-US" sz="2000" b="1" dirty="0">
                      <a:solidFill>
                        <a:srgbClr val="000099"/>
                      </a:solidFill>
                      <a:latin typeface="楷体_GB2312" pitchFamily="49" charset="-122"/>
                      <a:ea typeface="楷体_GB2312" pitchFamily="49" charset="-122"/>
                    </a:rPr>
                    <a:t>输          出</a:t>
                  </a:r>
                  <a:endParaRPr lang="zh-CN" altLang="en-US" sz="2000" b="1" dirty="0">
                    <a:solidFill>
                      <a:srgbClr val="000099"/>
                    </a:solidFill>
                    <a:latin typeface="楷体_GB2312" pitchFamily="49" charset="-122"/>
                    <a:ea typeface="楷体_GB2312" pitchFamily="49" charset="-122"/>
                  </a:endParaRPr>
                </a:p>
              </p:txBody>
            </p:sp>
            <p:sp>
              <p:nvSpPr>
                <p:cNvPr id="510986" name="矩形 510985"/>
                <p:cNvSpPr/>
                <p:nvPr/>
              </p:nvSpPr>
              <p:spPr>
                <a:xfrm>
                  <a:off x="1156" y="0"/>
                  <a:ext cx="154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0987" name="组合 510986"/>
              <p:cNvGrpSpPr/>
              <p:nvPr/>
            </p:nvGrpSpPr>
            <p:grpSpPr>
              <a:xfrm>
                <a:off x="0" y="317"/>
                <a:ext cx="192" cy="403"/>
                <a:chOff x="0" y="317"/>
                <a:chExt cx="192" cy="403"/>
              </a:xfrm>
            </p:grpSpPr>
            <p:sp>
              <p:nvSpPr>
                <p:cNvPr id="510988" name="矩形 510987"/>
                <p:cNvSpPr/>
                <p:nvPr/>
              </p:nvSpPr>
              <p:spPr>
                <a:xfrm>
                  <a:off x="0" y="317"/>
                  <a:ext cx="192" cy="403"/>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E</a:t>
                  </a:r>
                  <a:r>
                    <a:rPr lang="en-US" altLang="zh-CN" sz="2400" baseline="-30000">
                      <a:latin typeface="Times New Roman" panose="02020603050405020304" charset="0"/>
                      <a:ea typeface="黑体" panose="02010609060101010101" pitchFamily="49" charset="-122"/>
                    </a:rPr>
                    <a:t>3</a:t>
                  </a:r>
                  <a:endParaRPr lang="en-US" altLang="zh-CN" sz="2400">
                    <a:latin typeface="Times New Roman" panose="02020603050405020304" charset="0"/>
                    <a:ea typeface="黑体" panose="02010609060101010101" pitchFamily="49" charset="-122"/>
                  </a:endParaRPr>
                </a:p>
              </p:txBody>
            </p:sp>
            <p:sp>
              <p:nvSpPr>
                <p:cNvPr id="510989" name="矩形 510988"/>
                <p:cNvSpPr/>
                <p:nvPr/>
              </p:nvSpPr>
              <p:spPr>
                <a:xfrm>
                  <a:off x="0" y="317"/>
                  <a:ext cx="192"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0990" name="组合 510989"/>
              <p:cNvGrpSpPr/>
              <p:nvPr/>
            </p:nvGrpSpPr>
            <p:grpSpPr>
              <a:xfrm>
                <a:off x="192" y="317"/>
                <a:ext cx="193" cy="403"/>
                <a:chOff x="192" y="317"/>
                <a:chExt cx="193" cy="403"/>
              </a:xfrm>
            </p:grpSpPr>
            <p:sp>
              <p:nvSpPr>
                <p:cNvPr id="510991" name="矩形 510990"/>
                <p:cNvSpPr/>
                <p:nvPr/>
              </p:nvSpPr>
              <p:spPr>
                <a:xfrm>
                  <a:off x="192" y="317"/>
                  <a:ext cx="193" cy="403"/>
                </a:xfrm>
                <a:prstGeom prst="rect">
                  <a:avLst/>
                </a:prstGeom>
                <a:noFill/>
                <a:ln w="28575">
                  <a:noFill/>
                </a:ln>
              </p:spPr>
              <p:txBody>
                <a:bodyPr anchor="ctr" anchorCtr="0"/>
                <a:p>
                  <a:r>
                    <a:rPr lang="en-US" altLang="zh-CN" sz="2400">
                      <a:latin typeface="黑体" panose="02010609060101010101" pitchFamily="49" charset="-122"/>
                      <a:ea typeface="黑体" panose="02010609060101010101" pitchFamily="49" charset="-122"/>
                    </a:rPr>
                    <a:t>E</a:t>
                  </a:r>
                  <a:r>
                    <a:rPr lang="en-US" altLang="zh-CN" sz="2400" baseline="-30000">
                      <a:latin typeface="黑体" panose="02010609060101010101" pitchFamily="49" charset="-122"/>
                      <a:ea typeface="黑体" panose="02010609060101010101" pitchFamily="49" charset="-122"/>
                    </a:rPr>
                    <a:t>2</a:t>
                  </a:r>
                  <a:endParaRPr lang="en-US" altLang="zh-CN" sz="2400">
                    <a:latin typeface="黑体" panose="02010609060101010101" pitchFamily="49" charset="-122"/>
                    <a:ea typeface="黑体" panose="02010609060101010101" pitchFamily="49" charset="-122"/>
                  </a:endParaRPr>
                </a:p>
              </p:txBody>
            </p:sp>
            <p:sp>
              <p:nvSpPr>
                <p:cNvPr id="510992" name="矩形 510991"/>
                <p:cNvSpPr/>
                <p:nvPr/>
              </p:nvSpPr>
              <p:spPr>
                <a:xfrm>
                  <a:off x="192" y="317"/>
                  <a:ext cx="193"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0993" name="组合 510992"/>
              <p:cNvGrpSpPr/>
              <p:nvPr/>
            </p:nvGrpSpPr>
            <p:grpSpPr>
              <a:xfrm>
                <a:off x="385" y="317"/>
                <a:ext cx="193" cy="403"/>
                <a:chOff x="385" y="317"/>
                <a:chExt cx="193" cy="403"/>
              </a:xfrm>
            </p:grpSpPr>
            <p:sp>
              <p:nvSpPr>
                <p:cNvPr id="510994" name="矩形 510993"/>
                <p:cNvSpPr/>
                <p:nvPr/>
              </p:nvSpPr>
              <p:spPr>
                <a:xfrm>
                  <a:off x="385" y="317"/>
                  <a:ext cx="193" cy="403"/>
                </a:xfrm>
                <a:prstGeom prst="rect">
                  <a:avLst/>
                </a:prstGeom>
                <a:noFill/>
                <a:ln w="28575">
                  <a:noFill/>
                </a:ln>
              </p:spPr>
              <p:txBody>
                <a:bodyPr anchor="ctr" anchorCtr="0"/>
                <a:p>
                  <a:r>
                    <a:rPr lang="en-US" altLang="zh-CN" sz="2400">
                      <a:solidFill>
                        <a:srgbClr val="0000FF"/>
                      </a:solidFill>
                      <a:latin typeface="黑体" panose="02010609060101010101" pitchFamily="49" charset="-122"/>
                      <a:ea typeface="黑体" panose="02010609060101010101" pitchFamily="49" charset="-122"/>
                    </a:rPr>
                    <a:t>E</a:t>
                  </a:r>
                  <a:r>
                    <a:rPr lang="en-US" altLang="zh-CN" sz="2400" baseline="-30000">
                      <a:solidFill>
                        <a:srgbClr val="0000FF"/>
                      </a:solidFill>
                      <a:latin typeface="黑体" panose="02010609060101010101" pitchFamily="49" charset="-122"/>
                      <a:ea typeface="黑体" panose="02010609060101010101" pitchFamily="49" charset="-122"/>
                    </a:rPr>
                    <a:t>1</a:t>
                  </a:r>
                  <a:endParaRPr lang="en-US" altLang="zh-CN" sz="2400">
                    <a:solidFill>
                      <a:srgbClr val="0000FF"/>
                    </a:solidFill>
                    <a:latin typeface="黑体" panose="02010609060101010101" pitchFamily="49" charset="-122"/>
                    <a:ea typeface="黑体" panose="02010609060101010101" pitchFamily="49" charset="-122"/>
                  </a:endParaRPr>
                </a:p>
              </p:txBody>
            </p:sp>
            <p:sp>
              <p:nvSpPr>
                <p:cNvPr id="510995" name="矩形 510994"/>
                <p:cNvSpPr/>
                <p:nvPr/>
              </p:nvSpPr>
              <p:spPr>
                <a:xfrm>
                  <a:off x="385" y="317"/>
                  <a:ext cx="193"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0996" name="组合 510995"/>
              <p:cNvGrpSpPr/>
              <p:nvPr/>
            </p:nvGrpSpPr>
            <p:grpSpPr>
              <a:xfrm>
                <a:off x="578" y="317"/>
                <a:ext cx="192" cy="403"/>
                <a:chOff x="578" y="317"/>
                <a:chExt cx="192" cy="403"/>
              </a:xfrm>
            </p:grpSpPr>
            <p:sp>
              <p:nvSpPr>
                <p:cNvPr id="510997" name="矩形 510996"/>
                <p:cNvSpPr/>
                <p:nvPr/>
              </p:nvSpPr>
              <p:spPr>
                <a:xfrm>
                  <a:off x="578" y="317"/>
                  <a:ext cx="192" cy="403"/>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A</a:t>
                  </a:r>
                  <a:r>
                    <a:rPr lang="en-US" altLang="zh-CN" sz="2400" baseline="-25000">
                      <a:latin typeface="Times New Roman" panose="02020603050405020304" charset="0"/>
                      <a:ea typeface="黑体" panose="02010609060101010101" pitchFamily="49" charset="-122"/>
                    </a:rPr>
                    <a:t>2</a:t>
                  </a:r>
                  <a:endParaRPr lang="en-US" altLang="zh-CN" sz="2400" baseline="-25000">
                    <a:latin typeface="Times New Roman" panose="02020603050405020304" charset="0"/>
                    <a:ea typeface="黑体" panose="02010609060101010101" pitchFamily="49" charset="-122"/>
                  </a:endParaRPr>
                </a:p>
              </p:txBody>
            </p:sp>
            <p:sp>
              <p:nvSpPr>
                <p:cNvPr id="510998" name="矩形 510997"/>
                <p:cNvSpPr/>
                <p:nvPr/>
              </p:nvSpPr>
              <p:spPr>
                <a:xfrm>
                  <a:off x="578" y="317"/>
                  <a:ext cx="192"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0999" name="组合 510998"/>
              <p:cNvGrpSpPr/>
              <p:nvPr/>
            </p:nvGrpSpPr>
            <p:grpSpPr>
              <a:xfrm>
                <a:off x="770" y="317"/>
                <a:ext cx="193" cy="403"/>
                <a:chOff x="770" y="317"/>
                <a:chExt cx="193" cy="403"/>
              </a:xfrm>
            </p:grpSpPr>
            <p:sp>
              <p:nvSpPr>
                <p:cNvPr id="511000" name="矩形 510999"/>
                <p:cNvSpPr/>
                <p:nvPr/>
              </p:nvSpPr>
              <p:spPr>
                <a:xfrm>
                  <a:off x="770" y="317"/>
                  <a:ext cx="193" cy="403"/>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A</a:t>
                  </a:r>
                  <a:r>
                    <a:rPr lang="en-US" altLang="zh-CN" sz="2400" baseline="-25000">
                      <a:latin typeface="Times New Roman" panose="02020603050405020304" charset="0"/>
                      <a:ea typeface="黑体" panose="02010609060101010101" pitchFamily="49" charset="-122"/>
                    </a:rPr>
                    <a:t>1</a:t>
                  </a:r>
                  <a:endParaRPr lang="en-US" altLang="zh-CN" sz="2400" baseline="-25000">
                    <a:latin typeface="Times New Roman" panose="02020603050405020304" charset="0"/>
                    <a:ea typeface="黑体" panose="02010609060101010101" pitchFamily="49" charset="-122"/>
                  </a:endParaRPr>
                </a:p>
              </p:txBody>
            </p:sp>
            <p:sp>
              <p:nvSpPr>
                <p:cNvPr id="511001" name="矩形 511000"/>
                <p:cNvSpPr/>
                <p:nvPr/>
              </p:nvSpPr>
              <p:spPr>
                <a:xfrm>
                  <a:off x="770" y="317"/>
                  <a:ext cx="193"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02" name="组合 511001"/>
              <p:cNvGrpSpPr/>
              <p:nvPr/>
            </p:nvGrpSpPr>
            <p:grpSpPr>
              <a:xfrm>
                <a:off x="963" y="317"/>
                <a:ext cx="193" cy="403"/>
                <a:chOff x="963" y="317"/>
                <a:chExt cx="193" cy="403"/>
              </a:xfrm>
            </p:grpSpPr>
            <p:sp>
              <p:nvSpPr>
                <p:cNvPr id="511003" name="矩形 511002"/>
                <p:cNvSpPr/>
                <p:nvPr/>
              </p:nvSpPr>
              <p:spPr>
                <a:xfrm>
                  <a:off x="963" y="317"/>
                  <a:ext cx="193" cy="403"/>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A</a:t>
                  </a:r>
                  <a:r>
                    <a:rPr lang="en-US" altLang="zh-CN" sz="2400" baseline="-25000">
                      <a:latin typeface="Times New Roman" panose="02020603050405020304" charset="0"/>
                      <a:ea typeface="黑体" panose="02010609060101010101" pitchFamily="49" charset="-122"/>
                    </a:rPr>
                    <a:t>0</a:t>
                  </a:r>
                  <a:endParaRPr lang="en-US" altLang="zh-CN" sz="2400" baseline="-25000">
                    <a:latin typeface="Times New Roman" panose="02020603050405020304" charset="0"/>
                    <a:ea typeface="黑体" panose="02010609060101010101" pitchFamily="49" charset="-122"/>
                  </a:endParaRPr>
                </a:p>
              </p:txBody>
            </p:sp>
            <p:sp>
              <p:nvSpPr>
                <p:cNvPr id="511004" name="矩形 511003"/>
                <p:cNvSpPr/>
                <p:nvPr/>
              </p:nvSpPr>
              <p:spPr>
                <a:xfrm>
                  <a:off x="963" y="317"/>
                  <a:ext cx="193"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05" name="组合 511004"/>
              <p:cNvGrpSpPr/>
              <p:nvPr/>
            </p:nvGrpSpPr>
            <p:grpSpPr>
              <a:xfrm>
                <a:off x="1156" y="317"/>
                <a:ext cx="193" cy="403"/>
                <a:chOff x="1156" y="317"/>
                <a:chExt cx="193" cy="403"/>
              </a:xfrm>
            </p:grpSpPr>
            <p:sp>
              <p:nvSpPr>
                <p:cNvPr id="511006" name="矩形 511005"/>
                <p:cNvSpPr/>
                <p:nvPr/>
              </p:nvSpPr>
              <p:spPr>
                <a:xfrm>
                  <a:off x="1156" y="317"/>
                  <a:ext cx="193" cy="403"/>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Y</a:t>
                  </a:r>
                  <a:r>
                    <a:rPr lang="en-US" altLang="zh-CN" sz="2400" baseline="-300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007" name="矩形 511006"/>
                <p:cNvSpPr/>
                <p:nvPr/>
              </p:nvSpPr>
              <p:spPr>
                <a:xfrm>
                  <a:off x="1156" y="317"/>
                  <a:ext cx="193"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08" name="组合 511007"/>
              <p:cNvGrpSpPr/>
              <p:nvPr/>
            </p:nvGrpSpPr>
            <p:grpSpPr>
              <a:xfrm>
                <a:off x="1349" y="317"/>
                <a:ext cx="192" cy="403"/>
                <a:chOff x="1349" y="317"/>
                <a:chExt cx="192" cy="403"/>
              </a:xfrm>
            </p:grpSpPr>
            <p:sp>
              <p:nvSpPr>
                <p:cNvPr id="511009" name="矩形 511008"/>
                <p:cNvSpPr/>
                <p:nvPr/>
              </p:nvSpPr>
              <p:spPr>
                <a:xfrm>
                  <a:off x="1349" y="317"/>
                  <a:ext cx="192" cy="403"/>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Y</a:t>
                  </a:r>
                  <a:r>
                    <a:rPr lang="en-US" altLang="zh-CN" sz="2400" baseline="-300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010" name="矩形 511009"/>
                <p:cNvSpPr/>
                <p:nvPr/>
              </p:nvSpPr>
              <p:spPr>
                <a:xfrm>
                  <a:off x="1349" y="317"/>
                  <a:ext cx="192"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11" name="组合 511010"/>
              <p:cNvGrpSpPr/>
              <p:nvPr/>
            </p:nvGrpSpPr>
            <p:grpSpPr>
              <a:xfrm>
                <a:off x="1541" y="317"/>
                <a:ext cx="193" cy="403"/>
                <a:chOff x="1541" y="317"/>
                <a:chExt cx="193" cy="403"/>
              </a:xfrm>
            </p:grpSpPr>
            <p:sp>
              <p:nvSpPr>
                <p:cNvPr id="511012" name="矩形 511011"/>
                <p:cNvSpPr/>
                <p:nvPr/>
              </p:nvSpPr>
              <p:spPr>
                <a:xfrm>
                  <a:off x="1541" y="317"/>
                  <a:ext cx="193" cy="403"/>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Y</a:t>
                  </a:r>
                  <a:r>
                    <a:rPr lang="en-US" altLang="zh-CN" sz="2400" baseline="-30000">
                      <a:latin typeface="Times New Roman" panose="02020603050405020304" charset="0"/>
                      <a:ea typeface="黑体" panose="02010609060101010101" pitchFamily="49" charset="-122"/>
                    </a:rPr>
                    <a:t>2</a:t>
                  </a:r>
                  <a:endParaRPr lang="en-US" altLang="zh-CN" sz="2400">
                    <a:latin typeface="Times New Roman" panose="02020603050405020304" charset="0"/>
                    <a:ea typeface="黑体" panose="02010609060101010101" pitchFamily="49" charset="-122"/>
                  </a:endParaRPr>
                </a:p>
              </p:txBody>
            </p:sp>
            <p:sp>
              <p:nvSpPr>
                <p:cNvPr id="511013" name="矩形 511012"/>
                <p:cNvSpPr/>
                <p:nvPr/>
              </p:nvSpPr>
              <p:spPr>
                <a:xfrm>
                  <a:off x="1541" y="317"/>
                  <a:ext cx="193"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14" name="组合 511013"/>
              <p:cNvGrpSpPr/>
              <p:nvPr/>
            </p:nvGrpSpPr>
            <p:grpSpPr>
              <a:xfrm>
                <a:off x="1734" y="317"/>
                <a:ext cx="193" cy="403"/>
                <a:chOff x="1734" y="317"/>
                <a:chExt cx="193" cy="403"/>
              </a:xfrm>
            </p:grpSpPr>
            <p:sp>
              <p:nvSpPr>
                <p:cNvPr id="511015" name="矩形 511014"/>
                <p:cNvSpPr/>
                <p:nvPr/>
              </p:nvSpPr>
              <p:spPr>
                <a:xfrm>
                  <a:off x="1734" y="317"/>
                  <a:ext cx="193" cy="403"/>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Y</a:t>
                  </a:r>
                  <a:r>
                    <a:rPr lang="en-US" altLang="zh-CN" sz="2400" baseline="-30000">
                      <a:latin typeface="Times New Roman" panose="02020603050405020304" charset="0"/>
                      <a:ea typeface="黑体" panose="02010609060101010101" pitchFamily="49" charset="-122"/>
                    </a:rPr>
                    <a:t>3</a:t>
                  </a:r>
                  <a:endParaRPr lang="en-US" altLang="zh-CN" sz="2400">
                    <a:latin typeface="Times New Roman" panose="02020603050405020304" charset="0"/>
                    <a:ea typeface="黑体" panose="02010609060101010101" pitchFamily="49" charset="-122"/>
                  </a:endParaRPr>
                </a:p>
              </p:txBody>
            </p:sp>
            <p:sp>
              <p:nvSpPr>
                <p:cNvPr id="511016" name="矩形 511015"/>
                <p:cNvSpPr/>
                <p:nvPr/>
              </p:nvSpPr>
              <p:spPr>
                <a:xfrm>
                  <a:off x="1734" y="317"/>
                  <a:ext cx="193"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17" name="组合 511016"/>
              <p:cNvGrpSpPr/>
              <p:nvPr/>
            </p:nvGrpSpPr>
            <p:grpSpPr>
              <a:xfrm>
                <a:off x="1927" y="317"/>
                <a:ext cx="192" cy="403"/>
                <a:chOff x="1927" y="317"/>
                <a:chExt cx="192" cy="403"/>
              </a:xfrm>
            </p:grpSpPr>
            <p:sp>
              <p:nvSpPr>
                <p:cNvPr id="511018" name="矩形 511017"/>
                <p:cNvSpPr/>
                <p:nvPr/>
              </p:nvSpPr>
              <p:spPr>
                <a:xfrm>
                  <a:off x="1927" y="317"/>
                  <a:ext cx="192" cy="403"/>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Y</a:t>
                  </a:r>
                  <a:r>
                    <a:rPr lang="en-US" altLang="zh-CN" sz="2400" baseline="-30000">
                      <a:latin typeface="Times New Roman" panose="02020603050405020304" charset="0"/>
                      <a:ea typeface="黑体" panose="02010609060101010101" pitchFamily="49" charset="-122"/>
                    </a:rPr>
                    <a:t>4</a:t>
                  </a:r>
                  <a:endParaRPr lang="en-US" altLang="zh-CN" sz="2400">
                    <a:latin typeface="Times New Roman" panose="02020603050405020304" charset="0"/>
                    <a:ea typeface="黑体" panose="02010609060101010101" pitchFamily="49" charset="-122"/>
                  </a:endParaRPr>
                </a:p>
              </p:txBody>
            </p:sp>
            <p:sp>
              <p:nvSpPr>
                <p:cNvPr id="511019" name="矩形 511018"/>
                <p:cNvSpPr/>
                <p:nvPr/>
              </p:nvSpPr>
              <p:spPr>
                <a:xfrm>
                  <a:off x="1927" y="317"/>
                  <a:ext cx="192"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20" name="组合 511019"/>
              <p:cNvGrpSpPr/>
              <p:nvPr/>
            </p:nvGrpSpPr>
            <p:grpSpPr>
              <a:xfrm>
                <a:off x="2119" y="317"/>
                <a:ext cx="193" cy="403"/>
                <a:chOff x="2119" y="317"/>
                <a:chExt cx="193" cy="403"/>
              </a:xfrm>
            </p:grpSpPr>
            <p:sp>
              <p:nvSpPr>
                <p:cNvPr id="511021" name="矩形 511020"/>
                <p:cNvSpPr/>
                <p:nvPr/>
              </p:nvSpPr>
              <p:spPr>
                <a:xfrm>
                  <a:off x="2119" y="317"/>
                  <a:ext cx="193" cy="403"/>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Y</a:t>
                  </a:r>
                  <a:r>
                    <a:rPr lang="en-US" altLang="zh-CN" sz="2400" baseline="-30000">
                      <a:latin typeface="Times New Roman" panose="02020603050405020304" charset="0"/>
                      <a:ea typeface="黑体" panose="02010609060101010101" pitchFamily="49" charset="-122"/>
                    </a:rPr>
                    <a:t>5</a:t>
                  </a:r>
                  <a:endParaRPr lang="en-US" altLang="zh-CN" sz="2400">
                    <a:latin typeface="Times New Roman" panose="02020603050405020304" charset="0"/>
                    <a:ea typeface="黑体" panose="02010609060101010101" pitchFamily="49" charset="-122"/>
                  </a:endParaRPr>
                </a:p>
              </p:txBody>
            </p:sp>
            <p:sp>
              <p:nvSpPr>
                <p:cNvPr id="511022" name="矩形 511021"/>
                <p:cNvSpPr/>
                <p:nvPr/>
              </p:nvSpPr>
              <p:spPr>
                <a:xfrm>
                  <a:off x="2119" y="317"/>
                  <a:ext cx="193"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23" name="组合 511022"/>
              <p:cNvGrpSpPr/>
              <p:nvPr/>
            </p:nvGrpSpPr>
            <p:grpSpPr>
              <a:xfrm>
                <a:off x="2312" y="317"/>
                <a:ext cx="193" cy="403"/>
                <a:chOff x="2312" y="317"/>
                <a:chExt cx="193" cy="403"/>
              </a:xfrm>
            </p:grpSpPr>
            <p:sp>
              <p:nvSpPr>
                <p:cNvPr id="511024" name="矩形 511023"/>
                <p:cNvSpPr/>
                <p:nvPr/>
              </p:nvSpPr>
              <p:spPr>
                <a:xfrm>
                  <a:off x="2312" y="317"/>
                  <a:ext cx="193" cy="403"/>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Y</a:t>
                  </a:r>
                  <a:r>
                    <a:rPr lang="en-US" altLang="zh-CN" sz="2400" baseline="-30000">
                      <a:latin typeface="Times New Roman" panose="02020603050405020304" charset="0"/>
                      <a:ea typeface="黑体" panose="02010609060101010101" pitchFamily="49" charset="-122"/>
                    </a:rPr>
                    <a:t>6</a:t>
                  </a:r>
                  <a:endParaRPr lang="en-US" altLang="zh-CN" sz="2400">
                    <a:latin typeface="Times New Roman" panose="02020603050405020304" charset="0"/>
                    <a:ea typeface="黑体" panose="02010609060101010101" pitchFamily="49" charset="-122"/>
                  </a:endParaRPr>
                </a:p>
              </p:txBody>
            </p:sp>
            <p:sp>
              <p:nvSpPr>
                <p:cNvPr id="511025" name="矩形 511024"/>
                <p:cNvSpPr/>
                <p:nvPr/>
              </p:nvSpPr>
              <p:spPr>
                <a:xfrm>
                  <a:off x="2312" y="317"/>
                  <a:ext cx="193"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26" name="组合 511025"/>
              <p:cNvGrpSpPr/>
              <p:nvPr/>
            </p:nvGrpSpPr>
            <p:grpSpPr>
              <a:xfrm>
                <a:off x="2505" y="317"/>
                <a:ext cx="193" cy="403"/>
                <a:chOff x="2505" y="317"/>
                <a:chExt cx="193" cy="403"/>
              </a:xfrm>
            </p:grpSpPr>
            <p:sp>
              <p:nvSpPr>
                <p:cNvPr id="511027" name="矩形 511026"/>
                <p:cNvSpPr/>
                <p:nvPr/>
              </p:nvSpPr>
              <p:spPr>
                <a:xfrm>
                  <a:off x="2505" y="317"/>
                  <a:ext cx="193" cy="403"/>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Y</a:t>
                  </a:r>
                  <a:r>
                    <a:rPr lang="en-US" altLang="zh-CN" sz="2400" baseline="-30000">
                      <a:latin typeface="Times New Roman" panose="02020603050405020304" charset="0"/>
                      <a:ea typeface="黑体" panose="02010609060101010101" pitchFamily="49" charset="-122"/>
                    </a:rPr>
                    <a:t>7</a:t>
                  </a:r>
                  <a:endParaRPr lang="en-US" altLang="zh-CN" sz="2400">
                    <a:latin typeface="Times New Roman" panose="02020603050405020304" charset="0"/>
                    <a:ea typeface="黑体" panose="02010609060101010101" pitchFamily="49" charset="-122"/>
                  </a:endParaRPr>
                </a:p>
              </p:txBody>
            </p:sp>
            <p:sp>
              <p:nvSpPr>
                <p:cNvPr id="511028" name="矩形 511027"/>
                <p:cNvSpPr/>
                <p:nvPr/>
              </p:nvSpPr>
              <p:spPr>
                <a:xfrm>
                  <a:off x="2505" y="317"/>
                  <a:ext cx="193" cy="403"/>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29" name="组合 511028"/>
              <p:cNvGrpSpPr/>
              <p:nvPr/>
            </p:nvGrpSpPr>
            <p:grpSpPr>
              <a:xfrm>
                <a:off x="0" y="720"/>
                <a:ext cx="192" cy="317"/>
                <a:chOff x="0" y="720"/>
                <a:chExt cx="192" cy="317"/>
              </a:xfrm>
            </p:grpSpPr>
            <p:sp>
              <p:nvSpPr>
                <p:cNvPr id="511030" name="矩形 511029"/>
                <p:cNvSpPr/>
                <p:nvPr/>
              </p:nvSpPr>
              <p:spPr>
                <a:xfrm>
                  <a:off x="0" y="720"/>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031" name="矩形 511030"/>
                <p:cNvSpPr/>
                <p:nvPr/>
              </p:nvSpPr>
              <p:spPr>
                <a:xfrm>
                  <a:off x="0" y="720"/>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32" name="组合 511031"/>
              <p:cNvGrpSpPr/>
              <p:nvPr/>
            </p:nvGrpSpPr>
            <p:grpSpPr>
              <a:xfrm>
                <a:off x="192" y="720"/>
                <a:ext cx="193" cy="317"/>
                <a:chOff x="192" y="720"/>
                <a:chExt cx="193" cy="317"/>
              </a:xfrm>
            </p:grpSpPr>
            <p:sp>
              <p:nvSpPr>
                <p:cNvPr id="511033" name="矩形 511032"/>
                <p:cNvSpPr/>
                <p:nvPr/>
              </p:nvSpPr>
              <p:spPr>
                <a:xfrm>
                  <a:off x="192" y="720"/>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034" name="矩形 511033"/>
                <p:cNvSpPr/>
                <p:nvPr/>
              </p:nvSpPr>
              <p:spPr>
                <a:xfrm>
                  <a:off x="192" y="720"/>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35" name="组合 511034"/>
              <p:cNvGrpSpPr/>
              <p:nvPr/>
            </p:nvGrpSpPr>
            <p:grpSpPr>
              <a:xfrm>
                <a:off x="385" y="720"/>
                <a:ext cx="193" cy="317"/>
                <a:chOff x="385" y="720"/>
                <a:chExt cx="193" cy="317"/>
              </a:xfrm>
            </p:grpSpPr>
            <p:sp>
              <p:nvSpPr>
                <p:cNvPr id="511036" name="矩形 511035"/>
                <p:cNvSpPr/>
                <p:nvPr/>
              </p:nvSpPr>
              <p:spPr>
                <a:xfrm>
                  <a:off x="385" y="720"/>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sym typeface="Symbol" panose="05050102010706020507" pitchFamily="18" charset="2"/>
                    </a:rPr>
                    <a:t></a:t>
                  </a:r>
                  <a:endParaRPr lang="en-US" altLang="zh-CN" sz="2400">
                    <a:latin typeface="Times New Roman" panose="02020603050405020304" charset="0"/>
                    <a:ea typeface="黑体" panose="02010609060101010101" pitchFamily="49" charset="-122"/>
                    <a:sym typeface="Symbol" panose="05050102010706020507" pitchFamily="18" charset="2"/>
                  </a:endParaRPr>
                </a:p>
              </p:txBody>
            </p:sp>
            <p:sp>
              <p:nvSpPr>
                <p:cNvPr id="511037" name="矩形 511036"/>
                <p:cNvSpPr/>
                <p:nvPr/>
              </p:nvSpPr>
              <p:spPr>
                <a:xfrm>
                  <a:off x="385" y="720"/>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38" name="组合 511037"/>
              <p:cNvGrpSpPr/>
              <p:nvPr/>
            </p:nvGrpSpPr>
            <p:grpSpPr>
              <a:xfrm>
                <a:off x="578" y="720"/>
                <a:ext cx="192" cy="317"/>
                <a:chOff x="578" y="720"/>
                <a:chExt cx="192" cy="317"/>
              </a:xfrm>
            </p:grpSpPr>
            <p:sp>
              <p:nvSpPr>
                <p:cNvPr id="511039" name="矩形 511038"/>
                <p:cNvSpPr/>
                <p:nvPr/>
              </p:nvSpPr>
              <p:spPr>
                <a:xfrm>
                  <a:off x="578" y="720"/>
                  <a:ext cx="192" cy="317"/>
                </a:xfrm>
                <a:prstGeom prst="rect">
                  <a:avLst/>
                </a:prstGeom>
                <a:noFill/>
                <a:ln w="28575">
                  <a:noFill/>
                </a:ln>
              </p:spPr>
              <p:txBody>
                <a:bodyPr anchor="ctr" anchorCtr="0"/>
                <a:p>
                  <a:r>
                    <a:rPr lang="en-US" altLang="zh-CN" sz="2400">
                      <a:latin typeface="Times New Roman" panose="02020603050405020304" charset="0"/>
                      <a:sym typeface="Symbol" panose="05050102010706020507" pitchFamily="18" charset="2"/>
                    </a:rPr>
                    <a:t></a:t>
                  </a:r>
                  <a:endParaRPr lang="en-US" altLang="zh-CN" sz="2400">
                    <a:latin typeface="Times New Roman" panose="02020603050405020304" charset="0"/>
                    <a:sym typeface="Symbol" panose="05050102010706020507" pitchFamily="18" charset="2"/>
                  </a:endParaRPr>
                </a:p>
              </p:txBody>
            </p:sp>
            <p:sp>
              <p:nvSpPr>
                <p:cNvPr id="511040" name="矩形 511039"/>
                <p:cNvSpPr/>
                <p:nvPr/>
              </p:nvSpPr>
              <p:spPr>
                <a:xfrm>
                  <a:off x="578" y="720"/>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41" name="组合 511040"/>
              <p:cNvGrpSpPr/>
              <p:nvPr/>
            </p:nvGrpSpPr>
            <p:grpSpPr>
              <a:xfrm>
                <a:off x="770" y="720"/>
                <a:ext cx="193" cy="317"/>
                <a:chOff x="770" y="720"/>
                <a:chExt cx="193" cy="317"/>
              </a:xfrm>
            </p:grpSpPr>
            <p:sp>
              <p:nvSpPr>
                <p:cNvPr id="511042" name="矩形 511041"/>
                <p:cNvSpPr/>
                <p:nvPr/>
              </p:nvSpPr>
              <p:spPr>
                <a:xfrm>
                  <a:off x="770" y="720"/>
                  <a:ext cx="193" cy="317"/>
                </a:xfrm>
                <a:prstGeom prst="rect">
                  <a:avLst/>
                </a:prstGeom>
                <a:noFill/>
                <a:ln w="28575">
                  <a:noFill/>
                </a:ln>
              </p:spPr>
              <p:txBody>
                <a:bodyPr anchor="ctr" anchorCtr="0"/>
                <a:p>
                  <a:r>
                    <a:rPr lang="en-US" altLang="zh-CN" sz="2400">
                      <a:latin typeface="Times New Roman" panose="02020603050405020304" charset="0"/>
                      <a:sym typeface="Symbol" panose="05050102010706020507" pitchFamily="18" charset="2"/>
                    </a:rPr>
                    <a:t></a:t>
                  </a:r>
                  <a:endParaRPr lang="en-US" altLang="zh-CN" sz="2400">
                    <a:latin typeface="Times New Roman" panose="02020603050405020304" charset="0"/>
                    <a:sym typeface="Symbol" panose="05050102010706020507" pitchFamily="18" charset="2"/>
                  </a:endParaRPr>
                </a:p>
              </p:txBody>
            </p:sp>
            <p:sp>
              <p:nvSpPr>
                <p:cNvPr id="511043" name="矩形 511042"/>
                <p:cNvSpPr/>
                <p:nvPr/>
              </p:nvSpPr>
              <p:spPr>
                <a:xfrm>
                  <a:off x="770" y="720"/>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44" name="组合 511043"/>
              <p:cNvGrpSpPr/>
              <p:nvPr/>
            </p:nvGrpSpPr>
            <p:grpSpPr>
              <a:xfrm>
                <a:off x="963" y="720"/>
                <a:ext cx="193" cy="317"/>
                <a:chOff x="963" y="720"/>
                <a:chExt cx="193" cy="317"/>
              </a:xfrm>
            </p:grpSpPr>
            <p:sp>
              <p:nvSpPr>
                <p:cNvPr id="511045" name="矩形 511044"/>
                <p:cNvSpPr/>
                <p:nvPr/>
              </p:nvSpPr>
              <p:spPr>
                <a:xfrm>
                  <a:off x="963" y="720"/>
                  <a:ext cx="193" cy="317"/>
                </a:xfrm>
                <a:prstGeom prst="rect">
                  <a:avLst/>
                </a:prstGeom>
                <a:noFill/>
                <a:ln w="28575">
                  <a:noFill/>
                </a:ln>
              </p:spPr>
              <p:txBody>
                <a:bodyPr anchor="ctr" anchorCtr="0"/>
                <a:p>
                  <a:r>
                    <a:rPr lang="en-US" altLang="zh-CN" sz="2400">
                      <a:latin typeface="Times New Roman" panose="02020603050405020304" charset="0"/>
                      <a:sym typeface="Symbol" panose="05050102010706020507" pitchFamily="18" charset="2"/>
                    </a:rPr>
                    <a:t></a:t>
                  </a:r>
                  <a:endParaRPr lang="en-US" altLang="zh-CN" sz="2400">
                    <a:latin typeface="Times New Roman" panose="02020603050405020304" charset="0"/>
                    <a:sym typeface="Symbol" panose="05050102010706020507" pitchFamily="18" charset="2"/>
                  </a:endParaRPr>
                </a:p>
              </p:txBody>
            </p:sp>
            <p:sp>
              <p:nvSpPr>
                <p:cNvPr id="511046" name="矩形 511045"/>
                <p:cNvSpPr/>
                <p:nvPr/>
              </p:nvSpPr>
              <p:spPr>
                <a:xfrm>
                  <a:off x="963" y="720"/>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47" name="组合 511046"/>
              <p:cNvGrpSpPr/>
              <p:nvPr/>
            </p:nvGrpSpPr>
            <p:grpSpPr>
              <a:xfrm>
                <a:off x="1156" y="720"/>
                <a:ext cx="193" cy="317"/>
                <a:chOff x="1156" y="720"/>
                <a:chExt cx="193" cy="317"/>
              </a:xfrm>
            </p:grpSpPr>
            <p:sp>
              <p:nvSpPr>
                <p:cNvPr id="511048" name="矩形 511047"/>
                <p:cNvSpPr/>
                <p:nvPr/>
              </p:nvSpPr>
              <p:spPr>
                <a:xfrm>
                  <a:off x="1156" y="720"/>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049" name="矩形 511048"/>
                <p:cNvSpPr/>
                <p:nvPr/>
              </p:nvSpPr>
              <p:spPr>
                <a:xfrm>
                  <a:off x="1156" y="720"/>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50" name="组合 511049"/>
              <p:cNvGrpSpPr/>
              <p:nvPr/>
            </p:nvGrpSpPr>
            <p:grpSpPr>
              <a:xfrm>
                <a:off x="1349" y="720"/>
                <a:ext cx="192" cy="317"/>
                <a:chOff x="1349" y="720"/>
                <a:chExt cx="192" cy="317"/>
              </a:xfrm>
            </p:grpSpPr>
            <p:sp>
              <p:nvSpPr>
                <p:cNvPr id="511051" name="矩形 511050"/>
                <p:cNvSpPr/>
                <p:nvPr/>
              </p:nvSpPr>
              <p:spPr>
                <a:xfrm>
                  <a:off x="1349" y="720"/>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052" name="矩形 511051"/>
                <p:cNvSpPr/>
                <p:nvPr/>
              </p:nvSpPr>
              <p:spPr>
                <a:xfrm>
                  <a:off x="1349" y="720"/>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53" name="组合 511052"/>
              <p:cNvGrpSpPr/>
              <p:nvPr/>
            </p:nvGrpSpPr>
            <p:grpSpPr>
              <a:xfrm>
                <a:off x="1541" y="720"/>
                <a:ext cx="193" cy="317"/>
                <a:chOff x="1541" y="720"/>
                <a:chExt cx="193" cy="317"/>
              </a:xfrm>
            </p:grpSpPr>
            <p:sp>
              <p:nvSpPr>
                <p:cNvPr id="511054" name="矩形 511053"/>
                <p:cNvSpPr/>
                <p:nvPr/>
              </p:nvSpPr>
              <p:spPr>
                <a:xfrm>
                  <a:off x="1541" y="720"/>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055" name="矩形 511054"/>
                <p:cNvSpPr/>
                <p:nvPr/>
              </p:nvSpPr>
              <p:spPr>
                <a:xfrm>
                  <a:off x="1541" y="720"/>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56" name="组合 511055"/>
              <p:cNvGrpSpPr/>
              <p:nvPr/>
            </p:nvGrpSpPr>
            <p:grpSpPr>
              <a:xfrm>
                <a:off x="1734" y="720"/>
                <a:ext cx="193" cy="317"/>
                <a:chOff x="1734" y="720"/>
                <a:chExt cx="193" cy="317"/>
              </a:xfrm>
            </p:grpSpPr>
            <p:sp>
              <p:nvSpPr>
                <p:cNvPr id="511057" name="矩形 511056"/>
                <p:cNvSpPr/>
                <p:nvPr/>
              </p:nvSpPr>
              <p:spPr>
                <a:xfrm>
                  <a:off x="1734" y="720"/>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058" name="矩形 511057"/>
                <p:cNvSpPr/>
                <p:nvPr/>
              </p:nvSpPr>
              <p:spPr>
                <a:xfrm>
                  <a:off x="1734" y="720"/>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59" name="组合 511058"/>
              <p:cNvGrpSpPr/>
              <p:nvPr/>
            </p:nvGrpSpPr>
            <p:grpSpPr>
              <a:xfrm>
                <a:off x="1927" y="720"/>
                <a:ext cx="192" cy="317"/>
                <a:chOff x="1927" y="720"/>
                <a:chExt cx="192" cy="317"/>
              </a:xfrm>
            </p:grpSpPr>
            <p:sp>
              <p:nvSpPr>
                <p:cNvPr id="511060" name="矩形 511059"/>
                <p:cNvSpPr/>
                <p:nvPr/>
              </p:nvSpPr>
              <p:spPr>
                <a:xfrm>
                  <a:off x="1927" y="720"/>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061" name="矩形 511060"/>
                <p:cNvSpPr/>
                <p:nvPr/>
              </p:nvSpPr>
              <p:spPr>
                <a:xfrm>
                  <a:off x="1927" y="720"/>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62" name="组合 511061"/>
              <p:cNvGrpSpPr/>
              <p:nvPr/>
            </p:nvGrpSpPr>
            <p:grpSpPr>
              <a:xfrm>
                <a:off x="2119" y="720"/>
                <a:ext cx="193" cy="317"/>
                <a:chOff x="2119" y="720"/>
                <a:chExt cx="193" cy="317"/>
              </a:xfrm>
            </p:grpSpPr>
            <p:sp>
              <p:nvSpPr>
                <p:cNvPr id="511063" name="矩形 511062"/>
                <p:cNvSpPr/>
                <p:nvPr/>
              </p:nvSpPr>
              <p:spPr>
                <a:xfrm>
                  <a:off x="2119" y="720"/>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064" name="矩形 511063"/>
                <p:cNvSpPr/>
                <p:nvPr/>
              </p:nvSpPr>
              <p:spPr>
                <a:xfrm>
                  <a:off x="2119" y="720"/>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65" name="组合 511064"/>
              <p:cNvGrpSpPr/>
              <p:nvPr/>
            </p:nvGrpSpPr>
            <p:grpSpPr>
              <a:xfrm>
                <a:off x="2312" y="720"/>
                <a:ext cx="193" cy="317"/>
                <a:chOff x="2312" y="720"/>
                <a:chExt cx="193" cy="317"/>
              </a:xfrm>
            </p:grpSpPr>
            <p:sp>
              <p:nvSpPr>
                <p:cNvPr id="511066" name="矩形 511065"/>
                <p:cNvSpPr/>
                <p:nvPr/>
              </p:nvSpPr>
              <p:spPr>
                <a:xfrm>
                  <a:off x="2312" y="720"/>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067" name="矩形 511066"/>
                <p:cNvSpPr/>
                <p:nvPr/>
              </p:nvSpPr>
              <p:spPr>
                <a:xfrm>
                  <a:off x="2312" y="720"/>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68" name="组合 511067"/>
              <p:cNvGrpSpPr/>
              <p:nvPr/>
            </p:nvGrpSpPr>
            <p:grpSpPr>
              <a:xfrm>
                <a:off x="2505" y="720"/>
                <a:ext cx="193" cy="317"/>
                <a:chOff x="2505" y="720"/>
                <a:chExt cx="193" cy="317"/>
              </a:xfrm>
            </p:grpSpPr>
            <p:sp>
              <p:nvSpPr>
                <p:cNvPr id="511069" name="矩形 511068"/>
                <p:cNvSpPr/>
                <p:nvPr/>
              </p:nvSpPr>
              <p:spPr>
                <a:xfrm>
                  <a:off x="2505" y="720"/>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070" name="矩形 511069"/>
                <p:cNvSpPr/>
                <p:nvPr/>
              </p:nvSpPr>
              <p:spPr>
                <a:xfrm>
                  <a:off x="2505" y="720"/>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71" name="组合 511070"/>
              <p:cNvGrpSpPr/>
              <p:nvPr/>
            </p:nvGrpSpPr>
            <p:grpSpPr>
              <a:xfrm>
                <a:off x="0" y="1037"/>
                <a:ext cx="192" cy="317"/>
                <a:chOff x="0" y="1037"/>
                <a:chExt cx="192" cy="317"/>
              </a:xfrm>
            </p:grpSpPr>
            <p:sp>
              <p:nvSpPr>
                <p:cNvPr id="511072" name="矩形 511071"/>
                <p:cNvSpPr/>
                <p:nvPr/>
              </p:nvSpPr>
              <p:spPr>
                <a:xfrm>
                  <a:off x="0" y="1037"/>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073" name="矩形 511072"/>
                <p:cNvSpPr/>
                <p:nvPr/>
              </p:nvSpPr>
              <p:spPr>
                <a:xfrm>
                  <a:off x="0" y="1037"/>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74" name="组合 511073"/>
              <p:cNvGrpSpPr/>
              <p:nvPr/>
            </p:nvGrpSpPr>
            <p:grpSpPr>
              <a:xfrm>
                <a:off x="192" y="1037"/>
                <a:ext cx="193" cy="317"/>
                <a:chOff x="192" y="1037"/>
                <a:chExt cx="193" cy="317"/>
              </a:xfrm>
            </p:grpSpPr>
            <p:sp>
              <p:nvSpPr>
                <p:cNvPr id="511075" name="矩形 511074"/>
                <p:cNvSpPr/>
                <p:nvPr/>
              </p:nvSpPr>
              <p:spPr>
                <a:xfrm>
                  <a:off x="192" y="1037"/>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076" name="矩形 511075"/>
                <p:cNvSpPr/>
                <p:nvPr/>
              </p:nvSpPr>
              <p:spPr>
                <a:xfrm>
                  <a:off x="192" y="1037"/>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77" name="组合 511076"/>
              <p:cNvGrpSpPr/>
              <p:nvPr/>
            </p:nvGrpSpPr>
            <p:grpSpPr>
              <a:xfrm>
                <a:off x="385" y="1037"/>
                <a:ext cx="193" cy="317"/>
                <a:chOff x="385" y="1037"/>
                <a:chExt cx="193" cy="317"/>
              </a:xfrm>
            </p:grpSpPr>
            <p:sp>
              <p:nvSpPr>
                <p:cNvPr id="511078" name="矩形 511077"/>
                <p:cNvSpPr/>
                <p:nvPr/>
              </p:nvSpPr>
              <p:spPr>
                <a:xfrm>
                  <a:off x="385" y="1037"/>
                  <a:ext cx="193" cy="317"/>
                </a:xfrm>
                <a:prstGeom prst="rect">
                  <a:avLst/>
                </a:prstGeom>
                <a:no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079" name="矩形 511078"/>
                <p:cNvSpPr/>
                <p:nvPr/>
              </p:nvSpPr>
              <p:spPr>
                <a:xfrm>
                  <a:off x="385" y="1037"/>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80" name="组合 511079"/>
              <p:cNvGrpSpPr/>
              <p:nvPr/>
            </p:nvGrpSpPr>
            <p:grpSpPr>
              <a:xfrm>
                <a:off x="578" y="1037"/>
                <a:ext cx="192" cy="317"/>
                <a:chOff x="578" y="1037"/>
                <a:chExt cx="192" cy="317"/>
              </a:xfrm>
            </p:grpSpPr>
            <p:sp>
              <p:nvSpPr>
                <p:cNvPr id="511081" name="矩形 511080"/>
                <p:cNvSpPr/>
                <p:nvPr/>
              </p:nvSpPr>
              <p:spPr>
                <a:xfrm>
                  <a:off x="578" y="1037"/>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082" name="矩形 511081"/>
                <p:cNvSpPr/>
                <p:nvPr/>
              </p:nvSpPr>
              <p:spPr>
                <a:xfrm>
                  <a:off x="578" y="1037"/>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83" name="组合 511082"/>
              <p:cNvGrpSpPr/>
              <p:nvPr/>
            </p:nvGrpSpPr>
            <p:grpSpPr>
              <a:xfrm>
                <a:off x="770" y="1037"/>
                <a:ext cx="193" cy="317"/>
                <a:chOff x="770" y="1037"/>
                <a:chExt cx="193" cy="317"/>
              </a:xfrm>
            </p:grpSpPr>
            <p:sp>
              <p:nvSpPr>
                <p:cNvPr id="511084" name="矩形 511083"/>
                <p:cNvSpPr/>
                <p:nvPr/>
              </p:nvSpPr>
              <p:spPr>
                <a:xfrm>
                  <a:off x="770" y="1037"/>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085" name="矩形 511084"/>
                <p:cNvSpPr/>
                <p:nvPr/>
              </p:nvSpPr>
              <p:spPr>
                <a:xfrm>
                  <a:off x="770" y="1037"/>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86" name="组合 511085"/>
              <p:cNvGrpSpPr/>
              <p:nvPr/>
            </p:nvGrpSpPr>
            <p:grpSpPr>
              <a:xfrm>
                <a:off x="963" y="1037"/>
                <a:ext cx="193" cy="317"/>
                <a:chOff x="963" y="1037"/>
                <a:chExt cx="193" cy="317"/>
              </a:xfrm>
            </p:grpSpPr>
            <p:sp>
              <p:nvSpPr>
                <p:cNvPr id="511087" name="矩形 511086"/>
                <p:cNvSpPr/>
                <p:nvPr/>
              </p:nvSpPr>
              <p:spPr>
                <a:xfrm>
                  <a:off x="963" y="1037"/>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088" name="矩形 511087"/>
                <p:cNvSpPr/>
                <p:nvPr/>
              </p:nvSpPr>
              <p:spPr>
                <a:xfrm>
                  <a:off x="963" y="1037"/>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89" name="组合 511088"/>
              <p:cNvGrpSpPr/>
              <p:nvPr/>
            </p:nvGrpSpPr>
            <p:grpSpPr>
              <a:xfrm>
                <a:off x="1156" y="1037"/>
                <a:ext cx="193" cy="317"/>
                <a:chOff x="1156" y="1037"/>
                <a:chExt cx="193" cy="317"/>
              </a:xfrm>
            </p:grpSpPr>
            <p:sp>
              <p:nvSpPr>
                <p:cNvPr id="511090" name="矩形 511089"/>
                <p:cNvSpPr/>
                <p:nvPr/>
              </p:nvSpPr>
              <p:spPr>
                <a:xfrm>
                  <a:off x="1156" y="1037"/>
                  <a:ext cx="193" cy="317"/>
                </a:xfrm>
                <a:prstGeom prst="rect">
                  <a:avLst/>
                </a:prstGeom>
                <a:solidFill>
                  <a:srgbClr val="99CCFF"/>
                </a:solid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091" name="矩形 511090"/>
                <p:cNvSpPr/>
                <p:nvPr/>
              </p:nvSpPr>
              <p:spPr>
                <a:xfrm>
                  <a:off x="1156" y="1037"/>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92" name="组合 511091"/>
              <p:cNvGrpSpPr/>
              <p:nvPr/>
            </p:nvGrpSpPr>
            <p:grpSpPr>
              <a:xfrm>
                <a:off x="1349" y="1037"/>
                <a:ext cx="192" cy="317"/>
                <a:chOff x="1349" y="1037"/>
                <a:chExt cx="192" cy="317"/>
              </a:xfrm>
            </p:grpSpPr>
            <p:sp>
              <p:nvSpPr>
                <p:cNvPr id="511093" name="矩形 511092"/>
                <p:cNvSpPr/>
                <p:nvPr/>
              </p:nvSpPr>
              <p:spPr>
                <a:xfrm>
                  <a:off x="1349" y="1037"/>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094" name="矩形 511093"/>
                <p:cNvSpPr/>
                <p:nvPr/>
              </p:nvSpPr>
              <p:spPr>
                <a:xfrm>
                  <a:off x="1349" y="1037"/>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95" name="组合 511094"/>
              <p:cNvGrpSpPr/>
              <p:nvPr/>
            </p:nvGrpSpPr>
            <p:grpSpPr>
              <a:xfrm>
                <a:off x="1541" y="1037"/>
                <a:ext cx="193" cy="317"/>
                <a:chOff x="1541" y="1037"/>
                <a:chExt cx="193" cy="317"/>
              </a:xfrm>
            </p:grpSpPr>
            <p:sp>
              <p:nvSpPr>
                <p:cNvPr id="511096" name="矩形 511095"/>
                <p:cNvSpPr/>
                <p:nvPr/>
              </p:nvSpPr>
              <p:spPr>
                <a:xfrm>
                  <a:off x="1541" y="1037"/>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097" name="矩形 511096"/>
                <p:cNvSpPr/>
                <p:nvPr/>
              </p:nvSpPr>
              <p:spPr>
                <a:xfrm>
                  <a:off x="1541" y="1037"/>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098" name="组合 511097"/>
              <p:cNvGrpSpPr/>
              <p:nvPr/>
            </p:nvGrpSpPr>
            <p:grpSpPr>
              <a:xfrm>
                <a:off x="1734" y="1037"/>
                <a:ext cx="193" cy="317"/>
                <a:chOff x="1734" y="1037"/>
                <a:chExt cx="193" cy="317"/>
              </a:xfrm>
            </p:grpSpPr>
            <p:sp>
              <p:nvSpPr>
                <p:cNvPr id="511099" name="矩形 511098"/>
                <p:cNvSpPr/>
                <p:nvPr/>
              </p:nvSpPr>
              <p:spPr>
                <a:xfrm>
                  <a:off x="1734" y="1037"/>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00" name="矩形 511099"/>
                <p:cNvSpPr/>
                <p:nvPr/>
              </p:nvSpPr>
              <p:spPr>
                <a:xfrm>
                  <a:off x="1734" y="1037"/>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01" name="组合 511100"/>
              <p:cNvGrpSpPr/>
              <p:nvPr/>
            </p:nvGrpSpPr>
            <p:grpSpPr>
              <a:xfrm>
                <a:off x="1927" y="1037"/>
                <a:ext cx="192" cy="317"/>
                <a:chOff x="1927" y="1037"/>
                <a:chExt cx="192" cy="317"/>
              </a:xfrm>
            </p:grpSpPr>
            <p:sp>
              <p:nvSpPr>
                <p:cNvPr id="511102" name="矩形 511101"/>
                <p:cNvSpPr/>
                <p:nvPr/>
              </p:nvSpPr>
              <p:spPr>
                <a:xfrm>
                  <a:off x="1927" y="1037"/>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03" name="矩形 511102"/>
                <p:cNvSpPr/>
                <p:nvPr/>
              </p:nvSpPr>
              <p:spPr>
                <a:xfrm>
                  <a:off x="1927" y="1037"/>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04" name="组合 511103"/>
              <p:cNvGrpSpPr/>
              <p:nvPr/>
            </p:nvGrpSpPr>
            <p:grpSpPr>
              <a:xfrm>
                <a:off x="2119" y="1037"/>
                <a:ext cx="193" cy="317"/>
                <a:chOff x="2119" y="1037"/>
                <a:chExt cx="193" cy="317"/>
              </a:xfrm>
            </p:grpSpPr>
            <p:sp>
              <p:nvSpPr>
                <p:cNvPr id="511105" name="矩形 511104"/>
                <p:cNvSpPr/>
                <p:nvPr/>
              </p:nvSpPr>
              <p:spPr>
                <a:xfrm>
                  <a:off x="2119" y="1037"/>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06" name="矩形 511105"/>
                <p:cNvSpPr/>
                <p:nvPr/>
              </p:nvSpPr>
              <p:spPr>
                <a:xfrm>
                  <a:off x="2119" y="1037"/>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07" name="组合 511106"/>
              <p:cNvGrpSpPr/>
              <p:nvPr/>
            </p:nvGrpSpPr>
            <p:grpSpPr>
              <a:xfrm>
                <a:off x="2312" y="1037"/>
                <a:ext cx="193" cy="317"/>
                <a:chOff x="2312" y="1037"/>
                <a:chExt cx="193" cy="317"/>
              </a:xfrm>
            </p:grpSpPr>
            <p:sp>
              <p:nvSpPr>
                <p:cNvPr id="511108" name="矩形 511107"/>
                <p:cNvSpPr/>
                <p:nvPr/>
              </p:nvSpPr>
              <p:spPr>
                <a:xfrm>
                  <a:off x="2312" y="1037"/>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09" name="矩形 511108"/>
                <p:cNvSpPr/>
                <p:nvPr/>
              </p:nvSpPr>
              <p:spPr>
                <a:xfrm>
                  <a:off x="2312" y="1037"/>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10" name="组合 511109"/>
              <p:cNvGrpSpPr/>
              <p:nvPr/>
            </p:nvGrpSpPr>
            <p:grpSpPr>
              <a:xfrm>
                <a:off x="2505" y="1037"/>
                <a:ext cx="193" cy="317"/>
                <a:chOff x="2505" y="1037"/>
                <a:chExt cx="193" cy="317"/>
              </a:xfrm>
            </p:grpSpPr>
            <p:sp>
              <p:nvSpPr>
                <p:cNvPr id="511111" name="矩形 511110"/>
                <p:cNvSpPr/>
                <p:nvPr/>
              </p:nvSpPr>
              <p:spPr>
                <a:xfrm>
                  <a:off x="2505" y="1037"/>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12" name="矩形 511111"/>
                <p:cNvSpPr/>
                <p:nvPr/>
              </p:nvSpPr>
              <p:spPr>
                <a:xfrm>
                  <a:off x="2505" y="1037"/>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13" name="组合 511112"/>
              <p:cNvGrpSpPr/>
              <p:nvPr/>
            </p:nvGrpSpPr>
            <p:grpSpPr>
              <a:xfrm>
                <a:off x="0" y="1354"/>
                <a:ext cx="192" cy="317"/>
                <a:chOff x="0" y="1354"/>
                <a:chExt cx="192" cy="317"/>
              </a:xfrm>
            </p:grpSpPr>
            <p:sp>
              <p:nvSpPr>
                <p:cNvPr id="511114" name="矩形 511113"/>
                <p:cNvSpPr/>
                <p:nvPr/>
              </p:nvSpPr>
              <p:spPr>
                <a:xfrm>
                  <a:off x="0" y="1354"/>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15" name="矩形 511114"/>
                <p:cNvSpPr/>
                <p:nvPr/>
              </p:nvSpPr>
              <p:spPr>
                <a:xfrm>
                  <a:off x="0" y="1354"/>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16" name="组合 511115"/>
              <p:cNvGrpSpPr/>
              <p:nvPr/>
            </p:nvGrpSpPr>
            <p:grpSpPr>
              <a:xfrm>
                <a:off x="192" y="1354"/>
                <a:ext cx="193" cy="317"/>
                <a:chOff x="192" y="1354"/>
                <a:chExt cx="193" cy="317"/>
              </a:xfrm>
            </p:grpSpPr>
            <p:sp>
              <p:nvSpPr>
                <p:cNvPr id="511117" name="矩形 511116"/>
                <p:cNvSpPr/>
                <p:nvPr/>
              </p:nvSpPr>
              <p:spPr>
                <a:xfrm>
                  <a:off x="192" y="1354"/>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118" name="矩形 511117"/>
                <p:cNvSpPr/>
                <p:nvPr/>
              </p:nvSpPr>
              <p:spPr>
                <a:xfrm>
                  <a:off x="192" y="1354"/>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19" name="组合 511118"/>
              <p:cNvGrpSpPr/>
              <p:nvPr/>
            </p:nvGrpSpPr>
            <p:grpSpPr>
              <a:xfrm>
                <a:off x="385" y="1354"/>
                <a:ext cx="193" cy="317"/>
                <a:chOff x="385" y="1354"/>
                <a:chExt cx="193" cy="317"/>
              </a:xfrm>
            </p:grpSpPr>
            <p:sp>
              <p:nvSpPr>
                <p:cNvPr id="511120" name="矩形 511119"/>
                <p:cNvSpPr/>
                <p:nvPr/>
              </p:nvSpPr>
              <p:spPr>
                <a:xfrm>
                  <a:off x="385" y="1354"/>
                  <a:ext cx="193" cy="317"/>
                </a:xfrm>
                <a:prstGeom prst="rect">
                  <a:avLst/>
                </a:prstGeom>
                <a:no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121" name="矩形 511120"/>
                <p:cNvSpPr/>
                <p:nvPr/>
              </p:nvSpPr>
              <p:spPr>
                <a:xfrm>
                  <a:off x="385" y="1354"/>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22" name="组合 511121"/>
              <p:cNvGrpSpPr/>
              <p:nvPr/>
            </p:nvGrpSpPr>
            <p:grpSpPr>
              <a:xfrm>
                <a:off x="578" y="1354"/>
                <a:ext cx="192" cy="317"/>
                <a:chOff x="578" y="1354"/>
                <a:chExt cx="192" cy="317"/>
              </a:xfrm>
            </p:grpSpPr>
            <p:sp>
              <p:nvSpPr>
                <p:cNvPr id="511123" name="矩形 511122"/>
                <p:cNvSpPr/>
                <p:nvPr/>
              </p:nvSpPr>
              <p:spPr>
                <a:xfrm>
                  <a:off x="578" y="1354"/>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124" name="矩形 511123"/>
                <p:cNvSpPr/>
                <p:nvPr/>
              </p:nvSpPr>
              <p:spPr>
                <a:xfrm>
                  <a:off x="578" y="1354"/>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25" name="组合 511124"/>
              <p:cNvGrpSpPr/>
              <p:nvPr/>
            </p:nvGrpSpPr>
            <p:grpSpPr>
              <a:xfrm>
                <a:off x="770" y="1354"/>
                <a:ext cx="193" cy="317"/>
                <a:chOff x="770" y="1354"/>
                <a:chExt cx="193" cy="317"/>
              </a:xfrm>
            </p:grpSpPr>
            <p:sp>
              <p:nvSpPr>
                <p:cNvPr id="511126" name="矩形 511125"/>
                <p:cNvSpPr/>
                <p:nvPr/>
              </p:nvSpPr>
              <p:spPr>
                <a:xfrm>
                  <a:off x="770" y="1354"/>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127" name="矩形 511126"/>
                <p:cNvSpPr/>
                <p:nvPr/>
              </p:nvSpPr>
              <p:spPr>
                <a:xfrm>
                  <a:off x="770" y="1354"/>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28" name="组合 511127"/>
              <p:cNvGrpSpPr/>
              <p:nvPr/>
            </p:nvGrpSpPr>
            <p:grpSpPr>
              <a:xfrm>
                <a:off x="963" y="1354"/>
                <a:ext cx="193" cy="317"/>
                <a:chOff x="963" y="1354"/>
                <a:chExt cx="193" cy="317"/>
              </a:xfrm>
            </p:grpSpPr>
            <p:sp>
              <p:nvSpPr>
                <p:cNvPr id="511129" name="矩形 511128"/>
                <p:cNvSpPr/>
                <p:nvPr/>
              </p:nvSpPr>
              <p:spPr>
                <a:xfrm>
                  <a:off x="963" y="1354"/>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30" name="矩形 511129"/>
                <p:cNvSpPr/>
                <p:nvPr/>
              </p:nvSpPr>
              <p:spPr>
                <a:xfrm>
                  <a:off x="963" y="1354"/>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31" name="组合 511130"/>
              <p:cNvGrpSpPr/>
              <p:nvPr/>
            </p:nvGrpSpPr>
            <p:grpSpPr>
              <a:xfrm>
                <a:off x="1156" y="1354"/>
                <a:ext cx="193" cy="317"/>
                <a:chOff x="1156" y="1354"/>
                <a:chExt cx="193" cy="317"/>
              </a:xfrm>
            </p:grpSpPr>
            <p:sp>
              <p:nvSpPr>
                <p:cNvPr id="511132" name="矩形 511131"/>
                <p:cNvSpPr/>
                <p:nvPr/>
              </p:nvSpPr>
              <p:spPr>
                <a:xfrm>
                  <a:off x="1156" y="1354"/>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33" name="矩形 511132"/>
                <p:cNvSpPr/>
                <p:nvPr/>
              </p:nvSpPr>
              <p:spPr>
                <a:xfrm>
                  <a:off x="1156" y="1354"/>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34" name="组合 511133"/>
              <p:cNvGrpSpPr/>
              <p:nvPr/>
            </p:nvGrpSpPr>
            <p:grpSpPr>
              <a:xfrm>
                <a:off x="1349" y="1354"/>
                <a:ext cx="192" cy="317"/>
                <a:chOff x="1349" y="1354"/>
                <a:chExt cx="192" cy="317"/>
              </a:xfrm>
            </p:grpSpPr>
            <p:sp>
              <p:nvSpPr>
                <p:cNvPr id="511135" name="矩形 511134"/>
                <p:cNvSpPr/>
                <p:nvPr/>
              </p:nvSpPr>
              <p:spPr>
                <a:xfrm>
                  <a:off x="1349" y="1354"/>
                  <a:ext cx="192" cy="317"/>
                </a:xfrm>
                <a:prstGeom prst="rect">
                  <a:avLst/>
                </a:prstGeom>
                <a:solidFill>
                  <a:srgbClr val="99CCFF"/>
                </a:solid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136" name="矩形 511135"/>
                <p:cNvSpPr/>
                <p:nvPr/>
              </p:nvSpPr>
              <p:spPr>
                <a:xfrm>
                  <a:off x="1349" y="1354"/>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37" name="组合 511136"/>
              <p:cNvGrpSpPr/>
              <p:nvPr/>
            </p:nvGrpSpPr>
            <p:grpSpPr>
              <a:xfrm>
                <a:off x="1541" y="1354"/>
                <a:ext cx="193" cy="317"/>
                <a:chOff x="1541" y="1354"/>
                <a:chExt cx="193" cy="317"/>
              </a:xfrm>
            </p:grpSpPr>
            <p:sp>
              <p:nvSpPr>
                <p:cNvPr id="511138" name="矩形 511137"/>
                <p:cNvSpPr/>
                <p:nvPr/>
              </p:nvSpPr>
              <p:spPr>
                <a:xfrm>
                  <a:off x="1541" y="1354"/>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39" name="矩形 511138"/>
                <p:cNvSpPr/>
                <p:nvPr/>
              </p:nvSpPr>
              <p:spPr>
                <a:xfrm>
                  <a:off x="1541" y="1354"/>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40" name="组合 511139"/>
              <p:cNvGrpSpPr/>
              <p:nvPr/>
            </p:nvGrpSpPr>
            <p:grpSpPr>
              <a:xfrm>
                <a:off x="1734" y="1354"/>
                <a:ext cx="193" cy="317"/>
                <a:chOff x="1734" y="1354"/>
                <a:chExt cx="193" cy="317"/>
              </a:xfrm>
            </p:grpSpPr>
            <p:sp>
              <p:nvSpPr>
                <p:cNvPr id="511141" name="矩形 511140"/>
                <p:cNvSpPr/>
                <p:nvPr/>
              </p:nvSpPr>
              <p:spPr>
                <a:xfrm>
                  <a:off x="1734" y="1354"/>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42" name="矩形 511141"/>
                <p:cNvSpPr/>
                <p:nvPr/>
              </p:nvSpPr>
              <p:spPr>
                <a:xfrm>
                  <a:off x="1734" y="1354"/>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43" name="组合 511142"/>
              <p:cNvGrpSpPr/>
              <p:nvPr/>
            </p:nvGrpSpPr>
            <p:grpSpPr>
              <a:xfrm>
                <a:off x="1927" y="1354"/>
                <a:ext cx="192" cy="317"/>
                <a:chOff x="1927" y="1354"/>
                <a:chExt cx="192" cy="317"/>
              </a:xfrm>
            </p:grpSpPr>
            <p:sp>
              <p:nvSpPr>
                <p:cNvPr id="511144" name="矩形 511143"/>
                <p:cNvSpPr/>
                <p:nvPr/>
              </p:nvSpPr>
              <p:spPr>
                <a:xfrm>
                  <a:off x="1927" y="1354"/>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45" name="矩形 511144"/>
                <p:cNvSpPr/>
                <p:nvPr/>
              </p:nvSpPr>
              <p:spPr>
                <a:xfrm>
                  <a:off x="1927" y="1354"/>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46" name="组合 511145"/>
              <p:cNvGrpSpPr/>
              <p:nvPr/>
            </p:nvGrpSpPr>
            <p:grpSpPr>
              <a:xfrm>
                <a:off x="2119" y="1354"/>
                <a:ext cx="193" cy="317"/>
                <a:chOff x="2119" y="1354"/>
                <a:chExt cx="193" cy="317"/>
              </a:xfrm>
            </p:grpSpPr>
            <p:sp>
              <p:nvSpPr>
                <p:cNvPr id="511147" name="矩形 511146"/>
                <p:cNvSpPr/>
                <p:nvPr/>
              </p:nvSpPr>
              <p:spPr>
                <a:xfrm>
                  <a:off x="2119" y="1354"/>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48" name="矩形 511147"/>
                <p:cNvSpPr/>
                <p:nvPr/>
              </p:nvSpPr>
              <p:spPr>
                <a:xfrm>
                  <a:off x="2119" y="1354"/>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49" name="组合 511148"/>
              <p:cNvGrpSpPr/>
              <p:nvPr/>
            </p:nvGrpSpPr>
            <p:grpSpPr>
              <a:xfrm>
                <a:off x="2312" y="1354"/>
                <a:ext cx="193" cy="317"/>
                <a:chOff x="2312" y="1354"/>
                <a:chExt cx="193" cy="317"/>
              </a:xfrm>
            </p:grpSpPr>
            <p:sp>
              <p:nvSpPr>
                <p:cNvPr id="511150" name="矩形 511149"/>
                <p:cNvSpPr/>
                <p:nvPr/>
              </p:nvSpPr>
              <p:spPr>
                <a:xfrm>
                  <a:off x="2312" y="1354"/>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51" name="矩形 511150"/>
                <p:cNvSpPr/>
                <p:nvPr/>
              </p:nvSpPr>
              <p:spPr>
                <a:xfrm>
                  <a:off x="2312" y="1354"/>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52" name="组合 511151"/>
              <p:cNvGrpSpPr/>
              <p:nvPr/>
            </p:nvGrpSpPr>
            <p:grpSpPr>
              <a:xfrm>
                <a:off x="2505" y="1354"/>
                <a:ext cx="193" cy="317"/>
                <a:chOff x="2505" y="1354"/>
                <a:chExt cx="193" cy="317"/>
              </a:xfrm>
            </p:grpSpPr>
            <p:sp>
              <p:nvSpPr>
                <p:cNvPr id="511153" name="矩形 511152"/>
                <p:cNvSpPr/>
                <p:nvPr/>
              </p:nvSpPr>
              <p:spPr>
                <a:xfrm>
                  <a:off x="2505" y="1354"/>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54" name="矩形 511153"/>
                <p:cNvSpPr/>
                <p:nvPr/>
              </p:nvSpPr>
              <p:spPr>
                <a:xfrm>
                  <a:off x="2505" y="1354"/>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55" name="组合 511154"/>
              <p:cNvGrpSpPr/>
              <p:nvPr/>
            </p:nvGrpSpPr>
            <p:grpSpPr>
              <a:xfrm>
                <a:off x="0" y="1671"/>
                <a:ext cx="192" cy="317"/>
                <a:chOff x="0" y="1671"/>
                <a:chExt cx="192" cy="317"/>
              </a:xfrm>
            </p:grpSpPr>
            <p:sp>
              <p:nvSpPr>
                <p:cNvPr id="511156" name="矩形 511155"/>
                <p:cNvSpPr/>
                <p:nvPr/>
              </p:nvSpPr>
              <p:spPr>
                <a:xfrm>
                  <a:off x="0" y="1671"/>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57" name="矩形 511156"/>
                <p:cNvSpPr/>
                <p:nvPr/>
              </p:nvSpPr>
              <p:spPr>
                <a:xfrm>
                  <a:off x="0" y="1671"/>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58" name="组合 511157"/>
              <p:cNvGrpSpPr/>
              <p:nvPr/>
            </p:nvGrpSpPr>
            <p:grpSpPr>
              <a:xfrm>
                <a:off x="192" y="1671"/>
                <a:ext cx="193" cy="317"/>
                <a:chOff x="192" y="1671"/>
                <a:chExt cx="193" cy="317"/>
              </a:xfrm>
            </p:grpSpPr>
            <p:sp>
              <p:nvSpPr>
                <p:cNvPr id="511159" name="矩形 511158"/>
                <p:cNvSpPr/>
                <p:nvPr/>
              </p:nvSpPr>
              <p:spPr>
                <a:xfrm>
                  <a:off x="192" y="1671"/>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160" name="矩形 511159"/>
                <p:cNvSpPr/>
                <p:nvPr/>
              </p:nvSpPr>
              <p:spPr>
                <a:xfrm>
                  <a:off x="192" y="1671"/>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61" name="组合 511160"/>
              <p:cNvGrpSpPr/>
              <p:nvPr/>
            </p:nvGrpSpPr>
            <p:grpSpPr>
              <a:xfrm>
                <a:off x="385" y="1671"/>
                <a:ext cx="193" cy="317"/>
                <a:chOff x="385" y="1671"/>
                <a:chExt cx="193" cy="317"/>
              </a:xfrm>
            </p:grpSpPr>
            <p:sp>
              <p:nvSpPr>
                <p:cNvPr id="511162" name="矩形 511161"/>
                <p:cNvSpPr/>
                <p:nvPr/>
              </p:nvSpPr>
              <p:spPr>
                <a:xfrm>
                  <a:off x="385" y="1671"/>
                  <a:ext cx="193" cy="317"/>
                </a:xfrm>
                <a:prstGeom prst="rect">
                  <a:avLst/>
                </a:prstGeom>
                <a:no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163" name="矩形 511162"/>
                <p:cNvSpPr/>
                <p:nvPr/>
              </p:nvSpPr>
              <p:spPr>
                <a:xfrm>
                  <a:off x="385" y="1671"/>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64" name="组合 511163"/>
              <p:cNvGrpSpPr/>
              <p:nvPr/>
            </p:nvGrpSpPr>
            <p:grpSpPr>
              <a:xfrm>
                <a:off x="578" y="1671"/>
                <a:ext cx="192" cy="317"/>
                <a:chOff x="578" y="1671"/>
                <a:chExt cx="192" cy="317"/>
              </a:xfrm>
            </p:grpSpPr>
            <p:sp>
              <p:nvSpPr>
                <p:cNvPr id="511165" name="矩形 511164"/>
                <p:cNvSpPr/>
                <p:nvPr/>
              </p:nvSpPr>
              <p:spPr>
                <a:xfrm>
                  <a:off x="578" y="1671"/>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166" name="矩形 511165"/>
                <p:cNvSpPr/>
                <p:nvPr/>
              </p:nvSpPr>
              <p:spPr>
                <a:xfrm>
                  <a:off x="578" y="1671"/>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67" name="组合 511166"/>
              <p:cNvGrpSpPr/>
              <p:nvPr/>
            </p:nvGrpSpPr>
            <p:grpSpPr>
              <a:xfrm>
                <a:off x="770" y="1671"/>
                <a:ext cx="193" cy="317"/>
                <a:chOff x="770" y="1671"/>
                <a:chExt cx="193" cy="317"/>
              </a:xfrm>
            </p:grpSpPr>
            <p:sp>
              <p:nvSpPr>
                <p:cNvPr id="511168" name="矩形 511167"/>
                <p:cNvSpPr/>
                <p:nvPr/>
              </p:nvSpPr>
              <p:spPr>
                <a:xfrm>
                  <a:off x="770" y="1671"/>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69" name="矩形 511168"/>
                <p:cNvSpPr/>
                <p:nvPr/>
              </p:nvSpPr>
              <p:spPr>
                <a:xfrm>
                  <a:off x="770" y="1671"/>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70" name="组合 511169"/>
              <p:cNvGrpSpPr/>
              <p:nvPr/>
            </p:nvGrpSpPr>
            <p:grpSpPr>
              <a:xfrm>
                <a:off x="963" y="1671"/>
                <a:ext cx="193" cy="317"/>
                <a:chOff x="963" y="1671"/>
                <a:chExt cx="193" cy="317"/>
              </a:xfrm>
            </p:grpSpPr>
            <p:sp>
              <p:nvSpPr>
                <p:cNvPr id="511171" name="矩形 511170"/>
                <p:cNvSpPr/>
                <p:nvPr/>
              </p:nvSpPr>
              <p:spPr>
                <a:xfrm>
                  <a:off x="963" y="1671"/>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172" name="矩形 511171"/>
                <p:cNvSpPr/>
                <p:nvPr/>
              </p:nvSpPr>
              <p:spPr>
                <a:xfrm>
                  <a:off x="963" y="1671"/>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73" name="组合 511172"/>
              <p:cNvGrpSpPr/>
              <p:nvPr/>
            </p:nvGrpSpPr>
            <p:grpSpPr>
              <a:xfrm>
                <a:off x="1156" y="1671"/>
                <a:ext cx="193" cy="317"/>
                <a:chOff x="1156" y="1671"/>
                <a:chExt cx="193" cy="317"/>
              </a:xfrm>
            </p:grpSpPr>
            <p:sp>
              <p:nvSpPr>
                <p:cNvPr id="511174" name="矩形 511173"/>
                <p:cNvSpPr/>
                <p:nvPr/>
              </p:nvSpPr>
              <p:spPr>
                <a:xfrm>
                  <a:off x="1156" y="1671"/>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75" name="矩形 511174"/>
                <p:cNvSpPr/>
                <p:nvPr/>
              </p:nvSpPr>
              <p:spPr>
                <a:xfrm>
                  <a:off x="1156" y="1671"/>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76" name="组合 511175"/>
              <p:cNvGrpSpPr/>
              <p:nvPr/>
            </p:nvGrpSpPr>
            <p:grpSpPr>
              <a:xfrm>
                <a:off x="1349" y="1671"/>
                <a:ext cx="192" cy="317"/>
                <a:chOff x="1349" y="1671"/>
                <a:chExt cx="192" cy="317"/>
              </a:xfrm>
            </p:grpSpPr>
            <p:sp>
              <p:nvSpPr>
                <p:cNvPr id="511177" name="矩形 511176"/>
                <p:cNvSpPr/>
                <p:nvPr/>
              </p:nvSpPr>
              <p:spPr>
                <a:xfrm>
                  <a:off x="1349" y="1671"/>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78" name="矩形 511177"/>
                <p:cNvSpPr/>
                <p:nvPr/>
              </p:nvSpPr>
              <p:spPr>
                <a:xfrm>
                  <a:off x="1349" y="1671"/>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79" name="组合 511178"/>
              <p:cNvGrpSpPr/>
              <p:nvPr/>
            </p:nvGrpSpPr>
            <p:grpSpPr>
              <a:xfrm>
                <a:off x="1541" y="1671"/>
                <a:ext cx="193" cy="317"/>
                <a:chOff x="1541" y="1671"/>
                <a:chExt cx="193" cy="317"/>
              </a:xfrm>
            </p:grpSpPr>
            <p:sp>
              <p:nvSpPr>
                <p:cNvPr id="511180" name="矩形 511179"/>
                <p:cNvSpPr/>
                <p:nvPr/>
              </p:nvSpPr>
              <p:spPr>
                <a:xfrm>
                  <a:off x="1541" y="1671"/>
                  <a:ext cx="193" cy="317"/>
                </a:xfrm>
                <a:prstGeom prst="rect">
                  <a:avLst/>
                </a:prstGeom>
                <a:solidFill>
                  <a:srgbClr val="99CCFF"/>
                </a:solid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181" name="矩形 511180"/>
                <p:cNvSpPr/>
                <p:nvPr/>
              </p:nvSpPr>
              <p:spPr>
                <a:xfrm>
                  <a:off x="1541" y="1671"/>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82" name="组合 511181"/>
              <p:cNvGrpSpPr/>
              <p:nvPr/>
            </p:nvGrpSpPr>
            <p:grpSpPr>
              <a:xfrm>
                <a:off x="1734" y="1671"/>
                <a:ext cx="193" cy="317"/>
                <a:chOff x="1734" y="1671"/>
                <a:chExt cx="193" cy="317"/>
              </a:xfrm>
            </p:grpSpPr>
            <p:sp>
              <p:nvSpPr>
                <p:cNvPr id="511183" name="矩形 511182"/>
                <p:cNvSpPr/>
                <p:nvPr/>
              </p:nvSpPr>
              <p:spPr>
                <a:xfrm>
                  <a:off x="1734" y="1671"/>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84" name="矩形 511183"/>
                <p:cNvSpPr/>
                <p:nvPr/>
              </p:nvSpPr>
              <p:spPr>
                <a:xfrm>
                  <a:off x="1734" y="1671"/>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85" name="组合 511184"/>
              <p:cNvGrpSpPr/>
              <p:nvPr/>
            </p:nvGrpSpPr>
            <p:grpSpPr>
              <a:xfrm>
                <a:off x="1927" y="1671"/>
                <a:ext cx="192" cy="317"/>
                <a:chOff x="1927" y="1671"/>
                <a:chExt cx="192" cy="317"/>
              </a:xfrm>
            </p:grpSpPr>
            <p:sp>
              <p:nvSpPr>
                <p:cNvPr id="511186" name="矩形 511185"/>
                <p:cNvSpPr/>
                <p:nvPr/>
              </p:nvSpPr>
              <p:spPr>
                <a:xfrm>
                  <a:off x="1927" y="1671"/>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87" name="矩形 511186"/>
                <p:cNvSpPr/>
                <p:nvPr/>
              </p:nvSpPr>
              <p:spPr>
                <a:xfrm>
                  <a:off x="1927" y="1671"/>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88" name="组合 511187"/>
              <p:cNvGrpSpPr/>
              <p:nvPr/>
            </p:nvGrpSpPr>
            <p:grpSpPr>
              <a:xfrm>
                <a:off x="2119" y="1671"/>
                <a:ext cx="193" cy="317"/>
                <a:chOff x="2119" y="1671"/>
                <a:chExt cx="193" cy="317"/>
              </a:xfrm>
            </p:grpSpPr>
            <p:sp>
              <p:nvSpPr>
                <p:cNvPr id="511189" name="矩形 511188"/>
                <p:cNvSpPr/>
                <p:nvPr/>
              </p:nvSpPr>
              <p:spPr>
                <a:xfrm>
                  <a:off x="2119" y="1671"/>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90" name="矩形 511189"/>
                <p:cNvSpPr/>
                <p:nvPr/>
              </p:nvSpPr>
              <p:spPr>
                <a:xfrm>
                  <a:off x="2119" y="1671"/>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91" name="组合 511190"/>
              <p:cNvGrpSpPr/>
              <p:nvPr/>
            </p:nvGrpSpPr>
            <p:grpSpPr>
              <a:xfrm>
                <a:off x="2312" y="1671"/>
                <a:ext cx="193" cy="317"/>
                <a:chOff x="2312" y="1671"/>
                <a:chExt cx="193" cy="317"/>
              </a:xfrm>
            </p:grpSpPr>
            <p:sp>
              <p:nvSpPr>
                <p:cNvPr id="511192" name="矩形 511191"/>
                <p:cNvSpPr/>
                <p:nvPr/>
              </p:nvSpPr>
              <p:spPr>
                <a:xfrm>
                  <a:off x="2312" y="1671"/>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93" name="矩形 511192"/>
                <p:cNvSpPr/>
                <p:nvPr/>
              </p:nvSpPr>
              <p:spPr>
                <a:xfrm>
                  <a:off x="2312" y="1671"/>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94" name="组合 511193"/>
              <p:cNvGrpSpPr/>
              <p:nvPr/>
            </p:nvGrpSpPr>
            <p:grpSpPr>
              <a:xfrm>
                <a:off x="2505" y="1671"/>
                <a:ext cx="193" cy="317"/>
                <a:chOff x="2505" y="1671"/>
                <a:chExt cx="193" cy="317"/>
              </a:xfrm>
            </p:grpSpPr>
            <p:sp>
              <p:nvSpPr>
                <p:cNvPr id="511195" name="矩形 511194"/>
                <p:cNvSpPr/>
                <p:nvPr/>
              </p:nvSpPr>
              <p:spPr>
                <a:xfrm>
                  <a:off x="2505" y="1671"/>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96" name="矩形 511195"/>
                <p:cNvSpPr/>
                <p:nvPr/>
              </p:nvSpPr>
              <p:spPr>
                <a:xfrm>
                  <a:off x="2505" y="1671"/>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197" name="组合 511196"/>
              <p:cNvGrpSpPr/>
              <p:nvPr/>
            </p:nvGrpSpPr>
            <p:grpSpPr>
              <a:xfrm>
                <a:off x="0" y="1988"/>
                <a:ext cx="192" cy="317"/>
                <a:chOff x="0" y="1988"/>
                <a:chExt cx="192" cy="317"/>
              </a:xfrm>
            </p:grpSpPr>
            <p:sp>
              <p:nvSpPr>
                <p:cNvPr id="511198" name="矩形 511197"/>
                <p:cNvSpPr/>
                <p:nvPr/>
              </p:nvSpPr>
              <p:spPr>
                <a:xfrm>
                  <a:off x="0" y="1988"/>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199" name="矩形 511198"/>
                <p:cNvSpPr/>
                <p:nvPr/>
              </p:nvSpPr>
              <p:spPr>
                <a:xfrm>
                  <a:off x="0" y="1988"/>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00" name="组合 511199"/>
              <p:cNvGrpSpPr/>
              <p:nvPr/>
            </p:nvGrpSpPr>
            <p:grpSpPr>
              <a:xfrm>
                <a:off x="192" y="1988"/>
                <a:ext cx="193" cy="317"/>
                <a:chOff x="192" y="1988"/>
                <a:chExt cx="193" cy="317"/>
              </a:xfrm>
            </p:grpSpPr>
            <p:sp>
              <p:nvSpPr>
                <p:cNvPr id="511201" name="矩形 511200"/>
                <p:cNvSpPr/>
                <p:nvPr/>
              </p:nvSpPr>
              <p:spPr>
                <a:xfrm>
                  <a:off x="192" y="1988"/>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202" name="矩形 511201"/>
                <p:cNvSpPr/>
                <p:nvPr/>
              </p:nvSpPr>
              <p:spPr>
                <a:xfrm>
                  <a:off x="192" y="1988"/>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03" name="组合 511202"/>
              <p:cNvGrpSpPr/>
              <p:nvPr/>
            </p:nvGrpSpPr>
            <p:grpSpPr>
              <a:xfrm>
                <a:off x="385" y="1988"/>
                <a:ext cx="193" cy="317"/>
                <a:chOff x="385" y="1988"/>
                <a:chExt cx="193" cy="317"/>
              </a:xfrm>
            </p:grpSpPr>
            <p:sp>
              <p:nvSpPr>
                <p:cNvPr id="511204" name="矩形 511203"/>
                <p:cNvSpPr/>
                <p:nvPr/>
              </p:nvSpPr>
              <p:spPr>
                <a:xfrm>
                  <a:off x="385" y="1988"/>
                  <a:ext cx="193" cy="317"/>
                </a:xfrm>
                <a:prstGeom prst="rect">
                  <a:avLst/>
                </a:prstGeom>
                <a:no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205" name="矩形 511204"/>
                <p:cNvSpPr/>
                <p:nvPr/>
              </p:nvSpPr>
              <p:spPr>
                <a:xfrm>
                  <a:off x="385" y="1988"/>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06" name="组合 511205"/>
              <p:cNvGrpSpPr/>
              <p:nvPr/>
            </p:nvGrpSpPr>
            <p:grpSpPr>
              <a:xfrm>
                <a:off x="578" y="1988"/>
                <a:ext cx="192" cy="317"/>
                <a:chOff x="578" y="1988"/>
                <a:chExt cx="192" cy="317"/>
              </a:xfrm>
            </p:grpSpPr>
            <p:sp>
              <p:nvSpPr>
                <p:cNvPr id="511207" name="矩形 511206"/>
                <p:cNvSpPr/>
                <p:nvPr/>
              </p:nvSpPr>
              <p:spPr>
                <a:xfrm>
                  <a:off x="578" y="1988"/>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208" name="矩形 511207"/>
                <p:cNvSpPr/>
                <p:nvPr/>
              </p:nvSpPr>
              <p:spPr>
                <a:xfrm>
                  <a:off x="578" y="1988"/>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09" name="组合 511208"/>
              <p:cNvGrpSpPr/>
              <p:nvPr/>
            </p:nvGrpSpPr>
            <p:grpSpPr>
              <a:xfrm>
                <a:off x="770" y="1988"/>
                <a:ext cx="193" cy="317"/>
                <a:chOff x="770" y="1988"/>
                <a:chExt cx="193" cy="317"/>
              </a:xfrm>
            </p:grpSpPr>
            <p:sp>
              <p:nvSpPr>
                <p:cNvPr id="511210" name="矩形 511209"/>
                <p:cNvSpPr/>
                <p:nvPr/>
              </p:nvSpPr>
              <p:spPr>
                <a:xfrm>
                  <a:off x="770" y="1988"/>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11" name="矩形 511210"/>
                <p:cNvSpPr/>
                <p:nvPr/>
              </p:nvSpPr>
              <p:spPr>
                <a:xfrm>
                  <a:off x="770" y="1988"/>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12" name="组合 511211"/>
              <p:cNvGrpSpPr/>
              <p:nvPr/>
            </p:nvGrpSpPr>
            <p:grpSpPr>
              <a:xfrm>
                <a:off x="963" y="1988"/>
                <a:ext cx="193" cy="317"/>
                <a:chOff x="963" y="1988"/>
                <a:chExt cx="193" cy="317"/>
              </a:xfrm>
            </p:grpSpPr>
            <p:sp>
              <p:nvSpPr>
                <p:cNvPr id="511213" name="矩形 511212"/>
                <p:cNvSpPr/>
                <p:nvPr/>
              </p:nvSpPr>
              <p:spPr>
                <a:xfrm>
                  <a:off x="963" y="1988"/>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14" name="矩形 511213"/>
                <p:cNvSpPr/>
                <p:nvPr/>
              </p:nvSpPr>
              <p:spPr>
                <a:xfrm>
                  <a:off x="963" y="1988"/>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15" name="组合 511214"/>
              <p:cNvGrpSpPr/>
              <p:nvPr/>
            </p:nvGrpSpPr>
            <p:grpSpPr>
              <a:xfrm>
                <a:off x="1156" y="1988"/>
                <a:ext cx="193" cy="317"/>
                <a:chOff x="1156" y="1988"/>
                <a:chExt cx="193" cy="317"/>
              </a:xfrm>
            </p:grpSpPr>
            <p:sp>
              <p:nvSpPr>
                <p:cNvPr id="511216" name="矩形 511215"/>
                <p:cNvSpPr/>
                <p:nvPr/>
              </p:nvSpPr>
              <p:spPr>
                <a:xfrm>
                  <a:off x="1156" y="1988"/>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17" name="矩形 511216"/>
                <p:cNvSpPr/>
                <p:nvPr/>
              </p:nvSpPr>
              <p:spPr>
                <a:xfrm>
                  <a:off x="1156" y="1988"/>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18" name="组合 511217"/>
              <p:cNvGrpSpPr/>
              <p:nvPr/>
            </p:nvGrpSpPr>
            <p:grpSpPr>
              <a:xfrm>
                <a:off x="1349" y="1988"/>
                <a:ext cx="192" cy="317"/>
                <a:chOff x="1349" y="1988"/>
                <a:chExt cx="192" cy="317"/>
              </a:xfrm>
            </p:grpSpPr>
            <p:sp>
              <p:nvSpPr>
                <p:cNvPr id="511219" name="矩形 511218"/>
                <p:cNvSpPr/>
                <p:nvPr/>
              </p:nvSpPr>
              <p:spPr>
                <a:xfrm>
                  <a:off x="1349" y="1988"/>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20" name="矩形 511219"/>
                <p:cNvSpPr/>
                <p:nvPr/>
              </p:nvSpPr>
              <p:spPr>
                <a:xfrm>
                  <a:off x="1349" y="1988"/>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21" name="组合 511220"/>
              <p:cNvGrpSpPr/>
              <p:nvPr/>
            </p:nvGrpSpPr>
            <p:grpSpPr>
              <a:xfrm>
                <a:off x="1541" y="1988"/>
                <a:ext cx="193" cy="317"/>
                <a:chOff x="1541" y="1988"/>
                <a:chExt cx="193" cy="317"/>
              </a:xfrm>
            </p:grpSpPr>
            <p:sp>
              <p:nvSpPr>
                <p:cNvPr id="511222" name="矩形 511221"/>
                <p:cNvSpPr/>
                <p:nvPr/>
              </p:nvSpPr>
              <p:spPr>
                <a:xfrm>
                  <a:off x="1541" y="1988"/>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23" name="矩形 511222"/>
                <p:cNvSpPr/>
                <p:nvPr/>
              </p:nvSpPr>
              <p:spPr>
                <a:xfrm>
                  <a:off x="1541" y="1988"/>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24" name="组合 511223"/>
              <p:cNvGrpSpPr/>
              <p:nvPr/>
            </p:nvGrpSpPr>
            <p:grpSpPr>
              <a:xfrm>
                <a:off x="1734" y="1988"/>
                <a:ext cx="193" cy="317"/>
                <a:chOff x="1734" y="1988"/>
                <a:chExt cx="193" cy="317"/>
              </a:xfrm>
            </p:grpSpPr>
            <p:sp>
              <p:nvSpPr>
                <p:cNvPr id="511225" name="矩形 511224"/>
                <p:cNvSpPr/>
                <p:nvPr/>
              </p:nvSpPr>
              <p:spPr>
                <a:xfrm>
                  <a:off x="1734" y="1988"/>
                  <a:ext cx="193" cy="317"/>
                </a:xfrm>
                <a:prstGeom prst="rect">
                  <a:avLst/>
                </a:prstGeom>
                <a:solidFill>
                  <a:srgbClr val="99CCFF"/>
                </a:solid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226" name="矩形 511225"/>
                <p:cNvSpPr/>
                <p:nvPr/>
              </p:nvSpPr>
              <p:spPr>
                <a:xfrm>
                  <a:off x="1734" y="1988"/>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27" name="组合 511226"/>
              <p:cNvGrpSpPr/>
              <p:nvPr/>
            </p:nvGrpSpPr>
            <p:grpSpPr>
              <a:xfrm>
                <a:off x="1927" y="1988"/>
                <a:ext cx="192" cy="317"/>
                <a:chOff x="1927" y="1988"/>
                <a:chExt cx="192" cy="317"/>
              </a:xfrm>
            </p:grpSpPr>
            <p:sp>
              <p:nvSpPr>
                <p:cNvPr id="511228" name="矩形 511227"/>
                <p:cNvSpPr/>
                <p:nvPr/>
              </p:nvSpPr>
              <p:spPr>
                <a:xfrm>
                  <a:off x="1927" y="1988"/>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29" name="矩形 511228"/>
                <p:cNvSpPr/>
                <p:nvPr/>
              </p:nvSpPr>
              <p:spPr>
                <a:xfrm>
                  <a:off x="1927" y="1988"/>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30" name="组合 511229"/>
              <p:cNvGrpSpPr/>
              <p:nvPr/>
            </p:nvGrpSpPr>
            <p:grpSpPr>
              <a:xfrm>
                <a:off x="2119" y="1988"/>
                <a:ext cx="193" cy="317"/>
                <a:chOff x="2119" y="1988"/>
                <a:chExt cx="193" cy="317"/>
              </a:xfrm>
            </p:grpSpPr>
            <p:sp>
              <p:nvSpPr>
                <p:cNvPr id="511231" name="矩形 511230"/>
                <p:cNvSpPr/>
                <p:nvPr/>
              </p:nvSpPr>
              <p:spPr>
                <a:xfrm>
                  <a:off x="2119" y="1988"/>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32" name="矩形 511231"/>
                <p:cNvSpPr/>
                <p:nvPr/>
              </p:nvSpPr>
              <p:spPr>
                <a:xfrm>
                  <a:off x="2119" y="1988"/>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33" name="组合 511232"/>
              <p:cNvGrpSpPr/>
              <p:nvPr/>
            </p:nvGrpSpPr>
            <p:grpSpPr>
              <a:xfrm>
                <a:off x="2312" y="1988"/>
                <a:ext cx="193" cy="317"/>
                <a:chOff x="2312" y="1988"/>
                <a:chExt cx="193" cy="317"/>
              </a:xfrm>
            </p:grpSpPr>
            <p:sp>
              <p:nvSpPr>
                <p:cNvPr id="511234" name="矩形 511233"/>
                <p:cNvSpPr/>
                <p:nvPr/>
              </p:nvSpPr>
              <p:spPr>
                <a:xfrm>
                  <a:off x="2312" y="1988"/>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35" name="矩形 511234"/>
                <p:cNvSpPr/>
                <p:nvPr/>
              </p:nvSpPr>
              <p:spPr>
                <a:xfrm>
                  <a:off x="2312" y="1988"/>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36" name="组合 511235"/>
              <p:cNvGrpSpPr/>
              <p:nvPr/>
            </p:nvGrpSpPr>
            <p:grpSpPr>
              <a:xfrm>
                <a:off x="2505" y="1988"/>
                <a:ext cx="193" cy="317"/>
                <a:chOff x="2505" y="1988"/>
                <a:chExt cx="193" cy="317"/>
              </a:xfrm>
            </p:grpSpPr>
            <p:sp>
              <p:nvSpPr>
                <p:cNvPr id="511237" name="矩形 511236"/>
                <p:cNvSpPr/>
                <p:nvPr/>
              </p:nvSpPr>
              <p:spPr>
                <a:xfrm>
                  <a:off x="2505" y="1988"/>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38" name="矩形 511237"/>
                <p:cNvSpPr/>
                <p:nvPr/>
              </p:nvSpPr>
              <p:spPr>
                <a:xfrm>
                  <a:off x="2505" y="1988"/>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39" name="组合 511238"/>
              <p:cNvGrpSpPr/>
              <p:nvPr/>
            </p:nvGrpSpPr>
            <p:grpSpPr>
              <a:xfrm>
                <a:off x="0" y="2305"/>
                <a:ext cx="192" cy="317"/>
                <a:chOff x="0" y="2305"/>
                <a:chExt cx="192" cy="317"/>
              </a:xfrm>
            </p:grpSpPr>
            <p:sp>
              <p:nvSpPr>
                <p:cNvPr id="511240" name="矩形 511239"/>
                <p:cNvSpPr/>
                <p:nvPr/>
              </p:nvSpPr>
              <p:spPr>
                <a:xfrm>
                  <a:off x="0" y="2305"/>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41" name="矩形 511240"/>
                <p:cNvSpPr/>
                <p:nvPr/>
              </p:nvSpPr>
              <p:spPr>
                <a:xfrm>
                  <a:off x="0" y="2305"/>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42" name="组合 511241"/>
              <p:cNvGrpSpPr/>
              <p:nvPr/>
            </p:nvGrpSpPr>
            <p:grpSpPr>
              <a:xfrm>
                <a:off x="192" y="2305"/>
                <a:ext cx="193" cy="317"/>
                <a:chOff x="192" y="2305"/>
                <a:chExt cx="193" cy="317"/>
              </a:xfrm>
            </p:grpSpPr>
            <p:sp>
              <p:nvSpPr>
                <p:cNvPr id="511243" name="矩形 511242"/>
                <p:cNvSpPr/>
                <p:nvPr/>
              </p:nvSpPr>
              <p:spPr>
                <a:xfrm>
                  <a:off x="192" y="2305"/>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244" name="矩形 511243"/>
                <p:cNvSpPr/>
                <p:nvPr/>
              </p:nvSpPr>
              <p:spPr>
                <a:xfrm>
                  <a:off x="192" y="2305"/>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45" name="组合 511244"/>
              <p:cNvGrpSpPr/>
              <p:nvPr/>
            </p:nvGrpSpPr>
            <p:grpSpPr>
              <a:xfrm>
                <a:off x="385" y="2305"/>
                <a:ext cx="193" cy="317"/>
                <a:chOff x="385" y="2305"/>
                <a:chExt cx="193" cy="317"/>
              </a:xfrm>
            </p:grpSpPr>
            <p:sp>
              <p:nvSpPr>
                <p:cNvPr id="511246" name="矩形 511245"/>
                <p:cNvSpPr/>
                <p:nvPr/>
              </p:nvSpPr>
              <p:spPr>
                <a:xfrm>
                  <a:off x="385" y="2305"/>
                  <a:ext cx="193" cy="317"/>
                </a:xfrm>
                <a:prstGeom prst="rect">
                  <a:avLst/>
                </a:prstGeom>
                <a:no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247" name="矩形 511246"/>
                <p:cNvSpPr/>
                <p:nvPr/>
              </p:nvSpPr>
              <p:spPr>
                <a:xfrm>
                  <a:off x="385" y="2305"/>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48" name="组合 511247"/>
              <p:cNvGrpSpPr/>
              <p:nvPr/>
            </p:nvGrpSpPr>
            <p:grpSpPr>
              <a:xfrm>
                <a:off x="578" y="2305"/>
                <a:ext cx="192" cy="317"/>
                <a:chOff x="578" y="2305"/>
                <a:chExt cx="192" cy="317"/>
              </a:xfrm>
            </p:grpSpPr>
            <p:sp>
              <p:nvSpPr>
                <p:cNvPr id="511249" name="矩形 511248"/>
                <p:cNvSpPr/>
                <p:nvPr/>
              </p:nvSpPr>
              <p:spPr>
                <a:xfrm>
                  <a:off x="578" y="2305"/>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50" name="矩形 511249"/>
                <p:cNvSpPr/>
                <p:nvPr/>
              </p:nvSpPr>
              <p:spPr>
                <a:xfrm>
                  <a:off x="578" y="2305"/>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51" name="组合 511250"/>
              <p:cNvGrpSpPr/>
              <p:nvPr/>
            </p:nvGrpSpPr>
            <p:grpSpPr>
              <a:xfrm>
                <a:off x="770" y="2305"/>
                <a:ext cx="193" cy="317"/>
                <a:chOff x="770" y="2305"/>
                <a:chExt cx="193" cy="317"/>
              </a:xfrm>
            </p:grpSpPr>
            <p:sp>
              <p:nvSpPr>
                <p:cNvPr id="511252" name="矩形 511251"/>
                <p:cNvSpPr/>
                <p:nvPr/>
              </p:nvSpPr>
              <p:spPr>
                <a:xfrm>
                  <a:off x="770" y="2305"/>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253" name="矩形 511252"/>
                <p:cNvSpPr/>
                <p:nvPr/>
              </p:nvSpPr>
              <p:spPr>
                <a:xfrm>
                  <a:off x="770" y="2305"/>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54" name="组合 511253"/>
              <p:cNvGrpSpPr/>
              <p:nvPr/>
            </p:nvGrpSpPr>
            <p:grpSpPr>
              <a:xfrm>
                <a:off x="963" y="2305"/>
                <a:ext cx="193" cy="317"/>
                <a:chOff x="963" y="2305"/>
                <a:chExt cx="193" cy="317"/>
              </a:xfrm>
            </p:grpSpPr>
            <p:sp>
              <p:nvSpPr>
                <p:cNvPr id="511255" name="矩形 511254"/>
                <p:cNvSpPr/>
                <p:nvPr/>
              </p:nvSpPr>
              <p:spPr>
                <a:xfrm>
                  <a:off x="963" y="2305"/>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256" name="矩形 511255"/>
                <p:cNvSpPr/>
                <p:nvPr/>
              </p:nvSpPr>
              <p:spPr>
                <a:xfrm>
                  <a:off x="963" y="2305"/>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57" name="组合 511256"/>
              <p:cNvGrpSpPr/>
              <p:nvPr/>
            </p:nvGrpSpPr>
            <p:grpSpPr>
              <a:xfrm>
                <a:off x="1156" y="2305"/>
                <a:ext cx="193" cy="317"/>
                <a:chOff x="1156" y="2305"/>
                <a:chExt cx="193" cy="317"/>
              </a:xfrm>
            </p:grpSpPr>
            <p:sp>
              <p:nvSpPr>
                <p:cNvPr id="511258" name="矩形 511257"/>
                <p:cNvSpPr/>
                <p:nvPr/>
              </p:nvSpPr>
              <p:spPr>
                <a:xfrm>
                  <a:off x="1156" y="2305"/>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59" name="矩形 511258"/>
                <p:cNvSpPr/>
                <p:nvPr/>
              </p:nvSpPr>
              <p:spPr>
                <a:xfrm>
                  <a:off x="1156" y="2305"/>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60" name="组合 511259"/>
              <p:cNvGrpSpPr/>
              <p:nvPr/>
            </p:nvGrpSpPr>
            <p:grpSpPr>
              <a:xfrm>
                <a:off x="1349" y="2305"/>
                <a:ext cx="192" cy="317"/>
                <a:chOff x="1349" y="2305"/>
                <a:chExt cx="192" cy="317"/>
              </a:xfrm>
            </p:grpSpPr>
            <p:sp>
              <p:nvSpPr>
                <p:cNvPr id="511261" name="矩形 511260"/>
                <p:cNvSpPr/>
                <p:nvPr/>
              </p:nvSpPr>
              <p:spPr>
                <a:xfrm>
                  <a:off x="1349" y="2305"/>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62" name="矩形 511261"/>
                <p:cNvSpPr/>
                <p:nvPr/>
              </p:nvSpPr>
              <p:spPr>
                <a:xfrm>
                  <a:off x="1349" y="2305"/>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63" name="组合 511262"/>
              <p:cNvGrpSpPr/>
              <p:nvPr/>
            </p:nvGrpSpPr>
            <p:grpSpPr>
              <a:xfrm>
                <a:off x="1541" y="2305"/>
                <a:ext cx="193" cy="317"/>
                <a:chOff x="1541" y="2305"/>
                <a:chExt cx="193" cy="317"/>
              </a:xfrm>
            </p:grpSpPr>
            <p:sp>
              <p:nvSpPr>
                <p:cNvPr id="511264" name="矩形 511263"/>
                <p:cNvSpPr/>
                <p:nvPr/>
              </p:nvSpPr>
              <p:spPr>
                <a:xfrm>
                  <a:off x="1541" y="2305"/>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65" name="矩形 511264"/>
                <p:cNvSpPr/>
                <p:nvPr/>
              </p:nvSpPr>
              <p:spPr>
                <a:xfrm>
                  <a:off x="1541" y="2305"/>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66" name="组合 511265"/>
              <p:cNvGrpSpPr/>
              <p:nvPr/>
            </p:nvGrpSpPr>
            <p:grpSpPr>
              <a:xfrm>
                <a:off x="1734" y="2305"/>
                <a:ext cx="193" cy="317"/>
                <a:chOff x="1734" y="2305"/>
                <a:chExt cx="193" cy="317"/>
              </a:xfrm>
            </p:grpSpPr>
            <p:sp>
              <p:nvSpPr>
                <p:cNvPr id="511267" name="矩形 511266"/>
                <p:cNvSpPr/>
                <p:nvPr/>
              </p:nvSpPr>
              <p:spPr>
                <a:xfrm>
                  <a:off x="1734" y="2305"/>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68" name="矩形 511267"/>
                <p:cNvSpPr/>
                <p:nvPr/>
              </p:nvSpPr>
              <p:spPr>
                <a:xfrm>
                  <a:off x="1734" y="2305"/>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69" name="组合 511268"/>
              <p:cNvGrpSpPr/>
              <p:nvPr/>
            </p:nvGrpSpPr>
            <p:grpSpPr>
              <a:xfrm>
                <a:off x="1927" y="2305"/>
                <a:ext cx="192" cy="317"/>
                <a:chOff x="1927" y="2305"/>
                <a:chExt cx="192" cy="317"/>
              </a:xfrm>
            </p:grpSpPr>
            <p:sp>
              <p:nvSpPr>
                <p:cNvPr id="511270" name="矩形 511269"/>
                <p:cNvSpPr/>
                <p:nvPr/>
              </p:nvSpPr>
              <p:spPr>
                <a:xfrm>
                  <a:off x="1927" y="2305"/>
                  <a:ext cx="192" cy="317"/>
                </a:xfrm>
                <a:prstGeom prst="rect">
                  <a:avLst/>
                </a:prstGeom>
                <a:solidFill>
                  <a:srgbClr val="99CCFF"/>
                </a:solid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271" name="矩形 511270"/>
                <p:cNvSpPr/>
                <p:nvPr/>
              </p:nvSpPr>
              <p:spPr>
                <a:xfrm>
                  <a:off x="1927" y="2305"/>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72" name="组合 511271"/>
              <p:cNvGrpSpPr/>
              <p:nvPr/>
            </p:nvGrpSpPr>
            <p:grpSpPr>
              <a:xfrm>
                <a:off x="2119" y="2305"/>
                <a:ext cx="193" cy="317"/>
                <a:chOff x="2119" y="2305"/>
                <a:chExt cx="193" cy="317"/>
              </a:xfrm>
            </p:grpSpPr>
            <p:sp>
              <p:nvSpPr>
                <p:cNvPr id="511273" name="矩形 511272"/>
                <p:cNvSpPr/>
                <p:nvPr/>
              </p:nvSpPr>
              <p:spPr>
                <a:xfrm>
                  <a:off x="2119" y="2305"/>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74" name="矩形 511273"/>
                <p:cNvSpPr/>
                <p:nvPr/>
              </p:nvSpPr>
              <p:spPr>
                <a:xfrm>
                  <a:off x="2119" y="2305"/>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75" name="组合 511274"/>
              <p:cNvGrpSpPr/>
              <p:nvPr/>
            </p:nvGrpSpPr>
            <p:grpSpPr>
              <a:xfrm>
                <a:off x="2312" y="2305"/>
                <a:ext cx="193" cy="317"/>
                <a:chOff x="2312" y="2305"/>
                <a:chExt cx="193" cy="317"/>
              </a:xfrm>
            </p:grpSpPr>
            <p:sp>
              <p:nvSpPr>
                <p:cNvPr id="511276" name="矩形 511275"/>
                <p:cNvSpPr/>
                <p:nvPr/>
              </p:nvSpPr>
              <p:spPr>
                <a:xfrm>
                  <a:off x="2312" y="2305"/>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77" name="矩形 511276"/>
                <p:cNvSpPr/>
                <p:nvPr/>
              </p:nvSpPr>
              <p:spPr>
                <a:xfrm>
                  <a:off x="2312" y="2305"/>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78" name="组合 511277"/>
              <p:cNvGrpSpPr/>
              <p:nvPr/>
            </p:nvGrpSpPr>
            <p:grpSpPr>
              <a:xfrm>
                <a:off x="2505" y="2305"/>
                <a:ext cx="193" cy="317"/>
                <a:chOff x="2505" y="2305"/>
                <a:chExt cx="193" cy="317"/>
              </a:xfrm>
            </p:grpSpPr>
            <p:sp>
              <p:nvSpPr>
                <p:cNvPr id="511279" name="矩形 511278"/>
                <p:cNvSpPr/>
                <p:nvPr/>
              </p:nvSpPr>
              <p:spPr>
                <a:xfrm>
                  <a:off x="2505" y="2305"/>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80" name="矩形 511279"/>
                <p:cNvSpPr/>
                <p:nvPr/>
              </p:nvSpPr>
              <p:spPr>
                <a:xfrm>
                  <a:off x="2505" y="2305"/>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81" name="组合 511280"/>
              <p:cNvGrpSpPr/>
              <p:nvPr/>
            </p:nvGrpSpPr>
            <p:grpSpPr>
              <a:xfrm>
                <a:off x="0" y="2622"/>
                <a:ext cx="192" cy="317"/>
                <a:chOff x="0" y="2622"/>
                <a:chExt cx="192" cy="317"/>
              </a:xfrm>
            </p:grpSpPr>
            <p:sp>
              <p:nvSpPr>
                <p:cNvPr id="511282" name="矩形 511281"/>
                <p:cNvSpPr/>
                <p:nvPr/>
              </p:nvSpPr>
              <p:spPr>
                <a:xfrm>
                  <a:off x="0" y="2622"/>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83" name="矩形 511282"/>
                <p:cNvSpPr/>
                <p:nvPr/>
              </p:nvSpPr>
              <p:spPr>
                <a:xfrm>
                  <a:off x="0" y="2622"/>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84" name="组合 511283"/>
              <p:cNvGrpSpPr/>
              <p:nvPr/>
            </p:nvGrpSpPr>
            <p:grpSpPr>
              <a:xfrm>
                <a:off x="192" y="2622"/>
                <a:ext cx="193" cy="317"/>
                <a:chOff x="192" y="2622"/>
                <a:chExt cx="193" cy="317"/>
              </a:xfrm>
            </p:grpSpPr>
            <p:sp>
              <p:nvSpPr>
                <p:cNvPr id="511285" name="矩形 511284"/>
                <p:cNvSpPr/>
                <p:nvPr/>
              </p:nvSpPr>
              <p:spPr>
                <a:xfrm>
                  <a:off x="192" y="2622"/>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286" name="矩形 511285"/>
                <p:cNvSpPr/>
                <p:nvPr/>
              </p:nvSpPr>
              <p:spPr>
                <a:xfrm>
                  <a:off x="192" y="2622"/>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87" name="组合 511286"/>
              <p:cNvGrpSpPr/>
              <p:nvPr/>
            </p:nvGrpSpPr>
            <p:grpSpPr>
              <a:xfrm>
                <a:off x="385" y="2622"/>
                <a:ext cx="193" cy="317"/>
                <a:chOff x="385" y="2622"/>
                <a:chExt cx="193" cy="317"/>
              </a:xfrm>
            </p:grpSpPr>
            <p:sp>
              <p:nvSpPr>
                <p:cNvPr id="511288" name="矩形 511287"/>
                <p:cNvSpPr/>
                <p:nvPr/>
              </p:nvSpPr>
              <p:spPr>
                <a:xfrm>
                  <a:off x="385" y="2622"/>
                  <a:ext cx="193" cy="317"/>
                </a:xfrm>
                <a:prstGeom prst="rect">
                  <a:avLst/>
                </a:prstGeom>
                <a:no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289" name="矩形 511288"/>
                <p:cNvSpPr/>
                <p:nvPr/>
              </p:nvSpPr>
              <p:spPr>
                <a:xfrm>
                  <a:off x="385" y="2622"/>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90" name="组合 511289"/>
              <p:cNvGrpSpPr/>
              <p:nvPr/>
            </p:nvGrpSpPr>
            <p:grpSpPr>
              <a:xfrm>
                <a:off x="578" y="2622"/>
                <a:ext cx="192" cy="317"/>
                <a:chOff x="578" y="2622"/>
                <a:chExt cx="192" cy="317"/>
              </a:xfrm>
            </p:grpSpPr>
            <p:sp>
              <p:nvSpPr>
                <p:cNvPr id="511291" name="矩形 511290"/>
                <p:cNvSpPr/>
                <p:nvPr/>
              </p:nvSpPr>
              <p:spPr>
                <a:xfrm>
                  <a:off x="578" y="2622"/>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92" name="矩形 511291"/>
                <p:cNvSpPr/>
                <p:nvPr/>
              </p:nvSpPr>
              <p:spPr>
                <a:xfrm>
                  <a:off x="578" y="2622"/>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93" name="组合 511292"/>
              <p:cNvGrpSpPr/>
              <p:nvPr/>
            </p:nvGrpSpPr>
            <p:grpSpPr>
              <a:xfrm>
                <a:off x="770" y="2622"/>
                <a:ext cx="193" cy="317"/>
                <a:chOff x="770" y="2622"/>
                <a:chExt cx="193" cy="317"/>
              </a:xfrm>
            </p:grpSpPr>
            <p:sp>
              <p:nvSpPr>
                <p:cNvPr id="511294" name="矩形 511293"/>
                <p:cNvSpPr/>
                <p:nvPr/>
              </p:nvSpPr>
              <p:spPr>
                <a:xfrm>
                  <a:off x="770" y="2622"/>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295" name="矩形 511294"/>
                <p:cNvSpPr/>
                <p:nvPr/>
              </p:nvSpPr>
              <p:spPr>
                <a:xfrm>
                  <a:off x="770" y="2622"/>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96" name="组合 511295"/>
              <p:cNvGrpSpPr/>
              <p:nvPr/>
            </p:nvGrpSpPr>
            <p:grpSpPr>
              <a:xfrm>
                <a:off x="963" y="2622"/>
                <a:ext cx="193" cy="317"/>
                <a:chOff x="963" y="2622"/>
                <a:chExt cx="193" cy="317"/>
              </a:xfrm>
            </p:grpSpPr>
            <p:sp>
              <p:nvSpPr>
                <p:cNvPr id="511297" name="矩形 511296"/>
                <p:cNvSpPr/>
                <p:nvPr/>
              </p:nvSpPr>
              <p:spPr>
                <a:xfrm>
                  <a:off x="963" y="2622"/>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298" name="矩形 511297"/>
                <p:cNvSpPr/>
                <p:nvPr/>
              </p:nvSpPr>
              <p:spPr>
                <a:xfrm>
                  <a:off x="963" y="2622"/>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299" name="组合 511298"/>
              <p:cNvGrpSpPr/>
              <p:nvPr/>
            </p:nvGrpSpPr>
            <p:grpSpPr>
              <a:xfrm>
                <a:off x="1156" y="2622"/>
                <a:ext cx="193" cy="317"/>
                <a:chOff x="1156" y="2622"/>
                <a:chExt cx="193" cy="317"/>
              </a:xfrm>
            </p:grpSpPr>
            <p:sp>
              <p:nvSpPr>
                <p:cNvPr id="511300" name="矩形 511299"/>
                <p:cNvSpPr/>
                <p:nvPr/>
              </p:nvSpPr>
              <p:spPr>
                <a:xfrm>
                  <a:off x="1156" y="2622"/>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01" name="矩形 511300"/>
                <p:cNvSpPr/>
                <p:nvPr/>
              </p:nvSpPr>
              <p:spPr>
                <a:xfrm>
                  <a:off x="1156" y="2622"/>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02" name="组合 511301"/>
              <p:cNvGrpSpPr/>
              <p:nvPr/>
            </p:nvGrpSpPr>
            <p:grpSpPr>
              <a:xfrm>
                <a:off x="1349" y="2622"/>
                <a:ext cx="192" cy="317"/>
                <a:chOff x="1349" y="2622"/>
                <a:chExt cx="192" cy="317"/>
              </a:xfrm>
            </p:grpSpPr>
            <p:sp>
              <p:nvSpPr>
                <p:cNvPr id="511303" name="矩形 511302"/>
                <p:cNvSpPr/>
                <p:nvPr/>
              </p:nvSpPr>
              <p:spPr>
                <a:xfrm>
                  <a:off x="1349" y="2622"/>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04" name="矩形 511303"/>
                <p:cNvSpPr/>
                <p:nvPr/>
              </p:nvSpPr>
              <p:spPr>
                <a:xfrm>
                  <a:off x="1349" y="2622"/>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05" name="组合 511304"/>
              <p:cNvGrpSpPr/>
              <p:nvPr/>
            </p:nvGrpSpPr>
            <p:grpSpPr>
              <a:xfrm>
                <a:off x="1541" y="2622"/>
                <a:ext cx="193" cy="317"/>
                <a:chOff x="1541" y="2622"/>
                <a:chExt cx="193" cy="317"/>
              </a:xfrm>
            </p:grpSpPr>
            <p:sp>
              <p:nvSpPr>
                <p:cNvPr id="511306" name="矩形 511305"/>
                <p:cNvSpPr/>
                <p:nvPr/>
              </p:nvSpPr>
              <p:spPr>
                <a:xfrm>
                  <a:off x="1541" y="2622"/>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07" name="矩形 511306"/>
                <p:cNvSpPr/>
                <p:nvPr/>
              </p:nvSpPr>
              <p:spPr>
                <a:xfrm>
                  <a:off x="1541" y="2622"/>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08" name="组合 511307"/>
              <p:cNvGrpSpPr/>
              <p:nvPr/>
            </p:nvGrpSpPr>
            <p:grpSpPr>
              <a:xfrm>
                <a:off x="1734" y="2622"/>
                <a:ext cx="193" cy="317"/>
                <a:chOff x="1734" y="2622"/>
                <a:chExt cx="193" cy="317"/>
              </a:xfrm>
            </p:grpSpPr>
            <p:sp>
              <p:nvSpPr>
                <p:cNvPr id="511309" name="矩形 511308"/>
                <p:cNvSpPr/>
                <p:nvPr/>
              </p:nvSpPr>
              <p:spPr>
                <a:xfrm>
                  <a:off x="1734" y="2622"/>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10" name="矩形 511309"/>
                <p:cNvSpPr/>
                <p:nvPr/>
              </p:nvSpPr>
              <p:spPr>
                <a:xfrm>
                  <a:off x="1734" y="2622"/>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11" name="组合 511310"/>
              <p:cNvGrpSpPr/>
              <p:nvPr/>
            </p:nvGrpSpPr>
            <p:grpSpPr>
              <a:xfrm>
                <a:off x="1927" y="2622"/>
                <a:ext cx="192" cy="317"/>
                <a:chOff x="1927" y="2622"/>
                <a:chExt cx="192" cy="317"/>
              </a:xfrm>
            </p:grpSpPr>
            <p:sp>
              <p:nvSpPr>
                <p:cNvPr id="511312" name="矩形 511311"/>
                <p:cNvSpPr/>
                <p:nvPr/>
              </p:nvSpPr>
              <p:spPr>
                <a:xfrm>
                  <a:off x="1927" y="2622"/>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13" name="矩形 511312"/>
                <p:cNvSpPr/>
                <p:nvPr/>
              </p:nvSpPr>
              <p:spPr>
                <a:xfrm>
                  <a:off x="1927" y="2622"/>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14" name="组合 511313"/>
              <p:cNvGrpSpPr/>
              <p:nvPr/>
            </p:nvGrpSpPr>
            <p:grpSpPr>
              <a:xfrm>
                <a:off x="2119" y="2622"/>
                <a:ext cx="193" cy="317"/>
                <a:chOff x="2119" y="2622"/>
                <a:chExt cx="193" cy="317"/>
              </a:xfrm>
            </p:grpSpPr>
            <p:sp>
              <p:nvSpPr>
                <p:cNvPr id="511315" name="矩形 511314"/>
                <p:cNvSpPr/>
                <p:nvPr/>
              </p:nvSpPr>
              <p:spPr>
                <a:xfrm>
                  <a:off x="2119" y="2622"/>
                  <a:ext cx="193" cy="317"/>
                </a:xfrm>
                <a:prstGeom prst="rect">
                  <a:avLst/>
                </a:prstGeom>
                <a:solidFill>
                  <a:srgbClr val="99CCFF"/>
                </a:solid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316" name="矩形 511315"/>
                <p:cNvSpPr/>
                <p:nvPr/>
              </p:nvSpPr>
              <p:spPr>
                <a:xfrm>
                  <a:off x="2119" y="2622"/>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17" name="组合 511316"/>
              <p:cNvGrpSpPr/>
              <p:nvPr/>
            </p:nvGrpSpPr>
            <p:grpSpPr>
              <a:xfrm>
                <a:off x="2312" y="2622"/>
                <a:ext cx="193" cy="317"/>
                <a:chOff x="2312" y="2622"/>
                <a:chExt cx="193" cy="317"/>
              </a:xfrm>
            </p:grpSpPr>
            <p:sp>
              <p:nvSpPr>
                <p:cNvPr id="511318" name="矩形 511317"/>
                <p:cNvSpPr/>
                <p:nvPr/>
              </p:nvSpPr>
              <p:spPr>
                <a:xfrm>
                  <a:off x="2312" y="2622"/>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19" name="矩形 511318"/>
                <p:cNvSpPr/>
                <p:nvPr/>
              </p:nvSpPr>
              <p:spPr>
                <a:xfrm>
                  <a:off x="2312" y="2622"/>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20" name="组合 511319"/>
              <p:cNvGrpSpPr/>
              <p:nvPr/>
            </p:nvGrpSpPr>
            <p:grpSpPr>
              <a:xfrm>
                <a:off x="2505" y="2622"/>
                <a:ext cx="193" cy="317"/>
                <a:chOff x="2505" y="2622"/>
                <a:chExt cx="193" cy="317"/>
              </a:xfrm>
            </p:grpSpPr>
            <p:sp>
              <p:nvSpPr>
                <p:cNvPr id="511321" name="矩形 511320"/>
                <p:cNvSpPr/>
                <p:nvPr/>
              </p:nvSpPr>
              <p:spPr>
                <a:xfrm>
                  <a:off x="2505" y="2622"/>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22" name="矩形 511321"/>
                <p:cNvSpPr/>
                <p:nvPr/>
              </p:nvSpPr>
              <p:spPr>
                <a:xfrm>
                  <a:off x="2505" y="2622"/>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23" name="组合 511322"/>
              <p:cNvGrpSpPr/>
              <p:nvPr/>
            </p:nvGrpSpPr>
            <p:grpSpPr>
              <a:xfrm>
                <a:off x="0" y="2939"/>
                <a:ext cx="192" cy="317"/>
                <a:chOff x="0" y="2939"/>
                <a:chExt cx="192" cy="317"/>
              </a:xfrm>
            </p:grpSpPr>
            <p:sp>
              <p:nvSpPr>
                <p:cNvPr id="511324" name="矩形 511323"/>
                <p:cNvSpPr/>
                <p:nvPr/>
              </p:nvSpPr>
              <p:spPr>
                <a:xfrm>
                  <a:off x="0" y="2939"/>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25" name="矩形 511324"/>
                <p:cNvSpPr/>
                <p:nvPr/>
              </p:nvSpPr>
              <p:spPr>
                <a:xfrm>
                  <a:off x="0" y="2939"/>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26" name="组合 511325"/>
              <p:cNvGrpSpPr/>
              <p:nvPr/>
            </p:nvGrpSpPr>
            <p:grpSpPr>
              <a:xfrm>
                <a:off x="192" y="2939"/>
                <a:ext cx="193" cy="317"/>
                <a:chOff x="192" y="2939"/>
                <a:chExt cx="193" cy="317"/>
              </a:xfrm>
            </p:grpSpPr>
            <p:sp>
              <p:nvSpPr>
                <p:cNvPr id="511327" name="矩形 511326"/>
                <p:cNvSpPr/>
                <p:nvPr/>
              </p:nvSpPr>
              <p:spPr>
                <a:xfrm>
                  <a:off x="192" y="2939"/>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328" name="矩形 511327"/>
                <p:cNvSpPr/>
                <p:nvPr/>
              </p:nvSpPr>
              <p:spPr>
                <a:xfrm>
                  <a:off x="192" y="2939"/>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29" name="组合 511328"/>
              <p:cNvGrpSpPr/>
              <p:nvPr/>
            </p:nvGrpSpPr>
            <p:grpSpPr>
              <a:xfrm>
                <a:off x="385" y="2939"/>
                <a:ext cx="193" cy="317"/>
                <a:chOff x="385" y="2939"/>
                <a:chExt cx="193" cy="317"/>
              </a:xfrm>
            </p:grpSpPr>
            <p:sp>
              <p:nvSpPr>
                <p:cNvPr id="511330" name="矩形 511329"/>
                <p:cNvSpPr/>
                <p:nvPr/>
              </p:nvSpPr>
              <p:spPr>
                <a:xfrm>
                  <a:off x="385" y="2939"/>
                  <a:ext cx="193" cy="317"/>
                </a:xfrm>
                <a:prstGeom prst="rect">
                  <a:avLst/>
                </a:prstGeom>
                <a:no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331" name="矩形 511330"/>
                <p:cNvSpPr/>
                <p:nvPr/>
              </p:nvSpPr>
              <p:spPr>
                <a:xfrm>
                  <a:off x="385" y="2939"/>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32" name="组合 511331"/>
              <p:cNvGrpSpPr/>
              <p:nvPr/>
            </p:nvGrpSpPr>
            <p:grpSpPr>
              <a:xfrm>
                <a:off x="578" y="2939"/>
                <a:ext cx="192" cy="317"/>
                <a:chOff x="578" y="2939"/>
                <a:chExt cx="192" cy="317"/>
              </a:xfrm>
            </p:grpSpPr>
            <p:sp>
              <p:nvSpPr>
                <p:cNvPr id="511333" name="矩形 511332"/>
                <p:cNvSpPr/>
                <p:nvPr/>
              </p:nvSpPr>
              <p:spPr>
                <a:xfrm>
                  <a:off x="578" y="2939"/>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34" name="矩形 511333"/>
                <p:cNvSpPr/>
                <p:nvPr/>
              </p:nvSpPr>
              <p:spPr>
                <a:xfrm>
                  <a:off x="578" y="2939"/>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35" name="组合 511334"/>
              <p:cNvGrpSpPr/>
              <p:nvPr/>
            </p:nvGrpSpPr>
            <p:grpSpPr>
              <a:xfrm>
                <a:off x="770" y="2939"/>
                <a:ext cx="193" cy="317"/>
                <a:chOff x="770" y="2939"/>
                <a:chExt cx="193" cy="317"/>
              </a:xfrm>
            </p:grpSpPr>
            <p:sp>
              <p:nvSpPr>
                <p:cNvPr id="511336" name="矩形 511335"/>
                <p:cNvSpPr/>
                <p:nvPr/>
              </p:nvSpPr>
              <p:spPr>
                <a:xfrm>
                  <a:off x="770" y="2939"/>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37" name="矩形 511336"/>
                <p:cNvSpPr/>
                <p:nvPr/>
              </p:nvSpPr>
              <p:spPr>
                <a:xfrm>
                  <a:off x="770" y="2939"/>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38" name="组合 511337"/>
              <p:cNvGrpSpPr/>
              <p:nvPr/>
            </p:nvGrpSpPr>
            <p:grpSpPr>
              <a:xfrm>
                <a:off x="963" y="2939"/>
                <a:ext cx="193" cy="317"/>
                <a:chOff x="963" y="2939"/>
                <a:chExt cx="193" cy="317"/>
              </a:xfrm>
            </p:grpSpPr>
            <p:sp>
              <p:nvSpPr>
                <p:cNvPr id="511339" name="矩形 511338"/>
                <p:cNvSpPr/>
                <p:nvPr/>
              </p:nvSpPr>
              <p:spPr>
                <a:xfrm>
                  <a:off x="963" y="2939"/>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340" name="矩形 511339"/>
                <p:cNvSpPr/>
                <p:nvPr/>
              </p:nvSpPr>
              <p:spPr>
                <a:xfrm>
                  <a:off x="963" y="2939"/>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41" name="组合 511340"/>
              <p:cNvGrpSpPr/>
              <p:nvPr/>
            </p:nvGrpSpPr>
            <p:grpSpPr>
              <a:xfrm>
                <a:off x="1156" y="2939"/>
                <a:ext cx="193" cy="317"/>
                <a:chOff x="1156" y="2939"/>
                <a:chExt cx="193" cy="317"/>
              </a:xfrm>
            </p:grpSpPr>
            <p:sp>
              <p:nvSpPr>
                <p:cNvPr id="511342" name="矩形 511341"/>
                <p:cNvSpPr/>
                <p:nvPr/>
              </p:nvSpPr>
              <p:spPr>
                <a:xfrm>
                  <a:off x="1156" y="2939"/>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43" name="矩形 511342"/>
                <p:cNvSpPr/>
                <p:nvPr/>
              </p:nvSpPr>
              <p:spPr>
                <a:xfrm>
                  <a:off x="1156" y="2939"/>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44" name="组合 511343"/>
              <p:cNvGrpSpPr/>
              <p:nvPr/>
            </p:nvGrpSpPr>
            <p:grpSpPr>
              <a:xfrm>
                <a:off x="1349" y="2939"/>
                <a:ext cx="192" cy="317"/>
                <a:chOff x="1349" y="2939"/>
                <a:chExt cx="192" cy="317"/>
              </a:xfrm>
            </p:grpSpPr>
            <p:sp>
              <p:nvSpPr>
                <p:cNvPr id="511345" name="矩形 511344"/>
                <p:cNvSpPr/>
                <p:nvPr/>
              </p:nvSpPr>
              <p:spPr>
                <a:xfrm>
                  <a:off x="1349" y="2939"/>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46" name="矩形 511345"/>
                <p:cNvSpPr/>
                <p:nvPr/>
              </p:nvSpPr>
              <p:spPr>
                <a:xfrm>
                  <a:off x="1349" y="2939"/>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47" name="组合 511346"/>
              <p:cNvGrpSpPr/>
              <p:nvPr/>
            </p:nvGrpSpPr>
            <p:grpSpPr>
              <a:xfrm>
                <a:off x="1541" y="2939"/>
                <a:ext cx="193" cy="317"/>
                <a:chOff x="1541" y="2939"/>
                <a:chExt cx="193" cy="317"/>
              </a:xfrm>
            </p:grpSpPr>
            <p:sp>
              <p:nvSpPr>
                <p:cNvPr id="511348" name="矩形 511347"/>
                <p:cNvSpPr/>
                <p:nvPr/>
              </p:nvSpPr>
              <p:spPr>
                <a:xfrm>
                  <a:off x="1541" y="2939"/>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49" name="矩形 511348"/>
                <p:cNvSpPr/>
                <p:nvPr/>
              </p:nvSpPr>
              <p:spPr>
                <a:xfrm>
                  <a:off x="1541" y="2939"/>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50" name="组合 511349"/>
              <p:cNvGrpSpPr/>
              <p:nvPr/>
            </p:nvGrpSpPr>
            <p:grpSpPr>
              <a:xfrm>
                <a:off x="1734" y="2939"/>
                <a:ext cx="193" cy="317"/>
                <a:chOff x="1734" y="2939"/>
                <a:chExt cx="193" cy="317"/>
              </a:xfrm>
            </p:grpSpPr>
            <p:sp>
              <p:nvSpPr>
                <p:cNvPr id="511351" name="矩形 511350"/>
                <p:cNvSpPr/>
                <p:nvPr/>
              </p:nvSpPr>
              <p:spPr>
                <a:xfrm>
                  <a:off x="1734" y="2939"/>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52" name="矩形 511351"/>
                <p:cNvSpPr/>
                <p:nvPr/>
              </p:nvSpPr>
              <p:spPr>
                <a:xfrm>
                  <a:off x="1734" y="2939"/>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53" name="组合 511352"/>
              <p:cNvGrpSpPr/>
              <p:nvPr/>
            </p:nvGrpSpPr>
            <p:grpSpPr>
              <a:xfrm>
                <a:off x="1927" y="2939"/>
                <a:ext cx="192" cy="317"/>
                <a:chOff x="1927" y="2939"/>
                <a:chExt cx="192" cy="317"/>
              </a:xfrm>
            </p:grpSpPr>
            <p:sp>
              <p:nvSpPr>
                <p:cNvPr id="511354" name="矩形 511353"/>
                <p:cNvSpPr/>
                <p:nvPr/>
              </p:nvSpPr>
              <p:spPr>
                <a:xfrm>
                  <a:off x="1927" y="2939"/>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55" name="矩形 511354"/>
                <p:cNvSpPr/>
                <p:nvPr/>
              </p:nvSpPr>
              <p:spPr>
                <a:xfrm>
                  <a:off x="1927" y="2939"/>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56" name="组合 511355"/>
              <p:cNvGrpSpPr/>
              <p:nvPr/>
            </p:nvGrpSpPr>
            <p:grpSpPr>
              <a:xfrm>
                <a:off x="2119" y="2939"/>
                <a:ext cx="193" cy="317"/>
                <a:chOff x="2119" y="2939"/>
                <a:chExt cx="193" cy="317"/>
              </a:xfrm>
            </p:grpSpPr>
            <p:sp>
              <p:nvSpPr>
                <p:cNvPr id="511357" name="矩形 511356"/>
                <p:cNvSpPr/>
                <p:nvPr/>
              </p:nvSpPr>
              <p:spPr>
                <a:xfrm>
                  <a:off x="2119" y="2939"/>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58" name="矩形 511357"/>
                <p:cNvSpPr/>
                <p:nvPr/>
              </p:nvSpPr>
              <p:spPr>
                <a:xfrm>
                  <a:off x="2119" y="2939"/>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59" name="组合 511358"/>
              <p:cNvGrpSpPr/>
              <p:nvPr/>
            </p:nvGrpSpPr>
            <p:grpSpPr>
              <a:xfrm>
                <a:off x="2312" y="2939"/>
                <a:ext cx="193" cy="317"/>
                <a:chOff x="2312" y="2939"/>
                <a:chExt cx="193" cy="317"/>
              </a:xfrm>
            </p:grpSpPr>
            <p:sp>
              <p:nvSpPr>
                <p:cNvPr id="511360" name="矩形 511359"/>
                <p:cNvSpPr/>
                <p:nvPr/>
              </p:nvSpPr>
              <p:spPr>
                <a:xfrm>
                  <a:off x="2312" y="2939"/>
                  <a:ext cx="193" cy="317"/>
                </a:xfrm>
                <a:prstGeom prst="rect">
                  <a:avLst/>
                </a:prstGeom>
                <a:solidFill>
                  <a:srgbClr val="99CCFF"/>
                </a:solid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361" name="矩形 511360"/>
                <p:cNvSpPr/>
                <p:nvPr/>
              </p:nvSpPr>
              <p:spPr>
                <a:xfrm>
                  <a:off x="2312" y="2939"/>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62" name="组合 511361"/>
              <p:cNvGrpSpPr/>
              <p:nvPr/>
            </p:nvGrpSpPr>
            <p:grpSpPr>
              <a:xfrm>
                <a:off x="2505" y="2939"/>
                <a:ext cx="193" cy="317"/>
                <a:chOff x="2505" y="2939"/>
                <a:chExt cx="193" cy="317"/>
              </a:xfrm>
            </p:grpSpPr>
            <p:sp>
              <p:nvSpPr>
                <p:cNvPr id="511363" name="矩形 511362"/>
                <p:cNvSpPr/>
                <p:nvPr/>
              </p:nvSpPr>
              <p:spPr>
                <a:xfrm>
                  <a:off x="2505" y="2939"/>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64" name="矩形 511363"/>
                <p:cNvSpPr/>
                <p:nvPr/>
              </p:nvSpPr>
              <p:spPr>
                <a:xfrm>
                  <a:off x="2505" y="2939"/>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65" name="组合 511364"/>
              <p:cNvGrpSpPr/>
              <p:nvPr/>
            </p:nvGrpSpPr>
            <p:grpSpPr>
              <a:xfrm>
                <a:off x="0" y="3256"/>
                <a:ext cx="192" cy="317"/>
                <a:chOff x="0" y="3256"/>
                <a:chExt cx="192" cy="317"/>
              </a:xfrm>
            </p:grpSpPr>
            <p:sp>
              <p:nvSpPr>
                <p:cNvPr id="511366" name="矩形 511365"/>
                <p:cNvSpPr/>
                <p:nvPr/>
              </p:nvSpPr>
              <p:spPr>
                <a:xfrm>
                  <a:off x="0" y="3256"/>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67" name="矩形 511366"/>
                <p:cNvSpPr/>
                <p:nvPr/>
              </p:nvSpPr>
              <p:spPr>
                <a:xfrm>
                  <a:off x="0" y="3256"/>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68" name="组合 511367"/>
              <p:cNvGrpSpPr/>
              <p:nvPr/>
            </p:nvGrpSpPr>
            <p:grpSpPr>
              <a:xfrm>
                <a:off x="192" y="3256"/>
                <a:ext cx="193" cy="317"/>
                <a:chOff x="192" y="3256"/>
                <a:chExt cx="193" cy="317"/>
              </a:xfrm>
            </p:grpSpPr>
            <p:sp>
              <p:nvSpPr>
                <p:cNvPr id="511369" name="矩形 511368"/>
                <p:cNvSpPr/>
                <p:nvPr/>
              </p:nvSpPr>
              <p:spPr>
                <a:xfrm>
                  <a:off x="192" y="3256"/>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0</a:t>
                  </a:r>
                  <a:endParaRPr lang="en-US" altLang="zh-CN" sz="2400">
                    <a:latin typeface="Times New Roman" panose="02020603050405020304" charset="0"/>
                    <a:ea typeface="黑体" panose="02010609060101010101" pitchFamily="49" charset="-122"/>
                  </a:endParaRPr>
                </a:p>
              </p:txBody>
            </p:sp>
            <p:sp>
              <p:nvSpPr>
                <p:cNvPr id="511370" name="矩形 511369"/>
                <p:cNvSpPr/>
                <p:nvPr/>
              </p:nvSpPr>
              <p:spPr>
                <a:xfrm>
                  <a:off x="192" y="3256"/>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71" name="组合 511370"/>
              <p:cNvGrpSpPr/>
              <p:nvPr/>
            </p:nvGrpSpPr>
            <p:grpSpPr>
              <a:xfrm>
                <a:off x="385" y="3256"/>
                <a:ext cx="193" cy="317"/>
                <a:chOff x="385" y="3256"/>
                <a:chExt cx="193" cy="317"/>
              </a:xfrm>
            </p:grpSpPr>
            <p:sp>
              <p:nvSpPr>
                <p:cNvPr id="511372" name="矩形 511371"/>
                <p:cNvSpPr/>
                <p:nvPr/>
              </p:nvSpPr>
              <p:spPr>
                <a:xfrm>
                  <a:off x="385" y="3256"/>
                  <a:ext cx="193" cy="317"/>
                </a:xfrm>
                <a:prstGeom prst="rect">
                  <a:avLst/>
                </a:prstGeom>
                <a:no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373" name="矩形 511372"/>
                <p:cNvSpPr/>
                <p:nvPr/>
              </p:nvSpPr>
              <p:spPr>
                <a:xfrm>
                  <a:off x="385" y="3256"/>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74" name="组合 511373"/>
              <p:cNvGrpSpPr/>
              <p:nvPr/>
            </p:nvGrpSpPr>
            <p:grpSpPr>
              <a:xfrm>
                <a:off x="578" y="3256"/>
                <a:ext cx="192" cy="317"/>
                <a:chOff x="578" y="3256"/>
                <a:chExt cx="192" cy="317"/>
              </a:xfrm>
            </p:grpSpPr>
            <p:sp>
              <p:nvSpPr>
                <p:cNvPr id="511375" name="矩形 511374"/>
                <p:cNvSpPr/>
                <p:nvPr/>
              </p:nvSpPr>
              <p:spPr>
                <a:xfrm>
                  <a:off x="578" y="3256"/>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76" name="矩形 511375"/>
                <p:cNvSpPr/>
                <p:nvPr/>
              </p:nvSpPr>
              <p:spPr>
                <a:xfrm>
                  <a:off x="578" y="3256"/>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77" name="组合 511376"/>
              <p:cNvGrpSpPr/>
              <p:nvPr/>
            </p:nvGrpSpPr>
            <p:grpSpPr>
              <a:xfrm>
                <a:off x="770" y="3256"/>
                <a:ext cx="193" cy="317"/>
                <a:chOff x="770" y="3256"/>
                <a:chExt cx="193" cy="317"/>
              </a:xfrm>
            </p:grpSpPr>
            <p:sp>
              <p:nvSpPr>
                <p:cNvPr id="511378" name="矩形 511377"/>
                <p:cNvSpPr/>
                <p:nvPr/>
              </p:nvSpPr>
              <p:spPr>
                <a:xfrm>
                  <a:off x="770" y="3256"/>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79" name="矩形 511378"/>
                <p:cNvSpPr/>
                <p:nvPr/>
              </p:nvSpPr>
              <p:spPr>
                <a:xfrm>
                  <a:off x="770" y="3256"/>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80" name="组合 511379"/>
              <p:cNvGrpSpPr/>
              <p:nvPr/>
            </p:nvGrpSpPr>
            <p:grpSpPr>
              <a:xfrm>
                <a:off x="963" y="3256"/>
                <a:ext cx="193" cy="317"/>
                <a:chOff x="963" y="3256"/>
                <a:chExt cx="193" cy="317"/>
              </a:xfrm>
            </p:grpSpPr>
            <p:sp>
              <p:nvSpPr>
                <p:cNvPr id="511381" name="矩形 511380"/>
                <p:cNvSpPr/>
                <p:nvPr/>
              </p:nvSpPr>
              <p:spPr>
                <a:xfrm>
                  <a:off x="963" y="3256"/>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82" name="矩形 511381"/>
                <p:cNvSpPr/>
                <p:nvPr/>
              </p:nvSpPr>
              <p:spPr>
                <a:xfrm>
                  <a:off x="963" y="3256"/>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83" name="组合 511382"/>
              <p:cNvGrpSpPr/>
              <p:nvPr/>
            </p:nvGrpSpPr>
            <p:grpSpPr>
              <a:xfrm>
                <a:off x="1156" y="3256"/>
                <a:ext cx="193" cy="317"/>
                <a:chOff x="1156" y="3256"/>
                <a:chExt cx="193" cy="317"/>
              </a:xfrm>
            </p:grpSpPr>
            <p:sp>
              <p:nvSpPr>
                <p:cNvPr id="511384" name="矩形 511383"/>
                <p:cNvSpPr/>
                <p:nvPr/>
              </p:nvSpPr>
              <p:spPr>
                <a:xfrm>
                  <a:off x="1156" y="3256"/>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85" name="矩形 511384"/>
                <p:cNvSpPr/>
                <p:nvPr/>
              </p:nvSpPr>
              <p:spPr>
                <a:xfrm>
                  <a:off x="1156" y="3256"/>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86" name="组合 511385"/>
              <p:cNvGrpSpPr/>
              <p:nvPr/>
            </p:nvGrpSpPr>
            <p:grpSpPr>
              <a:xfrm>
                <a:off x="1349" y="3256"/>
                <a:ext cx="192" cy="317"/>
                <a:chOff x="1349" y="3256"/>
                <a:chExt cx="192" cy="317"/>
              </a:xfrm>
            </p:grpSpPr>
            <p:sp>
              <p:nvSpPr>
                <p:cNvPr id="511387" name="矩形 511386"/>
                <p:cNvSpPr/>
                <p:nvPr/>
              </p:nvSpPr>
              <p:spPr>
                <a:xfrm>
                  <a:off x="1349" y="3256"/>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88" name="矩形 511387"/>
                <p:cNvSpPr/>
                <p:nvPr/>
              </p:nvSpPr>
              <p:spPr>
                <a:xfrm>
                  <a:off x="1349" y="3256"/>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89" name="组合 511388"/>
              <p:cNvGrpSpPr/>
              <p:nvPr/>
            </p:nvGrpSpPr>
            <p:grpSpPr>
              <a:xfrm>
                <a:off x="1541" y="3256"/>
                <a:ext cx="193" cy="317"/>
                <a:chOff x="1541" y="3256"/>
                <a:chExt cx="193" cy="317"/>
              </a:xfrm>
            </p:grpSpPr>
            <p:sp>
              <p:nvSpPr>
                <p:cNvPr id="511390" name="矩形 511389"/>
                <p:cNvSpPr/>
                <p:nvPr/>
              </p:nvSpPr>
              <p:spPr>
                <a:xfrm>
                  <a:off x="1541" y="3256"/>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91" name="矩形 511390"/>
                <p:cNvSpPr/>
                <p:nvPr/>
              </p:nvSpPr>
              <p:spPr>
                <a:xfrm>
                  <a:off x="1541" y="3256"/>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92" name="组合 511391"/>
              <p:cNvGrpSpPr/>
              <p:nvPr/>
            </p:nvGrpSpPr>
            <p:grpSpPr>
              <a:xfrm>
                <a:off x="1734" y="3256"/>
                <a:ext cx="193" cy="317"/>
                <a:chOff x="1734" y="3256"/>
                <a:chExt cx="193" cy="317"/>
              </a:xfrm>
            </p:grpSpPr>
            <p:sp>
              <p:nvSpPr>
                <p:cNvPr id="511393" name="矩形 511392"/>
                <p:cNvSpPr/>
                <p:nvPr/>
              </p:nvSpPr>
              <p:spPr>
                <a:xfrm>
                  <a:off x="1734" y="3256"/>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94" name="矩形 511393"/>
                <p:cNvSpPr/>
                <p:nvPr/>
              </p:nvSpPr>
              <p:spPr>
                <a:xfrm>
                  <a:off x="1734" y="3256"/>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95" name="组合 511394"/>
              <p:cNvGrpSpPr/>
              <p:nvPr/>
            </p:nvGrpSpPr>
            <p:grpSpPr>
              <a:xfrm>
                <a:off x="1927" y="3256"/>
                <a:ext cx="192" cy="317"/>
                <a:chOff x="1927" y="3256"/>
                <a:chExt cx="192" cy="317"/>
              </a:xfrm>
            </p:grpSpPr>
            <p:sp>
              <p:nvSpPr>
                <p:cNvPr id="511396" name="矩形 511395"/>
                <p:cNvSpPr/>
                <p:nvPr/>
              </p:nvSpPr>
              <p:spPr>
                <a:xfrm>
                  <a:off x="1927" y="3256"/>
                  <a:ext cx="192"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397" name="矩形 511396"/>
                <p:cNvSpPr/>
                <p:nvPr/>
              </p:nvSpPr>
              <p:spPr>
                <a:xfrm>
                  <a:off x="1927" y="3256"/>
                  <a:ext cx="192"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398" name="组合 511397"/>
              <p:cNvGrpSpPr/>
              <p:nvPr/>
            </p:nvGrpSpPr>
            <p:grpSpPr>
              <a:xfrm>
                <a:off x="2119" y="3256"/>
                <a:ext cx="193" cy="317"/>
                <a:chOff x="2119" y="3256"/>
                <a:chExt cx="193" cy="317"/>
              </a:xfrm>
            </p:grpSpPr>
            <p:sp>
              <p:nvSpPr>
                <p:cNvPr id="511399" name="矩形 511398"/>
                <p:cNvSpPr/>
                <p:nvPr/>
              </p:nvSpPr>
              <p:spPr>
                <a:xfrm>
                  <a:off x="2119" y="3256"/>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400" name="矩形 511399"/>
                <p:cNvSpPr/>
                <p:nvPr/>
              </p:nvSpPr>
              <p:spPr>
                <a:xfrm>
                  <a:off x="2119" y="3256"/>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401" name="组合 511400"/>
              <p:cNvGrpSpPr/>
              <p:nvPr/>
            </p:nvGrpSpPr>
            <p:grpSpPr>
              <a:xfrm>
                <a:off x="2312" y="3256"/>
                <a:ext cx="193" cy="317"/>
                <a:chOff x="2312" y="3256"/>
                <a:chExt cx="193" cy="317"/>
              </a:xfrm>
            </p:grpSpPr>
            <p:sp>
              <p:nvSpPr>
                <p:cNvPr id="511402" name="矩形 511401"/>
                <p:cNvSpPr/>
                <p:nvPr/>
              </p:nvSpPr>
              <p:spPr>
                <a:xfrm>
                  <a:off x="2312" y="3256"/>
                  <a:ext cx="193" cy="317"/>
                </a:xfrm>
                <a:prstGeom prst="rect">
                  <a:avLst/>
                </a:prstGeom>
                <a:noFill/>
                <a:ln w="28575">
                  <a:noFill/>
                </a:ln>
              </p:spPr>
              <p:txBody>
                <a:bodyPr anchor="ctr" anchorCtr="0"/>
                <a:p>
                  <a:r>
                    <a:rPr lang="en-US" altLang="zh-CN" sz="2400">
                      <a:latin typeface="Times New Roman" panose="02020603050405020304" charset="0"/>
                      <a:ea typeface="黑体" panose="02010609060101010101" pitchFamily="49" charset="-122"/>
                    </a:rPr>
                    <a:t>1</a:t>
                  </a:r>
                  <a:endParaRPr lang="en-US" altLang="zh-CN" sz="2400">
                    <a:latin typeface="Times New Roman" panose="02020603050405020304" charset="0"/>
                    <a:ea typeface="黑体" panose="02010609060101010101" pitchFamily="49" charset="-122"/>
                  </a:endParaRPr>
                </a:p>
              </p:txBody>
            </p:sp>
            <p:sp>
              <p:nvSpPr>
                <p:cNvPr id="511403" name="矩形 511402"/>
                <p:cNvSpPr/>
                <p:nvPr/>
              </p:nvSpPr>
              <p:spPr>
                <a:xfrm>
                  <a:off x="2312" y="3256"/>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nvGrpSpPr>
              <p:cNvPr id="511404" name="组合 511403"/>
              <p:cNvGrpSpPr/>
              <p:nvPr/>
            </p:nvGrpSpPr>
            <p:grpSpPr>
              <a:xfrm>
                <a:off x="2505" y="3256"/>
                <a:ext cx="193" cy="317"/>
                <a:chOff x="2505" y="3256"/>
                <a:chExt cx="193" cy="317"/>
              </a:xfrm>
            </p:grpSpPr>
            <p:sp>
              <p:nvSpPr>
                <p:cNvPr id="511405" name="矩形 511404"/>
                <p:cNvSpPr/>
                <p:nvPr/>
              </p:nvSpPr>
              <p:spPr>
                <a:xfrm>
                  <a:off x="2505" y="3256"/>
                  <a:ext cx="193" cy="317"/>
                </a:xfrm>
                <a:prstGeom prst="rect">
                  <a:avLst/>
                </a:prstGeom>
                <a:solidFill>
                  <a:srgbClr val="99CCFF"/>
                </a:solidFill>
                <a:ln w="28575">
                  <a:noFill/>
                </a:ln>
              </p:spPr>
              <p:txBody>
                <a:bodyPr anchor="ctr" anchorCtr="0"/>
                <a:p>
                  <a:r>
                    <a:rPr lang="en-US" altLang="zh-CN" sz="2400">
                      <a:solidFill>
                        <a:srgbClr val="0000FF"/>
                      </a:solidFill>
                      <a:latin typeface="Times New Roman" panose="02020603050405020304" charset="0"/>
                      <a:ea typeface="黑体" panose="02010609060101010101" pitchFamily="49" charset="-122"/>
                    </a:rPr>
                    <a:t>D</a:t>
                  </a:r>
                  <a:endParaRPr lang="en-US" altLang="zh-CN" sz="2400">
                    <a:solidFill>
                      <a:srgbClr val="0000FF"/>
                    </a:solidFill>
                    <a:latin typeface="Times New Roman" panose="02020603050405020304" charset="0"/>
                    <a:ea typeface="黑体" panose="02010609060101010101" pitchFamily="49" charset="-122"/>
                  </a:endParaRPr>
                </a:p>
              </p:txBody>
            </p:sp>
            <p:sp>
              <p:nvSpPr>
                <p:cNvPr id="511406" name="矩形 511405"/>
                <p:cNvSpPr/>
                <p:nvPr/>
              </p:nvSpPr>
              <p:spPr>
                <a:xfrm>
                  <a:off x="2505" y="3256"/>
                  <a:ext cx="193" cy="317"/>
                </a:xfrm>
                <a:prstGeom prst="rect">
                  <a:avLst/>
                </a:prstGeom>
                <a:noFill/>
                <a:ln w="7" cap="flat" cmpd="sng">
                  <a:solidFill>
                    <a:srgbClr val="A0A0A0"/>
                  </a:solidFill>
                  <a:prstDash val="solid"/>
                  <a:miter/>
                  <a:headEnd type="none" w="med" len="med"/>
                  <a:tailEnd type="none" w="lg" len="lg"/>
                </a:ln>
              </p:spPr>
              <p:txBody>
                <a:bodyPr/>
                <a:p>
                  <a:endParaRPr lang="zh-CN" altLang="en-US"/>
                </a:p>
              </p:txBody>
            </p:sp>
          </p:grpSp>
        </p:grpSp>
        <p:sp>
          <p:nvSpPr>
            <p:cNvPr id="511407" name="矩形 511406"/>
            <p:cNvSpPr/>
            <p:nvPr/>
          </p:nvSpPr>
          <p:spPr>
            <a:xfrm>
              <a:off x="-3" y="-3"/>
              <a:ext cx="2704" cy="3579"/>
            </a:xfrm>
            <a:prstGeom prst="rect">
              <a:avLst/>
            </a:prstGeom>
            <a:noFill/>
            <a:ln w="9525" cap="flat" cmpd="sng">
              <a:solidFill>
                <a:srgbClr val="A0A0A0"/>
              </a:solidFill>
              <a:prstDash val="solid"/>
              <a:miter/>
              <a:headEnd type="none" w="med" len="med"/>
              <a:tailEnd type="none" w="lg" len="lg"/>
            </a:ln>
          </p:spPr>
          <p:txBody>
            <a:bodyPr/>
            <a:p>
              <a:endParaRPr lang="zh-CN" altLang="en-US"/>
            </a:p>
          </p:txBody>
        </p:sp>
      </p:grpSp>
      <p:sp>
        <p:nvSpPr>
          <p:cNvPr id="511408" name="文本框 511407"/>
          <p:cNvSpPr txBox="1"/>
          <p:nvPr/>
        </p:nvSpPr>
        <p:spPr>
          <a:xfrm>
            <a:off x="1563688" y="1273175"/>
            <a:ext cx="6142037" cy="460375"/>
          </a:xfrm>
          <a:prstGeom prst="rect">
            <a:avLst/>
          </a:prstGeom>
          <a:noFill/>
          <a:ln w="28575">
            <a:noFill/>
          </a:ln>
        </p:spPr>
        <p:txBody>
          <a:bodyPr>
            <a:spAutoFit/>
          </a:bodyPr>
          <a:p>
            <a:pPr algn="l">
              <a:spcBef>
                <a:spcPct val="50000"/>
              </a:spcBef>
            </a:pPr>
            <a:r>
              <a:rPr lang="en-US" altLang="zh-CN" sz="2400" b="1">
                <a:solidFill>
                  <a:srgbClr val="000099"/>
                </a:solidFill>
                <a:latin typeface="Times New Roman" panose="02020603050405020304" charset="0"/>
                <a:ea typeface="楷体_GB2312" pitchFamily="49" charset="-122"/>
              </a:rPr>
              <a:t>74LS138</a:t>
            </a:r>
            <a:r>
              <a:rPr lang="zh-CN" altLang="en-US" sz="2400" b="1" dirty="0">
                <a:solidFill>
                  <a:srgbClr val="000099"/>
                </a:solidFill>
                <a:latin typeface="Times New Roman" panose="02020603050405020304" charset="0"/>
                <a:ea typeface="楷体_GB2312" pitchFamily="49" charset="-122"/>
              </a:rPr>
              <a:t>译码器作为数据分配器时的真值表 </a:t>
            </a:r>
            <a:endParaRPr lang="zh-CN" altLang="en-US" sz="2400" b="1" dirty="0">
              <a:solidFill>
                <a:srgbClr val="000099"/>
              </a:solidFill>
              <a:latin typeface="Times New Roman" panose="02020603050405020304" charset="0"/>
              <a:ea typeface="楷体_GB2312" pitchFamily="49" charset="-122"/>
            </a:endParaRPr>
          </a:p>
        </p:txBody>
      </p:sp>
      <p:sp>
        <p:nvSpPr>
          <p:cNvPr id="511409" name="直接连接符 511408"/>
          <p:cNvSpPr/>
          <p:nvPr/>
        </p:nvSpPr>
        <p:spPr>
          <a:xfrm>
            <a:off x="4140200" y="2341563"/>
            <a:ext cx="180975" cy="0"/>
          </a:xfrm>
          <a:prstGeom prst="line">
            <a:avLst/>
          </a:prstGeom>
          <a:ln w="28575" cap="flat" cmpd="sng">
            <a:solidFill>
              <a:schemeClr val="tx1"/>
            </a:solidFill>
            <a:prstDash val="solid"/>
            <a:headEnd type="none" w="med" len="med"/>
            <a:tailEnd type="none" w="med" len="med"/>
          </a:ln>
        </p:spPr>
      </p:sp>
      <p:sp>
        <p:nvSpPr>
          <p:cNvPr id="511410" name="直接连接符 511409"/>
          <p:cNvSpPr/>
          <p:nvPr/>
        </p:nvSpPr>
        <p:spPr>
          <a:xfrm>
            <a:off x="4678363" y="2341563"/>
            <a:ext cx="180975" cy="0"/>
          </a:xfrm>
          <a:prstGeom prst="line">
            <a:avLst/>
          </a:prstGeom>
          <a:ln w="28575" cap="flat" cmpd="sng">
            <a:solidFill>
              <a:schemeClr val="tx1"/>
            </a:solidFill>
            <a:prstDash val="solid"/>
            <a:headEnd type="none" w="med" len="med"/>
            <a:tailEnd type="none" w="med" len="med"/>
          </a:ln>
        </p:spPr>
      </p:sp>
      <p:sp>
        <p:nvSpPr>
          <p:cNvPr id="511411" name="直接连接符 511410"/>
          <p:cNvSpPr/>
          <p:nvPr/>
        </p:nvSpPr>
        <p:spPr>
          <a:xfrm>
            <a:off x="5184775" y="2341563"/>
            <a:ext cx="180975" cy="0"/>
          </a:xfrm>
          <a:prstGeom prst="line">
            <a:avLst/>
          </a:prstGeom>
          <a:ln w="28575" cap="flat" cmpd="sng">
            <a:solidFill>
              <a:schemeClr val="tx1"/>
            </a:solidFill>
            <a:prstDash val="solid"/>
            <a:headEnd type="none" w="med" len="med"/>
            <a:tailEnd type="none" w="med" len="med"/>
          </a:ln>
        </p:spPr>
      </p:sp>
      <p:sp>
        <p:nvSpPr>
          <p:cNvPr id="511412" name="直接连接符 511411"/>
          <p:cNvSpPr/>
          <p:nvPr/>
        </p:nvSpPr>
        <p:spPr>
          <a:xfrm>
            <a:off x="5686425" y="2341563"/>
            <a:ext cx="180975" cy="0"/>
          </a:xfrm>
          <a:prstGeom prst="line">
            <a:avLst/>
          </a:prstGeom>
          <a:ln w="28575" cap="flat" cmpd="sng">
            <a:solidFill>
              <a:schemeClr val="tx1"/>
            </a:solidFill>
            <a:prstDash val="solid"/>
            <a:headEnd type="none" w="med" len="med"/>
            <a:tailEnd type="none" w="med" len="med"/>
          </a:ln>
        </p:spPr>
      </p:sp>
      <p:sp>
        <p:nvSpPr>
          <p:cNvPr id="511413" name="直接连接符 511412"/>
          <p:cNvSpPr/>
          <p:nvPr/>
        </p:nvSpPr>
        <p:spPr>
          <a:xfrm>
            <a:off x="6227763" y="2341563"/>
            <a:ext cx="180975" cy="0"/>
          </a:xfrm>
          <a:prstGeom prst="line">
            <a:avLst/>
          </a:prstGeom>
          <a:ln w="28575" cap="flat" cmpd="sng">
            <a:solidFill>
              <a:schemeClr val="tx1"/>
            </a:solidFill>
            <a:prstDash val="solid"/>
            <a:headEnd type="none" w="med" len="med"/>
            <a:tailEnd type="none" w="med" len="med"/>
          </a:ln>
        </p:spPr>
      </p:sp>
      <p:sp>
        <p:nvSpPr>
          <p:cNvPr id="511414" name="直接连接符 511413"/>
          <p:cNvSpPr/>
          <p:nvPr/>
        </p:nvSpPr>
        <p:spPr>
          <a:xfrm>
            <a:off x="6696075" y="2341563"/>
            <a:ext cx="180975" cy="0"/>
          </a:xfrm>
          <a:prstGeom prst="line">
            <a:avLst/>
          </a:prstGeom>
          <a:ln w="28575" cap="flat" cmpd="sng">
            <a:solidFill>
              <a:schemeClr val="tx1"/>
            </a:solidFill>
            <a:prstDash val="solid"/>
            <a:headEnd type="none" w="med" len="med"/>
            <a:tailEnd type="none" w="med" len="med"/>
          </a:ln>
        </p:spPr>
      </p:sp>
      <p:sp>
        <p:nvSpPr>
          <p:cNvPr id="511415" name="直接连接符 511414"/>
          <p:cNvSpPr/>
          <p:nvPr/>
        </p:nvSpPr>
        <p:spPr>
          <a:xfrm>
            <a:off x="7235825" y="2341563"/>
            <a:ext cx="180975" cy="0"/>
          </a:xfrm>
          <a:prstGeom prst="line">
            <a:avLst/>
          </a:prstGeom>
          <a:ln w="28575" cap="flat" cmpd="sng">
            <a:solidFill>
              <a:schemeClr val="tx1"/>
            </a:solidFill>
            <a:prstDash val="solid"/>
            <a:headEnd type="none" w="med" len="med"/>
            <a:tailEnd type="none" w="med" len="med"/>
          </a:ln>
        </p:spPr>
      </p:sp>
      <p:sp>
        <p:nvSpPr>
          <p:cNvPr id="511416" name="直接连接符 511415"/>
          <p:cNvSpPr/>
          <p:nvPr/>
        </p:nvSpPr>
        <p:spPr>
          <a:xfrm>
            <a:off x="7775575" y="2341563"/>
            <a:ext cx="180975" cy="0"/>
          </a:xfrm>
          <a:prstGeom prst="line">
            <a:avLst/>
          </a:prstGeom>
          <a:ln w="28575" cap="flat" cmpd="sng">
            <a:solidFill>
              <a:schemeClr val="tx1"/>
            </a:solidFill>
            <a:prstDash val="solid"/>
            <a:headEnd type="none" w="med" len="med"/>
            <a:tailEnd type="none" w="med" len="med"/>
          </a:ln>
        </p:spPr>
      </p:sp>
      <p:sp>
        <p:nvSpPr>
          <p:cNvPr id="511417" name="直接连接符 511416"/>
          <p:cNvSpPr/>
          <p:nvPr/>
        </p:nvSpPr>
        <p:spPr>
          <a:xfrm>
            <a:off x="1504950" y="2378075"/>
            <a:ext cx="252413" cy="0"/>
          </a:xfrm>
          <a:prstGeom prst="line">
            <a:avLst/>
          </a:prstGeom>
          <a:ln w="22225" cap="flat" cmpd="sng">
            <a:solidFill>
              <a:schemeClr val="tx1"/>
            </a:solidFill>
            <a:prstDash val="solid"/>
            <a:headEnd type="none" w="med" len="med"/>
            <a:tailEnd type="none" w="med" len="med"/>
          </a:ln>
        </p:spPr>
      </p:sp>
      <p:sp>
        <p:nvSpPr>
          <p:cNvPr id="511418" name="直接连接符 511417"/>
          <p:cNvSpPr/>
          <p:nvPr/>
        </p:nvSpPr>
        <p:spPr>
          <a:xfrm>
            <a:off x="2022475" y="2349500"/>
            <a:ext cx="252413" cy="0"/>
          </a:xfrm>
          <a:prstGeom prst="line">
            <a:avLst/>
          </a:prstGeom>
          <a:ln w="22225" cap="flat" cmpd="sng">
            <a:solidFill>
              <a:schemeClr val="tx1"/>
            </a:solidFill>
            <a:prstDash val="solid"/>
            <a:headEnd type="none" w="med" len="med"/>
            <a:tailEnd type="none" w="med" len="med"/>
          </a:ln>
        </p:spPr>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457200" y="2133600"/>
            <a:ext cx="8317865" cy="134366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能从多路数据中选择其中的一路送到公共通道上去的电路称为数据选择器。数据选择器的作用与数据分配器一样，均可以视为一个单刀多掷开关，如图4-28所示。</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6146" name="Rectangle 2"/>
          <p:cNvSpPr>
            <a:spLocks noGrp="1"/>
          </p:cNvSpPr>
          <p:nvPr>
            <p:ph type="title"/>
          </p:nvPr>
        </p:nvSpPr>
        <p:spPr>
          <a:xfrm>
            <a:off x="533400" y="1524000"/>
            <a:ext cx="584962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4.3.</a:t>
            </a:r>
            <a:r>
              <a:rPr lang="en-US" sz="2800" i="0" dirty="0">
                <a:solidFill>
                  <a:srgbClr val="0070C0"/>
                </a:solidFill>
                <a:latin typeface="黑体" panose="02010609060101010101" pitchFamily="49" charset="-122"/>
                <a:ea typeface="黑体" panose="02010609060101010101" pitchFamily="49" charset="-122"/>
              </a:rPr>
              <a:t>4</a:t>
            </a:r>
            <a:r>
              <a:rPr sz="2800" i="0" dirty="0">
                <a:solidFill>
                  <a:srgbClr val="0070C0"/>
                </a:solidFill>
                <a:latin typeface="黑体" panose="02010609060101010101" pitchFamily="49" charset="-122"/>
                <a:ea typeface="黑体" panose="02010609060101010101" pitchFamily="49" charset="-122"/>
              </a:rPr>
              <a:t> 数据选择器</a:t>
            </a:r>
            <a:endParaRPr sz="2800" i="0" dirty="0">
              <a:solidFill>
                <a:srgbClr val="0070C0"/>
              </a:solidFill>
              <a:latin typeface="黑体" panose="02010609060101010101" pitchFamily="49" charset="-122"/>
              <a:ea typeface="黑体" panose="02010609060101010101" pitchFamily="49" charset="-122"/>
            </a:endParaRPr>
          </a:p>
        </p:txBody>
      </p:sp>
      <p:grpSp>
        <p:nvGrpSpPr>
          <p:cNvPr id="4" name="组合 3"/>
          <p:cNvGrpSpPr/>
          <p:nvPr/>
        </p:nvGrpSpPr>
        <p:grpSpPr>
          <a:xfrm>
            <a:off x="1905000" y="3810000"/>
            <a:ext cx="5379720" cy="2317750"/>
            <a:chOff x="3000" y="6000"/>
            <a:chExt cx="8472" cy="3650"/>
          </a:xfrm>
        </p:grpSpPr>
        <p:sp>
          <p:nvSpPr>
            <p:cNvPr id="100" name="文本框 99"/>
            <p:cNvSpPr txBox="1"/>
            <p:nvPr/>
          </p:nvSpPr>
          <p:spPr>
            <a:xfrm>
              <a:off x="5400" y="9120"/>
              <a:ext cx="4481" cy="531"/>
            </a:xfrm>
            <a:prstGeom prst="rect">
              <a:avLst/>
            </a:prstGeom>
            <a:noFill/>
            <a:ln w="9525">
              <a:noFill/>
            </a:ln>
          </p:spPr>
          <p:txBody>
            <a:bodyPr wrap="square">
              <a:spAutoFit/>
            </a:bodyPr>
            <a:p>
              <a:r>
                <a:rPr sz="1600">
                  <a:ea typeface="宋体" panose="02010600030101010101" pitchFamily="2" charset="-122"/>
                </a:rPr>
                <a:t>图4-28 数据选择器示意图</a:t>
              </a:r>
              <a:endParaRPr sz="1600">
                <a:ea typeface="宋体" panose="02010600030101010101" pitchFamily="2" charset="-122"/>
              </a:endParaRPr>
            </a:p>
          </p:txBody>
        </p:sp>
        <p:pic>
          <p:nvPicPr>
            <p:cNvPr id="9313" name="图片 2750"/>
            <p:cNvPicPr>
              <a:picLocks noChangeAspect="1"/>
            </p:cNvPicPr>
            <p:nvPr/>
          </p:nvPicPr>
          <p:blipFill>
            <a:blip r:embed="rId1"/>
            <a:stretch>
              <a:fillRect/>
            </a:stretch>
          </p:blipFill>
          <p:spPr>
            <a:xfrm>
              <a:off x="3000" y="6000"/>
              <a:ext cx="8472" cy="2935"/>
            </a:xfrm>
            <a:prstGeom prst="rect">
              <a:avLst/>
            </a:prstGeom>
            <a:noFill/>
            <a:ln>
              <a:noFill/>
            </a:ln>
          </p:spPr>
        </p:pic>
      </p:gr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609600" y="1600200"/>
            <a:ext cx="7977505" cy="13608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由门电路构成的4选1数据选择器如图4-29所示。图中，</a:t>
            </a:r>
            <a:r>
              <a:rPr lang="en-US" sz="2400" b="1" dirty="0">
                <a:solidFill>
                  <a:srgbClr val="000066"/>
                </a:solidFill>
                <a:latin typeface="Arial" panose="020B0604020202020204" pitchFamily="34" charset="0"/>
                <a:ea typeface="楷体_GB2312" pitchFamily="49" charset="-122"/>
              </a:rPr>
              <a:t>  </a:t>
            </a:r>
            <a:endParaRPr lang="en-US"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为数据输入端；</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为地址码输入端（通道选择信号）；</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为使能输入端。</a:t>
            </a:r>
            <a:endParaRPr sz="2400" b="1"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3" name="Rectangle 3"/>
          <p:cNvSpPr>
            <a:spLocks noGrp="1"/>
          </p:cNvSpPr>
          <p:nvPr/>
        </p:nvSpPr>
        <p:spPr>
          <a:xfrm>
            <a:off x="1122680" y="1143000"/>
            <a:ext cx="486600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a:t>
            </a:r>
            <a:r>
              <a:rPr sz="2400" b="1" kern="1200" dirty="0">
                <a:solidFill>
                  <a:srgbClr val="FE09D6"/>
                </a:solidFill>
                <a:latin typeface="Times New Roman" panose="02020603050405020304" charset="0"/>
                <a:ea typeface="楷体_GB2312" pitchFamily="49" charset="-122"/>
                <a:cs typeface="Times New Roman" panose="02020603050405020304" charset="0"/>
              </a:rPr>
              <a:t>4选1数据选择器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8" name="组合 7"/>
          <p:cNvGrpSpPr/>
          <p:nvPr/>
        </p:nvGrpSpPr>
        <p:grpSpPr>
          <a:xfrm>
            <a:off x="685800" y="3200400"/>
            <a:ext cx="4231640" cy="3632835"/>
            <a:chOff x="1800" y="5040"/>
            <a:chExt cx="6664" cy="5721"/>
          </a:xfrm>
        </p:grpSpPr>
        <p:sp>
          <p:nvSpPr>
            <p:cNvPr id="2" name="文本框 1"/>
            <p:cNvSpPr txBox="1"/>
            <p:nvPr/>
          </p:nvSpPr>
          <p:spPr>
            <a:xfrm>
              <a:off x="2520" y="10231"/>
              <a:ext cx="4880"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图4-29  4选1数据选择器逻辑图</a:t>
              </a:r>
              <a:endParaRPr sz="1600">
                <a:latin typeface="Times New Roman" panose="02020603050405020304" charset="0"/>
                <a:ea typeface="宋体" panose="02010600030101010101" pitchFamily="2" charset="-122"/>
              </a:endParaRPr>
            </a:p>
          </p:txBody>
        </p:sp>
        <p:pic>
          <p:nvPicPr>
            <p:cNvPr id="9314" name="图片 2751"/>
            <p:cNvPicPr>
              <a:picLocks noChangeAspect="1"/>
            </p:cNvPicPr>
            <p:nvPr/>
          </p:nvPicPr>
          <p:blipFill>
            <a:blip r:embed="rId1"/>
            <a:stretch>
              <a:fillRect/>
            </a:stretch>
          </p:blipFill>
          <p:spPr>
            <a:xfrm>
              <a:off x="1800" y="5040"/>
              <a:ext cx="6665" cy="5015"/>
            </a:xfrm>
            <a:prstGeom prst="rect">
              <a:avLst/>
            </a:prstGeom>
            <a:noFill/>
            <a:ln>
              <a:noFill/>
            </a:ln>
          </p:spPr>
        </p:pic>
      </p:grpSp>
      <p:graphicFrame>
        <p:nvGraphicFramePr>
          <p:cNvPr id="4" name="对象 -2147481338"/>
          <p:cNvGraphicFramePr>
            <a:graphicFrameLocks noChangeAspect="1"/>
          </p:cNvGraphicFramePr>
          <p:nvPr/>
        </p:nvGraphicFramePr>
        <p:xfrm>
          <a:off x="685800" y="2099310"/>
          <a:ext cx="1071245" cy="455295"/>
        </p:xfrm>
        <a:graphic>
          <a:graphicData uri="http://schemas.openxmlformats.org/presentationml/2006/ole">
            <mc:AlternateContent xmlns:mc="http://schemas.openxmlformats.org/markup-compatibility/2006">
              <mc:Choice xmlns:v="urn:schemas-microsoft-com:vml" Requires="v">
                <p:oleObj spid="_x0000_s3076" name="" r:id="rId2" imgW="457200" imgH="190500" progId="Equation.DSMT4">
                  <p:embed/>
                </p:oleObj>
              </mc:Choice>
              <mc:Fallback>
                <p:oleObj name="" r:id="rId2" imgW="457200" imgH="190500" progId="Equation.DSMT4">
                  <p:embed/>
                  <p:pic>
                    <p:nvPicPr>
                      <p:cNvPr id="0" name="图片 3075"/>
                      <p:cNvPicPr/>
                      <p:nvPr/>
                    </p:nvPicPr>
                    <p:blipFill>
                      <a:blip r:embed="rId3"/>
                      <a:stretch>
                        <a:fillRect/>
                      </a:stretch>
                    </p:blipFill>
                    <p:spPr>
                      <a:xfrm>
                        <a:off x="685800" y="2099310"/>
                        <a:ext cx="1071245" cy="455295"/>
                      </a:xfrm>
                      <a:prstGeom prst="rect">
                        <a:avLst/>
                      </a:prstGeom>
                      <a:noFill/>
                      <a:ln w="38100">
                        <a:noFill/>
                        <a:miter/>
                      </a:ln>
                    </p:spPr>
                  </p:pic>
                </p:oleObj>
              </mc:Fallback>
            </mc:AlternateContent>
          </a:graphicData>
        </a:graphic>
      </p:graphicFrame>
      <p:graphicFrame>
        <p:nvGraphicFramePr>
          <p:cNvPr id="5" name="对象 -2147481337"/>
          <p:cNvGraphicFramePr>
            <a:graphicFrameLocks noChangeAspect="1"/>
          </p:cNvGraphicFramePr>
          <p:nvPr/>
        </p:nvGraphicFramePr>
        <p:xfrm>
          <a:off x="3733800" y="2133600"/>
          <a:ext cx="393065" cy="461010"/>
        </p:xfrm>
        <a:graphic>
          <a:graphicData uri="http://schemas.openxmlformats.org/presentationml/2006/ole">
            <mc:AlternateContent xmlns:mc="http://schemas.openxmlformats.org/markup-compatibility/2006">
              <mc:Choice xmlns:v="urn:schemas-microsoft-com:vml" Requires="v">
                <p:oleObj spid="_x0000_s6" name="" r:id="rId4" imgW="165100" imgH="190500" progId="Equation.DSMT4">
                  <p:embed/>
                </p:oleObj>
              </mc:Choice>
              <mc:Fallback>
                <p:oleObj name="" r:id="rId4" imgW="165100" imgH="190500" progId="Equation.DSMT4">
                  <p:embed/>
                  <p:pic>
                    <p:nvPicPr>
                      <p:cNvPr id="0" name="图片 4"/>
                      <p:cNvPicPr/>
                      <p:nvPr/>
                    </p:nvPicPr>
                    <p:blipFill>
                      <a:blip r:embed="rId5"/>
                      <a:stretch>
                        <a:fillRect/>
                      </a:stretch>
                    </p:blipFill>
                    <p:spPr>
                      <a:xfrm>
                        <a:off x="3733800" y="2133600"/>
                        <a:ext cx="393065" cy="461010"/>
                      </a:xfrm>
                      <a:prstGeom prst="rect">
                        <a:avLst/>
                      </a:prstGeom>
                      <a:noFill/>
                      <a:ln w="38100">
                        <a:noFill/>
                        <a:miter/>
                      </a:ln>
                    </p:spPr>
                  </p:pic>
                </p:oleObj>
              </mc:Fallback>
            </mc:AlternateContent>
          </a:graphicData>
        </a:graphic>
      </p:graphicFrame>
      <p:graphicFrame>
        <p:nvGraphicFramePr>
          <p:cNvPr id="7" name="对象 -2147481336"/>
          <p:cNvGraphicFramePr>
            <a:graphicFrameLocks noChangeAspect="1"/>
          </p:cNvGraphicFramePr>
          <p:nvPr/>
        </p:nvGraphicFramePr>
        <p:xfrm>
          <a:off x="4343400" y="2133600"/>
          <a:ext cx="331470" cy="421640"/>
        </p:xfrm>
        <a:graphic>
          <a:graphicData uri="http://schemas.openxmlformats.org/presentationml/2006/ole">
            <mc:AlternateContent xmlns:mc="http://schemas.openxmlformats.org/markup-compatibility/2006">
              <mc:Choice xmlns:v="urn:schemas-microsoft-com:vml" Requires="v">
                <p:oleObj spid="_x0000_s9" name="" r:id="rId6" imgW="152400" imgH="190500" progId="Equation.DSMT4">
                  <p:embed/>
                </p:oleObj>
              </mc:Choice>
              <mc:Fallback>
                <p:oleObj name="" r:id="rId6" imgW="152400" imgH="190500" progId="Equation.DSMT4">
                  <p:embed/>
                  <p:pic>
                    <p:nvPicPr>
                      <p:cNvPr id="0" name="图片 5"/>
                      <p:cNvPicPr/>
                      <p:nvPr/>
                    </p:nvPicPr>
                    <p:blipFill>
                      <a:blip r:embed="rId7"/>
                      <a:stretch>
                        <a:fillRect/>
                      </a:stretch>
                    </p:blipFill>
                    <p:spPr>
                      <a:xfrm>
                        <a:off x="4343400" y="2133600"/>
                        <a:ext cx="331470" cy="421640"/>
                      </a:xfrm>
                      <a:prstGeom prst="rect">
                        <a:avLst/>
                      </a:prstGeom>
                      <a:noFill/>
                      <a:ln w="38100">
                        <a:noFill/>
                        <a:miter/>
                      </a:ln>
                    </p:spPr>
                  </p:pic>
                </p:oleObj>
              </mc:Fallback>
            </mc:AlternateContent>
          </a:graphicData>
        </a:graphic>
      </p:graphicFrame>
      <p:graphicFrame>
        <p:nvGraphicFramePr>
          <p:cNvPr id="10" name="对象 -2147481335"/>
          <p:cNvGraphicFramePr>
            <a:graphicFrameLocks noChangeAspect="1"/>
          </p:cNvGraphicFramePr>
          <p:nvPr/>
        </p:nvGraphicFramePr>
        <p:xfrm>
          <a:off x="1905000" y="2514600"/>
          <a:ext cx="328930" cy="425450"/>
        </p:xfrm>
        <a:graphic>
          <a:graphicData uri="http://schemas.openxmlformats.org/presentationml/2006/ole">
            <mc:AlternateContent xmlns:mc="http://schemas.openxmlformats.org/markup-compatibility/2006">
              <mc:Choice xmlns:v="urn:schemas-microsoft-com:vml" Requires="v">
                <p:oleObj spid="_x0000_s12" name="" r:id="rId8" imgW="139700" imgH="177800" progId="Equation.DSMT4">
                  <p:embed/>
                </p:oleObj>
              </mc:Choice>
              <mc:Fallback>
                <p:oleObj name="" r:id="rId8" imgW="139700" imgH="177800" progId="Equation.DSMT4">
                  <p:embed/>
                  <p:pic>
                    <p:nvPicPr>
                      <p:cNvPr id="0" name="图片 6"/>
                      <p:cNvPicPr/>
                      <p:nvPr/>
                    </p:nvPicPr>
                    <p:blipFill>
                      <a:blip r:embed="rId9"/>
                      <a:stretch>
                        <a:fillRect/>
                      </a:stretch>
                    </p:blipFill>
                    <p:spPr>
                      <a:xfrm>
                        <a:off x="1905000" y="2514600"/>
                        <a:ext cx="328930" cy="425450"/>
                      </a:xfrm>
                      <a:prstGeom prst="rect">
                        <a:avLst/>
                      </a:prstGeom>
                      <a:noFill/>
                      <a:ln w="38100">
                        <a:noFill/>
                        <a:miter/>
                      </a:ln>
                    </p:spPr>
                  </p:pic>
                </p:oleObj>
              </mc:Fallback>
            </mc:AlternateContent>
          </a:graphicData>
        </a:graphic>
      </p:graphicFrame>
      <p:grpSp>
        <p:nvGrpSpPr>
          <p:cNvPr id="14" name="组合 13"/>
          <p:cNvGrpSpPr/>
          <p:nvPr/>
        </p:nvGrpSpPr>
        <p:grpSpPr>
          <a:xfrm>
            <a:off x="5105400" y="2847340"/>
            <a:ext cx="3436620" cy="1501140"/>
            <a:chOff x="8520" y="4440"/>
            <a:chExt cx="5412" cy="2364"/>
          </a:xfrm>
        </p:grpSpPr>
        <p:sp>
          <p:nvSpPr>
            <p:cNvPr id="13" name="Rectangle 3"/>
            <p:cNvSpPr>
              <a:spLocks noGrp="1"/>
            </p:cNvSpPr>
            <p:nvPr/>
          </p:nvSpPr>
          <p:spPr>
            <a:xfrm>
              <a:off x="8520" y="4440"/>
              <a:ext cx="5412" cy="236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当</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，数据选择器的输出</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，此时数据选择器不工作。</a:t>
              </a:r>
              <a:endParaRPr sz="2400" b="1" dirty="0">
                <a:solidFill>
                  <a:srgbClr val="000066"/>
                </a:solidFill>
                <a:latin typeface="Arial" panose="020B0604020202020204" pitchFamily="34" charset="0"/>
                <a:ea typeface="楷体_GB2312" pitchFamily="49" charset="-122"/>
              </a:endParaRPr>
            </a:p>
          </p:txBody>
        </p:sp>
        <p:graphicFrame>
          <p:nvGraphicFramePr>
            <p:cNvPr id="15" name="对象 -2147481334"/>
            <p:cNvGraphicFramePr>
              <a:graphicFrameLocks noChangeAspect="1"/>
            </p:cNvGraphicFramePr>
            <p:nvPr/>
          </p:nvGraphicFramePr>
          <p:xfrm>
            <a:off x="9938" y="4560"/>
            <a:ext cx="999" cy="591"/>
          </p:xfrm>
          <a:graphic>
            <a:graphicData uri="http://schemas.openxmlformats.org/presentationml/2006/ole">
              <mc:AlternateContent xmlns:mc="http://schemas.openxmlformats.org/markup-compatibility/2006">
                <mc:Choice xmlns:v="urn:schemas-microsoft-com:vml" Requires="v">
                  <p:oleObj spid="_x0000_s16" name="" r:id="rId10" imgW="304165" imgH="177800" progId="Equation.DSMT4">
                    <p:embed/>
                  </p:oleObj>
                </mc:Choice>
                <mc:Fallback>
                  <p:oleObj name="" r:id="rId10" imgW="304165" imgH="177800" progId="Equation.DSMT4">
                    <p:embed/>
                    <p:pic>
                      <p:nvPicPr>
                        <p:cNvPr id="0" name="图片 9"/>
                        <p:cNvPicPr/>
                        <p:nvPr/>
                      </p:nvPicPr>
                      <p:blipFill>
                        <a:blip r:embed="rId11"/>
                        <a:stretch>
                          <a:fillRect/>
                        </a:stretch>
                      </p:blipFill>
                      <p:spPr>
                        <a:xfrm>
                          <a:off x="9938" y="4560"/>
                          <a:ext cx="999" cy="591"/>
                        </a:xfrm>
                        <a:prstGeom prst="rect">
                          <a:avLst/>
                        </a:prstGeom>
                        <a:noFill/>
                        <a:ln w="38100">
                          <a:noFill/>
                          <a:miter/>
                        </a:ln>
                      </p:spPr>
                    </p:pic>
                  </p:oleObj>
                </mc:Fallback>
              </mc:AlternateContent>
            </a:graphicData>
          </a:graphic>
        </p:graphicFrame>
        <p:graphicFrame>
          <p:nvGraphicFramePr>
            <p:cNvPr id="17" name="对象 -2147481333"/>
            <p:cNvGraphicFramePr>
              <a:graphicFrameLocks noChangeAspect="1"/>
            </p:cNvGraphicFramePr>
            <p:nvPr/>
          </p:nvGraphicFramePr>
          <p:xfrm>
            <a:off x="10234" y="5368"/>
            <a:ext cx="974" cy="476"/>
          </p:xfrm>
          <a:graphic>
            <a:graphicData uri="http://schemas.openxmlformats.org/presentationml/2006/ole">
              <mc:AlternateContent xmlns:mc="http://schemas.openxmlformats.org/markup-compatibility/2006">
                <mc:Choice xmlns:v="urn:schemas-microsoft-com:vml" Requires="v">
                  <p:oleObj spid="_x0000_s18" name="" r:id="rId12" imgW="317500" imgH="152400" progId="Equation.DSMT4">
                    <p:embed/>
                  </p:oleObj>
                </mc:Choice>
                <mc:Fallback>
                  <p:oleObj name="" r:id="rId12" imgW="317500" imgH="152400" progId="Equation.DSMT4">
                    <p:embed/>
                    <p:pic>
                      <p:nvPicPr>
                        <p:cNvPr id="0" name="图片 11"/>
                        <p:cNvPicPr/>
                        <p:nvPr/>
                      </p:nvPicPr>
                      <p:blipFill>
                        <a:blip r:embed="rId13"/>
                        <a:stretch>
                          <a:fillRect/>
                        </a:stretch>
                      </p:blipFill>
                      <p:spPr>
                        <a:xfrm>
                          <a:off x="10234" y="5368"/>
                          <a:ext cx="974" cy="476"/>
                        </a:xfrm>
                        <a:prstGeom prst="rect">
                          <a:avLst/>
                        </a:prstGeom>
                        <a:noFill/>
                        <a:ln w="38100">
                          <a:noFill/>
                          <a:miter/>
                        </a:ln>
                      </p:spPr>
                    </p:pic>
                  </p:oleObj>
                </mc:Fallback>
              </mc:AlternateContent>
            </a:graphicData>
          </a:graphic>
        </p:graphicFrame>
      </p:grpSp>
      <p:grpSp>
        <p:nvGrpSpPr>
          <p:cNvPr id="20" name="组合 19"/>
          <p:cNvGrpSpPr/>
          <p:nvPr/>
        </p:nvGrpSpPr>
        <p:grpSpPr>
          <a:xfrm>
            <a:off x="5091430" y="4218940"/>
            <a:ext cx="3436620" cy="948690"/>
            <a:chOff x="8160" y="6644"/>
            <a:chExt cx="5412" cy="1494"/>
          </a:xfrm>
        </p:grpSpPr>
        <p:sp>
          <p:nvSpPr>
            <p:cNvPr id="19" name="Rectangle 3"/>
            <p:cNvSpPr>
              <a:spLocks noGrp="1"/>
            </p:cNvSpPr>
            <p:nvPr/>
          </p:nvSpPr>
          <p:spPr>
            <a:xfrm>
              <a:off x="8160" y="6644"/>
              <a:ext cx="5412" cy="14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当</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，数据选择器工作，输出表达式为</a:t>
              </a:r>
              <a:endParaRPr sz="2400" b="1" dirty="0">
                <a:solidFill>
                  <a:srgbClr val="000066"/>
                </a:solidFill>
                <a:latin typeface="Arial" panose="020B0604020202020204" pitchFamily="34" charset="0"/>
                <a:ea typeface="楷体_GB2312" pitchFamily="49" charset="-122"/>
              </a:endParaRPr>
            </a:p>
          </p:txBody>
        </p:sp>
        <p:graphicFrame>
          <p:nvGraphicFramePr>
            <p:cNvPr id="21" name="对象 -2147481332"/>
            <p:cNvGraphicFramePr>
              <a:graphicFrameLocks noChangeAspect="1"/>
            </p:cNvGraphicFramePr>
            <p:nvPr/>
          </p:nvGraphicFramePr>
          <p:xfrm>
            <a:off x="9742" y="6742"/>
            <a:ext cx="1149" cy="676"/>
          </p:xfrm>
          <a:graphic>
            <a:graphicData uri="http://schemas.openxmlformats.org/presentationml/2006/ole">
              <mc:AlternateContent xmlns:mc="http://schemas.openxmlformats.org/markup-compatibility/2006">
                <mc:Choice xmlns:v="urn:schemas-microsoft-com:vml" Requires="v">
                  <p:oleObj spid="_x0000_s22" name="" r:id="rId14" imgW="330200" imgH="190500" progId="Equation.DSMT4">
                    <p:embed/>
                  </p:oleObj>
                </mc:Choice>
                <mc:Fallback>
                  <p:oleObj name="" r:id="rId14" imgW="330200" imgH="190500" progId="Equation.DSMT4">
                    <p:embed/>
                    <p:pic>
                      <p:nvPicPr>
                        <p:cNvPr id="0" name="图片 14"/>
                        <p:cNvPicPr/>
                        <p:nvPr/>
                      </p:nvPicPr>
                      <p:blipFill>
                        <a:blip r:embed="rId15"/>
                        <a:stretch>
                          <a:fillRect/>
                        </a:stretch>
                      </p:blipFill>
                      <p:spPr>
                        <a:xfrm>
                          <a:off x="9742" y="6742"/>
                          <a:ext cx="1149" cy="676"/>
                        </a:xfrm>
                        <a:prstGeom prst="rect">
                          <a:avLst/>
                        </a:prstGeom>
                        <a:noFill/>
                        <a:ln w="38100">
                          <a:noFill/>
                          <a:miter/>
                        </a:ln>
                      </p:spPr>
                    </p:pic>
                  </p:oleObj>
                </mc:Fallback>
              </mc:AlternateContent>
            </a:graphicData>
          </a:graphic>
        </p:graphicFrame>
      </p:grpSp>
      <p:pic>
        <p:nvPicPr>
          <p:cNvPr id="23" name="图片 22" descr="NK41{`[8D8VV6)GF7OS71W7"/>
          <p:cNvPicPr>
            <a:picLocks noChangeAspect="1"/>
          </p:cNvPicPr>
          <p:nvPr/>
        </p:nvPicPr>
        <p:blipFill>
          <a:blip r:embed="rId16"/>
          <a:stretch>
            <a:fillRect/>
          </a:stretch>
        </p:blipFill>
        <p:spPr>
          <a:xfrm>
            <a:off x="4800600" y="5133340"/>
            <a:ext cx="3915410" cy="547370"/>
          </a:xfrm>
          <a:prstGeom prst="rect">
            <a:avLst/>
          </a:prstGeom>
        </p:spPr>
      </p:pic>
      <p:pic>
        <p:nvPicPr>
          <p:cNvPr id="25" name="图片 24" descr=")5)7@$)Q5T9$08%K@T53S{2"/>
          <p:cNvPicPr>
            <a:picLocks noChangeAspect="1"/>
          </p:cNvPicPr>
          <p:nvPr/>
        </p:nvPicPr>
        <p:blipFill>
          <a:blip r:embed="rId17"/>
          <a:srcRect t="6095"/>
          <a:stretch>
            <a:fillRect/>
          </a:stretch>
        </p:blipFill>
        <p:spPr>
          <a:xfrm>
            <a:off x="5105400" y="5715000"/>
            <a:ext cx="1186815" cy="7435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5"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p:cTn id="13" dur="1000" fill="hold"/>
                                        <p:tgtEl>
                                          <p:spTgt spid="14"/>
                                        </p:tgtEl>
                                        <p:attrNameLst>
                                          <p:attrName>ppt_w</p:attrName>
                                        </p:attrNameLst>
                                      </p:cBhvr>
                                      <p:tavLst>
                                        <p:tav tm="0">
                                          <p:val>
                                            <p:fltVal val="0"/>
                                          </p:val>
                                        </p:tav>
                                        <p:tav tm="100000">
                                          <p:val>
                                            <p:strVal val="#ppt_w"/>
                                          </p:val>
                                        </p:tav>
                                      </p:tavLst>
                                    </p:anim>
                                    <p:anim calcmode="lin" valueType="num">
                                      <p:cBhvr>
                                        <p:cTn id="14" dur="1000" fill="hold"/>
                                        <p:tgtEl>
                                          <p:spTgt spid="14"/>
                                        </p:tgtEl>
                                        <p:attrNameLst>
                                          <p:attrName>ppt_h</p:attrName>
                                        </p:attrNameLst>
                                      </p:cBhvr>
                                      <p:tavLst>
                                        <p:tav tm="0">
                                          <p:val>
                                            <p:fltVal val="0"/>
                                          </p:val>
                                        </p:tav>
                                        <p:tav tm="100000">
                                          <p:val>
                                            <p:strVal val="#ppt_h"/>
                                          </p:val>
                                        </p:tav>
                                      </p:tavLst>
                                    </p:anim>
                                    <p:anim calcmode="lin" valueType="num">
                                      <p:cBhvr>
                                        <p:cTn id="15" dur="1000" fill="hold"/>
                                        <p:tgtEl>
                                          <p:spTgt spid="14"/>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1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7" fill="hold">
                      <p:stCondLst>
                        <p:cond delay="indefinite"/>
                      </p:stCondLst>
                      <p:childTnLst>
                        <p:par>
                          <p:cTn id="18" fill="hold">
                            <p:stCondLst>
                              <p:cond delay="0"/>
                            </p:stCondLst>
                            <p:childTnLst>
                              <p:par>
                                <p:cTn id="19" presetID="54" presetClass="entr" presetSubtype="0" accel="10000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strVal val="#ppt_w*0.05"/>
                                          </p:val>
                                        </p:tav>
                                        <p:tav tm="100000">
                                          <p:val>
                                            <p:strVal val="#ppt_w"/>
                                          </p:val>
                                        </p:tav>
                                      </p:tavLst>
                                    </p:anim>
                                    <p:anim calcmode="lin" valueType="num">
                                      <p:cBhvr>
                                        <p:cTn id="22" dur="500" fill="hold"/>
                                        <p:tgtEl>
                                          <p:spTgt spid="20"/>
                                        </p:tgtEl>
                                        <p:attrNameLst>
                                          <p:attrName>ppt_h</p:attrName>
                                        </p:attrNameLst>
                                      </p:cBhvr>
                                      <p:tavLst>
                                        <p:tav tm="0">
                                          <p:val>
                                            <p:strVal val="#ppt_h"/>
                                          </p:val>
                                        </p:tav>
                                        <p:tav tm="100000">
                                          <p:val>
                                            <p:strVal val="#ppt_h"/>
                                          </p:val>
                                        </p:tav>
                                      </p:tavLst>
                                    </p:anim>
                                    <p:anim calcmode="lin" valueType="num">
                                      <p:cBhvr>
                                        <p:cTn id="23" dur="500" fill="hold"/>
                                        <p:tgtEl>
                                          <p:spTgt spid="20"/>
                                        </p:tgtEl>
                                        <p:attrNameLst>
                                          <p:attrName>ppt_x</p:attrName>
                                        </p:attrNameLst>
                                      </p:cBhvr>
                                      <p:tavLst>
                                        <p:tav tm="0">
                                          <p:val>
                                            <p:strVal val="#ppt_x-.2"/>
                                          </p:val>
                                        </p:tav>
                                        <p:tav tm="100000">
                                          <p:val>
                                            <p:strVal val="#ppt_x"/>
                                          </p:val>
                                        </p:tav>
                                      </p:tavLst>
                                    </p:anim>
                                    <p:anim calcmode="lin" valueType="num">
                                      <p:cBhvr>
                                        <p:cTn id="24" dur="500" fill="hold"/>
                                        <p:tgtEl>
                                          <p:spTgt spid="20"/>
                                        </p:tgtEl>
                                        <p:attrNameLst>
                                          <p:attrName>ppt_y</p:attrName>
                                        </p:attrNameLst>
                                      </p:cBhvr>
                                      <p:tavLst>
                                        <p:tav tm="0">
                                          <p:val>
                                            <p:strVal val="#ppt_y"/>
                                          </p:val>
                                        </p:tav>
                                        <p:tav tm="100000">
                                          <p:val>
                                            <p:strVal val="#ppt_y"/>
                                          </p:val>
                                        </p:tav>
                                      </p:tavLst>
                                    </p:anim>
                                    <p:animEffect transition="in" filter="fade">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up)">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nodeType="clickEffect">
                                  <p:stCondLst>
                                    <p:cond delay="0"/>
                                  </p:stCondLst>
                                  <p:childTnLst>
                                    <p:set>
                                      <p:cBhvr>
                                        <p:cTn id="34" dur="500" fill="hold">
                                          <p:stCondLst>
                                            <p:cond delay="0"/>
                                          </p:stCondLst>
                                        </p:cTn>
                                        <p:tgtEl>
                                          <p:spTgt spid="25"/>
                                        </p:tgtEl>
                                        <p:attrNameLst>
                                          <p:attrName>style.visibility</p:attrName>
                                        </p:attrNameLst>
                                      </p:cBhvr>
                                      <p:to>
                                        <p:strVal val="visible"/>
                                      </p:to>
                                    </p:set>
                                    <p:animEffect transition="in" filter="wheel(1)">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5" name="图片 4" descr="IJU50T9)B5AY4F}2TVGVQ@D"/>
          <p:cNvPicPr>
            <a:picLocks noChangeAspect="1"/>
          </p:cNvPicPr>
          <p:nvPr/>
        </p:nvPicPr>
        <p:blipFill>
          <a:blip r:embed="rId1"/>
          <a:stretch>
            <a:fillRect/>
          </a:stretch>
        </p:blipFill>
        <p:spPr>
          <a:xfrm>
            <a:off x="685800" y="1524000"/>
            <a:ext cx="7838440" cy="408686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3" name="Rectangle 3"/>
          <p:cNvSpPr>
            <a:spLocks noGrp="1"/>
          </p:cNvSpPr>
          <p:nvPr/>
        </p:nvSpPr>
        <p:spPr>
          <a:xfrm>
            <a:off x="1122680" y="0"/>
            <a:ext cx="486600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2. 8</a:t>
            </a:r>
            <a:r>
              <a:rPr sz="2400" b="1" kern="1200" dirty="0">
                <a:solidFill>
                  <a:srgbClr val="FE09D6"/>
                </a:solidFill>
                <a:latin typeface="Times New Roman" panose="02020603050405020304" charset="0"/>
                <a:ea typeface="楷体_GB2312" pitchFamily="49" charset="-122"/>
                <a:cs typeface="Times New Roman" panose="02020603050405020304" charset="0"/>
              </a:rPr>
              <a:t>选1数据选择器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13" name="Rectangle 3"/>
          <p:cNvSpPr>
            <a:spLocks noGrp="1"/>
          </p:cNvSpPr>
          <p:nvPr/>
        </p:nvSpPr>
        <p:spPr>
          <a:xfrm>
            <a:off x="609600" y="2209800"/>
            <a:ext cx="491109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74LS151同相输出端表达式为</a:t>
            </a:r>
            <a:endParaRPr sz="2400" b="1" dirty="0">
              <a:solidFill>
                <a:srgbClr val="000066"/>
              </a:solidFill>
              <a:latin typeface="Arial" panose="020B0604020202020204" pitchFamily="34" charset="0"/>
              <a:ea typeface="楷体_GB2312" pitchFamily="49" charset="-122"/>
            </a:endParaRPr>
          </a:p>
        </p:txBody>
      </p:sp>
      <p:grpSp>
        <p:nvGrpSpPr>
          <p:cNvPr id="35" name="组合 34"/>
          <p:cNvGrpSpPr/>
          <p:nvPr/>
        </p:nvGrpSpPr>
        <p:grpSpPr>
          <a:xfrm>
            <a:off x="609600" y="3886200"/>
            <a:ext cx="2872740" cy="2947035"/>
            <a:chOff x="1920" y="6000"/>
            <a:chExt cx="4524" cy="4641"/>
          </a:xfrm>
        </p:grpSpPr>
        <p:sp>
          <p:nvSpPr>
            <p:cNvPr id="2" name="文本框 1"/>
            <p:cNvSpPr txBox="1"/>
            <p:nvPr/>
          </p:nvSpPr>
          <p:spPr>
            <a:xfrm>
              <a:off x="2520" y="10111"/>
              <a:ext cx="3414"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图4-30 74LS151引脚图</a:t>
              </a:r>
              <a:endParaRPr sz="1600">
                <a:latin typeface="Times New Roman" panose="02020603050405020304" charset="0"/>
                <a:ea typeface="宋体" panose="02010600030101010101" pitchFamily="2" charset="-122"/>
              </a:endParaRPr>
            </a:p>
          </p:txBody>
        </p:sp>
        <p:pic>
          <p:nvPicPr>
            <p:cNvPr id="9315" name="图片 2752"/>
            <p:cNvPicPr>
              <a:picLocks noChangeAspect="1"/>
            </p:cNvPicPr>
            <p:nvPr/>
          </p:nvPicPr>
          <p:blipFill>
            <a:blip r:embed="rId1"/>
            <a:stretch>
              <a:fillRect/>
            </a:stretch>
          </p:blipFill>
          <p:spPr>
            <a:xfrm>
              <a:off x="1920" y="6000"/>
              <a:ext cx="4524" cy="3918"/>
            </a:xfrm>
            <a:prstGeom prst="rect">
              <a:avLst/>
            </a:prstGeom>
            <a:noFill/>
            <a:ln>
              <a:noFill/>
            </a:ln>
          </p:spPr>
        </p:pic>
      </p:grpSp>
      <p:grpSp>
        <p:nvGrpSpPr>
          <p:cNvPr id="9" name="组合 8"/>
          <p:cNvGrpSpPr/>
          <p:nvPr/>
        </p:nvGrpSpPr>
        <p:grpSpPr>
          <a:xfrm>
            <a:off x="609600" y="457200"/>
            <a:ext cx="7976870" cy="1421130"/>
            <a:chOff x="960" y="2520"/>
            <a:chExt cx="12562" cy="2238"/>
          </a:xfrm>
        </p:grpSpPr>
        <p:sp>
          <p:nvSpPr>
            <p:cNvPr id="11" name="Rectangle 3"/>
            <p:cNvSpPr>
              <a:spLocks noGrp="1"/>
            </p:cNvSpPr>
            <p:nvPr/>
          </p:nvSpPr>
          <p:spPr>
            <a:xfrm>
              <a:off x="960" y="2520"/>
              <a:ext cx="12563" cy="223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74LS151</a:t>
              </a:r>
              <a:r>
                <a:rPr lang="zh-CN" sz="2400" b="1" dirty="0">
                  <a:solidFill>
                    <a:srgbClr val="000066"/>
                  </a:solidFill>
                  <a:latin typeface="Arial" panose="020B0604020202020204" pitchFamily="34" charset="0"/>
                  <a:ea typeface="楷体_GB2312" pitchFamily="49" charset="-122"/>
                </a:rPr>
                <a:t>是</a:t>
              </a:r>
              <a:r>
                <a:rPr sz="2400" b="1" dirty="0">
                  <a:solidFill>
                    <a:srgbClr val="000066"/>
                  </a:solidFill>
                  <a:latin typeface="Arial" panose="020B0604020202020204" pitchFamily="34" charset="0"/>
                  <a:ea typeface="楷体_GB2312" pitchFamily="49" charset="-122"/>
                </a:rPr>
                <a:t>一种集成的互补输出的8选1数据选择器</a:t>
              </a:r>
              <a:r>
                <a:rPr lang="zh-CN" sz="2400" b="1" dirty="0">
                  <a:solidFill>
                    <a:srgbClr val="000066"/>
                  </a:solidFill>
                  <a:latin typeface="Arial" panose="020B0604020202020204" pitchFamily="34" charset="0"/>
                  <a:ea typeface="楷体_GB2312" pitchFamily="49" charset="-122"/>
                </a:rPr>
                <a:t>，如图</a:t>
              </a:r>
              <a:r>
                <a:rPr lang="en-US" altLang="zh-CN" sz="2400" b="1" dirty="0">
                  <a:solidFill>
                    <a:srgbClr val="000066"/>
                  </a:solidFill>
                  <a:latin typeface="Arial" panose="020B0604020202020204" pitchFamily="34" charset="0"/>
                  <a:ea typeface="楷体_GB2312" pitchFamily="49" charset="-122"/>
                </a:rPr>
                <a:t>4-30</a:t>
              </a:r>
              <a:r>
                <a:rPr lang="zh-CN" altLang="en-US" sz="2400" b="1" dirty="0">
                  <a:solidFill>
                    <a:srgbClr val="000066"/>
                  </a:solidFill>
                  <a:latin typeface="Arial" panose="020B0604020202020204" pitchFamily="34" charset="0"/>
                  <a:ea typeface="楷体_GB2312" pitchFamily="49" charset="-122"/>
                </a:rPr>
                <a:t>所示</a:t>
              </a:r>
              <a:r>
                <a:rPr lang="zh-CN" sz="2400" b="1" dirty="0">
                  <a:solidFill>
                    <a:srgbClr val="000066"/>
                  </a:solidFill>
                  <a:latin typeface="Arial" panose="020B0604020202020204" pitchFamily="34" charset="0"/>
                  <a:ea typeface="楷体_GB2312" pitchFamily="49" charset="-122"/>
                </a:rPr>
                <a:t>。</a:t>
              </a:r>
              <a:r>
                <a:rPr lang="en-US" altLang="zh-CN" sz="2400" b="1" dirty="0">
                  <a:solidFill>
                    <a:srgbClr val="000066"/>
                  </a:solidFill>
                  <a:latin typeface="Arial" panose="020B0604020202020204" pitchFamily="34" charset="0"/>
                  <a:ea typeface="楷体_GB2312" pitchFamily="49" charset="-122"/>
                </a:rPr>
                <a:t>         </a:t>
              </a:r>
              <a:r>
                <a:rPr lang="zh-CN" sz="2400" b="1" dirty="0">
                  <a:solidFill>
                    <a:srgbClr val="000066"/>
                  </a:solidFill>
                  <a:latin typeface="Arial" panose="020B0604020202020204" pitchFamily="34" charset="0"/>
                  <a:ea typeface="楷体_GB2312" pitchFamily="49" charset="-122"/>
                </a:rPr>
                <a:t>为8个数据输入端；</a:t>
              </a:r>
              <a:r>
                <a:rPr lang="en-US" altLang="zh-CN" sz="2400" b="1" dirty="0">
                  <a:solidFill>
                    <a:srgbClr val="000066"/>
                  </a:solidFill>
                  <a:latin typeface="Arial" panose="020B0604020202020204" pitchFamily="34" charset="0"/>
                  <a:ea typeface="楷体_GB2312" pitchFamily="49" charset="-122"/>
                </a:rPr>
                <a:t>         </a:t>
              </a:r>
              <a:r>
                <a:rPr lang="zh-CN" sz="2400" b="1" dirty="0">
                  <a:solidFill>
                    <a:srgbClr val="000066"/>
                  </a:solidFill>
                  <a:latin typeface="Arial" panose="020B0604020202020204" pitchFamily="34" charset="0"/>
                  <a:ea typeface="楷体_GB2312" pitchFamily="49" charset="-122"/>
                </a:rPr>
                <a:t>为3个地址码输入端；</a:t>
              </a:r>
              <a:r>
                <a:rPr lang="en-US" altLang="zh-CN" sz="2400" b="1" dirty="0">
                  <a:solidFill>
                    <a:srgbClr val="000066"/>
                  </a:solidFill>
                  <a:latin typeface="Arial" panose="020B0604020202020204" pitchFamily="34" charset="0"/>
                  <a:ea typeface="楷体_GB2312" pitchFamily="49" charset="-122"/>
                </a:rPr>
                <a:t>   </a:t>
              </a:r>
              <a:r>
                <a:rPr lang="zh-CN" sz="2400" b="1" dirty="0">
                  <a:solidFill>
                    <a:srgbClr val="000066"/>
                  </a:solidFill>
                  <a:latin typeface="Arial" panose="020B0604020202020204" pitchFamily="34" charset="0"/>
                  <a:ea typeface="楷体_GB2312" pitchFamily="49" charset="-122"/>
                </a:rPr>
                <a:t>为使能端；</a:t>
              </a:r>
              <a:r>
                <a:rPr lang="en-US" altLang="zh-CN" sz="2400" b="1" dirty="0">
                  <a:solidFill>
                    <a:srgbClr val="000066"/>
                  </a:solidFill>
                  <a:latin typeface="Arial" panose="020B0604020202020204" pitchFamily="34" charset="0"/>
                  <a:ea typeface="楷体_GB2312" pitchFamily="49" charset="-122"/>
                </a:rPr>
                <a:t>   </a:t>
              </a:r>
              <a:r>
                <a:rPr lang="zh-CN" sz="2400" b="1" dirty="0">
                  <a:solidFill>
                    <a:srgbClr val="000066"/>
                  </a:solidFill>
                  <a:latin typeface="Arial" panose="020B0604020202020204" pitchFamily="34" charset="0"/>
                  <a:ea typeface="楷体_GB2312" pitchFamily="49" charset="-122"/>
                </a:rPr>
                <a:t>和</a:t>
              </a:r>
              <a:r>
                <a:rPr lang="en-US" altLang="zh-CN" sz="2400" b="1" dirty="0">
                  <a:solidFill>
                    <a:srgbClr val="000066"/>
                  </a:solidFill>
                  <a:latin typeface="Arial" panose="020B0604020202020204" pitchFamily="34" charset="0"/>
                  <a:ea typeface="楷体_GB2312" pitchFamily="49" charset="-122"/>
                </a:rPr>
                <a:t>     </a:t>
              </a:r>
              <a:r>
                <a:rPr lang="zh-CN" sz="2400" b="1" dirty="0">
                  <a:solidFill>
                    <a:srgbClr val="000066"/>
                  </a:solidFill>
                  <a:latin typeface="Arial" panose="020B0604020202020204" pitchFamily="34" charset="0"/>
                  <a:ea typeface="楷体_GB2312" pitchFamily="49" charset="-122"/>
                </a:rPr>
                <a:t>构成一对互补输出端，分别为同相输出端和反相输出端。</a:t>
              </a:r>
              <a:endParaRPr lang="zh-CN" sz="2400" b="1" dirty="0">
                <a:solidFill>
                  <a:srgbClr val="000066"/>
                </a:solidFill>
                <a:latin typeface="Arial" panose="020B0604020202020204" pitchFamily="34" charset="0"/>
                <a:ea typeface="楷体_GB2312" pitchFamily="49" charset="-122"/>
              </a:endParaRPr>
            </a:p>
          </p:txBody>
        </p:sp>
        <p:graphicFrame>
          <p:nvGraphicFramePr>
            <p:cNvPr id="4" name="对象 -2147481308"/>
            <p:cNvGraphicFramePr>
              <a:graphicFrameLocks noChangeAspect="1"/>
            </p:cNvGraphicFramePr>
            <p:nvPr/>
          </p:nvGraphicFramePr>
          <p:xfrm>
            <a:off x="4320" y="3360"/>
            <a:ext cx="1507" cy="640"/>
          </p:xfrm>
          <a:graphic>
            <a:graphicData uri="http://schemas.openxmlformats.org/presentationml/2006/ole">
              <mc:AlternateContent xmlns:mc="http://schemas.openxmlformats.org/markup-compatibility/2006">
                <mc:Choice xmlns:v="urn:schemas-microsoft-com:vml" Requires="v">
                  <p:oleObj spid="_x0000_s26" name="" r:id="rId2" imgW="457200" imgH="190500" progId="Equation.DSMT4">
                    <p:embed/>
                  </p:oleObj>
                </mc:Choice>
                <mc:Fallback>
                  <p:oleObj name="" r:id="rId2" imgW="457200" imgH="190500" progId="Equation.DSMT4">
                    <p:embed/>
                    <p:pic>
                      <p:nvPicPr>
                        <p:cNvPr id="0" name="图片 25"/>
                        <p:cNvPicPr/>
                        <p:nvPr/>
                      </p:nvPicPr>
                      <p:blipFill>
                        <a:blip r:embed="rId3"/>
                        <a:stretch>
                          <a:fillRect/>
                        </a:stretch>
                      </p:blipFill>
                      <p:spPr>
                        <a:xfrm>
                          <a:off x="4320" y="3360"/>
                          <a:ext cx="1507" cy="640"/>
                        </a:xfrm>
                        <a:prstGeom prst="rect">
                          <a:avLst/>
                        </a:prstGeom>
                        <a:noFill/>
                        <a:ln w="38100">
                          <a:noFill/>
                          <a:miter/>
                        </a:ln>
                      </p:spPr>
                    </p:pic>
                  </p:oleObj>
                </mc:Fallback>
              </mc:AlternateContent>
            </a:graphicData>
          </a:graphic>
        </p:graphicFrame>
        <p:graphicFrame>
          <p:nvGraphicFramePr>
            <p:cNvPr id="5" name="对象 -2147479974"/>
            <p:cNvGraphicFramePr>
              <a:graphicFrameLocks noChangeAspect="1"/>
            </p:cNvGraphicFramePr>
            <p:nvPr/>
          </p:nvGraphicFramePr>
          <p:xfrm>
            <a:off x="9720" y="3360"/>
            <a:ext cx="1480" cy="665"/>
          </p:xfrm>
          <a:graphic>
            <a:graphicData uri="http://schemas.openxmlformats.org/presentationml/2006/ole">
              <mc:AlternateContent xmlns:mc="http://schemas.openxmlformats.org/markup-compatibility/2006">
                <mc:Choice xmlns:v="urn:schemas-microsoft-com:vml" Requires="v">
                  <p:oleObj spid="_x0000_s27" name="" r:id="rId4" imgW="431800" imgH="190500" progId="Equation.DSMT4">
                    <p:embed/>
                  </p:oleObj>
                </mc:Choice>
                <mc:Fallback>
                  <p:oleObj name="" r:id="rId4" imgW="431800" imgH="190500" progId="Equation.DSMT4">
                    <p:embed/>
                    <p:pic>
                      <p:nvPicPr>
                        <p:cNvPr id="0" name="图片 26"/>
                        <p:cNvPicPr/>
                        <p:nvPr/>
                      </p:nvPicPr>
                      <p:blipFill>
                        <a:blip r:embed="rId5"/>
                        <a:stretch>
                          <a:fillRect/>
                        </a:stretch>
                      </p:blipFill>
                      <p:spPr>
                        <a:xfrm>
                          <a:off x="9720" y="3360"/>
                          <a:ext cx="1480" cy="665"/>
                        </a:xfrm>
                        <a:prstGeom prst="rect">
                          <a:avLst/>
                        </a:prstGeom>
                        <a:noFill/>
                        <a:ln w="38100">
                          <a:noFill/>
                          <a:miter/>
                        </a:ln>
                      </p:spPr>
                    </p:pic>
                  </p:oleObj>
                </mc:Fallback>
              </mc:AlternateContent>
            </a:graphicData>
          </a:graphic>
        </p:graphicFrame>
        <p:graphicFrame>
          <p:nvGraphicFramePr>
            <p:cNvPr id="6" name="对象 -2147481306"/>
            <p:cNvGraphicFramePr>
              <a:graphicFrameLocks noChangeAspect="1"/>
            </p:cNvGraphicFramePr>
            <p:nvPr/>
          </p:nvGraphicFramePr>
          <p:xfrm>
            <a:off x="3480" y="4058"/>
            <a:ext cx="434" cy="561"/>
          </p:xfrm>
          <a:graphic>
            <a:graphicData uri="http://schemas.openxmlformats.org/presentationml/2006/ole">
              <mc:AlternateContent xmlns:mc="http://schemas.openxmlformats.org/markup-compatibility/2006">
                <mc:Choice xmlns:v="urn:schemas-microsoft-com:vml" Requires="v">
                  <p:oleObj spid="_x0000_s28" name="" r:id="rId6" imgW="139700" imgH="177800" progId="Equation.DSMT4">
                    <p:embed/>
                  </p:oleObj>
                </mc:Choice>
                <mc:Fallback>
                  <p:oleObj name="" r:id="rId6" imgW="139700" imgH="177800" progId="Equation.DSMT4">
                    <p:embed/>
                    <p:pic>
                      <p:nvPicPr>
                        <p:cNvPr id="0" name="图片 27"/>
                        <p:cNvPicPr/>
                        <p:nvPr/>
                      </p:nvPicPr>
                      <p:blipFill>
                        <a:blip r:embed="rId7"/>
                        <a:stretch>
                          <a:fillRect/>
                        </a:stretch>
                      </p:blipFill>
                      <p:spPr>
                        <a:xfrm>
                          <a:off x="3480" y="4058"/>
                          <a:ext cx="434" cy="561"/>
                        </a:xfrm>
                        <a:prstGeom prst="rect">
                          <a:avLst/>
                        </a:prstGeom>
                        <a:noFill/>
                        <a:ln w="38100">
                          <a:noFill/>
                          <a:miter/>
                        </a:ln>
                      </p:spPr>
                    </p:pic>
                  </p:oleObj>
                </mc:Fallback>
              </mc:AlternateContent>
            </a:graphicData>
          </a:graphic>
        </p:graphicFrame>
        <p:graphicFrame>
          <p:nvGraphicFramePr>
            <p:cNvPr id="7" name="对象 -2147481305"/>
            <p:cNvGraphicFramePr>
              <a:graphicFrameLocks noChangeAspect="1"/>
            </p:cNvGraphicFramePr>
            <p:nvPr/>
          </p:nvGraphicFramePr>
          <p:xfrm>
            <a:off x="6240" y="4112"/>
            <a:ext cx="469" cy="525"/>
          </p:xfrm>
          <a:graphic>
            <a:graphicData uri="http://schemas.openxmlformats.org/presentationml/2006/ole">
              <mc:AlternateContent xmlns:mc="http://schemas.openxmlformats.org/markup-compatibility/2006">
                <mc:Choice xmlns:v="urn:schemas-microsoft-com:vml" Requires="v">
                  <p:oleObj spid="_x0000_s29" name="" r:id="rId8" imgW="127000" imgH="139700" progId="Equation.DSMT4">
                    <p:embed/>
                  </p:oleObj>
                </mc:Choice>
                <mc:Fallback>
                  <p:oleObj name="" r:id="rId8" imgW="127000" imgH="139700" progId="Equation.DSMT4">
                    <p:embed/>
                    <p:pic>
                      <p:nvPicPr>
                        <p:cNvPr id="0" name="图片 28"/>
                        <p:cNvPicPr/>
                        <p:nvPr/>
                      </p:nvPicPr>
                      <p:blipFill>
                        <a:blip r:embed="rId9"/>
                        <a:stretch>
                          <a:fillRect/>
                        </a:stretch>
                      </p:blipFill>
                      <p:spPr>
                        <a:xfrm>
                          <a:off x="6240" y="4112"/>
                          <a:ext cx="469" cy="525"/>
                        </a:xfrm>
                        <a:prstGeom prst="rect">
                          <a:avLst/>
                        </a:prstGeom>
                        <a:noFill/>
                        <a:ln w="38100">
                          <a:noFill/>
                          <a:miter/>
                        </a:ln>
                      </p:spPr>
                    </p:pic>
                  </p:oleObj>
                </mc:Fallback>
              </mc:AlternateContent>
            </a:graphicData>
          </a:graphic>
        </p:graphicFrame>
        <p:graphicFrame>
          <p:nvGraphicFramePr>
            <p:cNvPr id="8" name="对象 -2147481304"/>
            <p:cNvGraphicFramePr>
              <a:graphicFrameLocks noChangeAspect="1"/>
            </p:cNvGraphicFramePr>
            <p:nvPr/>
          </p:nvGraphicFramePr>
          <p:xfrm>
            <a:off x="7440" y="4014"/>
            <a:ext cx="437" cy="621"/>
          </p:xfrm>
          <a:graphic>
            <a:graphicData uri="http://schemas.openxmlformats.org/presentationml/2006/ole">
              <mc:AlternateContent xmlns:mc="http://schemas.openxmlformats.org/markup-compatibility/2006">
                <mc:Choice xmlns:v="urn:schemas-microsoft-com:vml" Requires="v">
                  <p:oleObj spid="_x0000_s30" name="" r:id="rId10" imgW="127000" imgH="177165" progId="Equation.DSMT4">
                    <p:embed/>
                  </p:oleObj>
                </mc:Choice>
                <mc:Fallback>
                  <p:oleObj name="" r:id="rId10" imgW="127000" imgH="177165" progId="Equation.DSMT4">
                    <p:embed/>
                    <p:pic>
                      <p:nvPicPr>
                        <p:cNvPr id="0" name="图片 29"/>
                        <p:cNvPicPr/>
                        <p:nvPr/>
                      </p:nvPicPr>
                      <p:blipFill>
                        <a:blip r:embed="rId11"/>
                        <a:stretch>
                          <a:fillRect/>
                        </a:stretch>
                      </p:blipFill>
                      <p:spPr>
                        <a:xfrm>
                          <a:off x="7440" y="4014"/>
                          <a:ext cx="437" cy="621"/>
                        </a:xfrm>
                        <a:prstGeom prst="rect">
                          <a:avLst/>
                        </a:prstGeom>
                        <a:noFill/>
                        <a:ln w="38100">
                          <a:noFill/>
                          <a:miter/>
                        </a:ln>
                      </p:spPr>
                    </p:pic>
                  </p:oleObj>
                </mc:Fallback>
              </mc:AlternateContent>
            </a:graphicData>
          </a:graphic>
        </p:graphicFrame>
      </p:grpSp>
      <p:grpSp>
        <p:nvGrpSpPr>
          <p:cNvPr id="19" name="组合 18"/>
          <p:cNvGrpSpPr/>
          <p:nvPr/>
        </p:nvGrpSpPr>
        <p:grpSpPr>
          <a:xfrm>
            <a:off x="1066800" y="2707005"/>
            <a:ext cx="5486400" cy="946785"/>
            <a:chOff x="1680" y="4263"/>
            <a:chExt cx="8640" cy="1491"/>
          </a:xfrm>
        </p:grpSpPr>
        <p:pic>
          <p:nvPicPr>
            <p:cNvPr id="32" name="图片 31" descr="YU2SE6)]V8IEDC]26`WFB@B"/>
            <p:cNvPicPr>
              <a:picLocks noChangeAspect="1"/>
            </p:cNvPicPr>
            <p:nvPr/>
          </p:nvPicPr>
          <p:blipFill>
            <a:blip r:embed="rId12"/>
            <a:srcRect t="25462" r="926"/>
            <a:stretch>
              <a:fillRect/>
            </a:stretch>
          </p:blipFill>
          <p:spPr>
            <a:xfrm>
              <a:off x="1680" y="4263"/>
              <a:ext cx="7891" cy="887"/>
            </a:xfrm>
            <a:prstGeom prst="rect">
              <a:avLst/>
            </a:prstGeom>
          </p:spPr>
        </p:pic>
        <p:pic>
          <p:nvPicPr>
            <p:cNvPr id="33" name="图片 32" descr="3U6V%%F{T{AE){20MB%MUHY"/>
            <p:cNvPicPr>
              <a:picLocks noChangeAspect="1"/>
            </p:cNvPicPr>
            <p:nvPr/>
          </p:nvPicPr>
          <p:blipFill>
            <a:blip r:embed="rId13"/>
            <a:srcRect t="20064" r="1410" b="18036"/>
            <a:stretch>
              <a:fillRect/>
            </a:stretch>
          </p:blipFill>
          <p:spPr>
            <a:xfrm>
              <a:off x="3120" y="5174"/>
              <a:ext cx="7200" cy="580"/>
            </a:xfrm>
            <a:prstGeom prst="rect">
              <a:avLst/>
            </a:prstGeom>
          </p:spPr>
        </p:pic>
      </p:grpSp>
      <p:pic>
        <p:nvPicPr>
          <p:cNvPr id="34" name="图片 33" descr="1YMQV(FC3Y7[{~C)TOJFWPS"/>
          <p:cNvPicPr>
            <a:picLocks noChangeAspect="1"/>
          </p:cNvPicPr>
          <p:nvPr/>
        </p:nvPicPr>
        <p:blipFill>
          <a:blip r:embed="rId14"/>
          <a:srcRect l="8269"/>
          <a:stretch>
            <a:fillRect/>
          </a:stretch>
        </p:blipFill>
        <p:spPr>
          <a:xfrm>
            <a:off x="6522720" y="3055620"/>
            <a:ext cx="1473200" cy="847725"/>
          </a:xfrm>
          <a:prstGeom prst="rect">
            <a:avLst/>
          </a:prstGeom>
        </p:spPr>
      </p:pic>
      <p:grpSp>
        <p:nvGrpSpPr>
          <p:cNvPr id="18" name="组合 17"/>
          <p:cNvGrpSpPr/>
          <p:nvPr/>
        </p:nvGrpSpPr>
        <p:grpSpPr>
          <a:xfrm>
            <a:off x="3657600" y="3962400"/>
            <a:ext cx="4911090" cy="2322830"/>
            <a:chOff x="5760" y="6240"/>
            <a:chExt cx="7734" cy="3658"/>
          </a:xfrm>
        </p:grpSpPr>
        <p:sp>
          <p:nvSpPr>
            <p:cNvPr id="10" name="Rectangle 3"/>
            <p:cNvSpPr>
              <a:spLocks noGrp="1"/>
            </p:cNvSpPr>
            <p:nvPr/>
          </p:nvSpPr>
          <p:spPr>
            <a:xfrm>
              <a:off x="5760" y="6240"/>
              <a:ext cx="7734" cy="3659"/>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由上式可知，当时</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，74LS151不工作。当</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时，根据</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的取值情况从8个数据信号</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中选择其中一个信号送到输出端</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endParaRPr sz="2400" b="1" dirty="0">
                <a:solidFill>
                  <a:srgbClr val="000066"/>
                </a:solidFill>
                <a:latin typeface="Arial" panose="020B0604020202020204" pitchFamily="34" charset="0"/>
                <a:ea typeface="楷体_GB2312" pitchFamily="49" charset="-122"/>
              </a:endParaRPr>
            </a:p>
          </p:txBody>
        </p:sp>
        <p:graphicFrame>
          <p:nvGraphicFramePr>
            <p:cNvPr id="12" name="对象 -2147481302"/>
            <p:cNvGraphicFramePr>
              <a:graphicFrameLocks noChangeAspect="1"/>
            </p:cNvGraphicFramePr>
            <p:nvPr/>
          </p:nvGraphicFramePr>
          <p:xfrm>
            <a:off x="10570" y="6316"/>
            <a:ext cx="1121" cy="665"/>
          </p:xfrm>
          <a:graphic>
            <a:graphicData uri="http://schemas.openxmlformats.org/presentationml/2006/ole">
              <mc:AlternateContent xmlns:mc="http://schemas.openxmlformats.org/markup-compatibility/2006">
                <mc:Choice xmlns:v="urn:schemas-microsoft-com:vml" Requires="v">
                  <p:oleObj spid="_x0000_s3076" name="" r:id="rId15" imgW="304165" imgH="177800" progId="Equation.DSMT4">
                    <p:embed/>
                  </p:oleObj>
                </mc:Choice>
                <mc:Fallback>
                  <p:oleObj name="" r:id="rId15" imgW="304165" imgH="177800" progId="Equation.DSMT4">
                    <p:embed/>
                    <p:pic>
                      <p:nvPicPr>
                        <p:cNvPr id="0" name="图片 3075"/>
                        <p:cNvPicPr/>
                        <p:nvPr/>
                      </p:nvPicPr>
                      <p:blipFill>
                        <a:blip r:embed="rId16"/>
                        <a:stretch>
                          <a:fillRect/>
                        </a:stretch>
                      </p:blipFill>
                      <p:spPr>
                        <a:xfrm>
                          <a:off x="10570" y="6316"/>
                          <a:ext cx="1121" cy="665"/>
                        </a:xfrm>
                        <a:prstGeom prst="rect">
                          <a:avLst/>
                        </a:prstGeom>
                        <a:noFill/>
                        <a:ln w="38100">
                          <a:noFill/>
                          <a:miter/>
                        </a:ln>
                      </p:spPr>
                    </p:pic>
                  </p:oleObj>
                </mc:Fallback>
              </mc:AlternateContent>
            </a:graphicData>
          </a:graphic>
        </p:graphicFrame>
        <p:graphicFrame>
          <p:nvGraphicFramePr>
            <p:cNvPr id="14" name="对象 -2147481301"/>
            <p:cNvGraphicFramePr>
              <a:graphicFrameLocks noChangeAspect="1"/>
            </p:cNvGraphicFramePr>
            <p:nvPr/>
          </p:nvGraphicFramePr>
          <p:xfrm>
            <a:off x="11836" y="6414"/>
            <a:ext cx="1133" cy="554"/>
          </p:xfrm>
          <a:graphic>
            <a:graphicData uri="http://schemas.openxmlformats.org/presentationml/2006/ole">
              <mc:AlternateContent xmlns:mc="http://schemas.openxmlformats.org/markup-compatibility/2006">
                <mc:Choice xmlns:v="urn:schemas-microsoft-com:vml" Requires="v">
                  <p:oleObj spid="_x0000_s15" name="" r:id="rId17" imgW="317500" imgH="152400" progId="Equation.DSMT4">
                    <p:embed/>
                  </p:oleObj>
                </mc:Choice>
                <mc:Fallback>
                  <p:oleObj name="" r:id="rId17" imgW="317500" imgH="152400" progId="Equation.DSMT4">
                    <p:embed/>
                    <p:pic>
                      <p:nvPicPr>
                        <p:cNvPr id="0" name="图片 11"/>
                        <p:cNvPicPr/>
                        <p:nvPr/>
                      </p:nvPicPr>
                      <p:blipFill>
                        <a:blip r:embed="rId18"/>
                        <a:stretch>
                          <a:fillRect/>
                        </a:stretch>
                      </p:blipFill>
                      <p:spPr>
                        <a:xfrm>
                          <a:off x="11836" y="6414"/>
                          <a:ext cx="1133" cy="554"/>
                        </a:xfrm>
                        <a:prstGeom prst="rect">
                          <a:avLst/>
                        </a:prstGeom>
                        <a:noFill/>
                        <a:ln w="38100">
                          <a:noFill/>
                          <a:miter/>
                        </a:ln>
                      </p:spPr>
                    </p:pic>
                  </p:oleObj>
                </mc:Fallback>
              </mc:AlternateContent>
            </a:graphicData>
          </a:graphic>
        </p:graphicFrame>
        <p:graphicFrame>
          <p:nvGraphicFramePr>
            <p:cNvPr id="16" name="对象 -2147479975"/>
            <p:cNvGraphicFramePr>
              <a:graphicFrameLocks noChangeAspect="1"/>
            </p:cNvGraphicFramePr>
            <p:nvPr/>
          </p:nvGraphicFramePr>
          <p:xfrm>
            <a:off x="10570" y="7036"/>
            <a:ext cx="1178" cy="693"/>
          </p:xfrm>
          <a:graphic>
            <a:graphicData uri="http://schemas.openxmlformats.org/presentationml/2006/ole">
              <mc:AlternateContent xmlns:mc="http://schemas.openxmlformats.org/markup-compatibility/2006">
                <mc:Choice xmlns:v="urn:schemas-microsoft-com:vml" Requires="v">
                  <p:oleObj spid="_x0000_s17" name="" r:id="rId19" imgW="330200" imgH="190500" progId="Equation.DSMT4">
                    <p:embed/>
                  </p:oleObj>
                </mc:Choice>
                <mc:Fallback>
                  <p:oleObj name="" r:id="rId19" imgW="330200" imgH="190500" progId="Equation.DSMT4">
                    <p:embed/>
                    <p:pic>
                      <p:nvPicPr>
                        <p:cNvPr id="0" name="图片 13"/>
                        <p:cNvPicPr/>
                        <p:nvPr/>
                      </p:nvPicPr>
                      <p:blipFill>
                        <a:blip r:embed="rId20"/>
                        <a:stretch>
                          <a:fillRect/>
                        </a:stretch>
                      </p:blipFill>
                      <p:spPr>
                        <a:xfrm>
                          <a:off x="10570" y="7036"/>
                          <a:ext cx="1178" cy="693"/>
                        </a:xfrm>
                        <a:prstGeom prst="rect">
                          <a:avLst/>
                        </a:prstGeom>
                        <a:noFill/>
                        <a:ln w="38100">
                          <a:noFill/>
                          <a:miter/>
                        </a:ln>
                      </p:spPr>
                    </p:pic>
                  </p:oleObj>
                </mc:Fallback>
              </mc:AlternateContent>
            </a:graphicData>
          </a:graphic>
        </p:graphicFrame>
        <p:graphicFrame>
          <p:nvGraphicFramePr>
            <p:cNvPr id="20" name="对象 -2147481299"/>
            <p:cNvGraphicFramePr>
              <a:graphicFrameLocks noChangeAspect="1"/>
            </p:cNvGraphicFramePr>
            <p:nvPr/>
          </p:nvGraphicFramePr>
          <p:xfrm>
            <a:off x="6370" y="7724"/>
            <a:ext cx="1517" cy="747"/>
          </p:xfrm>
          <a:graphic>
            <a:graphicData uri="http://schemas.openxmlformats.org/presentationml/2006/ole">
              <mc:AlternateContent xmlns:mc="http://schemas.openxmlformats.org/markup-compatibility/2006">
                <mc:Choice xmlns:v="urn:schemas-microsoft-com:vml" Requires="v">
                  <p:oleObj spid="_x0000_s21" name="" r:id="rId21" imgW="393700" imgH="190500" progId="Equation.DSMT4">
                    <p:embed/>
                  </p:oleObj>
                </mc:Choice>
                <mc:Fallback>
                  <p:oleObj name="" r:id="rId21" imgW="393700" imgH="190500" progId="Equation.DSMT4">
                    <p:embed/>
                    <p:pic>
                      <p:nvPicPr>
                        <p:cNvPr id="0" name="图片 14"/>
                        <p:cNvPicPr/>
                        <p:nvPr/>
                      </p:nvPicPr>
                      <p:blipFill>
                        <a:blip r:embed="rId22"/>
                        <a:stretch>
                          <a:fillRect/>
                        </a:stretch>
                      </p:blipFill>
                      <p:spPr>
                        <a:xfrm>
                          <a:off x="6370" y="7724"/>
                          <a:ext cx="1517" cy="747"/>
                        </a:xfrm>
                        <a:prstGeom prst="rect">
                          <a:avLst/>
                        </a:prstGeom>
                        <a:noFill/>
                        <a:ln w="38100">
                          <a:noFill/>
                          <a:miter/>
                        </a:ln>
                      </p:spPr>
                    </p:pic>
                  </p:oleObj>
                </mc:Fallback>
              </mc:AlternateContent>
            </a:graphicData>
          </a:graphic>
        </p:graphicFrame>
        <p:graphicFrame>
          <p:nvGraphicFramePr>
            <p:cNvPr id="22" name="对象 -2147481298"/>
            <p:cNvGraphicFramePr>
              <a:graphicFrameLocks noChangeAspect="1"/>
            </p:cNvGraphicFramePr>
            <p:nvPr/>
          </p:nvGraphicFramePr>
          <p:xfrm>
            <a:off x="6402" y="8454"/>
            <a:ext cx="1460" cy="620"/>
          </p:xfrm>
          <a:graphic>
            <a:graphicData uri="http://schemas.openxmlformats.org/presentationml/2006/ole">
              <mc:AlternateContent xmlns:mc="http://schemas.openxmlformats.org/markup-compatibility/2006">
                <mc:Choice xmlns:v="urn:schemas-microsoft-com:vml" Requires="v">
                  <p:oleObj spid="_x0000_s23" name="" r:id="rId23" imgW="457200" imgH="190500" progId="Equation.DSMT4">
                    <p:embed/>
                  </p:oleObj>
                </mc:Choice>
                <mc:Fallback>
                  <p:oleObj name="" r:id="rId23" imgW="457200" imgH="190500" progId="Equation.DSMT4">
                    <p:embed/>
                    <p:pic>
                      <p:nvPicPr>
                        <p:cNvPr id="0" name="图片 15"/>
                        <p:cNvPicPr/>
                        <p:nvPr/>
                      </p:nvPicPr>
                      <p:blipFill>
                        <a:blip r:embed="rId24"/>
                        <a:stretch>
                          <a:fillRect/>
                        </a:stretch>
                      </p:blipFill>
                      <p:spPr>
                        <a:xfrm>
                          <a:off x="6402" y="8454"/>
                          <a:ext cx="1460" cy="620"/>
                        </a:xfrm>
                        <a:prstGeom prst="rect">
                          <a:avLst/>
                        </a:prstGeom>
                        <a:noFill/>
                        <a:ln w="38100">
                          <a:noFill/>
                          <a:miter/>
                        </a:ln>
                      </p:spPr>
                    </p:pic>
                  </p:oleObj>
                </mc:Fallback>
              </mc:AlternateContent>
            </a:graphicData>
          </a:graphic>
        </p:graphicFrame>
        <p:graphicFrame>
          <p:nvGraphicFramePr>
            <p:cNvPr id="25" name="对象 -2147481297"/>
            <p:cNvGraphicFramePr>
              <a:graphicFrameLocks noChangeAspect="1"/>
            </p:cNvGraphicFramePr>
            <p:nvPr/>
          </p:nvGraphicFramePr>
          <p:xfrm>
            <a:off x="7396" y="9196"/>
            <a:ext cx="484" cy="544"/>
          </p:xfrm>
          <a:graphic>
            <a:graphicData uri="http://schemas.openxmlformats.org/presentationml/2006/ole">
              <mc:AlternateContent xmlns:mc="http://schemas.openxmlformats.org/markup-compatibility/2006">
                <mc:Choice xmlns:v="urn:schemas-microsoft-com:vml" Requires="v">
                  <p:oleObj spid="_x0000_s31" name="" r:id="rId25" imgW="127000" imgH="139700" progId="Equation.DSMT4">
                    <p:embed/>
                  </p:oleObj>
                </mc:Choice>
                <mc:Fallback>
                  <p:oleObj name="" r:id="rId25" imgW="127000" imgH="139700" progId="Equation.DSMT4">
                    <p:embed/>
                    <p:pic>
                      <p:nvPicPr>
                        <p:cNvPr id="0" name="图片 16"/>
                        <p:cNvPicPr/>
                        <p:nvPr/>
                      </p:nvPicPr>
                      <p:blipFill>
                        <a:blip r:embed="rId26"/>
                        <a:stretch>
                          <a:fillRect/>
                        </a:stretch>
                      </p:blipFill>
                      <p:spPr>
                        <a:xfrm>
                          <a:off x="7396" y="9196"/>
                          <a:ext cx="484" cy="544"/>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4" presetClass="entr" presetSubtype="0" accel="10000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strVal val="#ppt_w*0.05"/>
                                          </p:val>
                                        </p:tav>
                                        <p:tav tm="100000">
                                          <p:val>
                                            <p:strVal val="#ppt_w"/>
                                          </p:val>
                                        </p:tav>
                                      </p:tavLst>
                                    </p:anim>
                                    <p:anim calcmode="lin" valueType="num">
                                      <p:cBhvr>
                                        <p:cTn id="8" dur="500" fill="hold"/>
                                        <p:tgtEl>
                                          <p:spTgt spid="35"/>
                                        </p:tgtEl>
                                        <p:attrNameLst>
                                          <p:attrName>ppt_h</p:attrName>
                                        </p:attrNameLst>
                                      </p:cBhvr>
                                      <p:tavLst>
                                        <p:tav tm="0">
                                          <p:val>
                                            <p:strVal val="#ppt_h"/>
                                          </p:val>
                                        </p:tav>
                                        <p:tav tm="100000">
                                          <p:val>
                                            <p:strVal val="#ppt_h"/>
                                          </p:val>
                                        </p:tav>
                                      </p:tavLst>
                                    </p:anim>
                                    <p:anim calcmode="lin" valueType="num">
                                      <p:cBhvr>
                                        <p:cTn id="9" dur="500" fill="hold"/>
                                        <p:tgtEl>
                                          <p:spTgt spid="35"/>
                                        </p:tgtEl>
                                        <p:attrNameLst>
                                          <p:attrName>ppt_x</p:attrName>
                                        </p:attrNameLst>
                                      </p:cBhvr>
                                      <p:tavLst>
                                        <p:tav tm="0">
                                          <p:val>
                                            <p:strVal val="#ppt_x-.2"/>
                                          </p:val>
                                        </p:tav>
                                        <p:tav tm="100000">
                                          <p:val>
                                            <p:strVal val="#ppt_x"/>
                                          </p:val>
                                        </p:tav>
                                      </p:tavLst>
                                    </p:anim>
                                    <p:anim calcmode="lin" valueType="num">
                                      <p:cBhvr>
                                        <p:cTn id="10" dur="500" fill="hold"/>
                                        <p:tgtEl>
                                          <p:spTgt spid="35"/>
                                        </p:tgtEl>
                                        <p:attrNameLst>
                                          <p:attrName>ppt_y</p:attrName>
                                        </p:attrNameLst>
                                      </p:cBhvr>
                                      <p:tavLst>
                                        <p:tav tm="0">
                                          <p:val>
                                            <p:strVal val="#ppt_y"/>
                                          </p:val>
                                        </p:tav>
                                        <p:tav tm="100000">
                                          <p:val>
                                            <p:strVal val="#ppt_y"/>
                                          </p:val>
                                        </p:tav>
                                      </p:tavLst>
                                    </p:anim>
                                    <p:animEffect transition="in" filter="fade">
                                      <p:cBhvr>
                                        <p:cTn id="11" dur="500"/>
                                        <p:tgtEl>
                                          <p:spTgt spid="3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0-#ppt_w/2"/>
                                          </p:val>
                                        </p:tav>
                                        <p:tav tm="100000">
                                          <p:val>
                                            <p:strVal val="#ppt_x"/>
                                          </p:val>
                                        </p:tav>
                                      </p:tavLst>
                                    </p:anim>
                                    <p:anim calcmode="lin" valueType="num">
                                      <p:cBhvr additive="base">
                                        <p:cTn id="17"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50" presetClass="entr" presetSubtype="0" decel="10000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p:cTn id="22" dur="1000" fill="hold"/>
                                        <p:tgtEl>
                                          <p:spTgt spid="19"/>
                                        </p:tgtEl>
                                        <p:attrNameLst>
                                          <p:attrName>ppt_w</p:attrName>
                                        </p:attrNameLst>
                                      </p:cBhvr>
                                      <p:tavLst>
                                        <p:tav tm="0">
                                          <p:val>
                                            <p:strVal val="#ppt_w+.3"/>
                                          </p:val>
                                        </p:tav>
                                        <p:tav tm="100000">
                                          <p:val>
                                            <p:strVal val="#ppt_w"/>
                                          </p:val>
                                        </p:tav>
                                      </p:tavLst>
                                    </p:anim>
                                    <p:anim calcmode="lin" valueType="num">
                                      <p:cBhvr>
                                        <p:cTn id="23" dur="1000" fill="hold"/>
                                        <p:tgtEl>
                                          <p:spTgt spid="19"/>
                                        </p:tgtEl>
                                        <p:attrNameLst>
                                          <p:attrName>ppt_h</p:attrName>
                                        </p:attrNameLst>
                                      </p:cBhvr>
                                      <p:tavLst>
                                        <p:tav tm="0">
                                          <p:val>
                                            <p:strVal val="#ppt_h"/>
                                          </p:val>
                                        </p:tav>
                                        <p:tav tm="100000">
                                          <p:val>
                                            <p:strVal val="#ppt_h"/>
                                          </p:val>
                                        </p:tav>
                                      </p:tavLst>
                                    </p:anim>
                                    <p:animEffect transition="in" filter="fade">
                                      <p:cBhvr>
                                        <p:cTn id="24" dur="10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blinds(horizontal)">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35" presetClass="entr" presetSubtype="0" fill="hold" nodeType="clickEffect">
                                  <p:stCondLst>
                                    <p:cond delay="0"/>
                                  </p:stCondLst>
                                  <p:childTnLst>
                                    <p:set>
                                      <p:cBhvr>
                                        <p:cTn id="33" dur="500"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anim calcmode="lin" valueType="num">
                                      <p:cBhvr>
                                        <p:cTn id="35" dur="500" fill="hold"/>
                                        <p:tgtEl>
                                          <p:spTgt spid="18"/>
                                        </p:tgtEl>
                                        <p:attrNameLst>
                                          <p:attrName>style.rotation</p:attrName>
                                        </p:attrNameLst>
                                      </p:cBhvr>
                                      <p:tavLst>
                                        <p:tav tm="0">
                                          <p:val>
                                            <p:fltVal val="720"/>
                                          </p:val>
                                        </p:tav>
                                        <p:tav tm="100000">
                                          <p:val>
                                            <p:fltVal val="0"/>
                                          </p:val>
                                        </p:tav>
                                      </p:tavLst>
                                    </p:anim>
                                    <p:anim calcmode="lin" valueType="num">
                                      <p:cBhvr>
                                        <p:cTn id="36" dur="500" fill="hold"/>
                                        <p:tgtEl>
                                          <p:spTgt spid="18"/>
                                        </p:tgtEl>
                                        <p:attrNameLst>
                                          <p:attrName>ppt_h</p:attrName>
                                        </p:attrNameLst>
                                      </p:cBhvr>
                                      <p:tavLst>
                                        <p:tav tm="0">
                                          <p:val>
                                            <p:fltVal val="0"/>
                                          </p:val>
                                        </p:tav>
                                        <p:tav tm="100000">
                                          <p:val>
                                            <p:strVal val="#ppt_h"/>
                                          </p:val>
                                        </p:tav>
                                      </p:tavLst>
                                    </p:anim>
                                    <p:anim calcmode="lin" valueType="num">
                                      <p:cBhvr>
                                        <p:cTn id="37" dur="500" fill="hold"/>
                                        <p:tgtEl>
                                          <p:spTgt spid="18"/>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4" name="图片 3" descr="OENX150%[X{UP5B41TX3[GF"/>
          <p:cNvPicPr>
            <a:picLocks noChangeAspect="1"/>
          </p:cNvPicPr>
          <p:nvPr/>
        </p:nvPicPr>
        <p:blipFill>
          <a:blip r:embed="rId1"/>
          <a:stretch>
            <a:fillRect/>
          </a:stretch>
        </p:blipFill>
        <p:spPr>
          <a:xfrm>
            <a:off x="838200" y="1371600"/>
            <a:ext cx="7957820" cy="4833620"/>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1" name="Rectangle 3"/>
          <p:cNvSpPr>
            <a:spLocks noGrp="1"/>
          </p:cNvSpPr>
          <p:nvPr/>
        </p:nvSpPr>
        <p:spPr>
          <a:xfrm>
            <a:off x="609600" y="2057400"/>
            <a:ext cx="7977505" cy="13608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由式(4-43)和(4-44)可知，当使能端有效时，数据选择器的输出表达式为</a:t>
            </a:r>
            <a:endParaRPr sz="2400" b="1"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3" name="Rectangle 3"/>
          <p:cNvSpPr>
            <a:spLocks noGrp="1"/>
          </p:cNvSpPr>
          <p:nvPr/>
        </p:nvSpPr>
        <p:spPr>
          <a:xfrm>
            <a:off x="1122680" y="1143000"/>
            <a:ext cx="325628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a:t>
            </a:r>
            <a:r>
              <a:rPr sz="2400" b="1" kern="1200" dirty="0">
                <a:solidFill>
                  <a:srgbClr val="FE09D6"/>
                </a:solidFill>
                <a:latin typeface="Times New Roman" panose="02020603050405020304" charset="0"/>
                <a:ea typeface="楷体_GB2312" pitchFamily="49" charset="-122"/>
                <a:cs typeface="Times New Roman" panose="02020603050405020304" charset="0"/>
              </a:rPr>
              <a:t>数据选择器的应用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26" name="Rectangle 3"/>
          <p:cNvSpPr>
            <a:spLocks noGrp="1"/>
          </p:cNvSpPr>
          <p:nvPr/>
        </p:nvSpPr>
        <p:spPr>
          <a:xfrm>
            <a:off x="601980" y="1606550"/>
            <a:ext cx="384048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rPr>
              <a:t>(1) 实现逻辑函数。</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graphicFrame>
        <p:nvGraphicFramePr>
          <p:cNvPr id="2" name="对象 -2147481274"/>
          <p:cNvGraphicFramePr>
            <a:graphicFrameLocks noChangeAspect="1"/>
          </p:cNvGraphicFramePr>
          <p:nvPr/>
        </p:nvGraphicFramePr>
        <p:xfrm>
          <a:off x="3124200" y="3048000"/>
          <a:ext cx="1308735" cy="743585"/>
        </p:xfrm>
        <a:graphic>
          <a:graphicData uri="http://schemas.openxmlformats.org/presentationml/2006/ole">
            <mc:AlternateContent xmlns:mc="http://schemas.openxmlformats.org/markup-compatibility/2006">
              <mc:Choice xmlns:v="urn:schemas-microsoft-com:vml" Requires="v">
                <p:oleObj spid="_x0000_s27" name="" r:id="rId1" imgW="660400" imgH="368300" progId="Equation.DSMT4">
                  <p:embed/>
                </p:oleObj>
              </mc:Choice>
              <mc:Fallback>
                <p:oleObj name="" r:id="rId1" imgW="660400" imgH="368300" progId="Equation.DSMT4">
                  <p:embed/>
                  <p:pic>
                    <p:nvPicPr>
                      <p:cNvPr id="0" name="图片 26"/>
                      <p:cNvPicPr/>
                      <p:nvPr/>
                    </p:nvPicPr>
                    <p:blipFill>
                      <a:blip r:embed="rId2"/>
                      <a:stretch>
                        <a:fillRect/>
                      </a:stretch>
                    </p:blipFill>
                    <p:spPr>
                      <a:xfrm>
                        <a:off x="3124200" y="3048000"/>
                        <a:ext cx="1308735" cy="743585"/>
                      </a:xfrm>
                      <a:prstGeom prst="rect">
                        <a:avLst/>
                      </a:prstGeom>
                      <a:noFill/>
                      <a:ln w="38100">
                        <a:noFill/>
                        <a:miter/>
                      </a:ln>
                    </p:spPr>
                  </p:pic>
                </p:oleObj>
              </mc:Fallback>
            </mc:AlternateContent>
          </a:graphicData>
        </a:graphic>
      </p:graphicFrame>
      <p:grpSp>
        <p:nvGrpSpPr>
          <p:cNvPr id="29" name="组合 28"/>
          <p:cNvGrpSpPr/>
          <p:nvPr/>
        </p:nvGrpSpPr>
        <p:grpSpPr>
          <a:xfrm>
            <a:off x="762000" y="3733800"/>
            <a:ext cx="7818120" cy="1784350"/>
            <a:chOff x="1200" y="5880"/>
            <a:chExt cx="12312" cy="2810"/>
          </a:xfrm>
        </p:grpSpPr>
        <p:sp>
          <p:nvSpPr>
            <p:cNvPr id="13" name="Rectangle 3"/>
            <p:cNvSpPr>
              <a:spLocks noGrp="1"/>
            </p:cNvSpPr>
            <p:nvPr/>
          </p:nvSpPr>
          <p:spPr>
            <a:xfrm>
              <a:off x="1200" y="5880"/>
              <a:ext cx="12313" cy="281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若所有的数据信号</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全为1时，数据选择器的输出为全体最小项之和，因此它可以视为一个逻辑函数的最小项产生器。因为任何一个逻辑函数都可以用最小项之和的形式表示，所以可以用数据选择器来实现逻辑函数。</a:t>
              </a:r>
              <a:endParaRPr sz="2400" b="1" dirty="0">
                <a:solidFill>
                  <a:srgbClr val="000066"/>
                </a:solidFill>
                <a:latin typeface="Arial" panose="020B0604020202020204" pitchFamily="34" charset="0"/>
                <a:ea typeface="楷体_GB2312" pitchFamily="49" charset="-122"/>
              </a:endParaRPr>
            </a:p>
          </p:txBody>
        </p:sp>
        <p:graphicFrame>
          <p:nvGraphicFramePr>
            <p:cNvPr id="28" name="对象 27">
              <a:hlinkClick r:id="" action="ppaction://ole?verb="/>
            </p:cNvPr>
            <p:cNvGraphicFramePr>
              <a:graphicFrameLocks noChangeAspect="1"/>
            </p:cNvGraphicFramePr>
            <p:nvPr/>
          </p:nvGraphicFramePr>
          <p:xfrm>
            <a:off x="6240" y="6000"/>
            <a:ext cx="3399" cy="658"/>
          </p:xfrm>
          <a:graphic>
            <a:graphicData uri="http://schemas.openxmlformats.org/presentationml/2006/ole">
              <mc:AlternateContent xmlns:mc="http://schemas.openxmlformats.org/markup-compatibility/2006">
                <mc:Choice xmlns:v="urn:schemas-microsoft-com:vml" Requires="v">
                  <p:oleObj spid="_x0000_s1025" name="" r:id="rId3" imgW="1181100" imgH="228600" progId="Equation.KSEE3">
                    <p:embed/>
                  </p:oleObj>
                </mc:Choice>
                <mc:Fallback>
                  <p:oleObj name="" r:id="rId3" imgW="1181100" imgH="228600" progId="Equation.KSEE3">
                    <p:embed/>
                    <p:pic>
                      <p:nvPicPr>
                        <p:cNvPr id="0" name="图片 1024"/>
                        <p:cNvPicPr/>
                        <p:nvPr/>
                      </p:nvPicPr>
                      <p:blipFill>
                        <a:blip r:embed="rId4"/>
                        <a:stretch>
                          <a:fillRect/>
                        </a:stretch>
                      </p:blipFill>
                      <p:spPr>
                        <a:xfrm>
                          <a:off x="6240" y="6000"/>
                          <a:ext cx="3399" cy="658"/>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500" fill="hold">
                                          <p:stCondLst>
                                            <p:cond delay="0"/>
                                          </p:stCondLst>
                                        </p:cTn>
                                        <p:tgtEl>
                                          <p:spTgt spid="2"/>
                                        </p:tgtEl>
                                        <p:attrNameLst>
                                          <p:attrName>style.visibility</p:attrName>
                                        </p:attrNameLst>
                                      </p:cBhvr>
                                      <p:to>
                                        <p:strVal val="visible"/>
                                      </p:to>
                                    </p:set>
                                    <p:animEffect transition="in" filter="diamond(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1000" fill="hold"/>
                                        <p:tgtEl>
                                          <p:spTgt spid="29"/>
                                        </p:tgtEl>
                                        <p:attrNameLst>
                                          <p:attrName>ppt_w</p:attrName>
                                        </p:attrNameLst>
                                      </p:cBhvr>
                                      <p:tavLst>
                                        <p:tav tm="0">
                                          <p:val>
                                            <p:strVal val="#ppt_w*0.70"/>
                                          </p:val>
                                        </p:tav>
                                        <p:tav tm="100000">
                                          <p:val>
                                            <p:strVal val="#ppt_w"/>
                                          </p:val>
                                        </p:tav>
                                      </p:tavLst>
                                    </p:anim>
                                    <p:anim calcmode="lin" valueType="num">
                                      <p:cBhvr>
                                        <p:cTn id="13" dur="1000" fill="hold"/>
                                        <p:tgtEl>
                                          <p:spTgt spid="29"/>
                                        </p:tgtEl>
                                        <p:attrNameLst>
                                          <p:attrName>ppt_h</p:attrName>
                                        </p:attrNameLst>
                                      </p:cBhvr>
                                      <p:tavLst>
                                        <p:tav tm="0">
                                          <p:val>
                                            <p:strVal val="#ppt_h"/>
                                          </p:val>
                                        </p:tav>
                                        <p:tav tm="100000">
                                          <p:val>
                                            <p:strVal val="#ppt_h"/>
                                          </p:val>
                                        </p:tav>
                                      </p:tavLst>
                                    </p:anim>
                                    <p:animEffect transition="in" filter="fade">
                                      <p:cBhvr>
                                        <p:cTn id="14"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3" name="Rectangle 3"/>
          <p:cNvSpPr>
            <a:spLocks noGrp="1"/>
          </p:cNvSpPr>
          <p:nvPr/>
        </p:nvSpPr>
        <p:spPr>
          <a:xfrm>
            <a:off x="457200" y="2057400"/>
            <a:ext cx="7818755" cy="5416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解：将上述逻辑函数化为标准与-或式为</a:t>
            </a:r>
            <a:endParaRPr sz="2400" b="1" dirty="0">
              <a:solidFill>
                <a:srgbClr val="000066"/>
              </a:solidFill>
              <a:latin typeface="Arial" panose="020B0604020202020204" pitchFamily="34" charset="0"/>
              <a:ea typeface="楷体_GB2312" pitchFamily="49" charset="-122"/>
            </a:endParaRPr>
          </a:p>
        </p:txBody>
      </p:sp>
      <p:sp>
        <p:nvSpPr>
          <p:cNvPr id="11" name="Rectangle 3"/>
          <p:cNvSpPr>
            <a:spLocks noGrp="1"/>
          </p:cNvSpPr>
          <p:nvPr/>
        </p:nvSpPr>
        <p:spPr>
          <a:xfrm>
            <a:off x="304800" y="1219200"/>
            <a:ext cx="8462645" cy="9677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【例4-8】试用8选1数据选择器74LS151实现下列逻辑函数</a:t>
            </a:r>
            <a:r>
              <a:rPr lang="en-US"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a:t>
            </a:r>
            <a:endParaRPr lang="zh-CN" altLang="en-US" sz="2400" b="1" dirty="0">
              <a:solidFill>
                <a:srgbClr val="000066"/>
              </a:solidFill>
              <a:latin typeface="Arial" panose="020B0604020202020204" pitchFamily="34" charset="0"/>
              <a:ea typeface="楷体_GB2312" pitchFamily="49" charset="-122"/>
            </a:endParaRPr>
          </a:p>
        </p:txBody>
      </p:sp>
      <p:graphicFrame>
        <p:nvGraphicFramePr>
          <p:cNvPr id="2" name="对象 -2147481272"/>
          <p:cNvGraphicFramePr>
            <a:graphicFrameLocks noChangeAspect="1"/>
          </p:cNvGraphicFramePr>
          <p:nvPr/>
        </p:nvGraphicFramePr>
        <p:xfrm>
          <a:off x="720090" y="1710690"/>
          <a:ext cx="1551940" cy="463550"/>
        </p:xfrm>
        <a:graphic>
          <a:graphicData uri="http://schemas.openxmlformats.org/presentationml/2006/ole">
            <mc:AlternateContent xmlns:mc="http://schemas.openxmlformats.org/markup-compatibility/2006">
              <mc:Choice xmlns:v="urn:schemas-microsoft-com:vml" Requires="v">
                <p:oleObj spid="_x0000_s3076" name="" r:id="rId1" imgW="735330" imgH="215900" progId="Equation.DSMT4">
                  <p:embed/>
                </p:oleObj>
              </mc:Choice>
              <mc:Fallback>
                <p:oleObj name="" r:id="rId1" imgW="735330" imgH="215900" progId="Equation.DSMT4">
                  <p:embed/>
                  <p:pic>
                    <p:nvPicPr>
                      <p:cNvPr id="0" name="图片 3075"/>
                      <p:cNvPicPr/>
                      <p:nvPr/>
                    </p:nvPicPr>
                    <p:blipFill>
                      <a:blip r:embed="rId2"/>
                      <a:stretch>
                        <a:fillRect/>
                      </a:stretch>
                    </p:blipFill>
                    <p:spPr>
                      <a:xfrm>
                        <a:off x="720090" y="1710690"/>
                        <a:ext cx="1551940" cy="463550"/>
                      </a:xfrm>
                      <a:prstGeom prst="rect">
                        <a:avLst/>
                      </a:prstGeom>
                      <a:noFill/>
                      <a:ln w="38100">
                        <a:noFill/>
                        <a:miter/>
                      </a:ln>
                    </p:spPr>
                  </p:pic>
                </p:oleObj>
              </mc:Fallback>
            </mc:AlternateContent>
          </a:graphicData>
        </a:graphic>
      </p:graphicFrame>
      <p:graphicFrame>
        <p:nvGraphicFramePr>
          <p:cNvPr id="3" name="对象 -2147481271"/>
          <p:cNvGraphicFramePr>
            <a:graphicFrameLocks noChangeAspect="1"/>
          </p:cNvGraphicFramePr>
          <p:nvPr/>
        </p:nvGraphicFramePr>
        <p:xfrm>
          <a:off x="1066800" y="2514600"/>
          <a:ext cx="6622415" cy="1328420"/>
        </p:xfrm>
        <a:graphic>
          <a:graphicData uri="http://schemas.openxmlformats.org/presentationml/2006/ole">
            <mc:AlternateContent xmlns:mc="http://schemas.openxmlformats.org/markup-compatibility/2006">
              <mc:Choice xmlns:v="urn:schemas-microsoft-com:vml" Requires="v">
                <p:oleObj spid="_x0000_s4" name="" r:id="rId3" imgW="3098800" imgH="609600" progId="Equation.DSMT4">
                  <p:embed/>
                </p:oleObj>
              </mc:Choice>
              <mc:Fallback>
                <p:oleObj name="" r:id="rId3" imgW="3098800" imgH="609600" progId="Equation.DSMT4">
                  <p:embed/>
                  <p:pic>
                    <p:nvPicPr>
                      <p:cNvPr id="0" name="图片 3"/>
                      <p:cNvPicPr/>
                      <p:nvPr/>
                    </p:nvPicPr>
                    <p:blipFill>
                      <a:blip r:embed="rId4"/>
                      <a:stretch>
                        <a:fillRect/>
                      </a:stretch>
                    </p:blipFill>
                    <p:spPr>
                      <a:xfrm>
                        <a:off x="1066800" y="2514600"/>
                        <a:ext cx="6622415" cy="1328420"/>
                      </a:xfrm>
                      <a:prstGeom prst="rect">
                        <a:avLst/>
                      </a:prstGeom>
                      <a:noFill/>
                      <a:ln w="38100">
                        <a:noFill/>
                        <a:miter/>
                      </a:ln>
                    </p:spPr>
                  </p:pic>
                </p:oleObj>
              </mc:Fallback>
            </mc:AlternateContent>
          </a:graphicData>
        </a:graphic>
      </p:graphicFrame>
      <p:grpSp>
        <p:nvGrpSpPr>
          <p:cNvPr id="18" name="组合 17"/>
          <p:cNvGrpSpPr/>
          <p:nvPr/>
        </p:nvGrpSpPr>
        <p:grpSpPr>
          <a:xfrm>
            <a:off x="457200" y="3733800"/>
            <a:ext cx="8331200" cy="914400"/>
            <a:chOff x="720" y="5880"/>
            <a:chExt cx="13120" cy="1440"/>
          </a:xfrm>
        </p:grpSpPr>
        <p:sp>
          <p:nvSpPr>
            <p:cNvPr id="5" name="Rectangle 3"/>
            <p:cNvSpPr>
              <a:spLocks noGrp="1"/>
            </p:cNvSpPr>
            <p:nvPr/>
          </p:nvSpPr>
          <p:spPr>
            <a:xfrm>
              <a:off x="720" y="5880"/>
              <a:ext cx="13121" cy="144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在使能端</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有效时，由式 (4-44) 可知，74LS151的输出表达式可以表示为</a:t>
              </a:r>
              <a:endParaRPr sz="2400" b="1" dirty="0">
                <a:solidFill>
                  <a:srgbClr val="000066"/>
                </a:solidFill>
                <a:latin typeface="Arial" panose="020B0604020202020204" pitchFamily="34" charset="0"/>
                <a:ea typeface="楷体_GB2312" pitchFamily="49" charset="-122"/>
              </a:endParaRPr>
            </a:p>
          </p:txBody>
        </p:sp>
        <p:graphicFrame>
          <p:nvGraphicFramePr>
            <p:cNvPr id="6" name="对象 -2147481270"/>
            <p:cNvGraphicFramePr>
              <a:graphicFrameLocks noChangeAspect="1"/>
            </p:cNvGraphicFramePr>
            <p:nvPr/>
          </p:nvGraphicFramePr>
          <p:xfrm>
            <a:off x="3720" y="5934"/>
            <a:ext cx="507" cy="655"/>
          </p:xfrm>
          <a:graphic>
            <a:graphicData uri="http://schemas.openxmlformats.org/presentationml/2006/ole">
              <mc:AlternateContent xmlns:mc="http://schemas.openxmlformats.org/markup-compatibility/2006">
                <mc:Choice xmlns:v="urn:schemas-microsoft-com:vml" Requires="v">
                  <p:oleObj spid="_x0000_s7" name="" r:id="rId5" imgW="139700" imgH="177800" progId="Equation.DSMT4">
                    <p:embed/>
                  </p:oleObj>
                </mc:Choice>
                <mc:Fallback>
                  <p:oleObj name="" r:id="rId5" imgW="139700" imgH="177800" progId="Equation.DSMT4">
                    <p:embed/>
                    <p:pic>
                      <p:nvPicPr>
                        <p:cNvPr id="0" name="图片 5"/>
                        <p:cNvPicPr/>
                        <p:nvPr/>
                      </p:nvPicPr>
                      <p:blipFill>
                        <a:blip r:embed="rId6"/>
                        <a:stretch>
                          <a:fillRect/>
                        </a:stretch>
                      </p:blipFill>
                      <p:spPr>
                        <a:xfrm>
                          <a:off x="3720" y="5934"/>
                          <a:ext cx="507" cy="655"/>
                        </a:xfrm>
                        <a:prstGeom prst="rect">
                          <a:avLst/>
                        </a:prstGeom>
                        <a:noFill/>
                        <a:ln w="38100">
                          <a:noFill/>
                          <a:miter/>
                        </a:ln>
                      </p:spPr>
                    </p:pic>
                  </p:oleObj>
                </mc:Fallback>
              </mc:AlternateContent>
            </a:graphicData>
          </a:graphic>
        </p:graphicFrame>
      </p:grpSp>
      <p:graphicFrame>
        <p:nvGraphicFramePr>
          <p:cNvPr id="8" name="对象 -2147481268"/>
          <p:cNvGraphicFramePr>
            <a:graphicFrameLocks noChangeAspect="1"/>
          </p:cNvGraphicFramePr>
          <p:nvPr/>
        </p:nvGraphicFramePr>
        <p:xfrm>
          <a:off x="533400" y="4677410"/>
          <a:ext cx="8442960" cy="827405"/>
        </p:xfrm>
        <a:graphic>
          <a:graphicData uri="http://schemas.openxmlformats.org/presentationml/2006/ole">
            <mc:AlternateContent xmlns:mc="http://schemas.openxmlformats.org/markup-compatibility/2006">
              <mc:Choice xmlns:v="urn:schemas-microsoft-com:vml" Requires="v">
                <p:oleObj spid="_x0000_s9" name="" r:id="rId7" imgW="5143500" imgH="419100" progId="Equation.DSMT4">
                  <p:embed/>
                </p:oleObj>
              </mc:Choice>
              <mc:Fallback>
                <p:oleObj name="" r:id="rId7" imgW="5143500" imgH="419100" progId="Equation.DSMT4">
                  <p:embed/>
                  <p:pic>
                    <p:nvPicPr>
                      <p:cNvPr id="0" name="图片 6"/>
                      <p:cNvPicPr/>
                      <p:nvPr/>
                    </p:nvPicPr>
                    <p:blipFill>
                      <a:blip r:embed="rId8"/>
                      <a:stretch>
                        <a:fillRect/>
                      </a:stretch>
                    </p:blipFill>
                    <p:spPr>
                      <a:xfrm>
                        <a:off x="533400" y="4677410"/>
                        <a:ext cx="8442960" cy="827405"/>
                      </a:xfrm>
                      <a:prstGeom prst="rect">
                        <a:avLst/>
                      </a:prstGeom>
                      <a:noFill/>
                      <a:ln w="38100">
                        <a:noFill/>
                        <a:miter/>
                      </a:ln>
                    </p:spPr>
                  </p:pic>
                </p:oleObj>
              </mc:Fallback>
            </mc:AlternateContent>
          </a:graphicData>
        </a:graphic>
      </p:graphicFrame>
      <p:grpSp>
        <p:nvGrpSpPr>
          <p:cNvPr id="10" name="组合 9"/>
          <p:cNvGrpSpPr/>
          <p:nvPr/>
        </p:nvGrpSpPr>
        <p:grpSpPr>
          <a:xfrm>
            <a:off x="459740" y="5918200"/>
            <a:ext cx="3599180" cy="554990"/>
            <a:chOff x="1204" y="8720"/>
            <a:chExt cx="5668" cy="874"/>
          </a:xfrm>
        </p:grpSpPr>
        <p:sp>
          <p:nvSpPr>
            <p:cNvPr id="12" name="Rectangle 3"/>
            <p:cNvSpPr>
              <a:spLocks noGrp="1"/>
            </p:cNvSpPr>
            <p:nvPr/>
          </p:nvSpPr>
          <p:spPr>
            <a:xfrm>
              <a:off x="1204" y="8720"/>
              <a:ext cx="5669" cy="87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若使</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，则可以令</a:t>
              </a:r>
              <a:endParaRPr sz="2400" b="1" dirty="0">
                <a:solidFill>
                  <a:srgbClr val="000066"/>
                </a:solidFill>
                <a:latin typeface="Arial" panose="020B0604020202020204" pitchFamily="34" charset="0"/>
                <a:ea typeface="楷体_GB2312" pitchFamily="49" charset="-122"/>
              </a:endParaRPr>
            </a:p>
          </p:txBody>
        </p:sp>
        <p:graphicFrame>
          <p:nvGraphicFramePr>
            <p:cNvPr id="14" name="对象 -2147481265"/>
            <p:cNvGraphicFramePr>
              <a:graphicFrameLocks noChangeAspect="1"/>
            </p:cNvGraphicFramePr>
            <p:nvPr/>
          </p:nvGraphicFramePr>
          <p:xfrm>
            <a:off x="3196" y="8902"/>
            <a:ext cx="1077" cy="597"/>
          </p:xfrm>
          <a:graphic>
            <a:graphicData uri="http://schemas.openxmlformats.org/presentationml/2006/ole">
              <mc:AlternateContent xmlns:mc="http://schemas.openxmlformats.org/markup-compatibility/2006">
                <mc:Choice xmlns:v="urn:schemas-microsoft-com:vml" Requires="v">
                  <p:oleObj spid="_x0000_s15" name="" r:id="rId9" imgW="355600" imgH="190500" progId="Equation.DSMT4">
                    <p:embed/>
                  </p:oleObj>
                </mc:Choice>
                <mc:Fallback>
                  <p:oleObj name="" r:id="rId9" imgW="355600" imgH="190500" progId="Equation.DSMT4">
                    <p:embed/>
                    <p:pic>
                      <p:nvPicPr>
                        <p:cNvPr id="0" name="图片 8"/>
                        <p:cNvPicPr/>
                        <p:nvPr/>
                      </p:nvPicPr>
                      <p:blipFill>
                        <a:blip r:embed="rId10"/>
                        <a:stretch>
                          <a:fillRect/>
                        </a:stretch>
                      </p:blipFill>
                      <p:spPr>
                        <a:xfrm>
                          <a:off x="3196" y="8902"/>
                          <a:ext cx="1077" cy="597"/>
                        </a:xfrm>
                        <a:prstGeom prst="rect">
                          <a:avLst/>
                        </a:prstGeom>
                        <a:noFill/>
                        <a:ln w="38100">
                          <a:noFill/>
                          <a:miter/>
                        </a:ln>
                      </p:spPr>
                    </p:pic>
                  </p:oleObj>
                </mc:Fallback>
              </mc:AlternateContent>
            </a:graphicData>
          </a:graphic>
        </p:graphicFrame>
      </p:grpSp>
      <p:graphicFrame>
        <p:nvGraphicFramePr>
          <p:cNvPr id="16" name="对象 -2147481264"/>
          <p:cNvGraphicFramePr>
            <a:graphicFrameLocks noChangeAspect="1"/>
          </p:cNvGraphicFramePr>
          <p:nvPr/>
        </p:nvGraphicFramePr>
        <p:xfrm>
          <a:off x="4583430" y="5506085"/>
          <a:ext cx="2820035" cy="1275080"/>
        </p:xfrm>
        <a:graphic>
          <a:graphicData uri="http://schemas.openxmlformats.org/presentationml/2006/ole">
            <mc:AlternateContent xmlns:mc="http://schemas.openxmlformats.org/markup-compatibility/2006">
              <mc:Choice xmlns:v="urn:schemas-microsoft-com:vml" Requires="v">
                <p:oleObj spid="_x0000_s17" name="" r:id="rId11" imgW="1346200" imgH="596900" progId="Equation.DSMT4">
                  <p:embed/>
                </p:oleObj>
              </mc:Choice>
              <mc:Fallback>
                <p:oleObj name="" r:id="rId11" imgW="1346200" imgH="596900" progId="Equation.DSMT4">
                  <p:embed/>
                  <p:pic>
                    <p:nvPicPr>
                      <p:cNvPr id="0" name="图片 14"/>
                      <p:cNvPicPr/>
                      <p:nvPr/>
                    </p:nvPicPr>
                    <p:blipFill>
                      <a:blip r:embed="rId12"/>
                      <a:stretch>
                        <a:fillRect/>
                      </a:stretch>
                    </p:blipFill>
                    <p:spPr>
                      <a:xfrm>
                        <a:off x="4583430" y="5506085"/>
                        <a:ext cx="2820035" cy="12750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5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92" decel="100000"/>
                                        <p:tgtEl>
                                          <p:spTgt spid="3"/>
                                        </p:tgtEl>
                                      </p:cBhvr>
                                    </p:animEffect>
                                    <p:animScale>
                                      <p:cBhvr>
                                        <p:cTn id="13" dur="192" decel="100000"/>
                                        <p:tgtEl>
                                          <p:spTgt spid="3"/>
                                        </p:tgtEl>
                                      </p:cBhvr>
                                      <p:from x="10000" y="10000"/>
                                      <p:to x="200000" y="450000"/>
                                    </p:animScale>
                                    <p:animScale>
                                      <p:cBhvr>
                                        <p:cTn id="14" dur="308" accel="100000" fill="hold">
                                          <p:stCondLst>
                                            <p:cond delay="192"/>
                                          </p:stCondLst>
                                        </p:cTn>
                                        <p:tgtEl>
                                          <p:spTgt spid="3"/>
                                        </p:tgtEl>
                                      </p:cBhvr>
                                      <p:from x="200000" y="450000"/>
                                      <p:to x="100000" y="100000"/>
                                    </p:animScale>
                                    <p:set>
                                      <p:cBhvr>
                                        <p:cTn id="15" dur="192" fill="hold"/>
                                        <p:tgtEl>
                                          <p:spTgt spid="3"/>
                                        </p:tgtEl>
                                        <p:attrNameLst>
                                          <p:attrName>ppt_x</p:attrName>
                                        </p:attrNameLst>
                                      </p:cBhvr>
                                      <p:to>
                                        <p:strVal val="(0.5)"/>
                                      </p:to>
                                    </p:set>
                                    <p:anim from="(0.5)" to="(#ppt_x)" calcmode="lin" valueType="num">
                                      <p:cBhvr>
                                        <p:cTn id="16" dur="308" accel="100000" fill="hold">
                                          <p:stCondLst>
                                            <p:cond delay="192"/>
                                          </p:stCondLst>
                                        </p:cTn>
                                        <p:tgtEl>
                                          <p:spTgt spid="3"/>
                                        </p:tgtEl>
                                        <p:attrNameLst>
                                          <p:attrName>ppt_x</p:attrName>
                                        </p:attrNameLst>
                                      </p:cBhvr>
                                    </p:anim>
                                    <p:set>
                                      <p:cBhvr>
                                        <p:cTn id="17" dur="192" fill="hold"/>
                                        <p:tgtEl>
                                          <p:spTgt spid="3"/>
                                        </p:tgtEl>
                                        <p:attrNameLst>
                                          <p:attrName>ppt_y</p:attrName>
                                        </p:attrNameLst>
                                      </p:cBhvr>
                                      <p:to>
                                        <p:strVal val="(#ppt_y+0.4)"/>
                                      </p:to>
                                    </p:set>
                                    <p:anim from="(#ppt_y+0.4)" to="(#ppt_y)" calcmode="lin" valueType="num">
                                      <p:cBhvr>
                                        <p:cTn id="18" dur="308" accel="100000" fill="hold">
                                          <p:stCondLst>
                                            <p:cond delay="192"/>
                                          </p:stCondLst>
                                        </p:cTn>
                                        <p:tgtEl>
                                          <p:spTgt spid="3"/>
                                        </p:tgtEl>
                                        <p:attrNameLst>
                                          <p:attrName>ppt_y</p:attrName>
                                        </p:attrNameLst>
                                      </p:cBhvr>
                                    </p:anim>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barn(inVertical)">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dissolv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45" presetClass="entr" presetSubtype="0" fill="hold" nodeType="clickEffect">
                                  <p:stCondLst>
                                    <p:cond delay="0"/>
                                  </p:stCondLst>
                                  <p:childTnLst>
                                    <p:set>
                                      <p:cBhvr>
                                        <p:cTn id="32" dur="500"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anim calcmode="lin" valueType="num">
                                      <p:cBhvr>
                                        <p:cTn id="34" dur="500" fill="hold"/>
                                        <p:tgtEl>
                                          <p:spTgt spid="10"/>
                                        </p:tgtEl>
                                        <p:attrNameLst>
                                          <p:attrName>ppt_w</p:attrName>
                                        </p:attrNameLst>
                                      </p:cBhvr>
                                      <p:tavLst>
                                        <p:tav tm="0" fmla="#ppt_w*sin(2.5*pi*$)">
                                          <p:val>
                                            <p:fltVal val="0"/>
                                          </p:val>
                                        </p:tav>
                                        <p:tav tm="100000">
                                          <p:val>
                                            <p:fltVal val="1"/>
                                          </p:val>
                                        </p:tav>
                                      </p:tavLst>
                                    </p:anim>
                                    <p:anim calcmode="lin" valueType="num">
                                      <p:cBhvr>
                                        <p:cTn id="35"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500" fill="hold">
                                          <p:stCondLst>
                                            <p:cond delay="0"/>
                                          </p:stCondLst>
                                        </p:cTn>
                                        <p:tgtEl>
                                          <p:spTgt spid="16"/>
                                        </p:tgtEl>
                                        <p:attrNameLst>
                                          <p:attrName>style.visibility</p:attrName>
                                        </p:attrNameLst>
                                      </p:cBhvr>
                                      <p:to>
                                        <p:strVal val="visible"/>
                                      </p:to>
                                    </p:set>
                                    <p:animEffect transition="in" filter="circle(in)">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9316" name="图片 2753"/>
          <p:cNvPicPr>
            <a:picLocks noChangeAspect="1"/>
          </p:cNvPicPr>
          <p:nvPr/>
        </p:nvPicPr>
        <p:blipFill>
          <a:blip r:embed="rId1"/>
          <a:stretch>
            <a:fillRect/>
          </a:stretch>
        </p:blipFill>
        <p:spPr>
          <a:xfrm>
            <a:off x="2057400" y="2590800"/>
            <a:ext cx="4832985" cy="3677920"/>
          </a:xfrm>
          <a:prstGeom prst="rect">
            <a:avLst/>
          </a:prstGeom>
          <a:noFill/>
          <a:ln>
            <a:noFill/>
          </a:ln>
        </p:spPr>
      </p:pic>
      <p:graphicFrame>
        <p:nvGraphicFramePr>
          <p:cNvPr id="4" name="对象 -2147481264"/>
          <p:cNvGraphicFramePr>
            <a:graphicFrameLocks noChangeAspect="1"/>
          </p:cNvGraphicFramePr>
          <p:nvPr/>
        </p:nvGraphicFramePr>
        <p:xfrm>
          <a:off x="3352800" y="1295400"/>
          <a:ext cx="2820035" cy="1275080"/>
        </p:xfrm>
        <a:graphic>
          <a:graphicData uri="http://schemas.openxmlformats.org/presentationml/2006/ole">
            <mc:AlternateContent xmlns:mc="http://schemas.openxmlformats.org/markup-compatibility/2006">
              <mc:Choice xmlns:v="urn:schemas-microsoft-com:vml" Requires="v">
                <p:oleObj spid="_x0000_s15" name="" r:id="rId2" imgW="1346200" imgH="596900" progId="Equation.DSMT4">
                  <p:embed/>
                </p:oleObj>
              </mc:Choice>
              <mc:Fallback>
                <p:oleObj name="" r:id="rId2" imgW="1346200" imgH="596900" progId="Equation.DSMT4">
                  <p:embed/>
                  <p:pic>
                    <p:nvPicPr>
                      <p:cNvPr id="0" name="图片 14"/>
                      <p:cNvPicPr/>
                      <p:nvPr/>
                    </p:nvPicPr>
                    <p:blipFill>
                      <a:blip r:embed="rId3"/>
                      <a:stretch>
                        <a:fillRect/>
                      </a:stretch>
                    </p:blipFill>
                    <p:spPr>
                      <a:xfrm>
                        <a:off x="3352800" y="1295400"/>
                        <a:ext cx="2820035" cy="12750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9316"/>
                                        </p:tgtEl>
                                        <p:attrNameLst>
                                          <p:attrName>style.visibility</p:attrName>
                                        </p:attrNameLst>
                                      </p:cBhvr>
                                      <p:to>
                                        <p:strVal val="visible"/>
                                      </p:to>
                                    </p:set>
                                    <p:anim calcmode="lin" valueType="num">
                                      <p:cBhvr>
                                        <p:cTn id="7" dur="500" fill="hold"/>
                                        <p:tgtEl>
                                          <p:spTgt spid="9316"/>
                                        </p:tgtEl>
                                        <p:attrNameLst>
                                          <p:attrName>ppt_w</p:attrName>
                                        </p:attrNameLst>
                                      </p:cBhvr>
                                      <p:tavLst>
                                        <p:tav tm="0">
                                          <p:val>
                                            <p:strVal val="#ppt_w*0.05"/>
                                          </p:val>
                                        </p:tav>
                                        <p:tav tm="100000">
                                          <p:val>
                                            <p:strVal val="#ppt_w"/>
                                          </p:val>
                                        </p:tav>
                                      </p:tavLst>
                                    </p:anim>
                                    <p:anim calcmode="lin" valueType="num">
                                      <p:cBhvr>
                                        <p:cTn id="8" dur="500" fill="hold"/>
                                        <p:tgtEl>
                                          <p:spTgt spid="9316"/>
                                        </p:tgtEl>
                                        <p:attrNameLst>
                                          <p:attrName>ppt_h</p:attrName>
                                        </p:attrNameLst>
                                      </p:cBhvr>
                                      <p:tavLst>
                                        <p:tav tm="0">
                                          <p:val>
                                            <p:strVal val="#ppt_h"/>
                                          </p:val>
                                        </p:tav>
                                        <p:tav tm="100000">
                                          <p:val>
                                            <p:strVal val="#ppt_h"/>
                                          </p:val>
                                        </p:tav>
                                      </p:tavLst>
                                    </p:anim>
                                    <p:anim calcmode="lin" valueType="num">
                                      <p:cBhvr>
                                        <p:cTn id="9" dur="500" fill="hold"/>
                                        <p:tgtEl>
                                          <p:spTgt spid="9316"/>
                                        </p:tgtEl>
                                        <p:attrNameLst>
                                          <p:attrName>ppt_x</p:attrName>
                                        </p:attrNameLst>
                                      </p:cBhvr>
                                      <p:tavLst>
                                        <p:tav tm="0">
                                          <p:val>
                                            <p:strVal val="#ppt_x-.2"/>
                                          </p:val>
                                        </p:tav>
                                        <p:tav tm="100000">
                                          <p:val>
                                            <p:strVal val="#ppt_x"/>
                                          </p:val>
                                        </p:tav>
                                      </p:tavLst>
                                    </p:anim>
                                    <p:anim calcmode="lin" valueType="num">
                                      <p:cBhvr>
                                        <p:cTn id="10" dur="500" fill="hold"/>
                                        <p:tgtEl>
                                          <p:spTgt spid="9316"/>
                                        </p:tgtEl>
                                        <p:attrNameLst>
                                          <p:attrName>ppt_y</p:attrName>
                                        </p:attrNameLst>
                                      </p:cBhvr>
                                      <p:tavLst>
                                        <p:tav tm="0">
                                          <p:val>
                                            <p:strVal val="#ppt_y"/>
                                          </p:val>
                                        </p:tav>
                                        <p:tav tm="100000">
                                          <p:val>
                                            <p:strVal val="#ppt_y"/>
                                          </p:val>
                                        </p:tav>
                                      </p:tavLst>
                                    </p:anim>
                                    <p:animEffect transition="in" filter="fade">
                                      <p:cBhvr>
                                        <p:cTn id="11" dur="500"/>
                                        <p:tgtEl>
                                          <p:spTgt spid="9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1" name="Rectangle 3"/>
          <p:cNvSpPr>
            <a:spLocks noGrp="1"/>
          </p:cNvSpPr>
          <p:nvPr/>
        </p:nvSpPr>
        <p:spPr>
          <a:xfrm>
            <a:off x="533400" y="1219200"/>
            <a:ext cx="7977505" cy="9677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【例4-9】试用8选1数据选择器74LS151实现下列逻辑函数</a:t>
            </a:r>
            <a:r>
              <a:rPr lang="en-US"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a:t>
            </a:r>
            <a:endParaRPr lang="zh-CN" altLang="en-US" sz="2400" b="1" dirty="0">
              <a:solidFill>
                <a:srgbClr val="000066"/>
              </a:solidFill>
              <a:latin typeface="Arial" panose="020B0604020202020204" pitchFamily="34" charset="0"/>
              <a:ea typeface="楷体_GB2312" pitchFamily="49" charset="-122"/>
            </a:endParaRPr>
          </a:p>
        </p:txBody>
      </p:sp>
      <p:graphicFrame>
        <p:nvGraphicFramePr>
          <p:cNvPr id="8" name="对象 -2147481268"/>
          <p:cNvGraphicFramePr>
            <a:graphicFrameLocks noChangeAspect="1"/>
          </p:cNvGraphicFramePr>
          <p:nvPr/>
        </p:nvGraphicFramePr>
        <p:xfrm>
          <a:off x="533400" y="4448810"/>
          <a:ext cx="8442960" cy="827405"/>
        </p:xfrm>
        <a:graphic>
          <a:graphicData uri="http://schemas.openxmlformats.org/presentationml/2006/ole">
            <mc:AlternateContent xmlns:mc="http://schemas.openxmlformats.org/markup-compatibility/2006">
              <mc:Choice xmlns:v="urn:schemas-microsoft-com:vml" Requires="v">
                <p:oleObj spid="_x0000_s9" name="" r:id="rId1" imgW="5143500" imgH="419100" progId="Equation.DSMT4">
                  <p:embed/>
                </p:oleObj>
              </mc:Choice>
              <mc:Fallback>
                <p:oleObj name="" r:id="rId1" imgW="5143500" imgH="419100" progId="Equation.DSMT4">
                  <p:embed/>
                  <p:pic>
                    <p:nvPicPr>
                      <p:cNvPr id="0" name="图片 6"/>
                      <p:cNvPicPr/>
                      <p:nvPr/>
                    </p:nvPicPr>
                    <p:blipFill>
                      <a:blip r:embed="rId2"/>
                      <a:stretch>
                        <a:fillRect/>
                      </a:stretch>
                    </p:blipFill>
                    <p:spPr>
                      <a:xfrm>
                        <a:off x="533400" y="4448810"/>
                        <a:ext cx="8442960" cy="827405"/>
                      </a:xfrm>
                      <a:prstGeom prst="rect">
                        <a:avLst/>
                      </a:prstGeom>
                      <a:noFill/>
                      <a:ln w="38100">
                        <a:noFill/>
                        <a:miter/>
                      </a:ln>
                    </p:spPr>
                  </p:pic>
                </p:oleObj>
              </mc:Fallback>
            </mc:AlternateContent>
          </a:graphicData>
        </a:graphic>
      </p:graphicFrame>
      <p:graphicFrame>
        <p:nvGraphicFramePr>
          <p:cNvPr id="2" name="对象 -2147481263"/>
          <p:cNvGraphicFramePr>
            <a:graphicFrameLocks noChangeAspect="1"/>
          </p:cNvGraphicFramePr>
          <p:nvPr/>
        </p:nvGraphicFramePr>
        <p:xfrm>
          <a:off x="1261110" y="1696720"/>
          <a:ext cx="1858645" cy="481330"/>
        </p:xfrm>
        <a:graphic>
          <a:graphicData uri="http://schemas.openxmlformats.org/presentationml/2006/ole">
            <mc:AlternateContent xmlns:mc="http://schemas.openxmlformats.org/markup-compatibility/2006">
              <mc:Choice xmlns:v="urn:schemas-microsoft-com:vml" Requires="v">
                <p:oleObj spid="_x0000_s20" name="" r:id="rId3" imgW="849630" imgH="215900" progId="Equation.DSMT4">
                  <p:embed/>
                </p:oleObj>
              </mc:Choice>
              <mc:Fallback>
                <p:oleObj name="" r:id="rId3" imgW="849630" imgH="215900" progId="Equation.DSMT4">
                  <p:embed/>
                  <p:pic>
                    <p:nvPicPr>
                      <p:cNvPr id="0" name="图片 19"/>
                      <p:cNvPicPr/>
                      <p:nvPr/>
                    </p:nvPicPr>
                    <p:blipFill>
                      <a:blip r:embed="rId4"/>
                      <a:stretch>
                        <a:fillRect/>
                      </a:stretch>
                    </p:blipFill>
                    <p:spPr>
                      <a:xfrm>
                        <a:off x="1261110" y="1696720"/>
                        <a:ext cx="1858645" cy="481330"/>
                      </a:xfrm>
                      <a:prstGeom prst="rect">
                        <a:avLst/>
                      </a:prstGeom>
                      <a:noFill/>
                      <a:ln w="38100">
                        <a:noFill/>
                        <a:miter/>
                      </a:ln>
                    </p:spPr>
                  </p:pic>
                </p:oleObj>
              </mc:Fallback>
            </mc:AlternateContent>
          </a:graphicData>
        </a:graphic>
      </p:graphicFrame>
      <p:grpSp>
        <p:nvGrpSpPr>
          <p:cNvPr id="14" name="组合 13"/>
          <p:cNvGrpSpPr/>
          <p:nvPr/>
        </p:nvGrpSpPr>
        <p:grpSpPr>
          <a:xfrm>
            <a:off x="568325" y="2057400"/>
            <a:ext cx="8026400" cy="1402080"/>
            <a:chOff x="895" y="3240"/>
            <a:chExt cx="12640" cy="2208"/>
          </a:xfrm>
        </p:grpSpPr>
        <p:sp>
          <p:nvSpPr>
            <p:cNvPr id="13" name="Rectangle 3"/>
            <p:cNvSpPr>
              <a:spLocks noGrp="1"/>
            </p:cNvSpPr>
            <p:nvPr/>
          </p:nvSpPr>
          <p:spPr>
            <a:xfrm>
              <a:off x="895" y="3240"/>
              <a:ext cx="12640" cy="220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解：由于</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中有4个输入变量，74LS151只有3个地址码输入端，因此只能选</a:t>
              </a:r>
              <a:r>
                <a:rPr lang="zh-CN" sz="2400" b="1" dirty="0">
                  <a:solidFill>
                    <a:srgbClr val="000066"/>
                  </a:solidFill>
                  <a:latin typeface="Arial" panose="020B0604020202020204" pitchFamily="34" charset="0"/>
                  <a:ea typeface="楷体_GB2312" pitchFamily="49" charset="-122"/>
                </a:rPr>
                <a:t>其中</a:t>
              </a:r>
              <a:r>
                <a:rPr sz="2400" b="1" dirty="0">
                  <a:solidFill>
                    <a:srgbClr val="000066"/>
                  </a:solidFill>
                  <a:latin typeface="Arial" panose="020B0604020202020204" pitchFamily="34" charset="0"/>
                  <a:ea typeface="楷体_GB2312" pitchFamily="49" charset="-122"/>
                </a:rPr>
                <a:t>3输入变量</a:t>
              </a:r>
              <a:r>
                <a:rPr lang="zh-CN" sz="2400" b="1" dirty="0">
                  <a:solidFill>
                    <a:srgbClr val="000066"/>
                  </a:solidFill>
                  <a:latin typeface="Arial" panose="020B0604020202020204" pitchFamily="34" charset="0"/>
                  <a:ea typeface="楷体_GB2312" pitchFamily="49" charset="-122"/>
                </a:rPr>
                <a:t>接入</a:t>
              </a:r>
              <a:r>
                <a:rPr sz="2400" b="1" dirty="0">
                  <a:solidFill>
                    <a:srgbClr val="000066"/>
                  </a:solidFill>
                  <a:latin typeface="Arial" panose="020B0604020202020204" pitchFamily="34" charset="0"/>
                  <a:ea typeface="楷体_GB2312" pitchFamily="49" charset="-122"/>
                </a:rPr>
                <a:t>74LS151的3个地址码输入</a:t>
              </a:r>
              <a:r>
                <a:rPr lang="zh-CN" sz="2400" b="1" dirty="0">
                  <a:solidFill>
                    <a:srgbClr val="000066"/>
                  </a:solidFill>
                  <a:latin typeface="Arial" panose="020B0604020202020204" pitchFamily="34" charset="0"/>
                  <a:ea typeface="楷体_GB2312" pitchFamily="49" charset="-122"/>
                </a:rPr>
                <a:t>端</a:t>
              </a:r>
              <a:r>
                <a:rPr sz="2400" b="1" dirty="0">
                  <a:solidFill>
                    <a:srgbClr val="000066"/>
                  </a:solidFill>
                  <a:latin typeface="Arial" panose="020B0604020202020204" pitchFamily="34" charset="0"/>
                  <a:ea typeface="楷体_GB2312" pitchFamily="49" charset="-122"/>
                </a:rPr>
                <a:t>。假设选择</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，则</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可以表示为</a:t>
              </a:r>
              <a:endParaRPr sz="2400" b="1" dirty="0">
                <a:solidFill>
                  <a:srgbClr val="000066"/>
                </a:solidFill>
                <a:latin typeface="Arial" panose="020B0604020202020204" pitchFamily="34" charset="0"/>
                <a:ea typeface="楷体_GB2312" pitchFamily="49" charset="-122"/>
              </a:endParaRPr>
            </a:p>
          </p:txBody>
        </p:sp>
        <p:graphicFrame>
          <p:nvGraphicFramePr>
            <p:cNvPr id="3" name="对象 -2147481262"/>
            <p:cNvGraphicFramePr>
              <a:graphicFrameLocks noChangeAspect="1"/>
            </p:cNvGraphicFramePr>
            <p:nvPr/>
          </p:nvGraphicFramePr>
          <p:xfrm>
            <a:off x="3840" y="3350"/>
            <a:ext cx="515" cy="718"/>
          </p:xfrm>
          <a:graphic>
            <a:graphicData uri="http://schemas.openxmlformats.org/presentationml/2006/ole">
              <mc:AlternateContent xmlns:mc="http://schemas.openxmlformats.org/markup-compatibility/2006">
                <mc:Choice xmlns:v="urn:schemas-microsoft-com:vml" Requires="v">
                  <p:oleObj spid="_x0000_s21" name="" r:id="rId5" imgW="139700" imgH="190500" progId="Equation.DSMT4">
                    <p:embed/>
                  </p:oleObj>
                </mc:Choice>
                <mc:Fallback>
                  <p:oleObj name="" r:id="rId5" imgW="139700" imgH="190500" progId="Equation.DSMT4">
                    <p:embed/>
                    <p:pic>
                      <p:nvPicPr>
                        <p:cNvPr id="0" name="图片 20"/>
                        <p:cNvPicPr/>
                        <p:nvPr/>
                      </p:nvPicPr>
                      <p:blipFill>
                        <a:blip r:embed="rId6"/>
                        <a:stretch>
                          <a:fillRect/>
                        </a:stretch>
                      </p:blipFill>
                      <p:spPr>
                        <a:xfrm>
                          <a:off x="3840" y="3350"/>
                          <a:ext cx="515" cy="718"/>
                        </a:xfrm>
                        <a:prstGeom prst="rect">
                          <a:avLst/>
                        </a:prstGeom>
                        <a:noFill/>
                        <a:ln w="38100">
                          <a:noFill/>
                          <a:miter/>
                        </a:ln>
                      </p:spPr>
                    </p:pic>
                  </p:oleObj>
                </mc:Fallback>
              </mc:AlternateContent>
            </a:graphicData>
          </a:graphic>
        </p:graphicFrame>
        <p:graphicFrame>
          <p:nvGraphicFramePr>
            <p:cNvPr id="4" name="对象 -2147481259"/>
            <p:cNvGraphicFramePr>
              <a:graphicFrameLocks noChangeAspect="1"/>
            </p:cNvGraphicFramePr>
            <p:nvPr/>
          </p:nvGraphicFramePr>
          <p:xfrm>
            <a:off x="6480" y="4800"/>
            <a:ext cx="553" cy="563"/>
          </p:xfrm>
          <a:graphic>
            <a:graphicData uri="http://schemas.openxmlformats.org/presentationml/2006/ole">
              <mc:AlternateContent xmlns:mc="http://schemas.openxmlformats.org/markup-compatibility/2006">
                <mc:Choice xmlns:v="urn:schemas-microsoft-com:vml" Requires="v">
                  <p:oleObj spid="_x0000_s22" name="" r:id="rId7" imgW="139700" imgH="139700" progId="Equation.DSMT4">
                    <p:embed/>
                  </p:oleObj>
                </mc:Choice>
                <mc:Fallback>
                  <p:oleObj name="" r:id="rId7" imgW="139700" imgH="139700" progId="Equation.DSMT4">
                    <p:embed/>
                    <p:pic>
                      <p:nvPicPr>
                        <p:cNvPr id="0" name="图片 21"/>
                        <p:cNvPicPr/>
                        <p:nvPr/>
                      </p:nvPicPr>
                      <p:blipFill>
                        <a:blip r:embed="rId8"/>
                        <a:stretch>
                          <a:fillRect/>
                        </a:stretch>
                      </p:blipFill>
                      <p:spPr>
                        <a:xfrm>
                          <a:off x="6480" y="4800"/>
                          <a:ext cx="553" cy="563"/>
                        </a:xfrm>
                        <a:prstGeom prst="rect">
                          <a:avLst/>
                        </a:prstGeom>
                        <a:noFill/>
                        <a:ln w="38100">
                          <a:noFill/>
                          <a:miter/>
                        </a:ln>
                      </p:spPr>
                    </p:pic>
                  </p:oleObj>
                </mc:Fallback>
              </mc:AlternateContent>
            </a:graphicData>
          </a:graphic>
        </p:graphicFrame>
        <p:graphicFrame>
          <p:nvGraphicFramePr>
            <p:cNvPr id="5" name="对象 -2147481258"/>
            <p:cNvGraphicFramePr>
              <a:graphicFrameLocks noChangeAspect="1"/>
            </p:cNvGraphicFramePr>
            <p:nvPr/>
          </p:nvGraphicFramePr>
          <p:xfrm>
            <a:off x="7320" y="4800"/>
            <a:ext cx="504" cy="513"/>
          </p:xfrm>
          <a:graphic>
            <a:graphicData uri="http://schemas.openxmlformats.org/presentationml/2006/ole">
              <mc:AlternateContent xmlns:mc="http://schemas.openxmlformats.org/markup-compatibility/2006">
                <mc:Choice xmlns:v="urn:schemas-microsoft-com:vml" Requires="v">
                  <p:oleObj spid="_x0000_s23" name="" r:id="rId9" imgW="139700" imgH="139700" progId="Equation.DSMT4">
                    <p:embed/>
                  </p:oleObj>
                </mc:Choice>
                <mc:Fallback>
                  <p:oleObj name="" r:id="rId9" imgW="139700" imgH="139700" progId="Equation.DSMT4">
                    <p:embed/>
                    <p:pic>
                      <p:nvPicPr>
                        <p:cNvPr id="0" name="图片 22"/>
                        <p:cNvPicPr/>
                        <p:nvPr/>
                      </p:nvPicPr>
                      <p:blipFill>
                        <a:blip r:embed="rId10"/>
                        <a:stretch>
                          <a:fillRect/>
                        </a:stretch>
                      </p:blipFill>
                      <p:spPr>
                        <a:xfrm>
                          <a:off x="7320" y="4800"/>
                          <a:ext cx="504" cy="513"/>
                        </a:xfrm>
                        <a:prstGeom prst="rect">
                          <a:avLst/>
                        </a:prstGeom>
                        <a:noFill/>
                        <a:ln w="38100">
                          <a:noFill/>
                          <a:miter/>
                        </a:ln>
                      </p:spPr>
                    </p:pic>
                  </p:oleObj>
                </mc:Fallback>
              </mc:AlternateContent>
            </a:graphicData>
          </a:graphic>
        </p:graphicFrame>
        <p:graphicFrame>
          <p:nvGraphicFramePr>
            <p:cNvPr id="6" name="对象 -2147481257"/>
            <p:cNvGraphicFramePr>
              <a:graphicFrameLocks noChangeAspect="1"/>
            </p:cNvGraphicFramePr>
            <p:nvPr/>
          </p:nvGraphicFramePr>
          <p:xfrm>
            <a:off x="8160" y="4800"/>
            <a:ext cx="483" cy="539"/>
          </p:xfrm>
          <a:graphic>
            <a:graphicData uri="http://schemas.openxmlformats.org/presentationml/2006/ole">
              <mc:AlternateContent xmlns:mc="http://schemas.openxmlformats.org/markup-compatibility/2006">
                <mc:Choice xmlns:v="urn:schemas-microsoft-com:vml" Requires="v">
                  <p:oleObj spid="_x0000_s25" name="" r:id="rId11" imgW="139700" imgH="152400" progId="Equation.DSMT4">
                    <p:embed/>
                  </p:oleObj>
                </mc:Choice>
                <mc:Fallback>
                  <p:oleObj name="" r:id="rId11" imgW="139700" imgH="152400" progId="Equation.DSMT4">
                    <p:embed/>
                    <p:pic>
                      <p:nvPicPr>
                        <p:cNvPr id="0" name="图片 24"/>
                        <p:cNvPicPr/>
                        <p:nvPr/>
                      </p:nvPicPr>
                      <p:blipFill>
                        <a:blip r:embed="rId12"/>
                        <a:stretch>
                          <a:fillRect/>
                        </a:stretch>
                      </p:blipFill>
                      <p:spPr>
                        <a:xfrm>
                          <a:off x="8160" y="4800"/>
                          <a:ext cx="483" cy="539"/>
                        </a:xfrm>
                        <a:prstGeom prst="rect">
                          <a:avLst/>
                        </a:prstGeom>
                        <a:noFill/>
                        <a:ln w="38100">
                          <a:noFill/>
                          <a:miter/>
                        </a:ln>
                      </p:spPr>
                    </p:pic>
                  </p:oleObj>
                </mc:Fallback>
              </mc:AlternateContent>
            </a:graphicData>
          </a:graphic>
        </p:graphicFrame>
        <p:graphicFrame>
          <p:nvGraphicFramePr>
            <p:cNvPr id="26" name="对象 -2147481262"/>
            <p:cNvGraphicFramePr>
              <a:graphicFrameLocks noChangeAspect="1"/>
            </p:cNvGraphicFramePr>
            <p:nvPr/>
          </p:nvGraphicFramePr>
          <p:xfrm>
            <a:off x="9720" y="4680"/>
            <a:ext cx="515" cy="718"/>
          </p:xfrm>
          <a:graphic>
            <a:graphicData uri="http://schemas.openxmlformats.org/presentationml/2006/ole">
              <mc:AlternateContent xmlns:mc="http://schemas.openxmlformats.org/markup-compatibility/2006">
                <mc:Choice xmlns:v="urn:schemas-microsoft-com:vml" Requires="v">
                  <p:oleObj spid="_x0000_s27" name="" r:id="rId13" imgW="139700" imgH="190500" progId="Equation.DSMT4">
                    <p:embed/>
                  </p:oleObj>
                </mc:Choice>
                <mc:Fallback>
                  <p:oleObj name="" r:id="rId13" imgW="139700" imgH="190500" progId="Equation.DSMT4">
                    <p:embed/>
                    <p:pic>
                      <p:nvPicPr>
                        <p:cNvPr id="0" name="图片 20"/>
                        <p:cNvPicPr/>
                        <p:nvPr/>
                      </p:nvPicPr>
                      <p:blipFill>
                        <a:blip r:embed="rId6"/>
                        <a:stretch>
                          <a:fillRect/>
                        </a:stretch>
                      </p:blipFill>
                      <p:spPr>
                        <a:xfrm>
                          <a:off x="9720" y="4680"/>
                          <a:ext cx="515" cy="718"/>
                        </a:xfrm>
                        <a:prstGeom prst="rect">
                          <a:avLst/>
                        </a:prstGeom>
                        <a:noFill/>
                        <a:ln w="38100">
                          <a:noFill/>
                          <a:miter/>
                        </a:ln>
                      </p:spPr>
                    </p:pic>
                  </p:oleObj>
                </mc:Fallback>
              </mc:AlternateContent>
            </a:graphicData>
          </a:graphic>
        </p:graphicFrame>
      </p:grpSp>
      <p:graphicFrame>
        <p:nvGraphicFramePr>
          <p:cNvPr id="7" name="对象 -2147481255"/>
          <p:cNvGraphicFramePr>
            <a:graphicFrameLocks noChangeAspect="1"/>
          </p:cNvGraphicFramePr>
          <p:nvPr/>
        </p:nvGraphicFramePr>
        <p:xfrm>
          <a:off x="2133600" y="3505200"/>
          <a:ext cx="4086860" cy="949325"/>
        </p:xfrm>
        <a:graphic>
          <a:graphicData uri="http://schemas.openxmlformats.org/presentationml/2006/ole">
            <mc:AlternateContent xmlns:mc="http://schemas.openxmlformats.org/markup-compatibility/2006">
              <mc:Choice xmlns:v="urn:schemas-microsoft-com:vml" Requires="v">
                <p:oleObj spid="_x0000_s28" name="" r:id="rId14" imgW="1841500" imgH="419100" progId="Equation.DSMT4">
                  <p:embed/>
                </p:oleObj>
              </mc:Choice>
              <mc:Fallback>
                <p:oleObj name="" r:id="rId14" imgW="1841500" imgH="419100" progId="Equation.DSMT4">
                  <p:embed/>
                  <p:pic>
                    <p:nvPicPr>
                      <p:cNvPr id="0" name="图片 27"/>
                      <p:cNvPicPr/>
                      <p:nvPr/>
                    </p:nvPicPr>
                    <p:blipFill>
                      <a:blip r:embed="rId15"/>
                      <a:stretch>
                        <a:fillRect/>
                      </a:stretch>
                    </p:blipFill>
                    <p:spPr>
                      <a:xfrm>
                        <a:off x="2133600" y="3505200"/>
                        <a:ext cx="4086860" cy="949325"/>
                      </a:xfrm>
                      <a:prstGeom prst="rect">
                        <a:avLst/>
                      </a:prstGeom>
                      <a:noFill/>
                      <a:ln w="38100">
                        <a:noFill/>
                        <a:miter/>
                      </a:ln>
                    </p:spPr>
                  </p:pic>
                </p:oleObj>
              </mc:Fallback>
            </mc:AlternateContent>
          </a:graphicData>
        </a:graphic>
      </p:graphicFrame>
      <p:grpSp>
        <p:nvGrpSpPr>
          <p:cNvPr id="30" name="组合 29"/>
          <p:cNvGrpSpPr/>
          <p:nvPr/>
        </p:nvGrpSpPr>
        <p:grpSpPr>
          <a:xfrm>
            <a:off x="764540" y="5613400"/>
            <a:ext cx="3792220" cy="554990"/>
            <a:chOff x="1204" y="9320"/>
            <a:chExt cx="5972" cy="874"/>
          </a:xfrm>
        </p:grpSpPr>
        <p:sp>
          <p:nvSpPr>
            <p:cNvPr id="15" name="Rectangle 3"/>
            <p:cNvSpPr>
              <a:spLocks noGrp="1"/>
            </p:cNvSpPr>
            <p:nvPr/>
          </p:nvSpPr>
          <p:spPr>
            <a:xfrm>
              <a:off x="1204" y="9320"/>
              <a:ext cx="5972" cy="87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若使</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，则可以令</a:t>
              </a:r>
              <a:endParaRPr sz="2400" b="1" dirty="0">
                <a:solidFill>
                  <a:srgbClr val="000066"/>
                </a:solidFill>
                <a:latin typeface="Arial" panose="020B0604020202020204" pitchFamily="34" charset="0"/>
                <a:ea typeface="楷体_GB2312" pitchFamily="49" charset="-122"/>
              </a:endParaRPr>
            </a:p>
          </p:txBody>
        </p:sp>
        <p:graphicFrame>
          <p:nvGraphicFramePr>
            <p:cNvPr id="10" name="对象 -2147481252"/>
            <p:cNvGraphicFramePr>
              <a:graphicFrameLocks noChangeAspect="1"/>
            </p:cNvGraphicFramePr>
            <p:nvPr/>
          </p:nvGraphicFramePr>
          <p:xfrm>
            <a:off x="3240" y="9480"/>
            <a:ext cx="1346" cy="709"/>
          </p:xfrm>
          <a:graphic>
            <a:graphicData uri="http://schemas.openxmlformats.org/presentationml/2006/ole">
              <mc:AlternateContent xmlns:mc="http://schemas.openxmlformats.org/markup-compatibility/2006">
                <mc:Choice xmlns:v="urn:schemas-microsoft-com:vml" Requires="v">
                  <p:oleObj spid="_x0000_s29" name="" r:id="rId16" imgW="368300" imgH="190500" progId="Equation.DSMT4">
                    <p:embed/>
                  </p:oleObj>
                </mc:Choice>
                <mc:Fallback>
                  <p:oleObj name="" r:id="rId16" imgW="368300" imgH="190500" progId="Equation.DSMT4">
                    <p:embed/>
                    <p:pic>
                      <p:nvPicPr>
                        <p:cNvPr id="0" name="图片 28"/>
                        <p:cNvPicPr/>
                        <p:nvPr/>
                      </p:nvPicPr>
                      <p:blipFill>
                        <a:blip r:embed="rId17"/>
                        <a:stretch>
                          <a:fillRect/>
                        </a:stretch>
                      </p:blipFill>
                      <p:spPr>
                        <a:xfrm>
                          <a:off x="3240" y="9480"/>
                          <a:ext cx="1346" cy="709"/>
                        </a:xfrm>
                        <a:prstGeom prst="rect">
                          <a:avLst/>
                        </a:prstGeom>
                        <a:noFill/>
                        <a:ln w="38100">
                          <a:noFill/>
                          <a:miter/>
                        </a:ln>
                      </p:spPr>
                    </p:pic>
                  </p:oleObj>
                </mc:Fallback>
              </mc:AlternateContent>
            </a:graphicData>
          </a:graphic>
        </p:graphicFrame>
      </p:grpSp>
      <p:graphicFrame>
        <p:nvGraphicFramePr>
          <p:cNvPr id="12" name="对象 -2147481251"/>
          <p:cNvGraphicFramePr>
            <a:graphicFrameLocks noChangeAspect="1"/>
          </p:cNvGraphicFramePr>
          <p:nvPr/>
        </p:nvGraphicFramePr>
        <p:xfrm>
          <a:off x="4419600" y="5257800"/>
          <a:ext cx="2626995" cy="1593215"/>
        </p:xfrm>
        <a:graphic>
          <a:graphicData uri="http://schemas.openxmlformats.org/presentationml/2006/ole">
            <mc:AlternateContent xmlns:mc="http://schemas.openxmlformats.org/markup-compatibility/2006">
              <mc:Choice xmlns:v="urn:schemas-microsoft-com:vml" Requires="v">
                <p:oleObj spid="_x0000_s31" name="" r:id="rId18" imgW="1345565" imgH="799465" progId="Equation.DSMT4">
                  <p:embed/>
                </p:oleObj>
              </mc:Choice>
              <mc:Fallback>
                <p:oleObj name="" r:id="rId18" imgW="1345565" imgH="799465" progId="Equation.DSMT4">
                  <p:embed/>
                  <p:pic>
                    <p:nvPicPr>
                      <p:cNvPr id="0" name="图片 30"/>
                      <p:cNvPicPr/>
                      <p:nvPr/>
                    </p:nvPicPr>
                    <p:blipFill>
                      <a:blip r:embed="rId19"/>
                      <a:stretch>
                        <a:fillRect/>
                      </a:stretch>
                    </p:blipFill>
                    <p:spPr>
                      <a:xfrm>
                        <a:off x="4419600" y="5257800"/>
                        <a:ext cx="2626995" cy="159321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4"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anim from="(-#ppt_w/2)" to="(#ppt_x)" calcmode="lin" valueType="num">
                                      <p:cBhvr>
                                        <p:cTn id="25" dur="600" fill="hold">
                                          <p:stCondLst>
                                            <p:cond delay="0"/>
                                          </p:stCondLst>
                                        </p:cTn>
                                        <p:tgtEl>
                                          <p:spTgt spid="30"/>
                                        </p:tgtEl>
                                        <p:attrNameLst>
                                          <p:attrName>ppt_x</p:attrName>
                                        </p:attrNameLst>
                                      </p:cBhvr>
                                    </p:anim>
                                    <p:anim from="0" to="-1.0" calcmode="lin" valueType="num">
                                      <p:cBhvr>
                                        <p:cTn id="26" dur="200" decel="50000" autoRev="1" fill="hold">
                                          <p:stCondLst>
                                            <p:cond delay="600"/>
                                          </p:stCondLst>
                                        </p:cTn>
                                        <p:tgtEl>
                                          <p:spTgt spid="30"/>
                                        </p:tgtEl>
                                        <p:attrNameLst>
                                          <p:attrName>xshear</p:attrName>
                                        </p:attrNameLst>
                                      </p:cBhvr>
                                    </p:anim>
                                    <p:animScale>
                                      <p:cBhvr>
                                        <p:cTn id="27" dur="200" decel="100000" autoRev="1" fill="hold">
                                          <p:stCondLst>
                                            <p:cond delay="600"/>
                                          </p:stCondLst>
                                        </p:cTn>
                                        <p:tgtEl>
                                          <p:spTgt spid="30"/>
                                        </p:tgtEl>
                                      </p:cBhvr>
                                      <p:from x="100000" y="100000"/>
                                      <p:to x="80000" y="100000"/>
                                    </p:animScale>
                                    <p:anim by="(#ppt_h/3+#ppt_w*0.1)" calcmode="lin" valueType="num">
                                      <p:cBhvr additive="sum">
                                        <p:cTn id="28" dur="200" decel="100000" autoRev="1" fill="hold">
                                          <p:stCondLst>
                                            <p:cond delay="600"/>
                                          </p:stCondLst>
                                        </p:cTn>
                                        <p:tgtEl>
                                          <p:spTgt spid="30"/>
                                        </p:tgtEl>
                                        <p:attrNameLst>
                                          <p:attrName>ppt_x</p:attrName>
                                        </p:attrNameLst>
                                      </p:cBhvr>
                                    </p:anim>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nodeType="clickEffect">
                                  <p:stCondLst>
                                    <p:cond delay="0"/>
                                  </p:stCondLst>
                                  <p:childTnLst>
                                    <p:set>
                                      <p:cBhvr>
                                        <p:cTn id="32" dur="500" fill="hold">
                                          <p:stCondLst>
                                            <p:cond delay="0"/>
                                          </p:stCondLst>
                                        </p:cTn>
                                        <p:tgtEl>
                                          <p:spTgt spid="12"/>
                                        </p:tgtEl>
                                        <p:attrNameLst>
                                          <p:attrName>style.visibility</p:attrName>
                                        </p:attrNameLst>
                                      </p:cBhvr>
                                      <p:to>
                                        <p:strVal val="visible"/>
                                      </p:to>
                                    </p:set>
                                    <p:animEffect transition="in" filter="wheel(1)">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317" name="图片 2754"/>
          <p:cNvPicPr>
            <a:picLocks noChangeAspect="1"/>
          </p:cNvPicPr>
          <p:nvPr/>
        </p:nvPicPr>
        <p:blipFill>
          <a:blip r:embed="rId1"/>
          <a:stretch>
            <a:fillRect/>
          </a:stretch>
        </p:blipFill>
        <p:spPr>
          <a:xfrm>
            <a:off x="2209800" y="2590800"/>
            <a:ext cx="4610100" cy="3769360"/>
          </a:xfrm>
          <a:prstGeom prst="rect">
            <a:avLst/>
          </a:prstGeom>
          <a:noFill/>
          <a:ln>
            <a:noFill/>
          </a:ln>
        </p:spPr>
      </p:pic>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graphicFrame>
        <p:nvGraphicFramePr>
          <p:cNvPr id="2" name="对象 -2147481251"/>
          <p:cNvGraphicFramePr>
            <a:graphicFrameLocks noChangeAspect="1"/>
          </p:cNvGraphicFramePr>
          <p:nvPr/>
        </p:nvGraphicFramePr>
        <p:xfrm>
          <a:off x="2971800" y="1295400"/>
          <a:ext cx="2626995" cy="1593215"/>
        </p:xfrm>
        <a:graphic>
          <a:graphicData uri="http://schemas.openxmlformats.org/presentationml/2006/ole">
            <mc:AlternateContent xmlns:mc="http://schemas.openxmlformats.org/markup-compatibility/2006">
              <mc:Choice xmlns:v="urn:schemas-microsoft-com:vml" Requires="v">
                <p:oleObj spid="_x0000_s31" name="" r:id="rId2" imgW="1345565" imgH="799465" progId="Equation.DSMT4">
                  <p:embed/>
                </p:oleObj>
              </mc:Choice>
              <mc:Fallback>
                <p:oleObj name="" r:id="rId2" imgW="1345565" imgH="799465" progId="Equation.DSMT4">
                  <p:embed/>
                  <p:pic>
                    <p:nvPicPr>
                      <p:cNvPr id="0" name="图片 30"/>
                      <p:cNvPicPr/>
                      <p:nvPr/>
                    </p:nvPicPr>
                    <p:blipFill>
                      <a:blip r:embed="rId3"/>
                      <a:stretch>
                        <a:fillRect/>
                      </a:stretch>
                    </p:blipFill>
                    <p:spPr>
                      <a:xfrm>
                        <a:off x="2971800" y="1295400"/>
                        <a:ext cx="2626995" cy="159321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317"/>
                                        </p:tgtEl>
                                        <p:attrNameLst>
                                          <p:attrName>style.visibility</p:attrName>
                                        </p:attrNameLst>
                                      </p:cBhvr>
                                      <p:to>
                                        <p:strVal val="visible"/>
                                      </p:to>
                                    </p:set>
                                    <p:anim calcmode="lin" valueType="num">
                                      <p:cBhvr additive="base">
                                        <p:cTn id="7" dur="500" fill="hold"/>
                                        <p:tgtEl>
                                          <p:spTgt spid="9317"/>
                                        </p:tgtEl>
                                        <p:attrNameLst>
                                          <p:attrName>ppt_x</p:attrName>
                                        </p:attrNameLst>
                                      </p:cBhvr>
                                      <p:tavLst>
                                        <p:tav tm="0">
                                          <p:val>
                                            <p:strVal val="#ppt_x"/>
                                          </p:val>
                                        </p:tav>
                                        <p:tav tm="100000">
                                          <p:val>
                                            <p:strVal val="#ppt_x"/>
                                          </p:val>
                                        </p:tav>
                                      </p:tavLst>
                                    </p:anim>
                                    <p:anim calcmode="lin" valueType="num">
                                      <p:cBhvr additive="base">
                                        <p:cTn id="8" dur="500" fill="hold"/>
                                        <p:tgtEl>
                                          <p:spTgt spid="93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26" name="Rectangle 3"/>
          <p:cNvSpPr>
            <a:spLocks noGrp="1"/>
          </p:cNvSpPr>
          <p:nvPr/>
        </p:nvSpPr>
        <p:spPr>
          <a:xfrm>
            <a:off x="601980" y="1149350"/>
            <a:ext cx="4717415"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rPr>
              <a:t>(2) 扩展成其他的数据选择器。</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sp>
        <p:nvSpPr>
          <p:cNvPr id="13" name="Rectangle 3"/>
          <p:cNvSpPr>
            <a:spLocks noGrp="1"/>
          </p:cNvSpPr>
          <p:nvPr/>
        </p:nvSpPr>
        <p:spPr>
          <a:xfrm>
            <a:off x="609600" y="1600200"/>
            <a:ext cx="7818755" cy="6400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两片74LS151构成的双8选1数据选择器</a:t>
            </a:r>
            <a:r>
              <a:rPr lang="zh-CN" sz="2400" b="1" dirty="0">
                <a:solidFill>
                  <a:srgbClr val="000066"/>
                </a:solidFill>
                <a:latin typeface="Arial" panose="020B0604020202020204" pitchFamily="34" charset="0"/>
                <a:ea typeface="楷体_GB2312" pitchFamily="49" charset="-122"/>
              </a:rPr>
              <a:t>。</a:t>
            </a:r>
            <a:endParaRPr lang="zh-CN" sz="2400" b="1" dirty="0">
              <a:solidFill>
                <a:srgbClr val="000066"/>
              </a:solidFill>
              <a:latin typeface="Arial" panose="020B0604020202020204" pitchFamily="34" charset="0"/>
              <a:ea typeface="楷体_GB2312" pitchFamily="49" charset="-122"/>
            </a:endParaRPr>
          </a:p>
        </p:txBody>
      </p:sp>
      <p:pic>
        <p:nvPicPr>
          <p:cNvPr id="9318" name="图片 2755"/>
          <p:cNvPicPr>
            <a:picLocks noChangeAspect="1"/>
          </p:cNvPicPr>
          <p:nvPr/>
        </p:nvPicPr>
        <p:blipFill>
          <a:blip r:embed="rId1"/>
          <a:stretch>
            <a:fillRect/>
          </a:stretch>
        </p:blipFill>
        <p:spPr>
          <a:xfrm>
            <a:off x="914400" y="2133600"/>
            <a:ext cx="7446645" cy="3147060"/>
          </a:xfrm>
          <a:prstGeom prst="rect">
            <a:avLst/>
          </a:prstGeom>
          <a:noFill/>
          <a:ln>
            <a:noFill/>
          </a:ln>
        </p:spPr>
      </p:pic>
      <p:grpSp>
        <p:nvGrpSpPr>
          <p:cNvPr id="12" name="组合 11"/>
          <p:cNvGrpSpPr/>
          <p:nvPr/>
        </p:nvGrpSpPr>
        <p:grpSpPr>
          <a:xfrm>
            <a:off x="618490" y="5308600"/>
            <a:ext cx="7954010" cy="1419860"/>
            <a:chOff x="974" y="8360"/>
            <a:chExt cx="12526" cy="2236"/>
          </a:xfrm>
        </p:grpSpPr>
        <p:sp>
          <p:nvSpPr>
            <p:cNvPr id="4" name="Rectangle 3"/>
            <p:cNvSpPr>
              <a:spLocks noGrp="1"/>
            </p:cNvSpPr>
            <p:nvPr/>
          </p:nvSpPr>
          <p:spPr>
            <a:xfrm>
              <a:off x="974" y="8360"/>
              <a:ext cx="12527" cy="223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当</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时，两片74LS151都不工作。当</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时，根据</a:t>
              </a:r>
              <a:r>
                <a:rPr lang="en-US" sz="2400" b="1" dirty="0">
                  <a:solidFill>
                    <a:srgbClr val="000066"/>
                  </a:solidFill>
                  <a:latin typeface="Arial" panose="020B0604020202020204" pitchFamily="34" charset="0"/>
                  <a:ea typeface="楷体_GB2312" pitchFamily="49" charset="-122"/>
                </a:rPr>
                <a:t>  </a:t>
              </a:r>
              <a:endParaRPr lang="en-US"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的取值情况从</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和</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中分别选择一个数据从</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和</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输出。</a:t>
              </a:r>
              <a:endParaRPr sz="2400" b="1" dirty="0">
                <a:solidFill>
                  <a:srgbClr val="000066"/>
                </a:solidFill>
                <a:latin typeface="Arial" panose="020B0604020202020204" pitchFamily="34" charset="0"/>
                <a:ea typeface="楷体_GB2312" pitchFamily="49" charset="-122"/>
              </a:endParaRPr>
            </a:p>
          </p:txBody>
        </p:sp>
        <p:graphicFrame>
          <p:nvGraphicFramePr>
            <p:cNvPr id="2" name="对象 -2147481250"/>
            <p:cNvGraphicFramePr>
              <a:graphicFrameLocks noChangeAspect="1"/>
            </p:cNvGraphicFramePr>
            <p:nvPr/>
          </p:nvGraphicFramePr>
          <p:xfrm>
            <a:off x="2400" y="8400"/>
            <a:ext cx="1070" cy="634"/>
          </p:xfrm>
          <a:graphic>
            <a:graphicData uri="http://schemas.openxmlformats.org/presentationml/2006/ole">
              <mc:AlternateContent xmlns:mc="http://schemas.openxmlformats.org/markup-compatibility/2006">
                <mc:Choice xmlns:v="urn:schemas-microsoft-com:vml" Requires="v">
                  <p:oleObj spid="_x0000_s3076" name="" r:id="rId2" imgW="304165" imgH="177800" progId="Equation.DSMT4">
                    <p:embed/>
                  </p:oleObj>
                </mc:Choice>
                <mc:Fallback>
                  <p:oleObj name="" r:id="rId2" imgW="304165" imgH="177800" progId="Equation.DSMT4">
                    <p:embed/>
                    <p:pic>
                      <p:nvPicPr>
                        <p:cNvPr id="0" name="图片 3075"/>
                        <p:cNvPicPr/>
                        <p:nvPr/>
                      </p:nvPicPr>
                      <p:blipFill>
                        <a:blip r:embed="rId3"/>
                        <a:stretch>
                          <a:fillRect/>
                        </a:stretch>
                      </p:blipFill>
                      <p:spPr>
                        <a:xfrm>
                          <a:off x="2400" y="8400"/>
                          <a:ext cx="1070" cy="634"/>
                        </a:xfrm>
                        <a:prstGeom prst="rect">
                          <a:avLst/>
                        </a:prstGeom>
                        <a:noFill/>
                        <a:ln w="38100">
                          <a:noFill/>
                          <a:miter/>
                        </a:ln>
                      </p:spPr>
                    </p:pic>
                  </p:oleObj>
                </mc:Fallback>
              </mc:AlternateContent>
            </a:graphicData>
          </a:graphic>
        </p:graphicFrame>
        <p:graphicFrame>
          <p:nvGraphicFramePr>
            <p:cNvPr id="3" name="对象 -2147481249"/>
            <p:cNvGraphicFramePr>
              <a:graphicFrameLocks noChangeAspect="1"/>
            </p:cNvGraphicFramePr>
            <p:nvPr/>
          </p:nvGraphicFramePr>
          <p:xfrm>
            <a:off x="10276" y="8466"/>
            <a:ext cx="1090" cy="641"/>
          </p:xfrm>
          <a:graphic>
            <a:graphicData uri="http://schemas.openxmlformats.org/presentationml/2006/ole">
              <mc:AlternateContent xmlns:mc="http://schemas.openxmlformats.org/markup-compatibility/2006">
                <mc:Choice xmlns:v="urn:schemas-microsoft-com:vml" Requires="v">
                  <p:oleObj spid="_x0000_s5" name="" r:id="rId4" imgW="330200" imgH="190500" progId="Equation.DSMT4">
                    <p:embed/>
                  </p:oleObj>
                </mc:Choice>
                <mc:Fallback>
                  <p:oleObj name="" r:id="rId4" imgW="330200" imgH="190500" progId="Equation.DSMT4">
                    <p:embed/>
                    <p:pic>
                      <p:nvPicPr>
                        <p:cNvPr id="0" name="图片 4"/>
                        <p:cNvPicPr/>
                        <p:nvPr/>
                      </p:nvPicPr>
                      <p:blipFill>
                        <a:blip r:embed="rId5"/>
                        <a:stretch>
                          <a:fillRect/>
                        </a:stretch>
                      </p:blipFill>
                      <p:spPr>
                        <a:xfrm>
                          <a:off x="10276" y="8466"/>
                          <a:ext cx="1090" cy="641"/>
                        </a:xfrm>
                        <a:prstGeom prst="rect">
                          <a:avLst/>
                        </a:prstGeom>
                        <a:noFill/>
                        <a:ln w="38100">
                          <a:noFill/>
                          <a:miter/>
                        </a:ln>
                      </p:spPr>
                    </p:pic>
                  </p:oleObj>
                </mc:Fallback>
              </mc:AlternateContent>
            </a:graphicData>
          </a:graphic>
        </p:graphicFrame>
        <p:graphicFrame>
          <p:nvGraphicFramePr>
            <p:cNvPr id="6" name="对象 -2147481248"/>
            <p:cNvGraphicFramePr>
              <a:graphicFrameLocks noChangeAspect="1"/>
            </p:cNvGraphicFramePr>
            <p:nvPr/>
          </p:nvGraphicFramePr>
          <p:xfrm>
            <a:off x="1200" y="9120"/>
            <a:ext cx="1399" cy="689"/>
          </p:xfrm>
          <a:graphic>
            <a:graphicData uri="http://schemas.openxmlformats.org/presentationml/2006/ole">
              <mc:AlternateContent xmlns:mc="http://schemas.openxmlformats.org/markup-compatibility/2006">
                <mc:Choice xmlns:v="urn:schemas-microsoft-com:vml" Requires="v">
                  <p:oleObj spid="_x0000_s7" name="" r:id="rId6" imgW="393700" imgH="190500" progId="Equation.DSMT4">
                    <p:embed/>
                  </p:oleObj>
                </mc:Choice>
                <mc:Fallback>
                  <p:oleObj name="" r:id="rId6" imgW="393700" imgH="190500" progId="Equation.DSMT4">
                    <p:embed/>
                    <p:pic>
                      <p:nvPicPr>
                        <p:cNvPr id="0" name="图片 5"/>
                        <p:cNvPicPr/>
                        <p:nvPr/>
                      </p:nvPicPr>
                      <p:blipFill>
                        <a:blip r:embed="rId7"/>
                        <a:stretch>
                          <a:fillRect/>
                        </a:stretch>
                      </p:blipFill>
                      <p:spPr>
                        <a:xfrm>
                          <a:off x="1200" y="9120"/>
                          <a:ext cx="1399" cy="689"/>
                        </a:xfrm>
                        <a:prstGeom prst="rect">
                          <a:avLst/>
                        </a:prstGeom>
                        <a:noFill/>
                        <a:ln w="38100">
                          <a:noFill/>
                          <a:miter/>
                        </a:ln>
                      </p:spPr>
                    </p:pic>
                  </p:oleObj>
                </mc:Fallback>
              </mc:AlternateContent>
            </a:graphicData>
          </a:graphic>
        </p:graphicFrame>
        <p:graphicFrame>
          <p:nvGraphicFramePr>
            <p:cNvPr id="8" name="对象 -2147481247"/>
            <p:cNvGraphicFramePr>
              <a:graphicFrameLocks noChangeAspect="1"/>
            </p:cNvGraphicFramePr>
            <p:nvPr/>
          </p:nvGraphicFramePr>
          <p:xfrm>
            <a:off x="5510" y="9186"/>
            <a:ext cx="1719" cy="641"/>
          </p:xfrm>
          <a:graphic>
            <a:graphicData uri="http://schemas.openxmlformats.org/presentationml/2006/ole">
              <mc:AlternateContent xmlns:mc="http://schemas.openxmlformats.org/markup-compatibility/2006">
                <mc:Choice xmlns:v="urn:schemas-microsoft-com:vml" Requires="v">
                  <p:oleObj spid="_x0000_s9" name="" r:id="rId8" imgW="520700" imgH="190500" progId="Equation.DSMT4">
                    <p:embed/>
                  </p:oleObj>
                </mc:Choice>
                <mc:Fallback>
                  <p:oleObj name="" r:id="rId8" imgW="520700" imgH="190500" progId="Equation.DSMT4">
                    <p:embed/>
                    <p:pic>
                      <p:nvPicPr>
                        <p:cNvPr id="0" name="图片 6"/>
                        <p:cNvPicPr/>
                        <p:nvPr/>
                      </p:nvPicPr>
                      <p:blipFill>
                        <a:blip r:embed="rId9"/>
                        <a:stretch>
                          <a:fillRect/>
                        </a:stretch>
                      </p:blipFill>
                      <p:spPr>
                        <a:xfrm>
                          <a:off x="5510" y="9186"/>
                          <a:ext cx="1719" cy="641"/>
                        </a:xfrm>
                        <a:prstGeom prst="rect">
                          <a:avLst/>
                        </a:prstGeom>
                        <a:noFill/>
                        <a:ln w="38100">
                          <a:noFill/>
                          <a:miter/>
                        </a:ln>
                      </p:spPr>
                    </p:pic>
                  </p:oleObj>
                </mc:Fallback>
              </mc:AlternateContent>
            </a:graphicData>
          </a:graphic>
        </p:graphicFrame>
        <p:graphicFrame>
          <p:nvGraphicFramePr>
            <p:cNvPr id="10" name="对象 -2147481246"/>
            <p:cNvGraphicFramePr>
              <a:graphicFrameLocks noChangeAspect="1"/>
            </p:cNvGraphicFramePr>
            <p:nvPr/>
          </p:nvGraphicFramePr>
          <p:xfrm>
            <a:off x="7690" y="9196"/>
            <a:ext cx="1737" cy="633"/>
          </p:xfrm>
          <a:graphic>
            <a:graphicData uri="http://schemas.openxmlformats.org/presentationml/2006/ole">
              <mc:AlternateContent xmlns:mc="http://schemas.openxmlformats.org/markup-compatibility/2006">
                <mc:Choice xmlns:v="urn:schemas-microsoft-com:vml" Requires="v">
                  <p:oleObj spid="_x0000_s11" name="" r:id="rId10" imgW="533400" imgH="190500" progId="Equation.DSMT4">
                    <p:embed/>
                  </p:oleObj>
                </mc:Choice>
                <mc:Fallback>
                  <p:oleObj name="" r:id="rId10" imgW="533400" imgH="190500" progId="Equation.DSMT4">
                    <p:embed/>
                    <p:pic>
                      <p:nvPicPr>
                        <p:cNvPr id="0" name="图片 7"/>
                        <p:cNvPicPr/>
                        <p:nvPr/>
                      </p:nvPicPr>
                      <p:blipFill>
                        <a:blip r:embed="rId11"/>
                        <a:stretch>
                          <a:fillRect/>
                        </a:stretch>
                      </p:blipFill>
                      <p:spPr>
                        <a:xfrm>
                          <a:off x="7690" y="9196"/>
                          <a:ext cx="1737" cy="633"/>
                        </a:xfrm>
                        <a:prstGeom prst="rect">
                          <a:avLst/>
                        </a:prstGeom>
                        <a:noFill/>
                        <a:ln w="38100">
                          <a:noFill/>
                          <a:miter/>
                        </a:ln>
                      </p:spPr>
                    </p:pic>
                  </p:oleObj>
                </mc:Fallback>
              </mc:AlternateContent>
            </a:graphicData>
          </a:graphic>
        </p:graphicFrame>
        <p:graphicFrame>
          <p:nvGraphicFramePr>
            <p:cNvPr id="14" name="对象 -2147481245"/>
            <p:cNvGraphicFramePr>
              <a:graphicFrameLocks noChangeAspect="1"/>
            </p:cNvGraphicFramePr>
            <p:nvPr/>
          </p:nvGraphicFramePr>
          <p:xfrm>
            <a:off x="2072" y="9862"/>
            <a:ext cx="454" cy="694"/>
          </p:xfrm>
          <a:graphic>
            <a:graphicData uri="http://schemas.openxmlformats.org/presentationml/2006/ole">
              <mc:AlternateContent xmlns:mc="http://schemas.openxmlformats.org/markup-compatibility/2006">
                <mc:Choice xmlns:v="urn:schemas-microsoft-com:vml" Requires="v">
                  <p:oleObj spid="_x0000_s15" name="" r:id="rId12" imgW="127000" imgH="189865" progId="Equation.DSMT4">
                    <p:embed/>
                  </p:oleObj>
                </mc:Choice>
                <mc:Fallback>
                  <p:oleObj name="" r:id="rId12" imgW="127000" imgH="189865" progId="Equation.DSMT4">
                    <p:embed/>
                    <p:pic>
                      <p:nvPicPr>
                        <p:cNvPr id="0" name="图片 8"/>
                        <p:cNvPicPr/>
                        <p:nvPr/>
                      </p:nvPicPr>
                      <p:blipFill>
                        <a:blip r:embed="rId13"/>
                        <a:stretch>
                          <a:fillRect/>
                        </a:stretch>
                      </p:blipFill>
                      <p:spPr>
                        <a:xfrm>
                          <a:off x="2072" y="9862"/>
                          <a:ext cx="454" cy="694"/>
                        </a:xfrm>
                        <a:prstGeom prst="rect">
                          <a:avLst/>
                        </a:prstGeom>
                        <a:noFill/>
                        <a:ln w="38100">
                          <a:noFill/>
                          <a:miter/>
                        </a:ln>
                      </p:spPr>
                    </p:pic>
                  </p:oleObj>
                </mc:Fallback>
              </mc:AlternateContent>
            </a:graphicData>
          </a:graphic>
        </p:graphicFrame>
        <p:graphicFrame>
          <p:nvGraphicFramePr>
            <p:cNvPr id="16" name="对象 -2147481244"/>
            <p:cNvGraphicFramePr>
              <a:graphicFrameLocks noChangeAspect="1"/>
            </p:cNvGraphicFramePr>
            <p:nvPr/>
          </p:nvGraphicFramePr>
          <p:xfrm>
            <a:off x="3218" y="9884"/>
            <a:ext cx="484" cy="672"/>
          </p:xfrm>
          <a:graphic>
            <a:graphicData uri="http://schemas.openxmlformats.org/presentationml/2006/ole">
              <mc:AlternateContent xmlns:mc="http://schemas.openxmlformats.org/markup-compatibility/2006">
                <mc:Choice xmlns:v="urn:schemas-microsoft-com:vml" Requires="v">
                  <p:oleObj spid="_x0000_s17" name="" r:id="rId14" imgW="139700" imgH="190500" progId="Equation.DSMT4">
                    <p:embed/>
                  </p:oleObj>
                </mc:Choice>
                <mc:Fallback>
                  <p:oleObj name="" r:id="rId14" imgW="139700" imgH="190500" progId="Equation.DSMT4">
                    <p:embed/>
                    <p:pic>
                      <p:nvPicPr>
                        <p:cNvPr id="0" name="图片 9"/>
                        <p:cNvPicPr/>
                        <p:nvPr/>
                      </p:nvPicPr>
                      <p:blipFill>
                        <a:blip r:embed="rId15"/>
                        <a:stretch>
                          <a:fillRect/>
                        </a:stretch>
                      </p:blipFill>
                      <p:spPr>
                        <a:xfrm>
                          <a:off x="3218" y="9884"/>
                          <a:ext cx="484" cy="672"/>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3" name="Rectangle 3"/>
          <p:cNvSpPr>
            <a:spLocks noGrp="1"/>
          </p:cNvSpPr>
          <p:nvPr/>
        </p:nvSpPr>
        <p:spPr>
          <a:xfrm>
            <a:off x="609600" y="1143000"/>
            <a:ext cx="6361430" cy="6400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两片74LS151构成一个16选1数据选择器</a:t>
            </a:r>
            <a:r>
              <a:rPr lang="zh-CN" sz="2400" b="1" dirty="0">
                <a:solidFill>
                  <a:srgbClr val="000066"/>
                </a:solidFill>
                <a:latin typeface="Arial" panose="020B0604020202020204" pitchFamily="34" charset="0"/>
                <a:ea typeface="楷体_GB2312" pitchFamily="49" charset="-122"/>
              </a:rPr>
              <a:t>。</a:t>
            </a:r>
            <a:endParaRPr lang="zh-CN" sz="2400" b="1" dirty="0">
              <a:solidFill>
                <a:srgbClr val="000066"/>
              </a:solidFill>
              <a:latin typeface="Arial" panose="020B0604020202020204" pitchFamily="34" charset="0"/>
              <a:ea typeface="楷体_GB2312" pitchFamily="49" charset="-122"/>
            </a:endParaRPr>
          </a:p>
        </p:txBody>
      </p:sp>
      <p:sp>
        <p:nvSpPr>
          <p:cNvPr id="4" name="Rectangle 3"/>
          <p:cNvSpPr>
            <a:spLocks noGrp="1"/>
          </p:cNvSpPr>
          <p:nvPr/>
        </p:nvSpPr>
        <p:spPr>
          <a:xfrm>
            <a:off x="472440" y="5308600"/>
            <a:ext cx="8286750" cy="14198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当</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时，74LS151(1) 不工作；而74LS151(0) 工作，其输出为</a:t>
            </a:r>
            <a:r>
              <a:rPr sz="2400" b="1" i="1" dirty="0">
                <a:solidFill>
                  <a:srgbClr val="000066"/>
                </a:solidFill>
                <a:latin typeface="Arial" panose="020B0604020202020204" pitchFamily="34" charset="0"/>
                <a:ea typeface="楷体_GB2312" pitchFamily="49" charset="-122"/>
              </a:rPr>
              <a:t>D</a:t>
            </a:r>
            <a:r>
              <a:rPr sz="2400" b="1" baseline="-25000" dirty="0">
                <a:solidFill>
                  <a:srgbClr val="000066"/>
                </a:solidFill>
                <a:latin typeface="Arial" panose="020B0604020202020204" pitchFamily="34" charset="0"/>
                <a:ea typeface="楷体_GB2312" pitchFamily="49" charset="-122"/>
              </a:rPr>
              <a:t>00</a:t>
            </a:r>
            <a:r>
              <a:rPr sz="2400" b="1" dirty="0">
                <a:solidFill>
                  <a:srgbClr val="000066"/>
                </a:solidFill>
                <a:latin typeface="Arial" panose="020B0604020202020204" pitchFamily="34" charset="0"/>
                <a:ea typeface="楷体_GB2312" pitchFamily="49" charset="-122"/>
              </a:rPr>
              <a:t>~</a:t>
            </a:r>
            <a:r>
              <a:rPr sz="2400" b="1" i="1" dirty="0">
                <a:solidFill>
                  <a:srgbClr val="000066"/>
                </a:solidFill>
                <a:latin typeface="Arial" panose="020B0604020202020204" pitchFamily="34" charset="0"/>
                <a:ea typeface="楷体_GB2312" pitchFamily="49" charset="-122"/>
              </a:rPr>
              <a:t>D</a:t>
            </a:r>
            <a:r>
              <a:rPr sz="2400" b="1" baseline="-25000" dirty="0">
                <a:solidFill>
                  <a:srgbClr val="000066"/>
                </a:solidFill>
                <a:latin typeface="Arial" panose="020B0604020202020204" pitchFamily="34" charset="0"/>
                <a:ea typeface="楷体_GB2312" pitchFamily="49" charset="-122"/>
              </a:rPr>
              <a:t>07</a:t>
            </a:r>
            <a:r>
              <a:rPr sz="2400" b="1" dirty="0">
                <a:solidFill>
                  <a:srgbClr val="000066"/>
                </a:solidFill>
                <a:latin typeface="Arial" panose="020B0604020202020204" pitchFamily="34" charset="0"/>
                <a:ea typeface="楷体_GB2312" pitchFamily="49" charset="-122"/>
              </a:rPr>
              <a:t>中的某个值，具体由</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的取值决定</a:t>
            </a:r>
            <a:r>
              <a:rPr lang="zh-CN" sz="2400" b="1" dirty="0">
                <a:solidFill>
                  <a:srgbClr val="000066"/>
                </a:solidFill>
                <a:latin typeface="Arial" panose="020B0604020202020204" pitchFamily="34" charset="0"/>
                <a:ea typeface="楷体_GB2312" pitchFamily="49" charset="-122"/>
              </a:rPr>
              <a:t>。因此，</a:t>
            </a:r>
            <a:r>
              <a:rPr sz="2400" b="1" dirty="0">
                <a:solidFill>
                  <a:srgbClr val="000066"/>
                </a:solidFill>
                <a:latin typeface="Arial" panose="020B0604020202020204" pitchFamily="34" charset="0"/>
                <a:ea typeface="楷体_GB2312" pitchFamily="49" charset="-122"/>
              </a:rPr>
              <a:t>此时相当于从</a:t>
            </a:r>
            <a:r>
              <a:rPr sz="2400" b="1" i="1" dirty="0">
                <a:solidFill>
                  <a:srgbClr val="000066"/>
                </a:solidFill>
                <a:latin typeface="Arial" panose="020B0604020202020204" pitchFamily="34" charset="0"/>
                <a:ea typeface="楷体_GB2312" pitchFamily="49" charset="-122"/>
                <a:sym typeface="+mn-ea"/>
              </a:rPr>
              <a:t>D</a:t>
            </a:r>
            <a:r>
              <a:rPr sz="2400" b="1" baseline="-25000" dirty="0">
                <a:solidFill>
                  <a:srgbClr val="000066"/>
                </a:solidFill>
                <a:latin typeface="Arial" panose="020B0604020202020204" pitchFamily="34" charset="0"/>
                <a:ea typeface="楷体_GB2312" pitchFamily="49" charset="-122"/>
                <a:sym typeface="+mn-ea"/>
              </a:rPr>
              <a:t>00</a:t>
            </a:r>
            <a:r>
              <a:rPr sz="2400" b="1" dirty="0">
                <a:solidFill>
                  <a:srgbClr val="000066"/>
                </a:solidFill>
                <a:latin typeface="Arial" panose="020B0604020202020204" pitchFamily="34" charset="0"/>
                <a:ea typeface="楷体_GB2312" pitchFamily="49" charset="-122"/>
                <a:sym typeface="+mn-ea"/>
              </a:rPr>
              <a:t>~</a:t>
            </a:r>
            <a:r>
              <a:rPr sz="2400" b="1" i="1" dirty="0">
                <a:solidFill>
                  <a:srgbClr val="000066"/>
                </a:solidFill>
                <a:latin typeface="Arial" panose="020B0604020202020204" pitchFamily="34" charset="0"/>
                <a:ea typeface="楷体_GB2312" pitchFamily="49" charset="-122"/>
                <a:sym typeface="+mn-ea"/>
              </a:rPr>
              <a:t>D</a:t>
            </a:r>
            <a:r>
              <a:rPr sz="2400" b="1" baseline="-25000" dirty="0">
                <a:solidFill>
                  <a:srgbClr val="000066"/>
                </a:solidFill>
                <a:latin typeface="Arial" panose="020B0604020202020204" pitchFamily="34" charset="0"/>
                <a:ea typeface="楷体_GB2312" pitchFamily="49" charset="-122"/>
                <a:sym typeface="+mn-ea"/>
              </a:rPr>
              <a:t>07</a:t>
            </a:r>
            <a:r>
              <a:rPr sz="2400" b="1" dirty="0">
                <a:solidFill>
                  <a:srgbClr val="000066"/>
                </a:solidFill>
                <a:latin typeface="Arial" panose="020B0604020202020204" pitchFamily="34" charset="0"/>
                <a:ea typeface="楷体_GB2312" pitchFamily="49" charset="-122"/>
              </a:rPr>
              <a:t>中选择一个数据从</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输出。</a:t>
            </a:r>
            <a:endParaRPr sz="2400" b="1" dirty="0">
              <a:solidFill>
                <a:srgbClr val="000066"/>
              </a:solidFill>
              <a:latin typeface="Arial" panose="020B0604020202020204" pitchFamily="34" charset="0"/>
              <a:ea typeface="楷体_GB2312" pitchFamily="49" charset="-122"/>
            </a:endParaRPr>
          </a:p>
        </p:txBody>
      </p:sp>
      <p:pic>
        <p:nvPicPr>
          <p:cNvPr id="9319" name="图片 2756"/>
          <p:cNvPicPr>
            <a:picLocks noChangeAspect="1"/>
          </p:cNvPicPr>
          <p:nvPr/>
        </p:nvPicPr>
        <p:blipFill>
          <a:blip r:embed="rId1"/>
          <a:stretch>
            <a:fillRect/>
          </a:stretch>
        </p:blipFill>
        <p:spPr>
          <a:xfrm>
            <a:off x="1219200" y="1600200"/>
            <a:ext cx="7079615" cy="3837940"/>
          </a:xfrm>
          <a:prstGeom prst="rect">
            <a:avLst/>
          </a:prstGeom>
          <a:noFill/>
          <a:ln>
            <a:noFill/>
          </a:ln>
        </p:spPr>
      </p:pic>
      <p:graphicFrame>
        <p:nvGraphicFramePr>
          <p:cNvPr id="2" name="对象 -2147481239"/>
          <p:cNvGraphicFramePr>
            <a:graphicFrameLocks noChangeAspect="1"/>
          </p:cNvGraphicFramePr>
          <p:nvPr/>
        </p:nvGraphicFramePr>
        <p:xfrm>
          <a:off x="1405890" y="5396230"/>
          <a:ext cx="876300" cy="461645"/>
        </p:xfrm>
        <a:graphic>
          <a:graphicData uri="http://schemas.openxmlformats.org/presentationml/2006/ole">
            <mc:AlternateContent xmlns:mc="http://schemas.openxmlformats.org/markup-compatibility/2006">
              <mc:Choice xmlns:v="urn:schemas-microsoft-com:vml" Requires="v">
                <p:oleObj spid="_x0000_s18" name="" r:id="rId2" imgW="368300" imgH="190500" progId="Equation.DSMT4">
                  <p:embed/>
                </p:oleObj>
              </mc:Choice>
              <mc:Fallback>
                <p:oleObj name="" r:id="rId2" imgW="368300" imgH="190500" progId="Equation.DSMT4">
                  <p:embed/>
                  <p:pic>
                    <p:nvPicPr>
                      <p:cNvPr id="0" name="图片 17"/>
                      <p:cNvPicPr/>
                      <p:nvPr/>
                    </p:nvPicPr>
                    <p:blipFill>
                      <a:blip r:embed="rId3"/>
                      <a:stretch>
                        <a:fillRect/>
                      </a:stretch>
                    </p:blipFill>
                    <p:spPr>
                      <a:xfrm>
                        <a:off x="1405890" y="5396230"/>
                        <a:ext cx="876300" cy="461645"/>
                      </a:xfrm>
                      <a:prstGeom prst="rect">
                        <a:avLst/>
                      </a:prstGeom>
                      <a:noFill/>
                      <a:ln w="38100">
                        <a:noFill/>
                        <a:miter/>
                      </a:ln>
                    </p:spPr>
                  </p:pic>
                </p:oleObj>
              </mc:Fallback>
            </mc:AlternateContent>
          </a:graphicData>
        </a:graphic>
      </p:graphicFrame>
      <p:graphicFrame>
        <p:nvGraphicFramePr>
          <p:cNvPr id="3" name="对象 -2147482442"/>
          <p:cNvGraphicFramePr>
            <a:graphicFrameLocks noChangeAspect="1"/>
          </p:cNvGraphicFramePr>
          <p:nvPr/>
        </p:nvGraphicFramePr>
        <p:xfrm>
          <a:off x="5819140" y="5833110"/>
          <a:ext cx="927100" cy="457200"/>
        </p:xfrm>
        <a:graphic>
          <a:graphicData uri="http://schemas.openxmlformats.org/presentationml/2006/ole">
            <mc:AlternateContent xmlns:mc="http://schemas.openxmlformats.org/markup-compatibility/2006">
              <mc:Choice xmlns:v="urn:schemas-microsoft-com:vml" Requires="v">
                <p:oleObj spid="_x0000_s19" name="" r:id="rId4" imgW="393700" imgH="190500" progId="Equation.DSMT4">
                  <p:embed/>
                </p:oleObj>
              </mc:Choice>
              <mc:Fallback>
                <p:oleObj name="" r:id="rId4" imgW="393700" imgH="190500" progId="Equation.DSMT4">
                  <p:embed/>
                  <p:pic>
                    <p:nvPicPr>
                      <p:cNvPr id="0" name="图片 18"/>
                      <p:cNvPicPr/>
                      <p:nvPr/>
                    </p:nvPicPr>
                    <p:blipFill>
                      <a:blip r:embed="rId5"/>
                      <a:stretch>
                        <a:fillRect/>
                      </a:stretch>
                    </p:blipFill>
                    <p:spPr>
                      <a:xfrm>
                        <a:off x="5819140" y="5833110"/>
                        <a:ext cx="927100" cy="457200"/>
                      </a:xfrm>
                      <a:prstGeom prst="rect">
                        <a:avLst/>
                      </a:prstGeom>
                      <a:noFill/>
                      <a:ln w="38100">
                        <a:noFill/>
                        <a:miter/>
                      </a:ln>
                    </p:spPr>
                  </p:pic>
                </p:oleObj>
              </mc:Fallback>
            </mc:AlternateContent>
          </a:graphicData>
        </a:graphic>
      </p:graphicFrame>
      <p:graphicFrame>
        <p:nvGraphicFramePr>
          <p:cNvPr id="5" name="对象 -2147482440"/>
          <p:cNvGraphicFramePr>
            <a:graphicFrameLocks noChangeAspect="1"/>
          </p:cNvGraphicFramePr>
          <p:nvPr/>
        </p:nvGraphicFramePr>
        <p:xfrm>
          <a:off x="6913880" y="6234430"/>
          <a:ext cx="328930" cy="456565"/>
        </p:xfrm>
        <a:graphic>
          <a:graphicData uri="http://schemas.openxmlformats.org/presentationml/2006/ole">
            <mc:AlternateContent xmlns:mc="http://schemas.openxmlformats.org/markup-compatibility/2006">
              <mc:Choice xmlns:v="urn:schemas-microsoft-com:vml" Requires="v">
                <p:oleObj spid="_x0000_s20" name="" r:id="rId6" imgW="139700" imgH="190500" progId="Equation.DSMT4">
                  <p:embed/>
                </p:oleObj>
              </mc:Choice>
              <mc:Fallback>
                <p:oleObj name="" r:id="rId6" imgW="139700" imgH="190500" progId="Equation.DSMT4">
                  <p:embed/>
                  <p:pic>
                    <p:nvPicPr>
                      <p:cNvPr id="0" name="图片 19"/>
                      <p:cNvPicPr/>
                      <p:nvPr/>
                    </p:nvPicPr>
                    <p:blipFill>
                      <a:blip r:embed="rId7"/>
                      <a:stretch>
                        <a:fillRect/>
                      </a:stretch>
                    </p:blipFill>
                    <p:spPr>
                      <a:xfrm>
                        <a:off x="6913880" y="6234430"/>
                        <a:ext cx="328930" cy="45656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wheel(1)">
                                      <p:cBhvr>
                                        <p:cTn id="7" dur="500"/>
                                        <p:tgtEl>
                                          <p:spTgt spid="4"/>
                                        </p:tgtEl>
                                      </p:cBhvr>
                                    </p:animEffect>
                                  </p:childTnLst>
                                </p:cTn>
                              </p:par>
                              <p:par>
                                <p:cTn id="8" presetID="21" presetClass="entr" presetSubtype="1" fill="hold" nodeType="withEffect">
                                  <p:stCondLst>
                                    <p:cond delay="0"/>
                                  </p:stCondLst>
                                  <p:childTnLst>
                                    <p:set>
                                      <p:cBhvr>
                                        <p:cTn id="9" dur="500" fill="hold">
                                          <p:stCondLst>
                                            <p:cond delay="0"/>
                                          </p:stCondLst>
                                        </p:cTn>
                                        <p:tgtEl>
                                          <p:spTgt spid="2"/>
                                        </p:tgtEl>
                                        <p:attrNameLst>
                                          <p:attrName>style.visibility</p:attrName>
                                        </p:attrNameLst>
                                      </p:cBhvr>
                                      <p:to>
                                        <p:strVal val="visible"/>
                                      </p:to>
                                    </p:set>
                                    <p:animEffect transition="in" filter="wheel(1)">
                                      <p:cBhvr>
                                        <p:cTn id="10" dur="500"/>
                                        <p:tgtEl>
                                          <p:spTgt spid="2"/>
                                        </p:tgtEl>
                                      </p:cBhvr>
                                    </p:animEffect>
                                  </p:childTnLst>
                                </p:cTn>
                              </p:par>
                              <p:par>
                                <p:cTn id="11" presetID="21" presetClass="entr" presetSubtype="1" fill="hold" nodeType="withEffect">
                                  <p:stCondLst>
                                    <p:cond delay="0"/>
                                  </p:stCondLst>
                                  <p:childTnLst>
                                    <p:set>
                                      <p:cBhvr>
                                        <p:cTn id="12" dur="500" fill="hold">
                                          <p:stCondLst>
                                            <p:cond delay="0"/>
                                          </p:stCondLst>
                                        </p:cTn>
                                        <p:tgtEl>
                                          <p:spTgt spid="3"/>
                                        </p:tgtEl>
                                        <p:attrNameLst>
                                          <p:attrName>style.visibility</p:attrName>
                                        </p:attrNameLst>
                                      </p:cBhvr>
                                      <p:to>
                                        <p:strVal val="visible"/>
                                      </p:to>
                                    </p:set>
                                    <p:animEffect transition="in" filter="wheel(1)">
                                      <p:cBhvr>
                                        <p:cTn id="13" dur="500"/>
                                        <p:tgtEl>
                                          <p:spTgt spid="3"/>
                                        </p:tgtEl>
                                      </p:cBhvr>
                                    </p:animEffect>
                                  </p:childTnLst>
                                </p:cTn>
                              </p:par>
                              <p:par>
                                <p:cTn id="14" presetID="21" presetClass="entr" presetSubtype="1" fill="hold" nodeType="withEffect">
                                  <p:stCondLst>
                                    <p:cond delay="0"/>
                                  </p:stCondLst>
                                  <p:childTnLst>
                                    <p:set>
                                      <p:cBhvr>
                                        <p:cTn id="15" dur="500" fill="hold">
                                          <p:stCondLst>
                                            <p:cond delay="0"/>
                                          </p:stCondLst>
                                        </p:cTn>
                                        <p:tgtEl>
                                          <p:spTgt spid="5"/>
                                        </p:tgtEl>
                                        <p:attrNameLst>
                                          <p:attrName>style.visibility</p:attrName>
                                        </p:attrNameLst>
                                      </p:cBhvr>
                                      <p:to>
                                        <p:strVal val="visible"/>
                                      </p:to>
                                    </p:set>
                                    <p:animEffect transition="in" filter="wheel(1)">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4" name="文本框 23"/>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53181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Rectangle 3"/>
          <p:cNvSpPr>
            <a:spLocks noGrp="1"/>
          </p:cNvSpPr>
          <p:nvPr/>
        </p:nvSpPr>
        <p:spPr>
          <a:xfrm>
            <a:off x="472440" y="4089400"/>
            <a:ext cx="8286750" cy="14198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当</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时，74LS151(</a:t>
            </a:r>
            <a:r>
              <a:rPr lang="en-US" sz="2400" b="1" dirty="0">
                <a:solidFill>
                  <a:srgbClr val="000066"/>
                </a:solidFill>
                <a:latin typeface="Arial" panose="020B0604020202020204" pitchFamily="34" charset="0"/>
                <a:ea typeface="楷体_GB2312" pitchFamily="49" charset="-122"/>
              </a:rPr>
              <a:t>0</a:t>
            </a:r>
            <a:r>
              <a:rPr sz="2400" b="1" dirty="0">
                <a:solidFill>
                  <a:srgbClr val="000066"/>
                </a:solidFill>
                <a:latin typeface="Arial" panose="020B0604020202020204" pitchFamily="34" charset="0"/>
                <a:ea typeface="楷体_GB2312" pitchFamily="49" charset="-122"/>
              </a:rPr>
              <a:t>) 不工作；而74LS151(</a:t>
            </a:r>
            <a:r>
              <a:rPr lang="en-US" sz="2400" b="1" dirty="0">
                <a:solidFill>
                  <a:srgbClr val="000066"/>
                </a:solidFill>
                <a:latin typeface="Arial" panose="020B0604020202020204" pitchFamily="34" charset="0"/>
                <a:ea typeface="楷体_GB2312" pitchFamily="49" charset="-122"/>
              </a:rPr>
              <a:t>1</a:t>
            </a:r>
            <a:r>
              <a:rPr sz="2400" b="1" dirty="0">
                <a:solidFill>
                  <a:srgbClr val="000066"/>
                </a:solidFill>
                <a:latin typeface="Arial" panose="020B0604020202020204" pitchFamily="34" charset="0"/>
                <a:ea typeface="楷体_GB2312" pitchFamily="49" charset="-122"/>
              </a:rPr>
              <a:t>) 工作，其输出为</a:t>
            </a:r>
            <a:r>
              <a:rPr sz="2400" b="1" i="1" dirty="0">
                <a:solidFill>
                  <a:srgbClr val="000066"/>
                </a:solidFill>
                <a:latin typeface="Arial" panose="020B0604020202020204" pitchFamily="34" charset="0"/>
                <a:ea typeface="楷体_GB2312" pitchFamily="49" charset="-122"/>
              </a:rPr>
              <a:t>D</a:t>
            </a:r>
            <a:r>
              <a:rPr sz="2400" b="1" baseline="-25000" dirty="0">
                <a:solidFill>
                  <a:srgbClr val="000066"/>
                </a:solidFill>
                <a:latin typeface="Arial" panose="020B0604020202020204" pitchFamily="34" charset="0"/>
                <a:ea typeface="楷体_GB2312" pitchFamily="49" charset="-122"/>
              </a:rPr>
              <a:t>0</a:t>
            </a:r>
            <a:r>
              <a:rPr lang="en-US" sz="2400" b="1" baseline="-25000" dirty="0">
                <a:solidFill>
                  <a:srgbClr val="000066"/>
                </a:solidFill>
                <a:latin typeface="Arial" panose="020B0604020202020204" pitchFamily="34" charset="0"/>
                <a:ea typeface="楷体_GB2312" pitchFamily="49" charset="-122"/>
              </a:rPr>
              <a:t>8</a:t>
            </a:r>
            <a:r>
              <a:rPr sz="2400" b="1" dirty="0">
                <a:solidFill>
                  <a:srgbClr val="000066"/>
                </a:solidFill>
                <a:latin typeface="Arial" panose="020B0604020202020204" pitchFamily="34" charset="0"/>
                <a:ea typeface="楷体_GB2312" pitchFamily="49" charset="-122"/>
              </a:rPr>
              <a:t>~</a:t>
            </a:r>
            <a:r>
              <a:rPr sz="2400" b="1" i="1" dirty="0">
                <a:solidFill>
                  <a:srgbClr val="000066"/>
                </a:solidFill>
                <a:latin typeface="Arial" panose="020B0604020202020204" pitchFamily="34" charset="0"/>
                <a:ea typeface="楷体_GB2312" pitchFamily="49" charset="-122"/>
              </a:rPr>
              <a:t>D</a:t>
            </a:r>
            <a:r>
              <a:rPr lang="en-US" sz="2400" b="1" baseline="-25000" dirty="0">
                <a:solidFill>
                  <a:srgbClr val="000066"/>
                </a:solidFill>
                <a:latin typeface="Arial" panose="020B0604020202020204" pitchFamily="34" charset="0"/>
                <a:ea typeface="楷体_GB2312" pitchFamily="49" charset="-122"/>
              </a:rPr>
              <a:t>15</a:t>
            </a:r>
            <a:r>
              <a:rPr sz="2400" b="1" dirty="0">
                <a:solidFill>
                  <a:srgbClr val="000066"/>
                </a:solidFill>
                <a:latin typeface="Arial" panose="020B0604020202020204" pitchFamily="34" charset="0"/>
                <a:ea typeface="楷体_GB2312" pitchFamily="49" charset="-122"/>
              </a:rPr>
              <a:t>中的某个值，具体由</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的取值决定</a:t>
            </a:r>
            <a:r>
              <a:rPr lang="zh-CN" sz="2400" b="1" dirty="0">
                <a:solidFill>
                  <a:srgbClr val="000066"/>
                </a:solidFill>
                <a:latin typeface="Arial" panose="020B0604020202020204" pitchFamily="34" charset="0"/>
                <a:ea typeface="楷体_GB2312" pitchFamily="49" charset="-122"/>
              </a:rPr>
              <a:t>。因此，</a:t>
            </a:r>
            <a:r>
              <a:rPr sz="2400" b="1" dirty="0">
                <a:solidFill>
                  <a:srgbClr val="000066"/>
                </a:solidFill>
                <a:latin typeface="Arial" panose="020B0604020202020204" pitchFamily="34" charset="0"/>
                <a:ea typeface="楷体_GB2312" pitchFamily="49" charset="-122"/>
              </a:rPr>
              <a:t>此时相当于从</a:t>
            </a:r>
            <a:r>
              <a:rPr sz="2400" b="1" i="1" dirty="0">
                <a:solidFill>
                  <a:srgbClr val="000066"/>
                </a:solidFill>
                <a:latin typeface="Arial" panose="020B0604020202020204" pitchFamily="34" charset="0"/>
                <a:ea typeface="楷体_GB2312" pitchFamily="49" charset="-122"/>
                <a:sym typeface="+mn-ea"/>
              </a:rPr>
              <a:t>D</a:t>
            </a:r>
            <a:r>
              <a:rPr sz="2400" b="1" baseline="-25000" dirty="0">
                <a:solidFill>
                  <a:srgbClr val="000066"/>
                </a:solidFill>
                <a:latin typeface="Arial" panose="020B0604020202020204" pitchFamily="34" charset="0"/>
                <a:ea typeface="楷体_GB2312" pitchFamily="49" charset="-122"/>
                <a:sym typeface="+mn-ea"/>
              </a:rPr>
              <a:t>0</a:t>
            </a:r>
            <a:r>
              <a:rPr lang="en-US" sz="2400" b="1" baseline="-25000" dirty="0">
                <a:solidFill>
                  <a:srgbClr val="000066"/>
                </a:solidFill>
                <a:latin typeface="Arial" panose="020B0604020202020204" pitchFamily="34" charset="0"/>
                <a:ea typeface="楷体_GB2312" pitchFamily="49" charset="-122"/>
                <a:sym typeface="+mn-ea"/>
              </a:rPr>
              <a:t>8</a:t>
            </a:r>
            <a:r>
              <a:rPr sz="2400" b="1" dirty="0">
                <a:solidFill>
                  <a:srgbClr val="000066"/>
                </a:solidFill>
                <a:latin typeface="Arial" panose="020B0604020202020204" pitchFamily="34" charset="0"/>
                <a:ea typeface="楷体_GB2312" pitchFamily="49" charset="-122"/>
                <a:sym typeface="+mn-ea"/>
              </a:rPr>
              <a:t>~</a:t>
            </a:r>
            <a:r>
              <a:rPr sz="2400" b="1" i="1" dirty="0">
                <a:solidFill>
                  <a:srgbClr val="000066"/>
                </a:solidFill>
                <a:latin typeface="Arial" panose="020B0604020202020204" pitchFamily="34" charset="0"/>
                <a:ea typeface="楷体_GB2312" pitchFamily="49" charset="-122"/>
                <a:sym typeface="+mn-ea"/>
              </a:rPr>
              <a:t>D</a:t>
            </a:r>
            <a:r>
              <a:rPr lang="en-US" sz="2400" b="1" baseline="-25000" dirty="0">
                <a:solidFill>
                  <a:srgbClr val="000066"/>
                </a:solidFill>
                <a:latin typeface="Arial" panose="020B0604020202020204" pitchFamily="34" charset="0"/>
                <a:ea typeface="楷体_GB2312" pitchFamily="49" charset="-122"/>
                <a:sym typeface="+mn-ea"/>
              </a:rPr>
              <a:t>15</a:t>
            </a:r>
            <a:r>
              <a:rPr sz="2400" b="1" dirty="0">
                <a:solidFill>
                  <a:srgbClr val="000066"/>
                </a:solidFill>
                <a:latin typeface="Arial" panose="020B0604020202020204" pitchFamily="34" charset="0"/>
                <a:ea typeface="楷体_GB2312" pitchFamily="49" charset="-122"/>
              </a:rPr>
              <a:t>中选择一个数据从</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输出。</a:t>
            </a:r>
            <a:endParaRPr sz="2400" b="1" dirty="0">
              <a:solidFill>
                <a:srgbClr val="000066"/>
              </a:solidFill>
              <a:latin typeface="Arial" panose="020B0604020202020204" pitchFamily="34" charset="0"/>
              <a:ea typeface="楷体_GB2312" pitchFamily="49" charset="-122"/>
            </a:endParaRPr>
          </a:p>
        </p:txBody>
      </p:sp>
      <p:pic>
        <p:nvPicPr>
          <p:cNvPr id="9319" name="图片 2756"/>
          <p:cNvPicPr>
            <a:picLocks noChangeAspect="1"/>
          </p:cNvPicPr>
          <p:nvPr/>
        </p:nvPicPr>
        <p:blipFill>
          <a:blip r:embed="rId1"/>
          <a:stretch>
            <a:fillRect/>
          </a:stretch>
        </p:blipFill>
        <p:spPr>
          <a:xfrm>
            <a:off x="1219200" y="228600"/>
            <a:ext cx="7079615" cy="3837940"/>
          </a:xfrm>
          <a:prstGeom prst="rect">
            <a:avLst/>
          </a:prstGeom>
          <a:noFill/>
          <a:ln>
            <a:noFill/>
          </a:ln>
        </p:spPr>
      </p:pic>
      <p:graphicFrame>
        <p:nvGraphicFramePr>
          <p:cNvPr id="3" name="对象 -2147482442"/>
          <p:cNvGraphicFramePr>
            <a:graphicFrameLocks noChangeAspect="1"/>
          </p:cNvGraphicFramePr>
          <p:nvPr/>
        </p:nvGraphicFramePr>
        <p:xfrm>
          <a:off x="5819140" y="4613910"/>
          <a:ext cx="927100" cy="457200"/>
        </p:xfrm>
        <a:graphic>
          <a:graphicData uri="http://schemas.openxmlformats.org/presentationml/2006/ole">
            <mc:AlternateContent xmlns:mc="http://schemas.openxmlformats.org/markup-compatibility/2006">
              <mc:Choice xmlns:v="urn:schemas-microsoft-com:vml" Requires="v">
                <p:oleObj spid="_x0000_s19" name="" r:id="rId2" imgW="393700" imgH="190500" progId="Equation.DSMT4">
                  <p:embed/>
                </p:oleObj>
              </mc:Choice>
              <mc:Fallback>
                <p:oleObj name="" r:id="rId2" imgW="393700" imgH="190500" progId="Equation.DSMT4">
                  <p:embed/>
                  <p:pic>
                    <p:nvPicPr>
                      <p:cNvPr id="0" name="图片 18"/>
                      <p:cNvPicPr/>
                      <p:nvPr/>
                    </p:nvPicPr>
                    <p:blipFill>
                      <a:blip r:embed="rId3"/>
                      <a:stretch>
                        <a:fillRect/>
                      </a:stretch>
                    </p:blipFill>
                    <p:spPr>
                      <a:xfrm>
                        <a:off x="5819140" y="4613910"/>
                        <a:ext cx="927100" cy="457200"/>
                      </a:xfrm>
                      <a:prstGeom prst="rect">
                        <a:avLst/>
                      </a:prstGeom>
                      <a:noFill/>
                      <a:ln w="38100">
                        <a:noFill/>
                        <a:miter/>
                      </a:ln>
                    </p:spPr>
                  </p:pic>
                </p:oleObj>
              </mc:Fallback>
            </mc:AlternateContent>
          </a:graphicData>
        </a:graphic>
      </p:graphicFrame>
      <p:graphicFrame>
        <p:nvGraphicFramePr>
          <p:cNvPr id="2" name="对象 -2147482436"/>
          <p:cNvGraphicFramePr>
            <a:graphicFrameLocks noChangeAspect="1"/>
          </p:cNvGraphicFramePr>
          <p:nvPr/>
        </p:nvGraphicFramePr>
        <p:xfrm>
          <a:off x="1447800" y="4191000"/>
          <a:ext cx="715010" cy="405130"/>
        </p:xfrm>
        <a:graphic>
          <a:graphicData uri="http://schemas.openxmlformats.org/presentationml/2006/ole">
            <mc:AlternateContent xmlns:mc="http://schemas.openxmlformats.org/markup-compatibility/2006">
              <mc:Choice xmlns:v="urn:schemas-microsoft-com:vml" Requires="v">
                <p:oleObj spid="_x0000_s3076" name="" r:id="rId4" imgW="342900" imgH="190500" progId="Equation.DSMT4">
                  <p:embed/>
                </p:oleObj>
              </mc:Choice>
              <mc:Fallback>
                <p:oleObj name="" r:id="rId4" imgW="342900" imgH="190500" progId="Equation.DSMT4">
                  <p:embed/>
                  <p:pic>
                    <p:nvPicPr>
                      <p:cNvPr id="0" name="图片 3075"/>
                      <p:cNvPicPr/>
                      <p:nvPr/>
                    </p:nvPicPr>
                    <p:blipFill>
                      <a:blip r:embed="rId5"/>
                      <a:stretch>
                        <a:fillRect/>
                      </a:stretch>
                    </p:blipFill>
                    <p:spPr>
                      <a:xfrm>
                        <a:off x="1447800" y="4191000"/>
                        <a:ext cx="715010" cy="405130"/>
                      </a:xfrm>
                      <a:prstGeom prst="rect">
                        <a:avLst/>
                      </a:prstGeom>
                      <a:noFill/>
                      <a:ln w="38100">
                        <a:noFill/>
                        <a:miter/>
                      </a:ln>
                    </p:spPr>
                  </p:pic>
                </p:oleObj>
              </mc:Fallback>
            </mc:AlternateContent>
          </a:graphicData>
        </a:graphic>
      </p:graphicFrame>
      <p:graphicFrame>
        <p:nvGraphicFramePr>
          <p:cNvPr id="6" name="对象 -2147482440"/>
          <p:cNvGraphicFramePr>
            <a:graphicFrameLocks noChangeAspect="1"/>
          </p:cNvGraphicFramePr>
          <p:nvPr/>
        </p:nvGraphicFramePr>
        <p:xfrm>
          <a:off x="6934200" y="5029200"/>
          <a:ext cx="328930" cy="456565"/>
        </p:xfrm>
        <a:graphic>
          <a:graphicData uri="http://schemas.openxmlformats.org/presentationml/2006/ole">
            <mc:AlternateContent xmlns:mc="http://schemas.openxmlformats.org/markup-compatibility/2006">
              <mc:Choice xmlns:v="urn:schemas-microsoft-com:vml" Requires="v">
                <p:oleObj spid="_x0000_s7" name="" r:id="rId6" imgW="139700" imgH="190500" progId="Equation.DSMT4">
                  <p:embed/>
                </p:oleObj>
              </mc:Choice>
              <mc:Fallback>
                <p:oleObj name="" r:id="rId6" imgW="139700" imgH="190500" progId="Equation.DSMT4">
                  <p:embed/>
                  <p:pic>
                    <p:nvPicPr>
                      <p:cNvPr id="0" name="图片 19"/>
                      <p:cNvPicPr/>
                      <p:nvPr/>
                    </p:nvPicPr>
                    <p:blipFill>
                      <a:blip r:embed="rId7"/>
                      <a:stretch>
                        <a:fillRect/>
                      </a:stretch>
                    </p:blipFill>
                    <p:spPr>
                      <a:xfrm>
                        <a:off x="6934200" y="5029200"/>
                        <a:ext cx="328930" cy="456565"/>
                      </a:xfrm>
                      <a:prstGeom prst="rect">
                        <a:avLst/>
                      </a:prstGeom>
                      <a:noFill/>
                      <a:ln w="38100">
                        <a:noFill/>
                        <a:miter/>
                      </a:ln>
                    </p:spPr>
                  </p:pic>
                </p:oleObj>
              </mc:Fallback>
            </mc:AlternateContent>
          </a:graphicData>
        </a:graphic>
      </p:graphicFrame>
      <p:grpSp>
        <p:nvGrpSpPr>
          <p:cNvPr id="11" name="组合 10"/>
          <p:cNvGrpSpPr/>
          <p:nvPr/>
        </p:nvGrpSpPr>
        <p:grpSpPr>
          <a:xfrm>
            <a:off x="474980" y="5511800"/>
            <a:ext cx="8286750" cy="970903"/>
            <a:chOff x="748" y="8560"/>
            <a:chExt cx="13050" cy="2310"/>
          </a:xfrm>
        </p:grpSpPr>
        <p:sp>
          <p:nvSpPr>
            <p:cNvPr id="8" name="Rectangle 3"/>
            <p:cNvSpPr>
              <a:spLocks noGrp="1"/>
            </p:cNvSpPr>
            <p:nvPr/>
          </p:nvSpPr>
          <p:spPr>
            <a:xfrm>
              <a:off x="748" y="8560"/>
              <a:ext cx="13050" cy="223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综上，两片74LS151构成的是从</a:t>
              </a:r>
              <a:r>
                <a:rPr lang="en-US" sz="2400" b="1" dirty="0">
                  <a:solidFill>
                    <a:srgbClr val="000066"/>
                  </a:solidFill>
                  <a:latin typeface="Arial" panose="020B0604020202020204" pitchFamily="34" charset="0"/>
                  <a:ea typeface="楷体_GB2312" pitchFamily="49" charset="-122"/>
                </a:rPr>
                <a:t>D</a:t>
              </a:r>
              <a:r>
                <a:rPr lang="en-US" sz="2400" b="1" baseline="-25000" dirty="0">
                  <a:solidFill>
                    <a:srgbClr val="000066"/>
                  </a:solidFill>
                  <a:latin typeface="Arial" panose="020B0604020202020204" pitchFamily="34" charset="0"/>
                  <a:ea typeface="楷体_GB2312" pitchFamily="49" charset="-122"/>
                </a:rPr>
                <a:t>00</a:t>
              </a:r>
              <a:r>
                <a:rPr lang="en-US" sz="2400" b="1" dirty="0">
                  <a:solidFill>
                    <a:srgbClr val="000066"/>
                  </a:solidFill>
                  <a:latin typeface="Arial" panose="020B0604020202020204" pitchFamily="34" charset="0"/>
                  <a:ea typeface="楷体_GB2312" pitchFamily="49" charset="-122"/>
                </a:rPr>
                <a:t>~D</a:t>
              </a:r>
              <a:r>
                <a:rPr lang="en-US" sz="2400" b="1" baseline="-25000" dirty="0">
                  <a:solidFill>
                    <a:srgbClr val="000066"/>
                  </a:solidFill>
                  <a:latin typeface="Arial" panose="020B0604020202020204" pitchFamily="34" charset="0"/>
                  <a:ea typeface="楷体_GB2312" pitchFamily="49" charset="-122"/>
                </a:rPr>
                <a:t>15</a:t>
              </a:r>
              <a:r>
                <a:rPr sz="2400" b="1" dirty="0">
                  <a:solidFill>
                    <a:srgbClr val="000066"/>
                  </a:solidFill>
                  <a:latin typeface="Arial" panose="020B0604020202020204" pitchFamily="34" charset="0"/>
                  <a:ea typeface="楷体_GB2312" pitchFamily="49" charset="-122"/>
                </a:rPr>
                <a:t>共16个数据中选择其中一个从</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输出的16选1数据选择器。</a:t>
              </a:r>
              <a:endParaRPr sz="2400" b="1" dirty="0">
                <a:solidFill>
                  <a:srgbClr val="000066"/>
                </a:solidFill>
                <a:latin typeface="Arial" panose="020B0604020202020204" pitchFamily="34" charset="0"/>
                <a:ea typeface="楷体_GB2312" pitchFamily="49" charset="-122"/>
              </a:endParaRPr>
            </a:p>
          </p:txBody>
        </p:sp>
        <p:graphicFrame>
          <p:nvGraphicFramePr>
            <p:cNvPr id="9" name="对象 -2147482440"/>
            <p:cNvGraphicFramePr>
              <a:graphicFrameLocks noChangeAspect="1"/>
            </p:cNvGraphicFramePr>
            <p:nvPr/>
          </p:nvGraphicFramePr>
          <p:xfrm>
            <a:off x="3808" y="9818"/>
            <a:ext cx="757" cy="1052"/>
          </p:xfrm>
          <a:graphic>
            <a:graphicData uri="http://schemas.openxmlformats.org/presentationml/2006/ole">
              <mc:AlternateContent xmlns:mc="http://schemas.openxmlformats.org/markup-compatibility/2006">
                <mc:Choice xmlns:v="urn:schemas-microsoft-com:vml" Requires="v">
                  <p:oleObj spid="_x0000_s10" name="" r:id="rId8" imgW="139700" imgH="190500" progId="Equation.DSMT4">
                    <p:embed/>
                  </p:oleObj>
                </mc:Choice>
                <mc:Fallback>
                  <p:oleObj name="" r:id="rId8" imgW="139700" imgH="190500" progId="Equation.DSMT4">
                    <p:embed/>
                    <p:pic>
                      <p:nvPicPr>
                        <p:cNvPr id="0" name="图片 19"/>
                        <p:cNvPicPr/>
                        <p:nvPr/>
                      </p:nvPicPr>
                      <p:blipFill>
                        <a:blip r:embed="rId7"/>
                        <a:stretch>
                          <a:fillRect/>
                        </a:stretch>
                      </p:blipFill>
                      <p:spPr>
                        <a:xfrm>
                          <a:off x="3808" y="9818"/>
                          <a:ext cx="757" cy="1052"/>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anim from="(-#ppt_w/2)" to="(#ppt_x)" calcmode="lin" valueType="num">
                                      <p:cBhvr>
                                        <p:cTn id="7" dur="600" fill="hold">
                                          <p:stCondLst>
                                            <p:cond delay="0"/>
                                          </p:stCondLst>
                                        </p:cTn>
                                        <p:tgtEl>
                                          <p:spTgt spid="6150"/>
                                        </p:tgtEl>
                                        <p:attrNameLst>
                                          <p:attrName>ppt_x</p:attrName>
                                        </p:attrNameLst>
                                      </p:cBhvr>
                                    </p:anim>
                                    <p:anim from="0" to="-1.0" calcmode="lin" valueType="num">
                                      <p:cBhvr>
                                        <p:cTn id="8" dur="200" decel="50000" autoRev="1" fill="hold">
                                          <p:stCondLst>
                                            <p:cond delay="600"/>
                                          </p:stCondLst>
                                        </p:cTn>
                                        <p:tgtEl>
                                          <p:spTgt spid="6150"/>
                                        </p:tgtEl>
                                        <p:attrNameLst>
                                          <p:attrName>xshear</p:attrName>
                                        </p:attrNameLst>
                                      </p:cBhvr>
                                    </p:anim>
                                    <p:animScale>
                                      <p:cBhvr>
                                        <p:cTn id="9" dur="200" decel="100000" autoRev="1" fill="hold">
                                          <p:stCondLst>
                                            <p:cond delay="600"/>
                                          </p:stCondLst>
                                        </p:cTn>
                                        <p:tgtEl>
                                          <p:spTgt spid="6150"/>
                                        </p:tgtEl>
                                      </p:cBhvr>
                                      <p:from x="100000" y="100000"/>
                                      <p:to x="80000" y="100000"/>
                                    </p:animScale>
                                    <p:anim by="(#ppt_h/3+#ppt_w*0.1)" calcmode="lin" valueType="num">
                                      <p:cBhvr additive="sum">
                                        <p:cTn id="10" dur="200" decel="100000" autoRev="1" fill="hold">
                                          <p:stCondLst>
                                            <p:cond delay="600"/>
                                          </p:stCondLst>
                                        </p:cTn>
                                        <p:tgtEl>
                                          <p:spTgt spid="6150"/>
                                        </p:tgtEl>
                                        <p:attrNameLst>
                                          <p:attrName>ppt_x</p:attrName>
                                        </p:attrNameLst>
                                      </p:cBhvr>
                                    </p:anim>
                                  </p:childTnLst>
                                </p:cTn>
                              </p:par>
                              <p:par>
                                <p:cTn id="11" presetID="34"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 from="(-#ppt_w/2)" to="(#ppt_x)" calcmode="lin" valueType="num">
                                      <p:cBhvr>
                                        <p:cTn id="13" dur="600" fill="hold">
                                          <p:stCondLst>
                                            <p:cond delay="0"/>
                                          </p:stCondLst>
                                        </p:cTn>
                                        <p:tgtEl>
                                          <p:spTgt spid="4"/>
                                        </p:tgtEl>
                                        <p:attrNameLst>
                                          <p:attrName>ppt_x</p:attrName>
                                        </p:attrNameLst>
                                      </p:cBhvr>
                                    </p:anim>
                                    <p:anim from="0" to="-1.0" calcmode="lin" valueType="num">
                                      <p:cBhvr>
                                        <p:cTn id="14" dur="200" decel="50000" autoRev="1" fill="hold">
                                          <p:stCondLst>
                                            <p:cond delay="600"/>
                                          </p:stCondLst>
                                        </p:cTn>
                                        <p:tgtEl>
                                          <p:spTgt spid="4"/>
                                        </p:tgtEl>
                                        <p:attrNameLst>
                                          <p:attrName>xshear</p:attrName>
                                        </p:attrNameLst>
                                      </p:cBhvr>
                                    </p:anim>
                                    <p:animScale>
                                      <p:cBhvr>
                                        <p:cTn id="15" dur="200" decel="100000" autoRev="1" fill="hold">
                                          <p:stCondLst>
                                            <p:cond delay="600"/>
                                          </p:stCondLst>
                                        </p:cTn>
                                        <p:tgtEl>
                                          <p:spTgt spid="4"/>
                                        </p:tgtEl>
                                      </p:cBhvr>
                                      <p:from x="100000" y="100000"/>
                                      <p:to x="80000" y="100000"/>
                                    </p:animScale>
                                    <p:anim by="(#ppt_h/3+#ppt_w*0.1)" calcmode="lin" valueType="num">
                                      <p:cBhvr additive="sum">
                                        <p:cTn id="16" dur="200" decel="100000" autoRev="1" fill="hold">
                                          <p:stCondLst>
                                            <p:cond delay="600"/>
                                          </p:stCondLst>
                                        </p:cTn>
                                        <p:tgtEl>
                                          <p:spTgt spid="4"/>
                                        </p:tgtEl>
                                        <p:attrNameLst>
                                          <p:attrName>ppt_x</p:attrName>
                                        </p:attrNameLst>
                                      </p:cBhvr>
                                    </p:anim>
                                  </p:childTnLst>
                                </p:cTn>
                              </p:par>
                              <p:par>
                                <p:cTn id="17" presetID="34"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 from="(-#ppt_w/2)" to="(#ppt_x)" calcmode="lin" valueType="num">
                                      <p:cBhvr>
                                        <p:cTn id="19" dur="600" fill="hold">
                                          <p:stCondLst>
                                            <p:cond delay="0"/>
                                          </p:stCondLst>
                                        </p:cTn>
                                        <p:tgtEl>
                                          <p:spTgt spid="3"/>
                                        </p:tgtEl>
                                        <p:attrNameLst>
                                          <p:attrName>ppt_x</p:attrName>
                                        </p:attrNameLst>
                                      </p:cBhvr>
                                    </p:anim>
                                    <p:anim from="0" to="-1.0" calcmode="lin" valueType="num">
                                      <p:cBhvr>
                                        <p:cTn id="20" dur="200" decel="50000" autoRev="1" fill="hold">
                                          <p:stCondLst>
                                            <p:cond delay="600"/>
                                          </p:stCondLst>
                                        </p:cTn>
                                        <p:tgtEl>
                                          <p:spTgt spid="3"/>
                                        </p:tgtEl>
                                        <p:attrNameLst>
                                          <p:attrName>xshear</p:attrName>
                                        </p:attrNameLst>
                                      </p:cBhvr>
                                    </p:anim>
                                    <p:animScale>
                                      <p:cBhvr>
                                        <p:cTn id="21" dur="200" decel="100000" autoRev="1" fill="hold">
                                          <p:stCondLst>
                                            <p:cond delay="600"/>
                                          </p:stCondLst>
                                        </p:cTn>
                                        <p:tgtEl>
                                          <p:spTgt spid="3"/>
                                        </p:tgtEl>
                                      </p:cBhvr>
                                      <p:from x="100000" y="100000"/>
                                      <p:to x="80000" y="100000"/>
                                    </p:animScale>
                                    <p:anim by="(#ppt_h/3+#ppt_w*0.1)" calcmode="lin" valueType="num">
                                      <p:cBhvr additive="sum">
                                        <p:cTn id="22" dur="200" decel="100000" autoRev="1" fill="hold">
                                          <p:stCondLst>
                                            <p:cond delay="600"/>
                                          </p:stCondLst>
                                        </p:cTn>
                                        <p:tgtEl>
                                          <p:spTgt spid="3"/>
                                        </p:tgtEl>
                                        <p:attrNameLst>
                                          <p:attrName>ppt_x</p:attrName>
                                        </p:attrNameLst>
                                      </p:cBhvr>
                                    </p:anim>
                                  </p:childTnLst>
                                </p:cTn>
                              </p:par>
                              <p:par>
                                <p:cTn id="23" presetID="34"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 from="(-#ppt_w/2)" to="(#ppt_x)" calcmode="lin" valueType="num">
                                      <p:cBhvr>
                                        <p:cTn id="25" dur="600" fill="hold">
                                          <p:stCondLst>
                                            <p:cond delay="0"/>
                                          </p:stCondLst>
                                        </p:cTn>
                                        <p:tgtEl>
                                          <p:spTgt spid="2"/>
                                        </p:tgtEl>
                                        <p:attrNameLst>
                                          <p:attrName>ppt_x</p:attrName>
                                        </p:attrNameLst>
                                      </p:cBhvr>
                                    </p:anim>
                                    <p:anim from="0" to="-1.0" calcmode="lin" valueType="num">
                                      <p:cBhvr>
                                        <p:cTn id="26" dur="200" decel="50000" autoRev="1" fill="hold">
                                          <p:stCondLst>
                                            <p:cond delay="600"/>
                                          </p:stCondLst>
                                        </p:cTn>
                                        <p:tgtEl>
                                          <p:spTgt spid="2"/>
                                        </p:tgtEl>
                                        <p:attrNameLst>
                                          <p:attrName>xshear</p:attrName>
                                        </p:attrNameLst>
                                      </p:cBhvr>
                                    </p:anim>
                                    <p:animScale>
                                      <p:cBhvr>
                                        <p:cTn id="27" dur="200" decel="100000" autoRev="1" fill="hold">
                                          <p:stCondLst>
                                            <p:cond delay="600"/>
                                          </p:stCondLst>
                                        </p:cTn>
                                        <p:tgtEl>
                                          <p:spTgt spid="2"/>
                                        </p:tgtEl>
                                      </p:cBhvr>
                                      <p:from x="100000" y="100000"/>
                                      <p:to x="80000" y="100000"/>
                                    </p:animScale>
                                    <p:anim by="(#ppt_h/3+#ppt_w*0.1)" calcmode="lin" valueType="num">
                                      <p:cBhvr additive="sum">
                                        <p:cTn id="28" dur="200" decel="100000" autoRev="1" fill="hold">
                                          <p:stCondLst>
                                            <p:cond delay="600"/>
                                          </p:stCondLst>
                                        </p:cTn>
                                        <p:tgtEl>
                                          <p:spTgt spid="2"/>
                                        </p:tgtEl>
                                        <p:attrNameLst>
                                          <p:attrName>ppt_x</p:attrName>
                                        </p:attrNameLst>
                                      </p:cBhvr>
                                    </p:anim>
                                  </p:childTnLst>
                                </p:cTn>
                              </p:par>
                              <p:par>
                                <p:cTn id="29" presetID="34"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 from="(-#ppt_w/2)" to="(#ppt_x)" calcmode="lin" valueType="num">
                                      <p:cBhvr>
                                        <p:cTn id="31" dur="600" fill="hold">
                                          <p:stCondLst>
                                            <p:cond delay="0"/>
                                          </p:stCondLst>
                                        </p:cTn>
                                        <p:tgtEl>
                                          <p:spTgt spid="6"/>
                                        </p:tgtEl>
                                        <p:attrNameLst>
                                          <p:attrName>ppt_x</p:attrName>
                                        </p:attrNameLst>
                                      </p:cBhvr>
                                    </p:anim>
                                    <p:anim from="0" to="-1.0" calcmode="lin" valueType="num">
                                      <p:cBhvr>
                                        <p:cTn id="32" dur="200" decel="50000" autoRev="1" fill="hold">
                                          <p:stCondLst>
                                            <p:cond delay="600"/>
                                          </p:stCondLst>
                                        </p:cTn>
                                        <p:tgtEl>
                                          <p:spTgt spid="6"/>
                                        </p:tgtEl>
                                        <p:attrNameLst>
                                          <p:attrName>xshear</p:attrName>
                                        </p:attrNameLst>
                                      </p:cBhvr>
                                    </p:anim>
                                    <p:animScale>
                                      <p:cBhvr>
                                        <p:cTn id="33" dur="200" decel="100000" autoRev="1" fill="hold">
                                          <p:stCondLst>
                                            <p:cond delay="600"/>
                                          </p:stCondLst>
                                        </p:cTn>
                                        <p:tgtEl>
                                          <p:spTgt spid="6"/>
                                        </p:tgtEl>
                                      </p:cBhvr>
                                      <p:from x="100000" y="100000"/>
                                      <p:to x="80000" y="100000"/>
                                    </p:animScale>
                                    <p:anim by="(#ppt_h/3+#ppt_w*0.1)" calcmode="lin" valueType="num">
                                      <p:cBhvr additive="sum">
                                        <p:cTn id="34" dur="200" decel="100000" autoRev="1" fill="hold">
                                          <p:stCondLst>
                                            <p:cond delay="600"/>
                                          </p:stCondLst>
                                        </p:cTn>
                                        <p:tgtEl>
                                          <p:spTgt spid="6"/>
                                        </p:tgtEl>
                                        <p:attrNameLst>
                                          <p:attrName>ppt_x</p:attrName>
                                        </p:attrNameLst>
                                      </p:cBhvr>
                                    </p:anim>
                                  </p:childTnLst>
                                </p:cTn>
                              </p:par>
                            </p:childTnLst>
                          </p:cTn>
                        </p:par>
                      </p:childTnLst>
                    </p:cTn>
                  </p:par>
                  <p:par>
                    <p:cTn id="35" fill="hold">
                      <p:stCondLst>
                        <p:cond delay="indefinite"/>
                      </p:stCondLst>
                      <p:childTnLst>
                        <p:par>
                          <p:cTn id="36" fill="hold">
                            <p:stCondLst>
                              <p:cond delay="0"/>
                            </p:stCondLst>
                            <p:childTnLst>
                              <p:par>
                                <p:cTn id="37" presetID="50" presetClass="entr" presetSubtype="0" decel="10000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p:cTn id="39" dur="1000" fill="hold"/>
                                        <p:tgtEl>
                                          <p:spTgt spid="11"/>
                                        </p:tgtEl>
                                        <p:attrNameLst>
                                          <p:attrName>ppt_w</p:attrName>
                                        </p:attrNameLst>
                                      </p:cBhvr>
                                      <p:tavLst>
                                        <p:tav tm="0">
                                          <p:val>
                                            <p:strVal val="#ppt_w+.3"/>
                                          </p:val>
                                        </p:tav>
                                        <p:tav tm="100000">
                                          <p:val>
                                            <p:strVal val="#ppt_w"/>
                                          </p:val>
                                        </p:tav>
                                      </p:tavLst>
                                    </p:anim>
                                    <p:anim calcmode="lin" valueType="num">
                                      <p:cBhvr>
                                        <p:cTn id="40" dur="1000" fill="hold"/>
                                        <p:tgtEl>
                                          <p:spTgt spid="11"/>
                                        </p:tgtEl>
                                        <p:attrNameLst>
                                          <p:attrName>ppt_h</p:attrName>
                                        </p:attrNameLst>
                                      </p:cBhvr>
                                      <p:tavLst>
                                        <p:tav tm="0">
                                          <p:val>
                                            <p:strVal val="#ppt_h"/>
                                          </p:val>
                                        </p:tav>
                                        <p:tav tm="100000">
                                          <p:val>
                                            <p:strVal val="#ppt_h"/>
                                          </p:val>
                                        </p:tav>
                                      </p:tavLst>
                                    </p:anim>
                                    <p:animEffect transition="in" filter="fade">
                                      <p:cBhvr>
                                        <p:cTn id="41"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animBg="1"/>
      <p:bldP spid="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457200" y="1828800"/>
            <a:ext cx="7992110" cy="134366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根据运算位数的多少，二进制加法器可以分为一位加法器和多位加法器。根据加法运算过程中是否考虑低位进位，加法器又可分为半加器和全加器。</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6146" name="Rectangle 2"/>
          <p:cNvSpPr>
            <a:spLocks noGrp="1"/>
          </p:cNvSpPr>
          <p:nvPr>
            <p:ph type="title"/>
          </p:nvPr>
        </p:nvSpPr>
        <p:spPr>
          <a:xfrm>
            <a:off x="685800" y="1219200"/>
            <a:ext cx="352806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4.3.</a:t>
            </a:r>
            <a:r>
              <a:rPr lang="en-US" sz="2800" i="0" dirty="0">
                <a:solidFill>
                  <a:srgbClr val="0070C0"/>
                </a:solidFill>
                <a:latin typeface="黑体" panose="02010609060101010101" pitchFamily="49" charset="-122"/>
                <a:ea typeface="黑体" panose="02010609060101010101" pitchFamily="49" charset="-122"/>
              </a:rPr>
              <a:t>5</a:t>
            </a:r>
            <a:r>
              <a:rPr sz="2800" i="0" dirty="0">
                <a:solidFill>
                  <a:srgbClr val="0070C0"/>
                </a:solidFill>
                <a:latin typeface="黑体" panose="02010609060101010101" pitchFamily="49" charset="-122"/>
                <a:ea typeface="黑体" panose="02010609060101010101" pitchFamily="49" charset="-122"/>
              </a:rPr>
              <a:t> 加法器</a:t>
            </a:r>
            <a:endParaRPr sz="2800" i="0" dirty="0">
              <a:solidFill>
                <a:srgbClr val="0070C0"/>
              </a:solidFill>
              <a:latin typeface="黑体" panose="02010609060101010101" pitchFamily="49" charset="-122"/>
              <a:ea typeface="黑体" panose="02010609060101010101" pitchFamily="49" charset="-122"/>
            </a:endParaRPr>
          </a:p>
        </p:txBody>
      </p:sp>
      <p:sp>
        <p:nvSpPr>
          <p:cNvPr id="3" name="Rectangle 3"/>
          <p:cNvSpPr>
            <a:spLocks noGrp="1"/>
          </p:cNvSpPr>
          <p:nvPr/>
        </p:nvSpPr>
        <p:spPr>
          <a:xfrm>
            <a:off x="1122680" y="3200400"/>
            <a:ext cx="486600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a:t>
            </a:r>
            <a:r>
              <a:rPr sz="2400" b="1" kern="1200" dirty="0">
                <a:solidFill>
                  <a:srgbClr val="FE09D6"/>
                </a:solidFill>
                <a:latin typeface="Times New Roman" panose="02020603050405020304" charset="0"/>
                <a:ea typeface="楷体_GB2312" pitchFamily="49" charset="-122"/>
                <a:cs typeface="Times New Roman" panose="02020603050405020304" charset="0"/>
              </a:rPr>
              <a:t>一位半加器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11" name="组合 10"/>
          <p:cNvGrpSpPr/>
          <p:nvPr/>
        </p:nvGrpSpPr>
        <p:grpSpPr>
          <a:xfrm>
            <a:off x="480060" y="3708400"/>
            <a:ext cx="7992110" cy="1812290"/>
            <a:chOff x="756" y="5840"/>
            <a:chExt cx="12586" cy="2854"/>
          </a:xfrm>
        </p:grpSpPr>
        <p:sp>
          <p:nvSpPr>
            <p:cNvPr id="2" name="Rectangle 3"/>
            <p:cNvSpPr>
              <a:spLocks noGrp="1"/>
            </p:cNvSpPr>
            <p:nvPr/>
          </p:nvSpPr>
          <p:spPr>
            <a:xfrm>
              <a:off x="756" y="5840"/>
              <a:ext cx="12586" cy="285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不考虑低位进位，而只考虑两个一位二进制数本身相加的电路称为半加器。设</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和</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为两个一位的二进制加数，</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 </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表示二者之和，</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表示它们产生的进位，则可以列出一位半加器的真值表如表4-14所示。</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4" name="对象 -2147481206"/>
            <p:cNvGraphicFramePr>
              <a:graphicFrameLocks noChangeAspect="1"/>
            </p:cNvGraphicFramePr>
            <p:nvPr/>
          </p:nvGraphicFramePr>
          <p:xfrm>
            <a:off x="6186" y="6676"/>
            <a:ext cx="513" cy="524"/>
          </p:xfrm>
          <a:graphic>
            <a:graphicData uri="http://schemas.openxmlformats.org/presentationml/2006/ole">
              <mc:AlternateContent xmlns:mc="http://schemas.openxmlformats.org/markup-compatibility/2006">
                <mc:Choice xmlns:v="urn:schemas-microsoft-com:vml" Requires="v">
                  <p:oleObj spid="_x0000_s3076" name="" r:id="rId1" imgW="139700" imgH="139700" progId="Equation.DSMT4">
                    <p:embed/>
                  </p:oleObj>
                </mc:Choice>
                <mc:Fallback>
                  <p:oleObj name="" r:id="rId1" imgW="139700" imgH="139700" progId="Equation.DSMT4">
                    <p:embed/>
                    <p:pic>
                      <p:nvPicPr>
                        <p:cNvPr id="0" name="图片 3075"/>
                        <p:cNvPicPr/>
                        <p:nvPr/>
                      </p:nvPicPr>
                      <p:blipFill>
                        <a:blip r:embed="rId2"/>
                        <a:stretch>
                          <a:fillRect/>
                        </a:stretch>
                      </p:blipFill>
                      <p:spPr>
                        <a:xfrm>
                          <a:off x="6186" y="6676"/>
                          <a:ext cx="513" cy="524"/>
                        </a:xfrm>
                        <a:prstGeom prst="rect">
                          <a:avLst/>
                        </a:prstGeom>
                        <a:noFill/>
                        <a:ln w="38100">
                          <a:noFill/>
                          <a:miter/>
                        </a:ln>
                      </p:spPr>
                    </p:pic>
                  </p:oleObj>
                </mc:Fallback>
              </mc:AlternateContent>
            </a:graphicData>
          </a:graphic>
        </p:graphicFrame>
        <p:graphicFrame>
          <p:nvGraphicFramePr>
            <p:cNvPr id="5" name="对象 -2147481205"/>
            <p:cNvGraphicFramePr>
              <a:graphicFrameLocks noChangeAspect="1"/>
            </p:cNvGraphicFramePr>
            <p:nvPr/>
          </p:nvGraphicFramePr>
          <p:xfrm>
            <a:off x="7342" y="6710"/>
            <a:ext cx="478" cy="489"/>
          </p:xfrm>
          <a:graphic>
            <a:graphicData uri="http://schemas.openxmlformats.org/presentationml/2006/ole">
              <mc:AlternateContent xmlns:mc="http://schemas.openxmlformats.org/markup-compatibility/2006">
                <mc:Choice xmlns:v="urn:schemas-microsoft-com:vml" Requires="v">
                  <p:oleObj spid="_x0000_s6" name="" r:id="rId3" imgW="139700" imgH="139700" progId="Equation.DSMT4">
                    <p:embed/>
                  </p:oleObj>
                </mc:Choice>
                <mc:Fallback>
                  <p:oleObj name="" r:id="rId3" imgW="139700" imgH="139700" progId="Equation.DSMT4">
                    <p:embed/>
                    <p:pic>
                      <p:nvPicPr>
                        <p:cNvPr id="0" name="图片 4"/>
                        <p:cNvPicPr/>
                        <p:nvPr/>
                      </p:nvPicPr>
                      <p:blipFill>
                        <a:blip r:embed="rId4"/>
                        <a:stretch>
                          <a:fillRect/>
                        </a:stretch>
                      </p:blipFill>
                      <p:spPr>
                        <a:xfrm>
                          <a:off x="7342" y="6710"/>
                          <a:ext cx="478" cy="489"/>
                        </a:xfrm>
                        <a:prstGeom prst="rect">
                          <a:avLst/>
                        </a:prstGeom>
                        <a:noFill/>
                        <a:ln w="38100">
                          <a:noFill/>
                          <a:miter/>
                        </a:ln>
                      </p:spPr>
                    </p:pic>
                  </p:oleObj>
                </mc:Fallback>
              </mc:AlternateContent>
            </a:graphicData>
          </a:graphic>
        </p:graphicFrame>
        <p:graphicFrame>
          <p:nvGraphicFramePr>
            <p:cNvPr id="7" name="对象 -2147481204"/>
            <p:cNvGraphicFramePr>
              <a:graphicFrameLocks noChangeAspect="1"/>
            </p:cNvGraphicFramePr>
            <p:nvPr/>
          </p:nvGraphicFramePr>
          <p:xfrm>
            <a:off x="1014" y="7472"/>
            <a:ext cx="393" cy="481"/>
          </p:xfrm>
          <a:graphic>
            <a:graphicData uri="http://schemas.openxmlformats.org/presentationml/2006/ole">
              <mc:AlternateContent xmlns:mc="http://schemas.openxmlformats.org/markup-compatibility/2006">
                <mc:Choice xmlns:v="urn:schemas-microsoft-com:vml" Requires="v">
                  <p:oleObj spid="_x0000_s8" name="" r:id="rId5" imgW="127000" imgH="151765" progId="Equation.DSMT4">
                    <p:embed/>
                  </p:oleObj>
                </mc:Choice>
                <mc:Fallback>
                  <p:oleObj name="" r:id="rId5" imgW="127000" imgH="151765" progId="Equation.DSMT4">
                    <p:embed/>
                    <p:pic>
                      <p:nvPicPr>
                        <p:cNvPr id="0" name="图片 5"/>
                        <p:cNvPicPr/>
                        <p:nvPr/>
                      </p:nvPicPr>
                      <p:blipFill>
                        <a:blip r:embed="rId6"/>
                        <a:stretch>
                          <a:fillRect/>
                        </a:stretch>
                      </p:blipFill>
                      <p:spPr>
                        <a:xfrm>
                          <a:off x="1014" y="7472"/>
                          <a:ext cx="393" cy="481"/>
                        </a:xfrm>
                        <a:prstGeom prst="rect">
                          <a:avLst/>
                        </a:prstGeom>
                        <a:noFill/>
                        <a:ln w="38100">
                          <a:noFill/>
                          <a:miter/>
                        </a:ln>
                      </p:spPr>
                    </p:pic>
                  </p:oleObj>
                </mc:Fallback>
              </mc:AlternateContent>
            </a:graphicData>
          </a:graphic>
        </p:graphicFrame>
        <p:graphicFrame>
          <p:nvGraphicFramePr>
            <p:cNvPr id="9" name="对象 -2147481203"/>
            <p:cNvGraphicFramePr>
              <a:graphicFrameLocks noChangeAspect="1"/>
            </p:cNvGraphicFramePr>
            <p:nvPr/>
          </p:nvGraphicFramePr>
          <p:xfrm>
            <a:off x="4800" y="7440"/>
            <a:ext cx="420" cy="466"/>
          </p:xfrm>
          <a:graphic>
            <a:graphicData uri="http://schemas.openxmlformats.org/presentationml/2006/ole">
              <mc:AlternateContent xmlns:mc="http://schemas.openxmlformats.org/markup-compatibility/2006">
                <mc:Choice xmlns:v="urn:schemas-microsoft-com:vml" Requires="v">
                  <p:oleObj spid="_x0000_s10" name="" r:id="rId7" imgW="139700" imgH="152400" progId="Equation.DSMT4">
                    <p:embed/>
                  </p:oleObj>
                </mc:Choice>
                <mc:Fallback>
                  <p:oleObj name="" r:id="rId7" imgW="139700" imgH="152400" progId="Equation.DSMT4">
                    <p:embed/>
                    <p:pic>
                      <p:nvPicPr>
                        <p:cNvPr id="0" name="图片 6"/>
                        <p:cNvPicPr/>
                        <p:nvPr/>
                      </p:nvPicPr>
                      <p:blipFill>
                        <a:blip r:embed="rId8"/>
                        <a:stretch>
                          <a:fillRect/>
                        </a:stretch>
                      </p:blipFill>
                      <p:spPr>
                        <a:xfrm>
                          <a:off x="4800" y="7440"/>
                          <a:ext cx="420" cy="466"/>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500"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5" presetClass="entr" presetSubtype="0" fill="hold" nodeType="clickEffect">
                                  <p:stCondLst>
                                    <p:cond delay="0"/>
                                  </p:stCondLst>
                                  <p:childTnLst>
                                    <p:set>
                                      <p:cBhvr>
                                        <p:cTn id="11" dur="500"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anim calcmode="lin" valueType="num">
                                      <p:cBhvr>
                                        <p:cTn id="13" dur="500" fill="hold"/>
                                        <p:tgtEl>
                                          <p:spTgt spid="11"/>
                                        </p:tgtEl>
                                        <p:attrNameLst>
                                          <p:attrName>style.rotation</p:attrName>
                                        </p:attrNameLst>
                                      </p:cBhvr>
                                      <p:tavLst>
                                        <p:tav tm="0">
                                          <p:val>
                                            <p:fltVal val="720"/>
                                          </p:val>
                                        </p:tav>
                                        <p:tav tm="100000">
                                          <p:val>
                                            <p:fltVal val="0"/>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 calcmode="lin" valueType="num">
                                      <p:cBhvr>
                                        <p:cTn id="15" dur="500" fill="hold"/>
                                        <p:tgtEl>
                                          <p:spTgt spid="11"/>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13" name="图片 12" descr="_3XZ3`9TEM3`KW]NIRJ{MKE"/>
          <p:cNvPicPr>
            <a:picLocks noChangeAspect="1"/>
          </p:cNvPicPr>
          <p:nvPr/>
        </p:nvPicPr>
        <p:blipFill>
          <a:blip r:embed="rId1"/>
          <a:stretch>
            <a:fillRect/>
          </a:stretch>
        </p:blipFill>
        <p:spPr>
          <a:xfrm>
            <a:off x="1066800" y="1219200"/>
            <a:ext cx="7324725" cy="2214880"/>
          </a:xfrm>
          <a:prstGeom prst="rect">
            <a:avLst/>
          </a:prstGeom>
        </p:spPr>
      </p:pic>
      <p:grpSp>
        <p:nvGrpSpPr>
          <p:cNvPr id="20" name="组合 19"/>
          <p:cNvGrpSpPr/>
          <p:nvPr/>
        </p:nvGrpSpPr>
        <p:grpSpPr>
          <a:xfrm>
            <a:off x="480060" y="3403600"/>
            <a:ext cx="7992110" cy="525780"/>
            <a:chOff x="756" y="5840"/>
            <a:chExt cx="12586" cy="828"/>
          </a:xfrm>
        </p:grpSpPr>
        <p:sp>
          <p:nvSpPr>
            <p:cNvPr id="2" name="Rectangle 3"/>
            <p:cNvSpPr>
              <a:spLocks noGrp="1"/>
            </p:cNvSpPr>
            <p:nvPr/>
          </p:nvSpPr>
          <p:spPr>
            <a:xfrm>
              <a:off x="756" y="5840"/>
              <a:ext cx="12586" cy="82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根据真值表可以得到输出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的逻辑表达式为</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14" name="对象 -2147481204"/>
            <p:cNvGraphicFramePr>
              <a:graphicFrameLocks noChangeAspect="1"/>
            </p:cNvGraphicFramePr>
            <p:nvPr/>
          </p:nvGraphicFramePr>
          <p:xfrm>
            <a:off x="7200" y="6054"/>
            <a:ext cx="393" cy="481"/>
          </p:xfrm>
          <a:graphic>
            <a:graphicData uri="http://schemas.openxmlformats.org/presentationml/2006/ole">
              <mc:AlternateContent xmlns:mc="http://schemas.openxmlformats.org/markup-compatibility/2006">
                <mc:Choice xmlns:v="urn:schemas-microsoft-com:vml" Requires="v">
                  <p:oleObj spid="_x0000_s15" name="" r:id="rId2" imgW="127000" imgH="151765" progId="Equation.DSMT4">
                    <p:embed/>
                  </p:oleObj>
                </mc:Choice>
                <mc:Fallback>
                  <p:oleObj name="" r:id="rId2" imgW="127000" imgH="151765" progId="Equation.DSMT4">
                    <p:embed/>
                    <p:pic>
                      <p:nvPicPr>
                        <p:cNvPr id="0" name="图片 5"/>
                        <p:cNvPicPr/>
                        <p:nvPr/>
                      </p:nvPicPr>
                      <p:blipFill>
                        <a:blip r:embed="rId3"/>
                        <a:stretch>
                          <a:fillRect/>
                        </a:stretch>
                      </p:blipFill>
                      <p:spPr>
                        <a:xfrm>
                          <a:off x="7200" y="6054"/>
                          <a:ext cx="393" cy="481"/>
                        </a:xfrm>
                        <a:prstGeom prst="rect">
                          <a:avLst/>
                        </a:prstGeom>
                        <a:noFill/>
                        <a:ln w="38100">
                          <a:noFill/>
                          <a:miter/>
                        </a:ln>
                      </p:spPr>
                    </p:pic>
                  </p:oleObj>
                </mc:Fallback>
              </mc:AlternateContent>
            </a:graphicData>
          </a:graphic>
        </p:graphicFrame>
        <p:graphicFrame>
          <p:nvGraphicFramePr>
            <p:cNvPr id="16" name="对象 -2147481203"/>
            <p:cNvGraphicFramePr>
              <a:graphicFrameLocks noChangeAspect="1"/>
            </p:cNvGraphicFramePr>
            <p:nvPr/>
          </p:nvGraphicFramePr>
          <p:xfrm>
            <a:off x="8258" y="6044"/>
            <a:ext cx="420" cy="466"/>
          </p:xfrm>
          <a:graphic>
            <a:graphicData uri="http://schemas.openxmlformats.org/presentationml/2006/ole">
              <mc:AlternateContent xmlns:mc="http://schemas.openxmlformats.org/markup-compatibility/2006">
                <mc:Choice xmlns:v="urn:schemas-microsoft-com:vml" Requires="v">
                  <p:oleObj spid="_x0000_s17" name="" r:id="rId4" imgW="139700" imgH="152400" progId="Equation.DSMT4">
                    <p:embed/>
                  </p:oleObj>
                </mc:Choice>
                <mc:Fallback>
                  <p:oleObj name="" r:id="rId4" imgW="139700" imgH="152400" progId="Equation.DSMT4">
                    <p:embed/>
                    <p:pic>
                      <p:nvPicPr>
                        <p:cNvPr id="0" name="图片 6"/>
                        <p:cNvPicPr/>
                        <p:nvPr/>
                      </p:nvPicPr>
                      <p:blipFill>
                        <a:blip r:embed="rId5"/>
                        <a:stretch>
                          <a:fillRect/>
                        </a:stretch>
                      </p:blipFill>
                      <p:spPr>
                        <a:xfrm>
                          <a:off x="8258" y="6044"/>
                          <a:ext cx="420" cy="466"/>
                        </a:xfrm>
                        <a:prstGeom prst="rect">
                          <a:avLst/>
                        </a:prstGeom>
                        <a:noFill/>
                        <a:ln w="38100">
                          <a:noFill/>
                          <a:miter/>
                        </a:ln>
                      </p:spPr>
                    </p:pic>
                  </p:oleObj>
                </mc:Fallback>
              </mc:AlternateContent>
            </a:graphicData>
          </a:graphic>
        </p:graphicFrame>
      </p:grpSp>
      <p:graphicFrame>
        <p:nvGraphicFramePr>
          <p:cNvPr id="3" name="对象 -2147481196"/>
          <p:cNvGraphicFramePr>
            <a:graphicFrameLocks noChangeAspect="1"/>
          </p:cNvGraphicFramePr>
          <p:nvPr/>
        </p:nvGraphicFramePr>
        <p:xfrm>
          <a:off x="2057400" y="3810000"/>
          <a:ext cx="2654935" cy="988695"/>
        </p:xfrm>
        <a:graphic>
          <a:graphicData uri="http://schemas.openxmlformats.org/presentationml/2006/ole">
            <mc:AlternateContent xmlns:mc="http://schemas.openxmlformats.org/markup-compatibility/2006">
              <mc:Choice xmlns:v="urn:schemas-microsoft-com:vml" Requires="v">
                <p:oleObj spid="_x0000_s18" name="" r:id="rId6" imgW="1218565" imgH="444500" progId="Equation.DSMT4">
                  <p:embed/>
                </p:oleObj>
              </mc:Choice>
              <mc:Fallback>
                <p:oleObj name="" r:id="rId6" imgW="1218565" imgH="444500" progId="Equation.DSMT4">
                  <p:embed/>
                  <p:pic>
                    <p:nvPicPr>
                      <p:cNvPr id="0" name="图片 17"/>
                      <p:cNvPicPr/>
                      <p:nvPr/>
                    </p:nvPicPr>
                    <p:blipFill>
                      <a:blip r:embed="rId7"/>
                      <a:stretch>
                        <a:fillRect/>
                      </a:stretch>
                    </p:blipFill>
                    <p:spPr>
                      <a:xfrm>
                        <a:off x="2057400" y="3810000"/>
                        <a:ext cx="2654935" cy="988695"/>
                      </a:xfrm>
                      <a:prstGeom prst="rect">
                        <a:avLst/>
                      </a:prstGeom>
                      <a:noFill/>
                      <a:ln w="38100">
                        <a:noFill/>
                        <a:miter/>
                      </a:ln>
                    </p:spPr>
                  </p:pic>
                </p:oleObj>
              </mc:Fallback>
            </mc:AlternateContent>
          </a:graphicData>
        </a:graphic>
      </p:graphicFrame>
      <p:sp>
        <p:nvSpPr>
          <p:cNvPr id="19" name="Rectangle 3"/>
          <p:cNvSpPr>
            <a:spLocks noGrp="1"/>
          </p:cNvSpPr>
          <p:nvPr/>
        </p:nvSpPr>
        <p:spPr>
          <a:xfrm>
            <a:off x="488950" y="4673600"/>
            <a:ext cx="2773045" cy="18561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一位半加器逻辑图和逻辑符号分别如图4-35和图4-36所示。</a:t>
            </a:r>
            <a:endParaRPr sz="2400" b="1" kern="1200" dirty="0">
              <a:solidFill>
                <a:srgbClr val="000066"/>
              </a:solidFill>
              <a:latin typeface="Arial" panose="020B0604020202020204" pitchFamily="34" charset="0"/>
              <a:ea typeface="楷体_GB2312" pitchFamily="49" charset="-122"/>
            </a:endParaRPr>
          </a:p>
        </p:txBody>
      </p:sp>
      <p:grpSp>
        <p:nvGrpSpPr>
          <p:cNvPr id="4" name="组合 3"/>
          <p:cNvGrpSpPr/>
          <p:nvPr/>
        </p:nvGrpSpPr>
        <p:grpSpPr>
          <a:xfrm>
            <a:off x="3276600" y="4495800"/>
            <a:ext cx="2964180" cy="1936750"/>
            <a:chOff x="5160" y="7080"/>
            <a:chExt cx="4668" cy="3050"/>
          </a:xfrm>
        </p:grpSpPr>
        <p:pic>
          <p:nvPicPr>
            <p:cNvPr id="9320" name="图片 2757"/>
            <p:cNvPicPr>
              <a:picLocks noChangeAspect="1"/>
            </p:cNvPicPr>
            <p:nvPr/>
          </p:nvPicPr>
          <p:blipFill>
            <a:blip r:embed="rId8"/>
            <a:stretch>
              <a:fillRect/>
            </a:stretch>
          </p:blipFill>
          <p:spPr>
            <a:xfrm>
              <a:off x="5160" y="7080"/>
              <a:ext cx="4668" cy="2481"/>
            </a:xfrm>
            <a:prstGeom prst="rect">
              <a:avLst/>
            </a:prstGeom>
            <a:noFill/>
            <a:ln>
              <a:noFill/>
            </a:ln>
          </p:spPr>
        </p:pic>
        <p:sp>
          <p:nvSpPr>
            <p:cNvPr id="100" name="文本框 99"/>
            <p:cNvSpPr txBox="1"/>
            <p:nvPr/>
          </p:nvSpPr>
          <p:spPr>
            <a:xfrm>
              <a:off x="5400" y="9600"/>
              <a:ext cx="3935"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4-35 </a:t>
              </a:r>
              <a:r>
                <a:rPr lang="zh-CN" sz="1600">
                  <a:latin typeface="Times New Roman" panose="02020603050405020304" charset="0"/>
                  <a:ea typeface="宋体" panose="02010600030101010101" pitchFamily="2" charset="-122"/>
                </a:rPr>
                <a:t>一位半加器逻辑图</a:t>
              </a:r>
              <a:endParaRPr lang="zh-CN" altLang="en-US" sz="1600"/>
            </a:p>
          </p:txBody>
        </p:sp>
      </p:grpSp>
      <p:grpSp>
        <p:nvGrpSpPr>
          <p:cNvPr id="5" name="组合 4"/>
          <p:cNvGrpSpPr/>
          <p:nvPr/>
        </p:nvGrpSpPr>
        <p:grpSpPr>
          <a:xfrm>
            <a:off x="6400800" y="4495800"/>
            <a:ext cx="2644140" cy="1944370"/>
            <a:chOff x="10080" y="7080"/>
            <a:chExt cx="4164" cy="3062"/>
          </a:xfrm>
        </p:grpSpPr>
        <p:pic>
          <p:nvPicPr>
            <p:cNvPr id="9321" name="图片 2758"/>
            <p:cNvPicPr>
              <a:picLocks noChangeAspect="1"/>
            </p:cNvPicPr>
            <p:nvPr/>
          </p:nvPicPr>
          <p:blipFill>
            <a:blip r:embed="rId9"/>
            <a:stretch>
              <a:fillRect/>
            </a:stretch>
          </p:blipFill>
          <p:spPr>
            <a:xfrm>
              <a:off x="10320" y="7080"/>
              <a:ext cx="3829" cy="2198"/>
            </a:xfrm>
            <a:prstGeom prst="rect">
              <a:avLst/>
            </a:prstGeom>
            <a:noFill/>
            <a:ln>
              <a:noFill/>
            </a:ln>
          </p:spPr>
        </p:pic>
        <p:sp>
          <p:nvSpPr>
            <p:cNvPr id="21" name="文本框 20"/>
            <p:cNvSpPr txBox="1"/>
            <p:nvPr/>
          </p:nvSpPr>
          <p:spPr>
            <a:xfrm>
              <a:off x="10080" y="9612"/>
              <a:ext cx="4165"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4-36 </a:t>
              </a:r>
              <a:r>
                <a:rPr lang="zh-CN" sz="1600">
                  <a:latin typeface="Times New Roman" panose="02020603050405020304" charset="0"/>
                  <a:ea typeface="宋体" panose="02010600030101010101" pitchFamily="2" charset="-122"/>
                </a:rPr>
                <a:t>一位半加器逻辑符号</a:t>
              </a:r>
              <a:endParaRPr lang="zh-CN" altLang="en-US" sz="1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0" presetClass="entr" presetSubtype="0" decel="10000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strVal val="#ppt_w+.3"/>
                                          </p:val>
                                        </p:tav>
                                        <p:tav tm="100000">
                                          <p:val>
                                            <p:strVal val="#ppt_w"/>
                                          </p:val>
                                        </p:tav>
                                      </p:tavLst>
                                    </p:anim>
                                    <p:anim calcmode="lin" valueType="num">
                                      <p:cBhvr>
                                        <p:cTn id="14" dur="1000" fill="hold"/>
                                        <p:tgtEl>
                                          <p:spTgt spid="3"/>
                                        </p:tgtEl>
                                        <p:attrNameLst>
                                          <p:attrName>ppt_h</p:attrName>
                                        </p:attrNameLst>
                                      </p:cBhvr>
                                      <p:tavLst>
                                        <p:tav tm="0">
                                          <p:val>
                                            <p:strVal val="#ppt_h"/>
                                          </p:val>
                                        </p:tav>
                                        <p:tav tm="100000">
                                          <p:val>
                                            <p:strVal val="#ppt_h"/>
                                          </p:val>
                                        </p:tav>
                                      </p:tavLst>
                                    </p:anim>
                                    <p:animEffect transition="in" filter="fade">
                                      <p:cBhvr>
                                        <p:cTn id="15" dur="10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12"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strips(downLeft)">
                                      <p:cBhvr>
                                        <p:cTn id="20" dur="500"/>
                                        <p:tgtEl>
                                          <p:spTgt spid="19"/>
                                        </p:tgtEl>
                                      </p:cBhvr>
                                    </p:animEffect>
                                  </p:childTnLst>
                                </p:cTn>
                              </p:par>
                            </p:childTnLst>
                          </p:cTn>
                        </p:par>
                        <p:par>
                          <p:cTn id="21" fill="hold">
                            <p:stCondLst>
                              <p:cond delay="500"/>
                            </p:stCondLst>
                            <p:childTnLst>
                              <p:par>
                                <p:cTn id="22" presetID="2" presetClass="entr" presetSubtype="4"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ppt_x"/>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cTn>
                              </p:par>
                            </p:childTnLst>
                          </p:cTn>
                        </p:par>
                        <p:par>
                          <p:cTn id="26" fill="hold">
                            <p:stCondLst>
                              <p:cond delay="1000"/>
                            </p:stCondLst>
                            <p:childTnLst>
                              <p:par>
                                <p:cTn id="27" presetID="2" presetClass="entr" presetSubtype="2"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1+#ppt_w/2"/>
                                          </p:val>
                                        </p:tav>
                                        <p:tav tm="100000">
                                          <p:val>
                                            <p:strVal val="#ppt_x"/>
                                          </p:val>
                                        </p:tav>
                                      </p:tavLst>
                                    </p:anim>
                                    <p:anim calcmode="lin" valueType="num">
                                      <p:cBhvr additive="base">
                                        <p:cTn id="30"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3" name="Rectangle 3"/>
          <p:cNvSpPr>
            <a:spLocks noGrp="1"/>
          </p:cNvSpPr>
          <p:nvPr/>
        </p:nvSpPr>
        <p:spPr>
          <a:xfrm>
            <a:off x="1122680" y="1219200"/>
            <a:ext cx="226885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a:t>
            </a:r>
            <a:r>
              <a:rPr sz="2400" b="1" kern="1200" dirty="0">
                <a:solidFill>
                  <a:srgbClr val="FE09D6"/>
                </a:solidFill>
                <a:latin typeface="Times New Roman" panose="02020603050405020304" charset="0"/>
                <a:ea typeface="楷体_GB2312" pitchFamily="49" charset="-122"/>
                <a:cs typeface="Times New Roman" panose="02020603050405020304" charset="0"/>
              </a:rPr>
              <a:t>一位全加器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2" name="Rectangle 3"/>
          <p:cNvSpPr>
            <a:spLocks noGrp="1"/>
          </p:cNvSpPr>
          <p:nvPr/>
        </p:nvSpPr>
        <p:spPr>
          <a:xfrm>
            <a:off x="480060" y="1727200"/>
            <a:ext cx="7992110" cy="18122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不仅考虑两个一位二进制数相加，而且还考虑低位进位相加的电路称为全加器。设</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表示两个一位二进制加数，</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表示来自相邻低位的进位，</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表示三者之和，</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 </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表示它们产生的进位，则可以列出一位全加器的真值表如表4-15所示。</a:t>
            </a:r>
            <a:endParaRPr sz="2400" b="1" kern="1200" dirty="0">
              <a:solidFill>
                <a:srgbClr val="000066"/>
              </a:solidFill>
              <a:latin typeface="Arial" panose="020B0604020202020204" pitchFamily="34" charset="0"/>
              <a:ea typeface="楷体_GB2312" pitchFamily="49" charset="-122"/>
            </a:endParaRPr>
          </a:p>
        </p:txBody>
      </p:sp>
      <p:graphicFrame>
        <p:nvGraphicFramePr>
          <p:cNvPr id="4" name="对象 -2147481195"/>
          <p:cNvGraphicFramePr>
            <a:graphicFrameLocks noChangeAspect="1"/>
          </p:cNvGraphicFramePr>
          <p:nvPr/>
        </p:nvGraphicFramePr>
        <p:xfrm>
          <a:off x="4682490" y="2251710"/>
          <a:ext cx="358140" cy="455930"/>
        </p:xfrm>
        <a:graphic>
          <a:graphicData uri="http://schemas.openxmlformats.org/presentationml/2006/ole">
            <mc:AlternateContent xmlns:mc="http://schemas.openxmlformats.org/markup-compatibility/2006">
              <mc:Choice xmlns:v="urn:schemas-microsoft-com:vml" Requires="v">
                <p:oleObj spid="_x0000_s13" name="" r:id="rId1" imgW="152400" imgH="190500" progId="Equation.DSMT4">
                  <p:embed/>
                </p:oleObj>
              </mc:Choice>
              <mc:Fallback>
                <p:oleObj name="" r:id="rId1" imgW="152400" imgH="190500" progId="Equation.DSMT4">
                  <p:embed/>
                  <p:pic>
                    <p:nvPicPr>
                      <p:cNvPr id="0" name="图片 12"/>
                      <p:cNvPicPr/>
                      <p:nvPr/>
                    </p:nvPicPr>
                    <p:blipFill>
                      <a:blip r:embed="rId2"/>
                      <a:stretch>
                        <a:fillRect/>
                      </a:stretch>
                    </p:blipFill>
                    <p:spPr>
                      <a:xfrm>
                        <a:off x="4682490" y="2251710"/>
                        <a:ext cx="358140" cy="455930"/>
                      </a:xfrm>
                      <a:prstGeom prst="rect">
                        <a:avLst/>
                      </a:prstGeom>
                      <a:noFill/>
                      <a:ln w="38100">
                        <a:noFill/>
                        <a:miter/>
                      </a:ln>
                    </p:spPr>
                  </p:pic>
                </p:oleObj>
              </mc:Fallback>
            </mc:AlternateContent>
          </a:graphicData>
        </a:graphic>
      </p:graphicFrame>
      <p:graphicFrame>
        <p:nvGraphicFramePr>
          <p:cNvPr id="5" name="对象 -2147481194"/>
          <p:cNvGraphicFramePr>
            <a:graphicFrameLocks noChangeAspect="1"/>
          </p:cNvGraphicFramePr>
          <p:nvPr/>
        </p:nvGraphicFramePr>
        <p:xfrm>
          <a:off x="5486400" y="2265680"/>
          <a:ext cx="321945" cy="410210"/>
        </p:xfrm>
        <a:graphic>
          <a:graphicData uri="http://schemas.openxmlformats.org/presentationml/2006/ole">
            <mc:AlternateContent xmlns:mc="http://schemas.openxmlformats.org/markup-compatibility/2006">
              <mc:Choice xmlns:v="urn:schemas-microsoft-com:vml" Requires="v">
                <p:oleObj spid="_x0000_s14" name="" r:id="rId3" imgW="152400" imgH="190500" progId="Equation.DSMT4">
                  <p:embed/>
                </p:oleObj>
              </mc:Choice>
              <mc:Fallback>
                <p:oleObj name="" r:id="rId3" imgW="152400" imgH="190500" progId="Equation.DSMT4">
                  <p:embed/>
                  <p:pic>
                    <p:nvPicPr>
                      <p:cNvPr id="0" name="图片 13"/>
                      <p:cNvPicPr/>
                      <p:nvPr/>
                    </p:nvPicPr>
                    <p:blipFill>
                      <a:blip r:embed="rId4"/>
                      <a:stretch>
                        <a:fillRect/>
                      </a:stretch>
                    </p:blipFill>
                    <p:spPr>
                      <a:xfrm>
                        <a:off x="5486400" y="2265680"/>
                        <a:ext cx="321945" cy="410210"/>
                      </a:xfrm>
                      <a:prstGeom prst="rect">
                        <a:avLst/>
                      </a:prstGeom>
                      <a:noFill/>
                      <a:ln w="38100">
                        <a:noFill/>
                        <a:miter/>
                      </a:ln>
                    </p:spPr>
                  </p:pic>
                </p:oleObj>
              </mc:Fallback>
            </mc:AlternateContent>
          </a:graphicData>
        </a:graphic>
      </p:graphicFrame>
      <p:graphicFrame>
        <p:nvGraphicFramePr>
          <p:cNvPr id="6" name="对象 -2147481193"/>
          <p:cNvGraphicFramePr>
            <a:graphicFrameLocks noChangeAspect="1"/>
          </p:cNvGraphicFramePr>
          <p:nvPr/>
        </p:nvGraphicFramePr>
        <p:xfrm>
          <a:off x="1828800" y="2667000"/>
          <a:ext cx="500380" cy="424815"/>
        </p:xfrm>
        <a:graphic>
          <a:graphicData uri="http://schemas.openxmlformats.org/presentationml/2006/ole">
            <mc:AlternateContent xmlns:mc="http://schemas.openxmlformats.org/markup-compatibility/2006">
              <mc:Choice xmlns:v="urn:schemas-microsoft-com:vml" Requires="v">
                <p:oleObj spid="_x0000_s15" name="" r:id="rId5" imgW="228600" imgH="190500" progId="Equation.DSMT4">
                  <p:embed/>
                </p:oleObj>
              </mc:Choice>
              <mc:Fallback>
                <p:oleObj name="" r:id="rId5" imgW="228600" imgH="190500" progId="Equation.DSMT4">
                  <p:embed/>
                  <p:pic>
                    <p:nvPicPr>
                      <p:cNvPr id="0" name="图片 14"/>
                      <p:cNvPicPr/>
                      <p:nvPr/>
                    </p:nvPicPr>
                    <p:blipFill>
                      <a:blip r:embed="rId6"/>
                      <a:stretch>
                        <a:fillRect/>
                      </a:stretch>
                    </p:blipFill>
                    <p:spPr>
                      <a:xfrm>
                        <a:off x="1828800" y="2667000"/>
                        <a:ext cx="500380" cy="424815"/>
                      </a:xfrm>
                      <a:prstGeom prst="rect">
                        <a:avLst/>
                      </a:prstGeom>
                      <a:noFill/>
                      <a:ln w="38100">
                        <a:noFill/>
                        <a:miter/>
                      </a:ln>
                    </p:spPr>
                  </p:pic>
                </p:oleObj>
              </mc:Fallback>
            </mc:AlternateContent>
          </a:graphicData>
        </a:graphic>
      </p:graphicFrame>
      <p:graphicFrame>
        <p:nvGraphicFramePr>
          <p:cNvPr id="7" name="对象 -2147481192"/>
          <p:cNvGraphicFramePr>
            <a:graphicFrameLocks noChangeAspect="1"/>
          </p:cNvGraphicFramePr>
          <p:nvPr/>
        </p:nvGraphicFramePr>
        <p:xfrm>
          <a:off x="6019800" y="2667000"/>
          <a:ext cx="302895" cy="420370"/>
        </p:xfrm>
        <a:graphic>
          <a:graphicData uri="http://schemas.openxmlformats.org/presentationml/2006/ole">
            <mc:AlternateContent xmlns:mc="http://schemas.openxmlformats.org/markup-compatibility/2006">
              <mc:Choice xmlns:v="urn:schemas-microsoft-com:vml" Requires="v">
                <p:oleObj spid="_x0000_s16" name="" r:id="rId7" imgW="139700" imgH="190500" progId="Equation.DSMT4">
                  <p:embed/>
                </p:oleObj>
              </mc:Choice>
              <mc:Fallback>
                <p:oleObj name="" r:id="rId7" imgW="139700" imgH="190500" progId="Equation.DSMT4">
                  <p:embed/>
                  <p:pic>
                    <p:nvPicPr>
                      <p:cNvPr id="0" name="图片 15"/>
                      <p:cNvPicPr/>
                      <p:nvPr/>
                    </p:nvPicPr>
                    <p:blipFill>
                      <a:blip r:embed="rId8"/>
                      <a:stretch>
                        <a:fillRect/>
                      </a:stretch>
                    </p:blipFill>
                    <p:spPr>
                      <a:xfrm>
                        <a:off x="6019800" y="2667000"/>
                        <a:ext cx="302895" cy="420370"/>
                      </a:xfrm>
                      <a:prstGeom prst="rect">
                        <a:avLst/>
                      </a:prstGeom>
                      <a:noFill/>
                      <a:ln w="38100">
                        <a:noFill/>
                        <a:miter/>
                      </a:ln>
                    </p:spPr>
                  </p:pic>
                </p:oleObj>
              </mc:Fallback>
            </mc:AlternateContent>
          </a:graphicData>
        </a:graphic>
      </p:graphicFrame>
      <p:graphicFrame>
        <p:nvGraphicFramePr>
          <p:cNvPr id="8" name="对象 -2147481191"/>
          <p:cNvGraphicFramePr>
            <a:graphicFrameLocks noChangeAspect="1"/>
          </p:cNvGraphicFramePr>
          <p:nvPr/>
        </p:nvGraphicFramePr>
        <p:xfrm>
          <a:off x="685800" y="3124200"/>
          <a:ext cx="354330" cy="450850"/>
        </p:xfrm>
        <a:graphic>
          <a:graphicData uri="http://schemas.openxmlformats.org/presentationml/2006/ole">
            <mc:AlternateContent xmlns:mc="http://schemas.openxmlformats.org/markup-compatibility/2006">
              <mc:Choice xmlns:v="urn:schemas-microsoft-com:vml" Requires="v">
                <p:oleObj spid="_x0000_s17" name="" r:id="rId9" imgW="152400" imgH="190500" progId="Equation.DSMT4">
                  <p:embed/>
                </p:oleObj>
              </mc:Choice>
              <mc:Fallback>
                <p:oleObj name="" r:id="rId9" imgW="152400" imgH="190500" progId="Equation.DSMT4">
                  <p:embed/>
                  <p:pic>
                    <p:nvPicPr>
                      <p:cNvPr id="0" name="图片 16"/>
                      <p:cNvPicPr/>
                      <p:nvPr/>
                    </p:nvPicPr>
                    <p:blipFill>
                      <a:blip r:embed="rId10"/>
                      <a:stretch>
                        <a:fillRect/>
                      </a:stretch>
                    </p:blipFill>
                    <p:spPr>
                      <a:xfrm>
                        <a:off x="685800" y="3124200"/>
                        <a:ext cx="354330" cy="4508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pic>
        <p:nvPicPr>
          <p:cNvPr id="9" name="图片 8" descr="I]XA0WZE~V41I@4H{163O)W"/>
          <p:cNvPicPr>
            <a:picLocks noChangeAspect="1"/>
          </p:cNvPicPr>
          <p:nvPr>
            <p:custDataLst>
              <p:tags r:id="rId1"/>
            </p:custDataLst>
          </p:nvPr>
        </p:nvPicPr>
        <p:blipFill>
          <a:blip r:embed="rId2"/>
          <a:stretch>
            <a:fillRect/>
          </a:stretch>
        </p:blipFill>
        <p:spPr>
          <a:xfrm>
            <a:off x="1447800" y="76200"/>
            <a:ext cx="6477000" cy="3067050"/>
          </a:xfrm>
          <a:prstGeom prst="rect">
            <a:avLst/>
          </a:prstGeom>
        </p:spPr>
      </p:pic>
      <p:graphicFrame>
        <p:nvGraphicFramePr>
          <p:cNvPr id="2" name="对象 -2147481183"/>
          <p:cNvGraphicFramePr>
            <a:graphicFrameLocks noChangeAspect="1"/>
          </p:cNvGraphicFramePr>
          <p:nvPr/>
        </p:nvGraphicFramePr>
        <p:xfrm>
          <a:off x="304800" y="3200400"/>
          <a:ext cx="4206240" cy="805815"/>
        </p:xfrm>
        <a:graphic>
          <a:graphicData uri="http://schemas.openxmlformats.org/presentationml/2006/ole">
            <mc:AlternateContent xmlns:mc="http://schemas.openxmlformats.org/markup-compatibility/2006">
              <mc:Choice xmlns:v="urn:schemas-microsoft-com:vml" Requires="v">
                <p:oleObj spid="_x0000_s3076" name="" r:id="rId3" imgW="2284730" imgH="444500" progId="Equation.DSMT4">
                  <p:embed/>
                </p:oleObj>
              </mc:Choice>
              <mc:Fallback>
                <p:oleObj name="" r:id="rId3" imgW="2284730" imgH="444500" progId="Equation.DSMT4">
                  <p:embed/>
                  <p:pic>
                    <p:nvPicPr>
                      <p:cNvPr id="0" name="图片 3075"/>
                      <p:cNvPicPr/>
                      <p:nvPr/>
                    </p:nvPicPr>
                    <p:blipFill>
                      <a:blip r:embed="rId4"/>
                      <a:stretch>
                        <a:fillRect/>
                      </a:stretch>
                    </p:blipFill>
                    <p:spPr>
                      <a:xfrm>
                        <a:off x="304800" y="3200400"/>
                        <a:ext cx="4206240" cy="805815"/>
                      </a:xfrm>
                      <a:prstGeom prst="rect">
                        <a:avLst/>
                      </a:prstGeom>
                      <a:noFill/>
                      <a:ln w="38100">
                        <a:noFill/>
                        <a:miter/>
                      </a:ln>
                    </p:spPr>
                  </p:pic>
                </p:oleObj>
              </mc:Fallback>
            </mc:AlternateContent>
          </a:graphicData>
        </a:graphic>
      </p:graphicFrame>
      <p:graphicFrame>
        <p:nvGraphicFramePr>
          <p:cNvPr id="3" name="对象 -2147481182"/>
          <p:cNvGraphicFramePr>
            <a:graphicFrameLocks noChangeAspect="1"/>
          </p:cNvGraphicFramePr>
          <p:nvPr/>
        </p:nvGraphicFramePr>
        <p:xfrm>
          <a:off x="435610" y="4038600"/>
          <a:ext cx="1771015" cy="392430"/>
        </p:xfrm>
        <a:graphic>
          <a:graphicData uri="http://schemas.openxmlformats.org/presentationml/2006/ole">
            <mc:AlternateContent xmlns:mc="http://schemas.openxmlformats.org/markup-compatibility/2006">
              <mc:Choice xmlns:v="urn:schemas-microsoft-com:vml" Requires="v">
                <p:oleObj spid="_x0000_s10" name="" r:id="rId5" imgW="875665" imgH="190500" progId="Equation.DSMT4">
                  <p:embed/>
                </p:oleObj>
              </mc:Choice>
              <mc:Fallback>
                <p:oleObj name="" r:id="rId5" imgW="875665" imgH="190500" progId="Equation.DSMT4">
                  <p:embed/>
                  <p:pic>
                    <p:nvPicPr>
                      <p:cNvPr id="0" name="图片 9"/>
                      <p:cNvPicPr/>
                      <p:nvPr/>
                    </p:nvPicPr>
                    <p:blipFill>
                      <a:blip r:embed="rId6"/>
                      <a:stretch>
                        <a:fillRect/>
                      </a:stretch>
                    </p:blipFill>
                    <p:spPr>
                      <a:xfrm>
                        <a:off x="435610" y="4038600"/>
                        <a:ext cx="1771015" cy="392430"/>
                      </a:xfrm>
                      <a:prstGeom prst="rect">
                        <a:avLst/>
                      </a:prstGeom>
                      <a:noFill/>
                      <a:ln w="38100">
                        <a:noFill/>
                        <a:miter/>
                      </a:ln>
                    </p:spPr>
                  </p:pic>
                </p:oleObj>
              </mc:Fallback>
            </mc:AlternateContent>
          </a:graphicData>
        </a:graphic>
      </p:graphicFrame>
      <p:graphicFrame>
        <p:nvGraphicFramePr>
          <p:cNvPr id="4" name="对象 -2147481181"/>
          <p:cNvGraphicFramePr>
            <a:graphicFrameLocks noChangeAspect="1"/>
          </p:cNvGraphicFramePr>
          <p:nvPr/>
        </p:nvGraphicFramePr>
        <p:xfrm>
          <a:off x="4648200" y="3158490"/>
          <a:ext cx="4245610" cy="410210"/>
        </p:xfrm>
        <a:graphic>
          <a:graphicData uri="http://schemas.openxmlformats.org/presentationml/2006/ole">
            <mc:AlternateContent xmlns:mc="http://schemas.openxmlformats.org/markup-compatibility/2006">
              <mc:Choice xmlns:v="urn:schemas-microsoft-com:vml" Requires="v">
                <p:oleObj spid="_x0000_s11" name="" r:id="rId7" imgW="2270125" imgH="215900" progId="Equation.DSMT4">
                  <p:embed/>
                </p:oleObj>
              </mc:Choice>
              <mc:Fallback>
                <p:oleObj name="" r:id="rId7" imgW="2270125" imgH="215900" progId="Equation.DSMT4">
                  <p:embed/>
                  <p:pic>
                    <p:nvPicPr>
                      <p:cNvPr id="0" name="图片 10"/>
                      <p:cNvPicPr/>
                      <p:nvPr/>
                    </p:nvPicPr>
                    <p:blipFill>
                      <a:blip r:embed="rId8"/>
                      <a:stretch>
                        <a:fillRect/>
                      </a:stretch>
                    </p:blipFill>
                    <p:spPr>
                      <a:xfrm>
                        <a:off x="4648200" y="3158490"/>
                        <a:ext cx="4245610" cy="410210"/>
                      </a:xfrm>
                      <a:prstGeom prst="rect">
                        <a:avLst/>
                      </a:prstGeom>
                      <a:noFill/>
                      <a:ln w="38100">
                        <a:noFill/>
                        <a:miter/>
                      </a:ln>
                    </p:spPr>
                  </p:pic>
                </p:oleObj>
              </mc:Fallback>
            </mc:AlternateContent>
          </a:graphicData>
        </a:graphic>
      </p:graphicFrame>
      <p:graphicFrame>
        <p:nvGraphicFramePr>
          <p:cNvPr id="5" name="对象 -2147481180"/>
          <p:cNvGraphicFramePr>
            <a:graphicFrameLocks noChangeAspect="1"/>
          </p:cNvGraphicFramePr>
          <p:nvPr/>
        </p:nvGraphicFramePr>
        <p:xfrm>
          <a:off x="4870450" y="3733800"/>
          <a:ext cx="2150110" cy="360680"/>
        </p:xfrm>
        <a:graphic>
          <a:graphicData uri="http://schemas.openxmlformats.org/presentationml/2006/ole">
            <mc:AlternateContent xmlns:mc="http://schemas.openxmlformats.org/markup-compatibility/2006">
              <mc:Choice xmlns:v="urn:schemas-microsoft-com:vml" Requires="v">
                <p:oleObj spid="_x0000_s12" name="" r:id="rId9" imgW="1155065" imgH="190500" progId="Equation.DSMT4">
                  <p:embed/>
                </p:oleObj>
              </mc:Choice>
              <mc:Fallback>
                <p:oleObj name="" r:id="rId9" imgW="1155065" imgH="190500" progId="Equation.DSMT4">
                  <p:embed/>
                  <p:pic>
                    <p:nvPicPr>
                      <p:cNvPr id="0" name="图片 11"/>
                      <p:cNvPicPr/>
                      <p:nvPr/>
                    </p:nvPicPr>
                    <p:blipFill>
                      <a:blip r:embed="rId10"/>
                      <a:stretch>
                        <a:fillRect/>
                      </a:stretch>
                    </p:blipFill>
                    <p:spPr>
                      <a:xfrm>
                        <a:off x="4870450" y="3733800"/>
                        <a:ext cx="2150110" cy="360680"/>
                      </a:xfrm>
                      <a:prstGeom prst="rect">
                        <a:avLst/>
                      </a:prstGeom>
                      <a:noFill/>
                      <a:ln w="38100">
                        <a:noFill/>
                        <a:miter/>
                      </a:ln>
                    </p:spPr>
                  </p:pic>
                </p:oleObj>
              </mc:Fallback>
            </mc:AlternateContent>
          </a:graphicData>
        </a:graphic>
      </p:graphicFrame>
      <p:grpSp>
        <p:nvGrpSpPr>
          <p:cNvPr id="6" name="组合 5"/>
          <p:cNvGrpSpPr/>
          <p:nvPr/>
        </p:nvGrpSpPr>
        <p:grpSpPr>
          <a:xfrm>
            <a:off x="381000" y="4544060"/>
            <a:ext cx="4263390" cy="2269490"/>
            <a:chOff x="600" y="7156"/>
            <a:chExt cx="6714" cy="3574"/>
          </a:xfrm>
        </p:grpSpPr>
        <p:pic>
          <p:nvPicPr>
            <p:cNvPr id="9322" name="图片 2759"/>
            <p:cNvPicPr>
              <a:picLocks noChangeAspect="1"/>
            </p:cNvPicPr>
            <p:nvPr/>
          </p:nvPicPr>
          <p:blipFill>
            <a:blip r:embed="rId11"/>
            <a:stretch>
              <a:fillRect/>
            </a:stretch>
          </p:blipFill>
          <p:spPr>
            <a:xfrm>
              <a:off x="600" y="7156"/>
              <a:ext cx="6715" cy="3014"/>
            </a:xfrm>
            <a:prstGeom prst="rect">
              <a:avLst/>
            </a:prstGeom>
            <a:noFill/>
            <a:ln>
              <a:noFill/>
            </a:ln>
          </p:spPr>
        </p:pic>
        <p:sp>
          <p:nvSpPr>
            <p:cNvPr id="100" name="文本框 99"/>
            <p:cNvSpPr txBox="1"/>
            <p:nvPr/>
          </p:nvSpPr>
          <p:spPr>
            <a:xfrm>
              <a:off x="1560" y="10200"/>
              <a:ext cx="3968" cy="531"/>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4-37 </a:t>
              </a:r>
              <a:r>
                <a:rPr lang="zh-CN" sz="1600">
                  <a:ea typeface="宋体" panose="02010600030101010101" pitchFamily="2" charset="-122"/>
                </a:rPr>
                <a:t>一位全加器逻辑图</a:t>
              </a:r>
              <a:endParaRPr lang="zh-CN" altLang="en-US" sz="1600"/>
            </a:p>
          </p:txBody>
        </p:sp>
      </p:grpSp>
      <p:grpSp>
        <p:nvGrpSpPr>
          <p:cNvPr id="7" name="组合 6"/>
          <p:cNvGrpSpPr/>
          <p:nvPr/>
        </p:nvGrpSpPr>
        <p:grpSpPr>
          <a:xfrm>
            <a:off x="5105400" y="4800600"/>
            <a:ext cx="2843530" cy="2012950"/>
            <a:chOff x="8040" y="7560"/>
            <a:chExt cx="4478" cy="3170"/>
          </a:xfrm>
        </p:grpSpPr>
        <p:pic>
          <p:nvPicPr>
            <p:cNvPr id="9323" name="图片 2760"/>
            <p:cNvPicPr>
              <a:picLocks noChangeAspect="1"/>
            </p:cNvPicPr>
            <p:nvPr/>
          </p:nvPicPr>
          <p:blipFill>
            <a:blip r:embed="rId12"/>
            <a:stretch>
              <a:fillRect/>
            </a:stretch>
          </p:blipFill>
          <p:spPr>
            <a:xfrm>
              <a:off x="8040" y="7560"/>
              <a:ext cx="4379" cy="2300"/>
            </a:xfrm>
            <a:prstGeom prst="rect">
              <a:avLst/>
            </a:prstGeom>
            <a:noFill/>
            <a:ln>
              <a:noFill/>
            </a:ln>
          </p:spPr>
        </p:pic>
        <p:sp>
          <p:nvSpPr>
            <p:cNvPr id="18" name="文本框 17"/>
            <p:cNvSpPr txBox="1"/>
            <p:nvPr/>
          </p:nvSpPr>
          <p:spPr>
            <a:xfrm>
              <a:off x="8280" y="10200"/>
              <a:ext cx="4239" cy="531"/>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4-38 </a:t>
              </a:r>
              <a:r>
                <a:rPr lang="zh-CN" sz="1600">
                  <a:ea typeface="宋体" panose="02010600030101010101" pitchFamily="2" charset="-122"/>
                </a:rPr>
                <a:t>一位全加器逻辑符号</a:t>
              </a:r>
              <a:endParaRPr lang="zh-CN" altLang="en-US" sz="1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3"/>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500" fill="hold">
                                          <p:stCondLst>
                                            <p:cond delay="0"/>
                                          </p:stCondLst>
                                        </p:cTn>
                                        <p:tgtEl>
                                          <p:spTgt spid="3"/>
                                        </p:tgtEl>
                                        <p:attrNameLst>
                                          <p:attrName>style.visibility</p:attrName>
                                        </p:attrNameLst>
                                      </p:cBhvr>
                                      <p:to>
                                        <p:strVal val="visible"/>
                                      </p:to>
                                    </p:set>
                                    <p:animEffect transition="in" filter="wheel(1)">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strips(downLeft)">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ppt_x"/>
                                          </p:val>
                                        </p:tav>
                                        <p:tav tm="100000">
                                          <p:val>
                                            <p:strVal val="#ppt_x"/>
                                          </p:val>
                                        </p:tav>
                                      </p:tavLst>
                                    </p:anim>
                                    <p:anim calcmode="lin" valueType="num">
                                      <p:cBhvr additive="base">
                                        <p:cTn id="2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anim calcmode="lin" valueType="num">
                                      <p:cBhvr>
                                        <p:cTn id="31" dur="1000" fill="hold"/>
                                        <p:tgtEl>
                                          <p:spTgt spid="6"/>
                                        </p:tgtEl>
                                        <p:attrNameLst>
                                          <p:attrName>ppt_x</p:attrName>
                                        </p:attrNameLst>
                                      </p:cBhvr>
                                      <p:tavLst>
                                        <p:tav tm="0">
                                          <p:val>
                                            <p:strVal val="#ppt_x"/>
                                          </p:val>
                                        </p:tav>
                                        <p:tav tm="100000">
                                          <p:val>
                                            <p:strVal val="#ppt_x"/>
                                          </p:val>
                                        </p:tav>
                                      </p:tavLst>
                                    </p:anim>
                                    <p:anim calcmode="lin" valueType="num">
                                      <p:cBhvr>
                                        <p:cTn id="32" dur="1000" fill="hold"/>
                                        <p:tgtEl>
                                          <p:spTgt spid="6"/>
                                        </p:tgtEl>
                                        <p:attrNameLst>
                                          <p:attrName>ppt_y</p:attrName>
                                        </p:attrNameLst>
                                      </p:cBhvr>
                                      <p:tavLst>
                                        <p:tav tm="0">
                                          <p:val>
                                            <p:strVal val="#ppt_y-.1"/>
                                          </p:val>
                                        </p:tav>
                                        <p:tav tm="100000">
                                          <p:val>
                                            <p:strVal val="#ppt_y"/>
                                          </p:val>
                                        </p:tav>
                                      </p:tavLst>
                                    </p:anim>
                                  </p:childTnLst>
                                </p:cTn>
                              </p:par>
                            </p:childTnLst>
                          </p:cTn>
                        </p:par>
                        <p:par>
                          <p:cTn id="33" fill="hold">
                            <p:stCondLst>
                              <p:cond delay="1000"/>
                            </p:stCondLst>
                            <p:childTnLst>
                              <p:par>
                                <p:cTn id="34" presetID="8" presetClass="entr" presetSubtype="16" fill="hold" nodeType="afterEffect">
                                  <p:stCondLst>
                                    <p:cond delay="0"/>
                                  </p:stCondLst>
                                  <p:childTnLst>
                                    <p:set>
                                      <p:cBhvr>
                                        <p:cTn id="35" dur="500" fill="hold">
                                          <p:stCondLst>
                                            <p:cond delay="0"/>
                                          </p:stCondLst>
                                        </p:cTn>
                                        <p:tgtEl>
                                          <p:spTgt spid="7"/>
                                        </p:tgtEl>
                                        <p:attrNameLst>
                                          <p:attrName>style.visibility</p:attrName>
                                        </p:attrNameLst>
                                      </p:cBhvr>
                                      <p:to>
                                        <p:strVal val="visible"/>
                                      </p:to>
                                    </p:set>
                                    <p:animEffect transition="in" filter="diamond(in)">
                                      <p:cBhvr>
                                        <p:cTn id="3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3" name="Rectangle 3"/>
          <p:cNvSpPr>
            <a:spLocks noGrp="1"/>
          </p:cNvSpPr>
          <p:nvPr/>
        </p:nvSpPr>
        <p:spPr>
          <a:xfrm>
            <a:off x="1122680" y="1143000"/>
            <a:ext cx="226885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a:t>
            </a:r>
            <a:r>
              <a:rPr sz="2400" b="1" kern="1200" dirty="0">
                <a:solidFill>
                  <a:srgbClr val="FE09D6"/>
                </a:solidFill>
                <a:latin typeface="Times New Roman" panose="02020603050405020304" charset="0"/>
                <a:ea typeface="楷体_GB2312" pitchFamily="49" charset="-122"/>
                <a:cs typeface="Times New Roman" panose="02020603050405020304" charset="0"/>
              </a:rPr>
              <a:t>多位加法器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2" name="Rectangle 3"/>
          <p:cNvSpPr>
            <a:spLocks noGrp="1"/>
          </p:cNvSpPr>
          <p:nvPr/>
        </p:nvSpPr>
        <p:spPr>
          <a:xfrm>
            <a:off x="480060" y="2108200"/>
            <a:ext cx="7992110" cy="9747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当进行多位数加法运算时，可以用多个一位全加器来实现，如</a:t>
            </a:r>
            <a:r>
              <a:rPr lang="zh-CN" sz="2400" b="1" kern="1200" dirty="0">
                <a:solidFill>
                  <a:srgbClr val="000066"/>
                </a:solidFill>
                <a:latin typeface="Arial" panose="020B0604020202020204" pitchFamily="34" charset="0"/>
                <a:ea typeface="楷体_GB2312" pitchFamily="49" charset="-122"/>
              </a:rPr>
              <a:t>下</a:t>
            </a:r>
            <a:r>
              <a:rPr sz="2400" b="1" kern="1200" dirty="0">
                <a:solidFill>
                  <a:srgbClr val="000066"/>
                </a:solidFill>
                <a:latin typeface="Arial" panose="020B0604020202020204" pitchFamily="34" charset="0"/>
                <a:ea typeface="楷体_GB2312" pitchFamily="49" charset="-122"/>
              </a:rPr>
              <a:t>图所示。</a:t>
            </a:r>
            <a:endParaRPr sz="2400" b="1" kern="1200" dirty="0">
              <a:solidFill>
                <a:srgbClr val="000066"/>
              </a:solidFill>
              <a:latin typeface="Arial" panose="020B0604020202020204" pitchFamily="34" charset="0"/>
              <a:ea typeface="楷体_GB2312" pitchFamily="49" charset="-122"/>
            </a:endParaRPr>
          </a:p>
        </p:txBody>
      </p:sp>
      <p:sp>
        <p:nvSpPr>
          <p:cNvPr id="26" name="Rectangle 3"/>
          <p:cNvSpPr>
            <a:spLocks noGrp="1"/>
          </p:cNvSpPr>
          <p:nvPr/>
        </p:nvSpPr>
        <p:spPr>
          <a:xfrm>
            <a:off x="601980" y="1606550"/>
            <a:ext cx="4717415"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rPr>
              <a:t>(1) 串行进位加法器。</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pic>
        <p:nvPicPr>
          <p:cNvPr id="9324" name="图片 2761"/>
          <p:cNvPicPr>
            <a:picLocks noChangeAspect="1"/>
          </p:cNvPicPr>
          <p:nvPr/>
        </p:nvPicPr>
        <p:blipFill>
          <a:blip r:embed="rId1"/>
          <a:stretch>
            <a:fillRect/>
          </a:stretch>
        </p:blipFill>
        <p:spPr>
          <a:xfrm>
            <a:off x="1524000" y="3124200"/>
            <a:ext cx="5427980" cy="1528445"/>
          </a:xfrm>
          <a:prstGeom prst="rect">
            <a:avLst/>
          </a:prstGeom>
          <a:noFill/>
          <a:ln>
            <a:noFill/>
          </a:ln>
        </p:spPr>
      </p:pic>
      <p:sp>
        <p:nvSpPr>
          <p:cNvPr id="9" name="Rectangle 3"/>
          <p:cNvSpPr>
            <a:spLocks noGrp="1"/>
          </p:cNvSpPr>
          <p:nvPr/>
        </p:nvSpPr>
        <p:spPr>
          <a:xfrm>
            <a:off x="482600" y="4597400"/>
            <a:ext cx="7992110" cy="21844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除右边最低位的全加器之外，其他全加器进行加法运算时，必须等待相邻低位的全加器产生进位后才能进行，这种由串行进位方式构成的加法器称为串行进位加法器。显然，当串行进位加法器位数越多时，运算速度越慢</a:t>
            </a:r>
            <a:r>
              <a:rPr lang="zh-CN" sz="2400" b="1" kern="1200" dirty="0">
                <a:solidFill>
                  <a:srgbClr val="000066"/>
                </a:solidFill>
                <a:latin typeface="Arial" panose="020B0604020202020204" pitchFamily="34" charset="0"/>
                <a:ea typeface="楷体_GB2312" pitchFamily="49" charset="-122"/>
              </a:rPr>
              <a:t>。</a:t>
            </a:r>
            <a:endParaRPr lang="zh-CN"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9324"/>
                                        </p:tgtEl>
                                        <p:attrNameLst>
                                          <p:attrName>style.visibility</p:attrName>
                                        </p:attrNameLst>
                                      </p:cBhvr>
                                      <p:to>
                                        <p:strVal val="visible"/>
                                      </p:to>
                                    </p:set>
                                    <p:anim calcmode="lin" valueType="num">
                                      <p:cBhvr>
                                        <p:cTn id="7" dur="500" fill="hold"/>
                                        <p:tgtEl>
                                          <p:spTgt spid="9324"/>
                                        </p:tgtEl>
                                        <p:attrNameLst>
                                          <p:attrName>ppt_w</p:attrName>
                                        </p:attrNameLst>
                                      </p:cBhvr>
                                      <p:tavLst>
                                        <p:tav tm="0">
                                          <p:val>
                                            <p:fltVal val="0"/>
                                          </p:val>
                                        </p:tav>
                                        <p:tav tm="100000">
                                          <p:val>
                                            <p:strVal val="#ppt_w"/>
                                          </p:val>
                                        </p:tav>
                                      </p:tavLst>
                                    </p:anim>
                                    <p:anim calcmode="lin" valueType="num">
                                      <p:cBhvr>
                                        <p:cTn id="8" dur="500" fill="hold"/>
                                        <p:tgtEl>
                                          <p:spTgt spid="9324"/>
                                        </p:tgtEl>
                                        <p:attrNameLst>
                                          <p:attrName>ppt_h</p:attrName>
                                        </p:attrNameLst>
                                      </p:cBhvr>
                                      <p:tavLst>
                                        <p:tav tm="0">
                                          <p:val>
                                            <p:fltVal val="0"/>
                                          </p:val>
                                        </p:tav>
                                        <p:tav tm="100000">
                                          <p:val>
                                            <p:strVal val="#ppt_h"/>
                                          </p:val>
                                        </p:tav>
                                      </p:tavLst>
                                    </p:anim>
                                    <p:anim calcmode="lin" valueType="num">
                                      <p:cBhvr>
                                        <p:cTn id="9" dur="500" fill="hold"/>
                                        <p:tgtEl>
                                          <p:spTgt spid="9324"/>
                                        </p:tgtEl>
                                        <p:attrNameLst>
                                          <p:attrName>style.rotation</p:attrName>
                                        </p:attrNameLst>
                                      </p:cBhvr>
                                      <p:tavLst>
                                        <p:tav tm="0">
                                          <p:val>
                                            <p:fltVal val="360"/>
                                          </p:val>
                                        </p:tav>
                                        <p:tav tm="100000">
                                          <p:val>
                                            <p:fltVal val="0"/>
                                          </p:val>
                                        </p:tav>
                                      </p:tavLst>
                                    </p:anim>
                                    <p:animEffect transition="in" filter="fade">
                                      <p:cBhvr>
                                        <p:cTn id="10" dur="500"/>
                                        <p:tgtEl>
                                          <p:spTgt spid="9324"/>
                                        </p:tgtEl>
                                      </p:cBhvr>
                                    </p:animEffect>
                                  </p:childTnLst>
                                </p:cTn>
                              </p:par>
                            </p:childTnLst>
                          </p:cTn>
                        </p:par>
                      </p:childTnLst>
                    </p:cTn>
                  </p:par>
                  <p:par>
                    <p:cTn id="11" fill="hold">
                      <p:stCondLst>
                        <p:cond delay="indefinite"/>
                      </p:stCondLst>
                      <p:childTnLst>
                        <p:par>
                          <p:cTn id="12" fill="hold">
                            <p:stCondLst>
                              <p:cond delay="0"/>
                            </p:stCondLst>
                            <p:childTnLst>
                              <p:par>
                                <p:cTn id="13" presetID="5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92" decel="100000"/>
                                        <p:tgtEl>
                                          <p:spTgt spid="9"/>
                                        </p:tgtEl>
                                      </p:cBhvr>
                                    </p:animEffect>
                                    <p:animScale>
                                      <p:cBhvr>
                                        <p:cTn id="16" dur="192" decel="100000"/>
                                        <p:tgtEl>
                                          <p:spTgt spid="9"/>
                                        </p:tgtEl>
                                      </p:cBhvr>
                                      <p:from x="10000" y="10000"/>
                                      <p:to x="200000" y="450000"/>
                                    </p:animScale>
                                    <p:animScale>
                                      <p:cBhvr>
                                        <p:cTn id="17" dur="308" accel="100000" fill="hold">
                                          <p:stCondLst>
                                            <p:cond delay="192"/>
                                          </p:stCondLst>
                                        </p:cTn>
                                        <p:tgtEl>
                                          <p:spTgt spid="9"/>
                                        </p:tgtEl>
                                      </p:cBhvr>
                                      <p:from x="200000" y="450000"/>
                                      <p:to x="100000" y="100000"/>
                                    </p:animScale>
                                    <p:set>
                                      <p:cBhvr>
                                        <p:cTn id="18" dur="192" fill="hold"/>
                                        <p:tgtEl>
                                          <p:spTgt spid="9"/>
                                        </p:tgtEl>
                                        <p:attrNameLst>
                                          <p:attrName>ppt_x</p:attrName>
                                        </p:attrNameLst>
                                      </p:cBhvr>
                                      <p:to>
                                        <p:strVal val="(0.5)"/>
                                      </p:to>
                                    </p:set>
                                    <p:anim from="(0.5)" to="(#ppt_x)" calcmode="lin" valueType="num">
                                      <p:cBhvr>
                                        <p:cTn id="19" dur="308" accel="100000" fill="hold">
                                          <p:stCondLst>
                                            <p:cond delay="192"/>
                                          </p:stCondLst>
                                        </p:cTn>
                                        <p:tgtEl>
                                          <p:spTgt spid="9"/>
                                        </p:tgtEl>
                                        <p:attrNameLst>
                                          <p:attrName>ppt_x</p:attrName>
                                        </p:attrNameLst>
                                      </p:cBhvr>
                                    </p:anim>
                                    <p:set>
                                      <p:cBhvr>
                                        <p:cTn id="20" dur="192" fill="hold"/>
                                        <p:tgtEl>
                                          <p:spTgt spid="9"/>
                                        </p:tgtEl>
                                        <p:attrNameLst>
                                          <p:attrName>ppt_y</p:attrName>
                                        </p:attrNameLst>
                                      </p:cBhvr>
                                      <p:to>
                                        <p:strVal val="(#ppt_y+0.4)"/>
                                      </p:to>
                                    </p:set>
                                    <p:anim from="(#ppt_y+0.4)" to="(#ppt_y)" calcmode="lin" valueType="num">
                                      <p:cBhvr>
                                        <p:cTn id="21" dur="308" accel="100000" fill="hold">
                                          <p:stCondLst>
                                            <p:cond delay="192"/>
                                          </p:stCondLst>
                                        </p:cTn>
                                        <p:tgtEl>
                                          <p:spTgt spid="9"/>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2" name="Rectangle 3"/>
          <p:cNvSpPr>
            <a:spLocks noGrp="1"/>
          </p:cNvSpPr>
          <p:nvPr/>
        </p:nvSpPr>
        <p:spPr>
          <a:xfrm>
            <a:off x="480060" y="1907540"/>
            <a:ext cx="7992110" cy="4718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① 门电路组成的超前进位加法器</a:t>
            </a:r>
            <a:r>
              <a:rPr lang="zh-CN" sz="2400" b="1" kern="1200" dirty="0">
                <a:solidFill>
                  <a:srgbClr val="000066"/>
                </a:solidFill>
                <a:latin typeface="Arial" panose="020B0604020202020204" pitchFamily="34" charset="0"/>
                <a:ea typeface="楷体_GB2312" pitchFamily="49" charset="-122"/>
              </a:rPr>
              <a:t>。</a:t>
            </a:r>
            <a:endParaRPr lang="zh-CN" sz="2400" b="1" kern="1200" dirty="0">
              <a:solidFill>
                <a:srgbClr val="000066"/>
              </a:solidFill>
              <a:latin typeface="Arial" panose="020B0604020202020204" pitchFamily="34" charset="0"/>
              <a:ea typeface="楷体_GB2312" pitchFamily="49" charset="-122"/>
            </a:endParaRPr>
          </a:p>
        </p:txBody>
      </p:sp>
      <p:sp>
        <p:nvSpPr>
          <p:cNvPr id="26" name="Rectangle 3"/>
          <p:cNvSpPr>
            <a:spLocks noGrp="1"/>
          </p:cNvSpPr>
          <p:nvPr/>
        </p:nvSpPr>
        <p:spPr>
          <a:xfrm>
            <a:off x="574040" y="1301750"/>
            <a:ext cx="4717415"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rPr>
              <a:t>(2) 超前进位加法器。</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grpSp>
        <p:nvGrpSpPr>
          <p:cNvPr id="13" name="组合 12"/>
          <p:cNvGrpSpPr/>
          <p:nvPr/>
        </p:nvGrpSpPr>
        <p:grpSpPr>
          <a:xfrm>
            <a:off x="441960" y="2532380"/>
            <a:ext cx="8152130" cy="2854325"/>
            <a:chOff x="760" y="3280"/>
            <a:chExt cx="12838" cy="4495"/>
          </a:xfrm>
        </p:grpSpPr>
        <p:sp>
          <p:nvSpPr>
            <p:cNvPr id="9" name="Rectangle 3"/>
            <p:cNvSpPr>
              <a:spLocks noGrp="1"/>
            </p:cNvSpPr>
            <p:nvPr/>
          </p:nvSpPr>
          <p:spPr>
            <a:xfrm>
              <a:off x="760" y="3280"/>
              <a:ext cx="12838" cy="44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两个</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位的二进制数</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endParaRPr 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相加时，由于第</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位的进位信号</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能直接通过</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及</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的值确定，因此，可以设计一个超前进位产生电路，这种具有超前进位产生电路的加法器称为超前进位加法器。由于超前进位加法器在第</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位运算的时候，无需等待第</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位运算完后产生的进位信号，因此超前进位加法器比串行进位加法器具有更快的运算速度。</a:t>
              </a:r>
              <a:endParaRPr sz="2400" b="1" kern="1200" dirty="0">
                <a:solidFill>
                  <a:srgbClr val="000066"/>
                </a:solidFill>
                <a:latin typeface="Arial" panose="020B0604020202020204" pitchFamily="34" charset="0"/>
                <a:ea typeface="楷体_GB2312" pitchFamily="49" charset="-122"/>
              </a:endParaRPr>
            </a:p>
          </p:txBody>
        </p:sp>
        <p:graphicFrame>
          <p:nvGraphicFramePr>
            <p:cNvPr id="3" name="对象 -2147481175"/>
            <p:cNvGraphicFramePr>
              <a:graphicFrameLocks noChangeAspect="1"/>
            </p:cNvGraphicFramePr>
            <p:nvPr/>
          </p:nvGraphicFramePr>
          <p:xfrm>
            <a:off x="2880" y="3524"/>
            <a:ext cx="424" cy="481"/>
          </p:xfrm>
          <a:graphic>
            <a:graphicData uri="http://schemas.openxmlformats.org/presentationml/2006/ole">
              <mc:AlternateContent xmlns:mc="http://schemas.openxmlformats.org/markup-compatibility/2006">
                <mc:Choice xmlns:v="urn:schemas-microsoft-com:vml" Requires="v">
                  <p:oleObj spid="_x0000_s3076" name="" r:id="rId1" imgW="114300" imgH="127000" progId="Equation.DSMT4">
                    <p:embed/>
                  </p:oleObj>
                </mc:Choice>
                <mc:Fallback>
                  <p:oleObj name="" r:id="rId1" imgW="114300" imgH="127000" progId="Equation.DSMT4">
                    <p:embed/>
                    <p:pic>
                      <p:nvPicPr>
                        <p:cNvPr id="0" name="图片 3075"/>
                        <p:cNvPicPr/>
                        <p:nvPr/>
                      </p:nvPicPr>
                      <p:blipFill>
                        <a:blip r:embed="rId2"/>
                        <a:stretch>
                          <a:fillRect/>
                        </a:stretch>
                      </p:blipFill>
                      <p:spPr>
                        <a:xfrm>
                          <a:off x="2880" y="3524"/>
                          <a:ext cx="424" cy="481"/>
                        </a:xfrm>
                        <a:prstGeom prst="rect">
                          <a:avLst/>
                        </a:prstGeom>
                        <a:noFill/>
                        <a:ln w="38100">
                          <a:noFill/>
                          <a:miter/>
                        </a:ln>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4374" y="4200"/>
            <a:ext cx="298" cy="560"/>
          </p:xfrm>
          <a:graphic>
            <a:graphicData uri="http://schemas.openxmlformats.org/presentationml/2006/ole">
              <mc:AlternateContent xmlns:mc="http://schemas.openxmlformats.org/markup-compatibility/2006">
                <mc:Choice xmlns:v="urn:schemas-microsoft-com:vml" Requires="v">
                  <p:oleObj spid="_x0000_s1025" name="" r:id="rId3" imgW="88265" imgH="165100" progId="Equation.KSEE3">
                    <p:embed/>
                  </p:oleObj>
                </mc:Choice>
                <mc:Fallback>
                  <p:oleObj name="" r:id="rId3" imgW="88265" imgH="165100" progId="Equation.KSEE3">
                    <p:embed/>
                    <p:pic>
                      <p:nvPicPr>
                        <p:cNvPr id="0" name="图片 1024"/>
                        <p:cNvPicPr/>
                        <p:nvPr/>
                      </p:nvPicPr>
                      <p:blipFill>
                        <a:blip r:embed="rId4"/>
                        <a:stretch>
                          <a:fillRect/>
                        </a:stretch>
                      </p:blipFill>
                      <p:spPr>
                        <a:xfrm>
                          <a:off x="4374" y="4200"/>
                          <a:ext cx="298" cy="560"/>
                        </a:xfrm>
                        <a:prstGeom prst="rect">
                          <a:avLst/>
                        </a:prstGeom>
                      </p:spPr>
                    </p:pic>
                  </p:oleObj>
                </mc:Fallback>
              </mc:AlternateContent>
            </a:graphicData>
          </a:graphic>
        </p:graphicFrame>
        <p:graphicFrame>
          <p:nvGraphicFramePr>
            <p:cNvPr id="4" name="对象 -2147481172"/>
            <p:cNvGraphicFramePr>
              <a:graphicFrameLocks noChangeAspect="1"/>
            </p:cNvGraphicFramePr>
            <p:nvPr/>
          </p:nvGraphicFramePr>
          <p:xfrm>
            <a:off x="7854" y="4146"/>
            <a:ext cx="3603" cy="684"/>
          </p:xfrm>
          <a:graphic>
            <a:graphicData uri="http://schemas.openxmlformats.org/presentationml/2006/ole">
              <mc:AlternateContent xmlns:mc="http://schemas.openxmlformats.org/markup-compatibility/2006">
                <mc:Choice xmlns:v="urn:schemas-microsoft-com:vml" Requires="v">
                  <p:oleObj spid="_x0000_s6" name="" r:id="rId5" imgW="1002665" imgH="190500" progId="Equation.DSMT4">
                    <p:embed/>
                  </p:oleObj>
                </mc:Choice>
                <mc:Fallback>
                  <p:oleObj name="" r:id="rId5" imgW="1002665" imgH="190500" progId="Equation.DSMT4">
                    <p:embed/>
                    <p:pic>
                      <p:nvPicPr>
                        <p:cNvPr id="0" name="图片 5"/>
                        <p:cNvPicPr/>
                        <p:nvPr/>
                      </p:nvPicPr>
                      <p:blipFill>
                        <a:blip r:embed="rId6"/>
                        <a:stretch>
                          <a:fillRect/>
                        </a:stretch>
                      </p:blipFill>
                      <p:spPr>
                        <a:xfrm>
                          <a:off x="7854" y="4146"/>
                          <a:ext cx="3603" cy="684"/>
                        </a:xfrm>
                        <a:prstGeom prst="rect">
                          <a:avLst/>
                        </a:prstGeom>
                        <a:noFill/>
                        <a:ln w="38100">
                          <a:noFill/>
                          <a:miter/>
                        </a:ln>
                      </p:spPr>
                    </p:pic>
                  </p:oleObj>
                </mc:Fallback>
              </mc:AlternateContent>
            </a:graphicData>
          </a:graphic>
        </p:graphicFrame>
        <p:graphicFrame>
          <p:nvGraphicFramePr>
            <p:cNvPr id="7" name="对象 -2147481171"/>
            <p:cNvGraphicFramePr>
              <a:graphicFrameLocks noChangeAspect="1"/>
            </p:cNvGraphicFramePr>
            <p:nvPr/>
          </p:nvGraphicFramePr>
          <p:xfrm>
            <a:off x="1374" y="4800"/>
            <a:ext cx="1701" cy="633"/>
          </p:xfrm>
          <a:graphic>
            <a:graphicData uri="http://schemas.openxmlformats.org/presentationml/2006/ole">
              <mc:AlternateContent xmlns:mc="http://schemas.openxmlformats.org/markup-compatibility/2006">
                <mc:Choice xmlns:v="urn:schemas-microsoft-com:vml" Requires="v">
                  <p:oleObj spid="_x0000_s8" name="" r:id="rId7" imgW="520700" imgH="190500" progId="Equation.DSMT4">
                    <p:embed/>
                  </p:oleObj>
                </mc:Choice>
                <mc:Fallback>
                  <p:oleObj name="" r:id="rId7" imgW="520700" imgH="190500" progId="Equation.DSMT4">
                    <p:embed/>
                    <p:pic>
                      <p:nvPicPr>
                        <p:cNvPr id="0" name="图片 6"/>
                        <p:cNvPicPr/>
                        <p:nvPr/>
                      </p:nvPicPr>
                      <p:blipFill>
                        <a:blip r:embed="rId8"/>
                        <a:stretch>
                          <a:fillRect/>
                        </a:stretch>
                      </p:blipFill>
                      <p:spPr>
                        <a:xfrm>
                          <a:off x="1374" y="4800"/>
                          <a:ext cx="1701" cy="633"/>
                        </a:xfrm>
                        <a:prstGeom prst="rect">
                          <a:avLst/>
                        </a:prstGeom>
                        <a:noFill/>
                        <a:ln w="38100">
                          <a:noFill/>
                          <a:miter/>
                        </a:ln>
                      </p:spPr>
                    </p:pic>
                  </p:oleObj>
                </mc:Fallback>
              </mc:AlternateContent>
            </a:graphicData>
          </a:graphic>
        </p:graphicFrame>
        <p:graphicFrame>
          <p:nvGraphicFramePr>
            <p:cNvPr id="10" name="对象 -2147481170"/>
            <p:cNvGraphicFramePr>
              <a:graphicFrameLocks noChangeAspect="1"/>
            </p:cNvGraphicFramePr>
            <p:nvPr/>
          </p:nvGraphicFramePr>
          <p:xfrm>
            <a:off x="3414" y="4790"/>
            <a:ext cx="1842" cy="669"/>
          </p:xfrm>
          <a:graphic>
            <a:graphicData uri="http://schemas.openxmlformats.org/presentationml/2006/ole">
              <mc:AlternateContent xmlns:mc="http://schemas.openxmlformats.org/markup-compatibility/2006">
                <mc:Choice xmlns:v="urn:schemas-microsoft-com:vml" Requires="v">
                  <p:oleObj spid="_x0000_s11" name="" r:id="rId9" imgW="533400" imgH="190500" progId="Equation.DSMT4">
                    <p:embed/>
                  </p:oleObj>
                </mc:Choice>
                <mc:Fallback>
                  <p:oleObj name="" r:id="rId9" imgW="533400" imgH="190500" progId="Equation.DSMT4">
                    <p:embed/>
                    <p:pic>
                      <p:nvPicPr>
                        <p:cNvPr id="0" name="图片 7"/>
                        <p:cNvPicPr/>
                        <p:nvPr/>
                      </p:nvPicPr>
                      <p:blipFill>
                        <a:blip r:embed="rId10"/>
                        <a:stretch>
                          <a:fillRect/>
                        </a:stretch>
                      </p:blipFill>
                      <p:spPr>
                        <a:xfrm>
                          <a:off x="3414" y="4790"/>
                          <a:ext cx="1842" cy="669"/>
                        </a:xfrm>
                        <a:prstGeom prst="rect">
                          <a:avLst/>
                        </a:prstGeom>
                        <a:noFill/>
                        <a:ln w="38100">
                          <a:noFill/>
                          <a:miter/>
                        </a:ln>
                      </p:spPr>
                    </p:pic>
                  </p:oleObj>
                </mc:Fallback>
              </mc:AlternateContent>
            </a:graphicData>
          </a:graphic>
        </p:graphicFrame>
        <p:graphicFrame>
          <p:nvGraphicFramePr>
            <p:cNvPr id="12" name="对象 -2147481169"/>
            <p:cNvGraphicFramePr>
              <a:graphicFrameLocks noChangeAspect="1"/>
            </p:cNvGraphicFramePr>
            <p:nvPr/>
          </p:nvGraphicFramePr>
          <p:xfrm>
            <a:off x="5836" y="4790"/>
            <a:ext cx="687" cy="644"/>
          </p:xfrm>
          <a:graphic>
            <a:graphicData uri="http://schemas.openxmlformats.org/presentationml/2006/ole">
              <mc:AlternateContent xmlns:mc="http://schemas.openxmlformats.org/markup-compatibility/2006">
                <mc:Choice xmlns:v="urn:schemas-microsoft-com:vml" Requires="v">
                  <p:oleObj spid="_x0000_s14" name="" r:id="rId11" imgW="203200" imgH="190500" progId="Equation.DSMT4">
                    <p:embed/>
                  </p:oleObj>
                </mc:Choice>
                <mc:Fallback>
                  <p:oleObj name="" r:id="rId11" imgW="203200" imgH="190500" progId="Equation.DSMT4">
                    <p:embed/>
                    <p:pic>
                      <p:nvPicPr>
                        <p:cNvPr id="0" name="图片 9"/>
                        <p:cNvPicPr/>
                        <p:nvPr/>
                      </p:nvPicPr>
                      <p:blipFill>
                        <a:blip r:embed="rId12"/>
                        <a:stretch>
                          <a:fillRect/>
                        </a:stretch>
                      </p:blipFill>
                      <p:spPr>
                        <a:xfrm>
                          <a:off x="5836" y="4790"/>
                          <a:ext cx="687" cy="644"/>
                        </a:xfrm>
                        <a:prstGeom prst="rect">
                          <a:avLst/>
                        </a:prstGeom>
                        <a:noFill/>
                        <a:ln w="38100">
                          <a:noFill/>
                          <a:miter/>
                        </a:ln>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11060" y="6252"/>
            <a:ext cx="298" cy="560"/>
          </p:xfrm>
          <a:graphic>
            <a:graphicData uri="http://schemas.openxmlformats.org/presentationml/2006/ole">
              <mc:AlternateContent xmlns:mc="http://schemas.openxmlformats.org/markup-compatibility/2006">
                <mc:Choice xmlns:v="urn:schemas-microsoft-com:vml" Requires="v">
                  <p:oleObj spid="_x0000_s16" name="" r:id="rId13" imgW="88265" imgH="165100" progId="Equation.KSEE3">
                    <p:embed/>
                  </p:oleObj>
                </mc:Choice>
                <mc:Fallback>
                  <p:oleObj name="" r:id="rId13" imgW="88265" imgH="165100" progId="Equation.KSEE3">
                    <p:embed/>
                    <p:pic>
                      <p:nvPicPr>
                        <p:cNvPr id="0" name="图片 1024"/>
                        <p:cNvPicPr/>
                        <p:nvPr/>
                      </p:nvPicPr>
                      <p:blipFill>
                        <a:blip r:embed="rId4"/>
                        <a:stretch>
                          <a:fillRect/>
                        </a:stretch>
                      </p:blipFill>
                      <p:spPr>
                        <a:xfrm>
                          <a:off x="11060" y="6252"/>
                          <a:ext cx="298" cy="560"/>
                        </a:xfrm>
                        <a:prstGeom prst="rect">
                          <a:avLst/>
                        </a:prstGeom>
                      </p:spPr>
                    </p:pic>
                  </p:oleObj>
                </mc:Fallback>
              </mc:AlternateContent>
            </a:graphicData>
          </a:graphic>
        </p:graphicFrame>
        <p:graphicFrame>
          <p:nvGraphicFramePr>
            <p:cNvPr id="17" name="对象 -2147481167"/>
            <p:cNvGraphicFramePr>
              <a:graphicFrameLocks noChangeAspect="1"/>
            </p:cNvGraphicFramePr>
            <p:nvPr/>
          </p:nvGraphicFramePr>
          <p:xfrm>
            <a:off x="4842" y="6862"/>
            <a:ext cx="1226" cy="707"/>
          </p:xfrm>
          <a:graphic>
            <a:graphicData uri="http://schemas.openxmlformats.org/presentationml/2006/ole">
              <mc:AlternateContent xmlns:mc="http://schemas.openxmlformats.org/markup-compatibility/2006">
                <mc:Choice xmlns:v="urn:schemas-microsoft-com:vml" Requires="v">
                  <p:oleObj spid="_x0000_s18" name="" r:id="rId14" imgW="330200" imgH="190500" progId="Equation.DSMT4">
                    <p:embed/>
                  </p:oleObj>
                </mc:Choice>
                <mc:Fallback>
                  <p:oleObj name="" r:id="rId14" imgW="330200" imgH="190500" progId="Equation.DSMT4">
                    <p:embed/>
                    <p:pic>
                      <p:nvPicPr>
                        <p:cNvPr id="0" name="图片 11"/>
                        <p:cNvPicPr/>
                        <p:nvPr/>
                      </p:nvPicPr>
                      <p:blipFill>
                        <a:blip r:embed="rId15"/>
                        <a:stretch>
                          <a:fillRect/>
                        </a:stretch>
                      </p:blipFill>
                      <p:spPr>
                        <a:xfrm>
                          <a:off x="4842" y="6862"/>
                          <a:ext cx="1226" cy="707"/>
                        </a:xfrm>
                        <a:prstGeom prst="rect">
                          <a:avLst/>
                        </a:prstGeom>
                        <a:noFill/>
                        <a:ln w="38100">
                          <a:noFill/>
                          <a:miter/>
                        </a:ln>
                      </p:spPr>
                    </p:pic>
                  </p:oleObj>
                </mc:Fallback>
              </mc:AlternateContent>
            </a:graphicData>
          </a:graphic>
        </p:graphicFrame>
      </p:grpSp>
      <p:graphicFrame>
        <p:nvGraphicFramePr>
          <p:cNvPr id="19" name="对象 -2147481174"/>
          <p:cNvGraphicFramePr>
            <a:graphicFrameLocks noChangeAspect="1"/>
          </p:cNvGraphicFramePr>
          <p:nvPr/>
        </p:nvGraphicFramePr>
        <p:xfrm>
          <a:off x="3886200" y="2632710"/>
          <a:ext cx="2107565" cy="378460"/>
        </p:xfrm>
        <a:graphic>
          <a:graphicData uri="http://schemas.openxmlformats.org/presentationml/2006/ole">
            <mc:AlternateContent xmlns:mc="http://schemas.openxmlformats.org/markup-compatibility/2006">
              <mc:Choice xmlns:v="urn:schemas-microsoft-com:vml" Requires="v">
                <p:oleObj spid="_x0000_s22" name="" r:id="rId16" imgW="1078865" imgH="190500" progId="Equation.DSMT4">
                  <p:embed/>
                </p:oleObj>
              </mc:Choice>
              <mc:Fallback>
                <p:oleObj name="" r:id="rId16" imgW="1078865" imgH="190500" progId="Equation.DSMT4">
                  <p:embed/>
                  <p:pic>
                    <p:nvPicPr>
                      <p:cNvPr id="0" name="图片 21"/>
                      <p:cNvPicPr/>
                      <p:nvPr/>
                    </p:nvPicPr>
                    <p:blipFill>
                      <a:blip r:embed="rId17"/>
                      <a:stretch>
                        <a:fillRect/>
                      </a:stretch>
                    </p:blipFill>
                    <p:spPr>
                      <a:xfrm>
                        <a:off x="3886200" y="2632710"/>
                        <a:ext cx="2107565" cy="378460"/>
                      </a:xfrm>
                      <a:prstGeom prst="rect">
                        <a:avLst/>
                      </a:prstGeom>
                      <a:noFill/>
                      <a:ln w="38100">
                        <a:noFill/>
                        <a:miter/>
                      </a:ln>
                    </p:spPr>
                  </p:pic>
                </p:oleObj>
              </mc:Fallback>
            </mc:AlternateContent>
          </a:graphicData>
        </a:graphic>
      </p:graphicFrame>
      <p:graphicFrame>
        <p:nvGraphicFramePr>
          <p:cNvPr id="20" name="对象 -2147481173"/>
          <p:cNvGraphicFramePr>
            <a:graphicFrameLocks noChangeAspect="1"/>
          </p:cNvGraphicFramePr>
          <p:nvPr/>
        </p:nvGraphicFramePr>
        <p:xfrm>
          <a:off x="6324600" y="2667000"/>
          <a:ext cx="2105660" cy="378460"/>
        </p:xfrm>
        <a:graphic>
          <a:graphicData uri="http://schemas.openxmlformats.org/presentationml/2006/ole">
            <mc:AlternateContent xmlns:mc="http://schemas.openxmlformats.org/markup-compatibility/2006">
              <mc:Choice xmlns:v="urn:schemas-microsoft-com:vml" Requires="v">
                <p:oleObj spid="_x0000_s23" name="" r:id="rId18" imgW="1078865" imgH="190500" progId="Equation.DSMT4">
                  <p:embed/>
                </p:oleObj>
              </mc:Choice>
              <mc:Fallback>
                <p:oleObj name="" r:id="rId18" imgW="1078865" imgH="190500" progId="Equation.DSMT4">
                  <p:embed/>
                  <p:pic>
                    <p:nvPicPr>
                      <p:cNvPr id="0" name="图片 22"/>
                      <p:cNvPicPr/>
                      <p:nvPr/>
                    </p:nvPicPr>
                    <p:blipFill>
                      <a:blip r:embed="rId19"/>
                      <a:stretch>
                        <a:fillRect/>
                      </a:stretch>
                    </p:blipFill>
                    <p:spPr>
                      <a:xfrm>
                        <a:off x="6324600" y="2667000"/>
                        <a:ext cx="2105660" cy="37846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480060" y="231140"/>
            <a:ext cx="7992110" cy="4718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考虑全加器的输出逻辑表达式</a:t>
            </a:r>
            <a:endParaRPr sz="2400" b="1" kern="1200" dirty="0">
              <a:solidFill>
                <a:srgbClr val="000066"/>
              </a:solidFill>
              <a:latin typeface="Arial" panose="020B0604020202020204" pitchFamily="34" charset="0"/>
              <a:ea typeface="楷体_GB2312" pitchFamily="49" charset="-122"/>
            </a:endParaRPr>
          </a:p>
        </p:txBody>
      </p:sp>
      <p:sp>
        <p:nvSpPr>
          <p:cNvPr id="9" name="Rectangle 3"/>
          <p:cNvSpPr>
            <a:spLocks noGrp="1"/>
          </p:cNvSpPr>
          <p:nvPr/>
        </p:nvSpPr>
        <p:spPr>
          <a:xfrm>
            <a:off x="482600" y="2810510"/>
            <a:ext cx="4874895" cy="5543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全加器的输出逻辑表达式</a:t>
            </a:r>
            <a:r>
              <a:rPr lang="zh-CN" sz="2400" b="1" kern="1200" dirty="0">
                <a:solidFill>
                  <a:srgbClr val="000066"/>
                </a:solidFill>
                <a:latin typeface="Arial" panose="020B0604020202020204" pitchFamily="34" charset="0"/>
                <a:ea typeface="楷体_GB2312" pitchFamily="49" charset="-122"/>
              </a:rPr>
              <a:t>变为</a:t>
            </a:r>
            <a:endParaRPr lang="zh-CN" sz="2400" b="1" kern="1200" dirty="0">
              <a:solidFill>
                <a:srgbClr val="000066"/>
              </a:solidFill>
              <a:latin typeface="Arial" panose="020B0604020202020204" pitchFamily="34" charset="0"/>
              <a:ea typeface="楷体_GB2312" pitchFamily="49" charset="-122"/>
            </a:endParaRPr>
          </a:p>
        </p:txBody>
      </p:sp>
      <p:graphicFrame>
        <p:nvGraphicFramePr>
          <p:cNvPr id="3" name="对象 -2147481166"/>
          <p:cNvGraphicFramePr>
            <a:graphicFrameLocks noChangeAspect="1"/>
          </p:cNvGraphicFramePr>
          <p:nvPr/>
        </p:nvGraphicFramePr>
        <p:xfrm>
          <a:off x="2819400" y="762000"/>
          <a:ext cx="2180590" cy="415925"/>
        </p:xfrm>
        <a:graphic>
          <a:graphicData uri="http://schemas.openxmlformats.org/presentationml/2006/ole">
            <mc:AlternateContent xmlns:mc="http://schemas.openxmlformats.org/markup-compatibility/2006">
              <mc:Choice xmlns:v="urn:schemas-microsoft-com:vml" Requires="v">
                <p:oleObj spid="_x0000_s20" name="" r:id="rId1" imgW="1015365" imgH="190500" progId="Equation.DSMT4">
                  <p:embed/>
                </p:oleObj>
              </mc:Choice>
              <mc:Fallback>
                <p:oleObj name="" r:id="rId1" imgW="1015365" imgH="190500" progId="Equation.DSMT4">
                  <p:embed/>
                  <p:pic>
                    <p:nvPicPr>
                      <p:cNvPr id="0" name="图片 19"/>
                      <p:cNvPicPr/>
                      <p:nvPr/>
                    </p:nvPicPr>
                    <p:blipFill>
                      <a:blip r:embed="rId2"/>
                      <a:stretch>
                        <a:fillRect/>
                      </a:stretch>
                    </p:blipFill>
                    <p:spPr>
                      <a:xfrm>
                        <a:off x="2819400" y="762000"/>
                        <a:ext cx="2180590" cy="415925"/>
                      </a:xfrm>
                      <a:prstGeom prst="rect">
                        <a:avLst/>
                      </a:prstGeom>
                      <a:noFill/>
                      <a:ln w="38100">
                        <a:noFill/>
                        <a:miter/>
                      </a:ln>
                    </p:spPr>
                  </p:pic>
                </p:oleObj>
              </mc:Fallback>
            </mc:AlternateContent>
          </a:graphicData>
        </a:graphic>
      </p:graphicFrame>
      <p:graphicFrame>
        <p:nvGraphicFramePr>
          <p:cNvPr id="4" name="对象 -2147481165"/>
          <p:cNvGraphicFramePr>
            <a:graphicFrameLocks noChangeAspect="1"/>
          </p:cNvGraphicFramePr>
          <p:nvPr/>
        </p:nvGraphicFramePr>
        <p:xfrm>
          <a:off x="2819400" y="1219200"/>
          <a:ext cx="2698115" cy="400050"/>
        </p:xfrm>
        <a:graphic>
          <a:graphicData uri="http://schemas.openxmlformats.org/presentationml/2006/ole">
            <mc:AlternateContent xmlns:mc="http://schemas.openxmlformats.org/markup-compatibility/2006">
              <mc:Choice xmlns:v="urn:schemas-microsoft-com:vml" Requires="v">
                <p:oleObj spid="_x0000_s21" name="" r:id="rId3" imgW="1307465" imgH="190500" progId="Equation.DSMT4">
                  <p:embed/>
                </p:oleObj>
              </mc:Choice>
              <mc:Fallback>
                <p:oleObj name="" r:id="rId3" imgW="1307465" imgH="190500" progId="Equation.DSMT4">
                  <p:embed/>
                  <p:pic>
                    <p:nvPicPr>
                      <p:cNvPr id="0" name="图片 20"/>
                      <p:cNvPicPr/>
                      <p:nvPr/>
                    </p:nvPicPr>
                    <p:blipFill>
                      <a:blip r:embed="rId4"/>
                      <a:stretch>
                        <a:fillRect/>
                      </a:stretch>
                    </p:blipFill>
                    <p:spPr>
                      <a:xfrm>
                        <a:off x="2819400" y="1219200"/>
                        <a:ext cx="2698115" cy="400050"/>
                      </a:xfrm>
                      <a:prstGeom prst="rect">
                        <a:avLst/>
                      </a:prstGeom>
                      <a:noFill/>
                      <a:ln w="38100">
                        <a:noFill/>
                        <a:miter/>
                      </a:ln>
                    </p:spPr>
                  </p:pic>
                </p:oleObj>
              </mc:Fallback>
            </mc:AlternateContent>
          </a:graphicData>
        </a:graphic>
      </p:graphicFrame>
      <p:sp>
        <p:nvSpPr>
          <p:cNvPr id="22" name="Rectangle 3"/>
          <p:cNvSpPr>
            <a:spLocks noGrp="1"/>
          </p:cNvSpPr>
          <p:nvPr/>
        </p:nvSpPr>
        <p:spPr>
          <a:xfrm>
            <a:off x="474980" y="1515110"/>
            <a:ext cx="3423920" cy="4718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定义两个中间变量</a:t>
            </a:r>
            <a:endParaRPr sz="2400" b="1" kern="1200" dirty="0">
              <a:solidFill>
                <a:srgbClr val="000066"/>
              </a:solidFill>
              <a:latin typeface="Arial" panose="020B0604020202020204" pitchFamily="34" charset="0"/>
              <a:ea typeface="楷体_GB2312" pitchFamily="49" charset="-122"/>
            </a:endParaRPr>
          </a:p>
        </p:txBody>
      </p:sp>
      <p:graphicFrame>
        <p:nvGraphicFramePr>
          <p:cNvPr id="5" name="对象 -2147481164"/>
          <p:cNvGraphicFramePr>
            <a:graphicFrameLocks noChangeAspect="1"/>
          </p:cNvGraphicFramePr>
          <p:nvPr/>
        </p:nvGraphicFramePr>
        <p:xfrm>
          <a:off x="2797810" y="2015490"/>
          <a:ext cx="1493520" cy="430530"/>
        </p:xfrm>
        <a:graphic>
          <a:graphicData uri="http://schemas.openxmlformats.org/presentationml/2006/ole">
            <mc:AlternateContent xmlns:mc="http://schemas.openxmlformats.org/markup-compatibility/2006">
              <mc:Choice xmlns:v="urn:schemas-microsoft-com:vml" Requires="v">
                <p:oleObj spid="_x0000_s23" name="" r:id="rId5" imgW="673100" imgH="190500" progId="Equation.DSMT4">
                  <p:embed/>
                </p:oleObj>
              </mc:Choice>
              <mc:Fallback>
                <p:oleObj name="" r:id="rId5" imgW="673100" imgH="190500" progId="Equation.DSMT4">
                  <p:embed/>
                  <p:pic>
                    <p:nvPicPr>
                      <p:cNvPr id="0" name="图片 22"/>
                      <p:cNvPicPr/>
                      <p:nvPr/>
                    </p:nvPicPr>
                    <p:blipFill>
                      <a:blip r:embed="rId6"/>
                      <a:stretch>
                        <a:fillRect/>
                      </a:stretch>
                    </p:blipFill>
                    <p:spPr>
                      <a:xfrm>
                        <a:off x="2797810" y="2015490"/>
                        <a:ext cx="1493520" cy="430530"/>
                      </a:xfrm>
                      <a:prstGeom prst="rect">
                        <a:avLst/>
                      </a:prstGeom>
                      <a:noFill/>
                      <a:ln w="38100">
                        <a:noFill/>
                        <a:miter/>
                      </a:ln>
                    </p:spPr>
                  </p:pic>
                </p:oleObj>
              </mc:Fallback>
            </mc:AlternateContent>
          </a:graphicData>
        </a:graphic>
      </p:graphicFrame>
      <p:graphicFrame>
        <p:nvGraphicFramePr>
          <p:cNvPr id="6" name="对象 -2147481163"/>
          <p:cNvGraphicFramePr>
            <a:graphicFrameLocks noChangeAspect="1"/>
          </p:cNvGraphicFramePr>
          <p:nvPr/>
        </p:nvGraphicFramePr>
        <p:xfrm>
          <a:off x="2743200" y="2438400"/>
          <a:ext cx="1243965" cy="441960"/>
        </p:xfrm>
        <a:graphic>
          <a:graphicData uri="http://schemas.openxmlformats.org/presentationml/2006/ole">
            <mc:AlternateContent xmlns:mc="http://schemas.openxmlformats.org/markup-compatibility/2006">
              <mc:Choice xmlns:v="urn:schemas-microsoft-com:vml" Requires="v">
                <p:oleObj spid="_x0000_s24" name="" r:id="rId7" imgW="546100" imgH="190500" progId="Equation.DSMT4">
                  <p:embed/>
                </p:oleObj>
              </mc:Choice>
              <mc:Fallback>
                <p:oleObj name="" r:id="rId7" imgW="546100" imgH="190500" progId="Equation.DSMT4">
                  <p:embed/>
                  <p:pic>
                    <p:nvPicPr>
                      <p:cNvPr id="0" name="图片 23"/>
                      <p:cNvPicPr/>
                      <p:nvPr/>
                    </p:nvPicPr>
                    <p:blipFill>
                      <a:blip r:embed="rId8"/>
                      <a:stretch>
                        <a:fillRect/>
                      </a:stretch>
                    </p:blipFill>
                    <p:spPr>
                      <a:xfrm>
                        <a:off x="2743200" y="2438400"/>
                        <a:ext cx="1243965" cy="441960"/>
                      </a:xfrm>
                      <a:prstGeom prst="rect">
                        <a:avLst/>
                      </a:prstGeom>
                      <a:noFill/>
                      <a:ln w="38100">
                        <a:noFill/>
                        <a:miter/>
                      </a:ln>
                    </p:spPr>
                  </p:pic>
                </p:oleObj>
              </mc:Fallback>
            </mc:AlternateContent>
          </a:graphicData>
        </a:graphic>
      </p:graphicFrame>
      <p:graphicFrame>
        <p:nvGraphicFramePr>
          <p:cNvPr id="7" name="对象 -2147481162"/>
          <p:cNvGraphicFramePr>
            <a:graphicFrameLocks noChangeAspect="1"/>
          </p:cNvGraphicFramePr>
          <p:nvPr/>
        </p:nvGraphicFramePr>
        <p:xfrm>
          <a:off x="2743200" y="3324860"/>
          <a:ext cx="1630045" cy="429260"/>
        </p:xfrm>
        <a:graphic>
          <a:graphicData uri="http://schemas.openxmlformats.org/presentationml/2006/ole">
            <mc:AlternateContent xmlns:mc="http://schemas.openxmlformats.org/markup-compatibility/2006">
              <mc:Choice xmlns:v="urn:schemas-microsoft-com:vml" Requires="v">
                <p:oleObj spid="_x0000_s25" name="" r:id="rId9" imgW="735965" imgH="190500" progId="Equation.DSMT4">
                  <p:embed/>
                </p:oleObj>
              </mc:Choice>
              <mc:Fallback>
                <p:oleObj name="" r:id="rId9" imgW="735965" imgH="190500" progId="Equation.DSMT4">
                  <p:embed/>
                  <p:pic>
                    <p:nvPicPr>
                      <p:cNvPr id="0" name="图片 24"/>
                      <p:cNvPicPr/>
                      <p:nvPr/>
                    </p:nvPicPr>
                    <p:blipFill>
                      <a:blip r:embed="rId10"/>
                      <a:stretch>
                        <a:fillRect/>
                      </a:stretch>
                    </p:blipFill>
                    <p:spPr>
                      <a:xfrm>
                        <a:off x="2743200" y="3324860"/>
                        <a:ext cx="1630045" cy="429260"/>
                      </a:xfrm>
                      <a:prstGeom prst="rect">
                        <a:avLst/>
                      </a:prstGeom>
                      <a:noFill/>
                      <a:ln w="38100">
                        <a:noFill/>
                        <a:miter/>
                      </a:ln>
                    </p:spPr>
                  </p:pic>
                </p:oleObj>
              </mc:Fallback>
            </mc:AlternateContent>
          </a:graphicData>
        </a:graphic>
      </p:graphicFrame>
      <p:graphicFrame>
        <p:nvGraphicFramePr>
          <p:cNvPr id="8" name="对象 -2147481161"/>
          <p:cNvGraphicFramePr>
            <a:graphicFrameLocks noChangeAspect="1"/>
          </p:cNvGraphicFramePr>
          <p:nvPr/>
        </p:nvGraphicFramePr>
        <p:xfrm>
          <a:off x="2743200" y="3761740"/>
          <a:ext cx="1799590" cy="410210"/>
        </p:xfrm>
        <a:graphic>
          <a:graphicData uri="http://schemas.openxmlformats.org/presentationml/2006/ole">
            <mc:AlternateContent xmlns:mc="http://schemas.openxmlformats.org/markup-compatibility/2006">
              <mc:Choice xmlns:v="urn:schemas-microsoft-com:vml" Requires="v">
                <p:oleObj spid="_x0000_s27" name="" r:id="rId11" imgW="850265" imgH="190500" progId="Equation.DSMT4">
                  <p:embed/>
                </p:oleObj>
              </mc:Choice>
              <mc:Fallback>
                <p:oleObj name="" r:id="rId11" imgW="850265" imgH="190500" progId="Equation.DSMT4">
                  <p:embed/>
                  <p:pic>
                    <p:nvPicPr>
                      <p:cNvPr id="0" name="图片 26"/>
                      <p:cNvPicPr/>
                      <p:nvPr/>
                    </p:nvPicPr>
                    <p:blipFill>
                      <a:blip r:embed="rId12"/>
                      <a:stretch>
                        <a:fillRect/>
                      </a:stretch>
                    </p:blipFill>
                    <p:spPr>
                      <a:xfrm>
                        <a:off x="2743200" y="3761740"/>
                        <a:ext cx="1799590" cy="410210"/>
                      </a:xfrm>
                      <a:prstGeom prst="rect">
                        <a:avLst/>
                      </a:prstGeom>
                      <a:noFill/>
                      <a:ln w="38100">
                        <a:noFill/>
                        <a:miter/>
                      </a:ln>
                    </p:spPr>
                  </p:pic>
                </p:oleObj>
              </mc:Fallback>
            </mc:AlternateContent>
          </a:graphicData>
        </a:graphic>
      </p:graphicFrame>
      <p:grpSp>
        <p:nvGrpSpPr>
          <p:cNvPr id="34" name="组合 33"/>
          <p:cNvGrpSpPr/>
          <p:nvPr/>
        </p:nvGrpSpPr>
        <p:grpSpPr>
          <a:xfrm>
            <a:off x="491490" y="4114800"/>
            <a:ext cx="8077200" cy="944880"/>
            <a:chOff x="774" y="6480"/>
            <a:chExt cx="12720" cy="1488"/>
          </a:xfrm>
        </p:grpSpPr>
        <p:sp>
          <p:nvSpPr>
            <p:cNvPr id="28" name="Rectangle 3"/>
            <p:cNvSpPr>
              <a:spLocks noGrp="1"/>
            </p:cNvSpPr>
            <p:nvPr/>
          </p:nvSpPr>
          <p:spPr>
            <a:xfrm>
              <a:off x="774" y="6480"/>
              <a:ext cx="12721" cy="87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当</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，有</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，故</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，即产生进位，因此</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称为进位产生变量。</a:t>
              </a:r>
              <a:endParaRPr sz="2400" b="1" kern="1200" dirty="0">
                <a:solidFill>
                  <a:srgbClr val="000066"/>
                </a:solidFill>
                <a:latin typeface="Arial" panose="020B0604020202020204" pitchFamily="34" charset="0"/>
                <a:ea typeface="楷体_GB2312" pitchFamily="49" charset="-122"/>
              </a:endParaRPr>
            </a:p>
          </p:txBody>
        </p:sp>
        <p:graphicFrame>
          <p:nvGraphicFramePr>
            <p:cNvPr id="10" name="对象 -2147481160"/>
            <p:cNvGraphicFramePr>
              <a:graphicFrameLocks noChangeAspect="1"/>
            </p:cNvGraphicFramePr>
            <p:nvPr/>
          </p:nvGraphicFramePr>
          <p:xfrm>
            <a:off x="2400" y="6600"/>
            <a:ext cx="1586" cy="692"/>
          </p:xfrm>
          <a:graphic>
            <a:graphicData uri="http://schemas.openxmlformats.org/presentationml/2006/ole">
              <mc:AlternateContent xmlns:mc="http://schemas.openxmlformats.org/markup-compatibility/2006">
                <mc:Choice xmlns:v="urn:schemas-microsoft-com:vml" Requires="v">
                  <p:oleObj spid="_x0000_s29" name="" r:id="rId13" imgW="444500" imgH="190500" progId="Equation.DSMT4">
                    <p:embed/>
                  </p:oleObj>
                </mc:Choice>
                <mc:Fallback>
                  <p:oleObj name="" r:id="rId13" imgW="444500" imgH="190500" progId="Equation.DSMT4">
                    <p:embed/>
                    <p:pic>
                      <p:nvPicPr>
                        <p:cNvPr id="0" name="图片 28"/>
                        <p:cNvPicPr/>
                        <p:nvPr/>
                      </p:nvPicPr>
                      <p:blipFill>
                        <a:blip r:embed="rId14"/>
                        <a:stretch>
                          <a:fillRect/>
                        </a:stretch>
                      </p:blipFill>
                      <p:spPr>
                        <a:xfrm>
                          <a:off x="2400" y="6600"/>
                          <a:ext cx="1586" cy="692"/>
                        </a:xfrm>
                        <a:prstGeom prst="rect">
                          <a:avLst/>
                        </a:prstGeom>
                        <a:noFill/>
                        <a:ln w="38100">
                          <a:noFill/>
                          <a:miter/>
                        </a:ln>
                      </p:spPr>
                    </p:pic>
                  </p:oleObj>
                </mc:Fallback>
              </mc:AlternateContent>
            </a:graphicData>
          </a:graphic>
        </p:graphicFrame>
        <p:graphicFrame>
          <p:nvGraphicFramePr>
            <p:cNvPr id="11" name="对象 -2147481159"/>
            <p:cNvGraphicFramePr>
              <a:graphicFrameLocks noChangeAspect="1"/>
            </p:cNvGraphicFramePr>
            <p:nvPr/>
          </p:nvGraphicFramePr>
          <p:xfrm>
            <a:off x="4712" y="6600"/>
            <a:ext cx="1393" cy="710"/>
          </p:xfrm>
          <a:graphic>
            <a:graphicData uri="http://schemas.openxmlformats.org/presentationml/2006/ole">
              <mc:AlternateContent xmlns:mc="http://schemas.openxmlformats.org/markup-compatibility/2006">
                <mc:Choice xmlns:v="urn:schemas-microsoft-com:vml" Requires="v">
                  <p:oleObj spid="_x0000_s30" name="" r:id="rId15" imgW="381000" imgH="190500" progId="Equation.DSMT4">
                    <p:embed/>
                  </p:oleObj>
                </mc:Choice>
                <mc:Fallback>
                  <p:oleObj name="" r:id="rId15" imgW="381000" imgH="190500" progId="Equation.DSMT4">
                    <p:embed/>
                    <p:pic>
                      <p:nvPicPr>
                        <p:cNvPr id="0" name="图片 29"/>
                        <p:cNvPicPr/>
                        <p:nvPr/>
                      </p:nvPicPr>
                      <p:blipFill>
                        <a:blip r:embed="rId16"/>
                        <a:stretch>
                          <a:fillRect/>
                        </a:stretch>
                      </p:blipFill>
                      <p:spPr>
                        <a:xfrm>
                          <a:off x="4712" y="6600"/>
                          <a:ext cx="1393" cy="710"/>
                        </a:xfrm>
                        <a:prstGeom prst="rect">
                          <a:avLst/>
                        </a:prstGeom>
                        <a:noFill/>
                        <a:ln w="38100">
                          <a:noFill/>
                          <a:miter/>
                        </a:ln>
                      </p:spPr>
                    </p:pic>
                  </p:oleObj>
                </mc:Fallback>
              </mc:AlternateContent>
            </a:graphicData>
          </a:graphic>
        </p:graphicFrame>
        <p:graphicFrame>
          <p:nvGraphicFramePr>
            <p:cNvPr id="12" name="对象 -2147481158"/>
            <p:cNvGraphicFramePr>
              <a:graphicFrameLocks noChangeAspect="1"/>
            </p:cNvGraphicFramePr>
            <p:nvPr/>
          </p:nvGraphicFramePr>
          <p:xfrm>
            <a:off x="6436" y="6600"/>
            <a:ext cx="1371" cy="699"/>
          </p:xfrm>
          <a:graphic>
            <a:graphicData uri="http://schemas.openxmlformats.org/presentationml/2006/ole">
              <mc:AlternateContent xmlns:mc="http://schemas.openxmlformats.org/markup-compatibility/2006">
                <mc:Choice xmlns:v="urn:schemas-microsoft-com:vml" Requires="v">
                  <p:oleObj spid="_x0000_s31" name="" r:id="rId17" imgW="381000" imgH="190500" progId="Equation.DSMT4">
                    <p:embed/>
                  </p:oleObj>
                </mc:Choice>
                <mc:Fallback>
                  <p:oleObj name="" r:id="rId17" imgW="381000" imgH="190500" progId="Equation.DSMT4">
                    <p:embed/>
                    <p:pic>
                      <p:nvPicPr>
                        <p:cNvPr id="0" name="图片 30"/>
                        <p:cNvPicPr/>
                        <p:nvPr/>
                      </p:nvPicPr>
                      <p:blipFill>
                        <a:blip r:embed="rId18"/>
                        <a:stretch>
                          <a:fillRect/>
                        </a:stretch>
                      </p:blipFill>
                      <p:spPr>
                        <a:xfrm>
                          <a:off x="6436" y="6600"/>
                          <a:ext cx="1371" cy="699"/>
                        </a:xfrm>
                        <a:prstGeom prst="rect">
                          <a:avLst/>
                        </a:prstGeom>
                        <a:noFill/>
                        <a:ln w="38100">
                          <a:noFill/>
                          <a:miter/>
                        </a:ln>
                      </p:spPr>
                    </p:pic>
                  </p:oleObj>
                </mc:Fallback>
              </mc:AlternateContent>
            </a:graphicData>
          </a:graphic>
        </p:graphicFrame>
        <p:graphicFrame>
          <p:nvGraphicFramePr>
            <p:cNvPr id="13" name="对象 -2147481157"/>
            <p:cNvGraphicFramePr>
              <a:graphicFrameLocks noChangeAspect="1"/>
            </p:cNvGraphicFramePr>
            <p:nvPr/>
          </p:nvGraphicFramePr>
          <p:xfrm>
            <a:off x="8586" y="6600"/>
            <a:ext cx="1339" cy="682"/>
          </p:xfrm>
          <a:graphic>
            <a:graphicData uri="http://schemas.openxmlformats.org/presentationml/2006/ole">
              <mc:AlternateContent xmlns:mc="http://schemas.openxmlformats.org/markup-compatibility/2006">
                <mc:Choice xmlns:v="urn:schemas-microsoft-com:vml" Requires="v">
                  <p:oleObj spid="_x0000_s32" name="" r:id="rId19" imgW="381000" imgH="190500" progId="Equation.DSMT4">
                    <p:embed/>
                  </p:oleObj>
                </mc:Choice>
                <mc:Fallback>
                  <p:oleObj name="" r:id="rId19" imgW="381000" imgH="190500" progId="Equation.DSMT4">
                    <p:embed/>
                    <p:pic>
                      <p:nvPicPr>
                        <p:cNvPr id="0" name="图片 31"/>
                        <p:cNvPicPr/>
                        <p:nvPr/>
                      </p:nvPicPr>
                      <p:blipFill>
                        <a:blip r:embed="rId20"/>
                        <a:stretch>
                          <a:fillRect/>
                        </a:stretch>
                      </p:blipFill>
                      <p:spPr>
                        <a:xfrm>
                          <a:off x="8586" y="6600"/>
                          <a:ext cx="1339" cy="682"/>
                        </a:xfrm>
                        <a:prstGeom prst="rect">
                          <a:avLst/>
                        </a:prstGeom>
                        <a:noFill/>
                        <a:ln w="38100">
                          <a:noFill/>
                          <a:miter/>
                        </a:ln>
                      </p:spPr>
                    </p:pic>
                  </p:oleObj>
                </mc:Fallback>
              </mc:AlternateContent>
            </a:graphicData>
          </a:graphic>
        </p:graphicFrame>
        <p:graphicFrame>
          <p:nvGraphicFramePr>
            <p:cNvPr id="14" name="对象 -2147481156"/>
            <p:cNvGraphicFramePr>
              <a:graphicFrameLocks noChangeAspect="1"/>
            </p:cNvGraphicFramePr>
            <p:nvPr/>
          </p:nvGraphicFramePr>
          <p:xfrm>
            <a:off x="1764" y="7254"/>
            <a:ext cx="703" cy="715"/>
          </p:xfrm>
          <a:graphic>
            <a:graphicData uri="http://schemas.openxmlformats.org/presentationml/2006/ole">
              <mc:AlternateContent xmlns:mc="http://schemas.openxmlformats.org/markup-compatibility/2006">
                <mc:Choice xmlns:v="urn:schemas-microsoft-com:vml" Requires="v">
                  <p:oleObj spid="_x0000_s33" name="" r:id="rId21" imgW="190500" imgH="190500" progId="Equation.DSMT4">
                    <p:embed/>
                  </p:oleObj>
                </mc:Choice>
                <mc:Fallback>
                  <p:oleObj name="" r:id="rId21" imgW="190500" imgH="190500" progId="Equation.DSMT4">
                    <p:embed/>
                    <p:pic>
                      <p:nvPicPr>
                        <p:cNvPr id="0" name="图片 32"/>
                        <p:cNvPicPr/>
                        <p:nvPr/>
                      </p:nvPicPr>
                      <p:blipFill>
                        <a:blip r:embed="rId22"/>
                        <a:stretch>
                          <a:fillRect/>
                        </a:stretch>
                      </p:blipFill>
                      <p:spPr>
                        <a:xfrm>
                          <a:off x="1764" y="7254"/>
                          <a:ext cx="703" cy="715"/>
                        </a:xfrm>
                        <a:prstGeom prst="rect">
                          <a:avLst/>
                        </a:prstGeom>
                        <a:noFill/>
                        <a:ln w="38100">
                          <a:noFill/>
                          <a:miter/>
                        </a:ln>
                      </p:spPr>
                    </p:pic>
                  </p:oleObj>
                </mc:Fallback>
              </mc:AlternateContent>
            </a:graphicData>
          </a:graphic>
        </p:graphicFrame>
      </p:grpSp>
      <p:grpSp>
        <p:nvGrpSpPr>
          <p:cNvPr id="43" name="组合 42"/>
          <p:cNvGrpSpPr/>
          <p:nvPr/>
        </p:nvGrpSpPr>
        <p:grpSpPr>
          <a:xfrm>
            <a:off x="491490" y="5105400"/>
            <a:ext cx="7978140" cy="1469390"/>
            <a:chOff x="774" y="7920"/>
            <a:chExt cx="12564" cy="2314"/>
          </a:xfrm>
        </p:grpSpPr>
        <p:sp>
          <p:nvSpPr>
            <p:cNvPr id="35" name="Rectangle 3"/>
            <p:cNvSpPr>
              <a:spLocks noGrp="1"/>
            </p:cNvSpPr>
            <p:nvPr/>
          </p:nvSpPr>
          <p:spPr>
            <a:xfrm>
              <a:off x="774" y="7920"/>
              <a:ext cx="12564" cy="231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当</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，由于</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，若</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，则</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；若</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，则</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，即低位的进位信号传递到高位的进位信号输出端，因此称</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为进位传输变量。</a:t>
              </a:r>
              <a:endParaRPr sz="2400" b="1" kern="1200" dirty="0">
                <a:solidFill>
                  <a:srgbClr val="000066"/>
                </a:solidFill>
                <a:latin typeface="Arial" panose="020B0604020202020204" pitchFamily="34" charset="0"/>
                <a:ea typeface="楷体_GB2312" pitchFamily="49" charset="-122"/>
              </a:endParaRPr>
            </a:p>
          </p:txBody>
        </p:sp>
        <p:graphicFrame>
          <p:nvGraphicFramePr>
            <p:cNvPr id="15" name="对象 -2147479975"/>
            <p:cNvGraphicFramePr>
              <a:graphicFrameLocks noChangeAspect="1"/>
            </p:cNvGraphicFramePr>
            <p:nvPr/>
          </p:nvGraphicFramePr>
          <p:xfrm>
            <a:off x="2312" y="8050"/>
            <a:ext cx="1692" cy="699"/>
          </p:xfrm>
          <a:graphic>
            <a:graphicData uri="http://schemas.openxmlformats.org/presentationml/2006/ole">
              <mc:AlternateContent xmlns:mc="http://schemas.openxmlformats.org/markup-compatibility/2006">
                <mc:Choice xmlns:v="urn:schemas-microsoft-com:vml" Requires="v">
                  <p:oleObj spid="_x0000_s36" name="" r:id="rId23" imgW="469900" imgH="190500" progId="Equation.DSMT4">
                    <p:embed/>
                  </p:oleObj>
                </mc:Choice>
                <mc:Fallback>
                  <p:oleObj name="" r:id="rId23" imgW="469900" imgH="190500" progId="Equation.DSMT4">
                    <p:embed/>
                    <p:pic>
                      <p:nvPicPr>
                        <p:cNvPr id="0" name="图片 35"/>
                        <p:cNvPicPr/>
                        <p:nvPr/>
                      </p:nvPicPr>
                      <p:blipFill>
                        <a:blip r:embed="rId24"/>
                        <a:stretch>
                          <a:fillRect/>
                        </a:stretch>
                      </p:blipFill>
                      <p:spPr>
                        <a:xfrm>
                          <a:off x="2312" y="8050"/>
                          <a:ext cx="1692" cy="699"/>
                        </a:xfrm>
                        <a:prstGeom prst="rect">
                          <a:avLst/>
                        </a:prstGeom>
                        <a:noFill/>
                        <a:ln w="38100">
                          <a:noFill/>
                          <a:miter/>
                        </a:ln>
                      </p:spPr>
                    </p:pic>
                  </p:oleObj>
                </mc:Fallback>
              </mc:AlternateContent>
            </a:graphicData>
          </a:graphic>
        </p:graphicFrame>
        <p:graphicFrame>
          <p:nvGraphicFramePr>
            <p:cNvPr id="16" name="对象 -2147481154"/>
            <p:cNvGraphicFramePr>
              <a:graphicFrameLocks noChangeAspect="1"/>
            </p:cNvGraphicFramePr>
            <p:nvPr/>
          </p:nvGraphicFramePr>
          <p:xfrm>
            <a:off x="5236" y="8040"/>
            <a:ext cx="1517" cy="725"/>
          </p:xfrm>
          <a:graphic>
            <a:graphicData uri="http://schemas.openxmlformats.org/presentationml/2006/ole">
              <mc:AlternateContent xmlns:mc="http://schemas.openxmlformats.org/markup-compatibility/2006">
                <mc:Choice xmlns:v="urn:schemas-microsoft-com:vml" Requires="v">
                  <p:oleObj spid="_x0000_s37" name="" r:id="rId25" imgW="405765" imgH="190500" progId="Equation.DSMT4">
                    <p:embed/>
                  </p:oleObj>
                </mc:Choice>
                <mc:Fallback>
                  <p:oleObj name="" r:id="rId25" imgW="405765" imgH="190500" progId="Equation.DSMT4">
                    <p:embed/>
                    <p:pic>
                      <p:nvPicPr>
                        <p:cNvPr id="0" name="图片 36"/>
                        <p:cNvPicPr/>
                        <p:nvPr/>
                      </p:nvPicPr>
                      <p:blipFill>
                        <a:blip r:embed="rId26"/>
                        <a:stretch>
                          <a:fillRect/>
                        </a:stretch>
                      </p:blipFill>
                      <p:spPr>
                        <a:xfrm>
                          <a:off x="5236" y="8040"/>
                          <a:ext cx="1517" cy="725"/>
                        </a:xfrm>
                        <a:prstGeom prst="rect">
                          <a:avLst/>
                        </a:prstGeom>
                        <a:noFill/>
                        <a:ln w="38100">
                          <a:noFill/>
                          <a:miter/>
                        </a:ln>
                      </p:spPr>
                    </p:pic>
                  </p:oleObj>
                </mc:Fallback>
              </mc:AlternateContent>
            </a:graphicData>
          </a:graphic>
        </p:graphicFrame>
        <p:graphicFrame>
          <p:nvGraphicFramePr>
            <p:cNvPr id="17" name="对象 -2147481153"/>
            <p:cNvGraphicFramePr>
              <a:graphicFrameLocks noChangeAspect="1"/>
            </p:cNvGraphicFramePr>
            <p:nvPr/>
          </p:nvGraphicFramePr>
          <p:xfrm>
            <a:off x="7514" y="8040"/>
            <a:ext cx="1419" cy="723"/>
          </p:xfrm>
          <a:graphic>
            <a:graphicData uri="http://schemas.openxmlformats.org/presentationml/2006/ole">
              <mc:AlternateContent xmlns:mc="http://schemas.openxmlformats.org/markup-compatibility/2006">
                <mc:Choice xmlns:v="urn:schemas-microsoft-com:vml" Requires="v">
                  <p:oleObj spid="_x0000_s38" name="" r:id="rId27" imgW="381000" imgH="190500" progId="Equation.DSMT4">
                    <p:embed/>
                  </p:oleObj>
                </mc:Choice>
                <mc:Fallback>
                  <p:oleObj name="" r:id="rId27" imgW="381000" imgH="190500" progId="Equation.DSMT4">
                    <p:embed/>
                    <p:pic>
                      <p:nvPicPr>
                        <p:cNvPr id="0" name="图片 37"/>
                        <p:cNvPicPr/>
                        <p:nvPr/>
                      </p:nvPicPr>
                      <p:blipFill>
                        <a:blip r:embed="rId16"/>
                        <a:stretch>
                          <a:fillRect/>
                        </a:stretch>
                      </p:blipFill>
                      <p:spPr>
                        <a:xfrm>
                          <a:off x="7514" y="8040"/>
                          <a:ext cx="1419" cy="723"/>
                        </a:xfrm>
                        <a:prstGeom prst="rect">
                          <a:avLst/>
                        </a:prstGeom>
                        <a:noFill/>
                        <a:ln w="38100">
                          <a:noFill/>
                          <a:miter/>
                        </a:ln>
                      </p:spPr>
                    </p:pic>
                  </p:oleObj>
                </mc:Fallback>
              </mc:AlternateContent>
            </a:graphicData>
          </a:graphic>
        </p:graphicFrame>
        <p:graphicFrame>
          <p:nvGraphicFramePr>
            <p:cNvPr id="18" name="对象 -2147481152"/>
            <p:cNvGraphicFramePr>
              <a:graphicFrameLocks noChangeAspect="1"/>
            </p:cNvGraphicFramePr>
            <p:nvPr/>
          </p:nvGraphicFramePr>
          <p:xfrm>
            <a:off x="9730" y="8040"/>
            <a:ext cx="1415" cy="697"/>
          </p:xfrm>
          <a:graphic>
            <a:graphicData uri="http://schemas.openxmlformats.org/presentationml/2006/ole">
              <mc:AlternateContent xmlns:mc="http://schemas.openxmlformats.org/markup-compatibility/2006">
                <mc:Choice xmlns:v="urn:schemas-microsoft-com:vml" Requires="v">
                  <p:oleObj spid="_x0000_s39" name="" r:id="rId28" imgW="393700" imgH="190500" progId="Equation.DSMT4">
                    <p:embed/>
                  </p:oleObj>
                </mc:Choice>
                <mc:Fallback>
                  <p:oleObj name="" r:id="rId28" imgW="393700" imgH="190500" progId="Equation.DSMT4">
                    <p:embed/>
                    <p:pic>
                      <p:nvPicPr>
                        <p:cNvPr id="0" name="图片 38"/>
                        <p:cNvPicPr/>
                        <p:nvPr/>
                      </p:nvPicPr>
                      <p:blipFill>
                        <a:blip r:embed="rId29"/>
                        <a:stretch>
                          <a:fillRect/>
                        </a:stretch>
                      </p:blipFill>
                      <p:spPr>
                        <a:xfrm>
                          <a:off x="9730" y="8040"/>
                          <a:ext cx="1415" cy="697"/>
                        </a:xfrm>
                        <a:prstGeom prst="rect">
                          <a:avLst/>
                        </a:prstGeom>
                        <a:noFill/>
                        <a:ln w="38100">
                          <a:noFill/>
                          <a:miter/>
                        </a:ln>
                      </p:spPr>
                    </p:pic>
                  </p:oleObj>
                </mc:Fallback>
              </mc:AlternateContent>
            </a:graphicData>
          </a:graphic>
        </p:graphicFrame>
        <p:graphicFrame>
          <p:nvGraphicFramePr>
            <p:cNvPr id="19" name="对象 -2147481151"/>
            <p:cNvGraphicFramePr>
              <a:graphicFrameLocks noChangeAspect="1"/>
            </p:cNvGraphicFramePr>
            <p:nvPr/>
          </p:nvGraphicFramePr>
          <p:xfrm>
            <a:off x="12000" y="8040"/>
            <a:ext cx="1278" cy="697"/>
          </p:xfrm>
          <a:graphic>
            <a:graphicData uri="http://schemas.openxmlformats.org/presentationml/2006/ole">
              <mc:AlternateContent xmlns:mc="http://schemas.openxmlformats.org/markup-compatibility/2006">
                <mc:Choice xmlns:v="urn:schemas-microsoft-com:vml" Requires="v">
                  <p:oleObj spid="_x0000_s40" name="" r:id="rId30" imgW="355600" imgH="190500" progId="Equation.DSMT4">
                    <p:embed/>
                  </p:oleObj>
                </mc:Choice>
                <mc:Fallback>
                  <p:oleObj name="" r:id="rId30" imgW="355600" imgH="190500" progId="Equation.DSMT4">
                    <p:embed/>
                    <p:pic>
                      <p:nvPicPr>
                        <p:cNvPr id="0" name="图片 39"/>
                        <p:cNvPicPr/>
                        <p:nvPr/>
                      </p:nvPicPr>
                      <p:blipFill>
                        <a:blip r:embed="rId31"/>
                        <a:stretch>
                          <a:fillRect/>
                        </a:stretch>
                      </p:blipFill>
                      <p:spPr>
                        <a:xfrm>
                          <a:off x="12000" y="8040"/>
                          <a:ext cx="1278" cy="697"/>
                        </a:xfrm>
                        <a:prstGeom prst="rect">
                          <a:avLst/>
                        </a:prstGeom>
                        <a:noFill/>
                        <a:ln w="38100">
                          <a:noFill/>
                          <a:miter/>
                        </a:ln>
                      </p:spPr>
                    </p:pic>
                  </p:oleObj>
                </mc:Fallback>
              </mc:AlternateContent>
            </a:graphicData>
          </a:graphic>
        </p:graphicFrame>
        <p:graphicFrame>
          <p:nvGraphicFramePr>
            <p:cNvPr id="26" name="对象 -2147481150"/>
            <p:cNvGraphicFramePr>
              <a:graphicFrameLocks noChangeAspect="1"/>
            </p:cNvGraphicFramePr>
            <p:nvPr/>
          </p:nvGraphicFramePr>
          <p:xfrm>
            <a:off x="1800" y="8760"/>
            <a:ext cx="1934" cy="721"/>
          </p:xfrm>
          <a:graphic>
            <a:graphicData uri="http://schemas.openxmlformats.org/presentationml/2006/ole">
              <mc:AlternateContent xmlns:mc="http://schemas.openxmlformats.org/markup-compatibility/2006">
                <mc:Choice xmlns:v="urn:schemas-microsoft-com:vml" Requires="v">
                  <p:oleObj spid="_x0000_s41" name="" r:id="rId32" imgW="520700" imgH="190500" progId="Equation.DSMT4">
                    <p:embed/>
                  </p:oleObj>
                </mc:Choice>
                <mc:Fallback>
                  <p:oleObj name="" r:id="rId32" imgW="520700" imgH="190500" progId="Equation.DSMT4">
                    <p:embed/>
                    <p:pic>
                      <p:nvPicPr>
                        <p:cNvPr id="0" name="图片 40"/>
                        <p:cNvPicPr/>
                        <p:nvPr/>
                      </p:nvPicPr>
                      <p:blipFill>
                        <a:blip r:embed="rId33"/>
                        <a:stretch>
                          <a:fillRect/>
                        </a:stretch>
                      </p:blipFill>
                      <p:spPr>
                        <a:xfrm>
                          <a:off x="1800" y="8760"/>
                          <a:ext cx="1934" cy="721"/>
                        </a:xfrm>
                        <a:prstGeom prst="rect">
                          <a:avLst/>
                        </a:prstGeom>
                        <a:noFill/>
                        <a:ln w="38100">
                          <a:noFill/>
                          <a:miter/>
                        </a:ln>
                      </p:spPr>
                    </p:pic>
                  </p:oleObj>
                </mc:Fallback>
              </mc:AlternateContent>
            </a:graphicData>
          </a:graphic>
        </p:graphicFrame>
        <p:graphicFrame>
          <p:nvGraphicFramePr>
            <p:cNvPr id="42" name="对象 -2147481149"/>
            <p:cNvGraphicFramePr>
              <a:graphicFrameLocks noChangeAspect="1"/>
            </p:cNvGraphicFramePr>
            <p:nvPr/>
          </p:nvGraphicFramePr>
          <p:xfrm>
            <a:off x="4198" y="9426"/>
            <a:ext cx="728" cy="797"/>
          </p:xfrm>
          <a:graphic>
            <a:graphicData uri="http://schemas.openxmlformats.org/presentationml/2006/ole">
              <mc:AlternateContent xmlns:mc="http://schemas.openxmlformats.org/markup-compatibility/2006">
                <mc:Choice xmlns:v="urn:schemas-microsoft-com:vml" Requires="v">
                  <p:oleObj spid="_x0000_s44" name="" r:id="rId34" imgW="177800" imgH="189865" progId="Equation.DSMT4">
                    <p:embed/>
                  </p:oleObj>
                </mc:Choice>
                <mc:Fallback>
                  <p:oleObj name="" r:id="rId34" imgW="177800" imgH="189865" progId="Equation.DSMT4">
                    <p:embed/>
                    <p:pic>
                      <p:nvPicPr>
                        <p:cNvPr id="0" name="图片 41"/>
                        <p:cNvPicPr/>
                        <p:nvPr/>
                      </p:nvPicPr>
                      <p:blipFill>
                        <a:blip r:embed="rId35"/>
                        <a:stretch>
                          <a:fillRect/>
                        </a:stretch>
                      </p:blipFill>
                      <p:spPr>
                        <a:xfrm>
                          <a:off x="4198" y="9426"/>
                          <a:ext cx="728" cy="797"/>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500" fill="hold"/>
                                        <p:tgtEl>
                                          <p:spTgt spid="22"/>
                                        </p:tgtEl>
                                        <p:attrNameLst>
                                          <p:attrName>ppt_x</p:attrName>
                                        </p:attrNameLst>
                                      </p:cBhvr>
                                      <p:tavLst>
                                        <p:tav tm="0">
                                          <p:val>
                                            <p:strVal val="#ppt_x"/>
                                          </p:val>
                                        </p:tav>
                                        <p:tav tm="100000">
                                          <p:val>
                                            <p:strVal val="#ppt_x"/>
                                          </p:val>
                                        </p:tav>
                                      </p:tavLst>
                                    </p:anim>
                                    <p:anim calcmode="lin" valueType="num">
                                      <p:cBhvr additive="base">
                                        <p:cTn id="1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linds(horizont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500" fill="hold">
                                          <p:stCondLst>
                                            <p:cond delay="0"/>
                                          </p:stCondLst>
                                        </p:cTn>
                                        <p:tgtEl>
                                          <p:spTgt spid="6"/>
                                        </p:tgtEl>
                                        <p:attrNameLst>
                                          <p:attrName>style.visibility</p:attrName>
                                        </p:attrNameLst>
                                      </p:cBhvr>
                                      <p:to>
                                        <p:strVal val="visible"/>
                                      </p:to>
                                    </p:set>
                                    <p:animEffect transition="in" filter="circle(in)">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8" presetClass="entr" presetSubtype="16" fill="hold" grpId="0" nodeType="clickEffect">
                                  <p:stCondLst>
                                    <p:cond delay="0"/>
                                  </p:stCondLst>
                                  <p:childTnLst>
                                    <p:set>
                                      <p:cBhvr>
                                        <p:cTn id="33" dur="500" fill="hold">
                                          <p:stCondLst>
                                            <p:cond delay="0"/>
                                          </p:stCondLst>
                                        </p:cTn>
                                        <p:tgtEl>
                                          <p:spTgt spid="9"/>
                                        </p:tgtEl>
                                        <p:attrNameLst>
                                          <p:attrName>style.visibility</p:attrName>
                                        </p:attrNameLst>
                                      </p:cBhvr>
                                      <p:to>
                                        <p:strVal val="visible"/>
                                      </p:to>
                                    </p:set>
                                    <p:animEffect transition="in" filter="diamond(in)">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1000" fill="hold"/>
                                        <p:tgtEl>
                                          <p:spTgt spid="7"/>
                                        </p:tgtEl>
                                        <p:attrNameLst>
                                          <p:attrName>ppt_w</p:attrName>
                                        </p:attrNameLst>
                                      </p:cBhvr>
                                      <p:tavLst>
                                        <p:tav tm="0">
                                          <p:val>
                                            <p:strVal val="#ppt_w*0.70"/>
                                          </p:val>
                                        </p:tav>
                                        <p:tav tm="100000">
                                          <p:val>
                                            <p:strVal val="#ppt_w"/>
                                          </p:val>
                                        </p:tav>
                                      </p:tavLst>
                                    </p:anim>
                                    <p:anim calcmode="lin" valueType="num">
                                      <p:cBhvr>
                                        <p:cTn id="40" dur="1000" fill="hold"/>
                                        <p:tgtEl>
                                          <p:spTgt spid="7"/>
                                        </p:tgtEl>
                                        <p:attrNameLst>
                                          <p:attrName>ppt_h</p:attrName>
                                        </p:attrNameLst>
                                      </p:cBhvr>
                                      <p:tavLst>
                                        <p:tav tm="0">
                                          <p:val>
                                            <p:strVal val="#ppt_h"/>
                                          </p:val>
                                        </p:tav>
                                        <p:tav tm="100000">
                                          <p:val>
                                            <p:strVal val="#ppt_h"/>
                                          </p:val>
                                        </p:tav>
                                      </p:tavLst>
                                    </p:anim>
                                    <p:animEffect transition="in" filter="fade">
                                      <p:cBhvr>
                                        <p:cTn id="41" dur="10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additive="base">
                                        <p:cTn id="46" dur="500" fill="hold"/>
                                        <p:tgtEl>
                                          <p:spTgt spid="8"/>
                                        </p:tgtEl>
                                        <p:attrNameLst>
                                          <p:attrName>ppt_x</p:attrName>
                                        </p:attrNameLst>
                                      </p:cBhvr>
                                      <p:tavLst>
                                        <p:tav tm="0">
                                          <p:val>
                                            <p:strVal val="#ppt_x"/>
                                          </p:val>
                                        </p:tav>
                                        <p:tav tm="100000">
                                          <p:val>
                                            <p:strVal val="#ppt_x"/>
                                          </p:val>
                                        </p:tav>
                                      </p:tavLst>
                                    </p:anim>
                                    <p:anim calcmode="lin" valueType="num">
                                      <p:cBhvr additive="base">
                                        <p:cTn id="4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30" presetClass="entr" presetSubtype="0" fill="hold"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800" decel="100000"/>
                                        <p:tgtEl>
                                          <p:spTgt spid="34"/>
                                        </p:tgtEl>
                                      </p:cBhvr>
                                    </p:animEffect>
                                    <p:anim calcmode="lin" valueType="num">
                                      <p:cBhvr>
                                        <p:cTn id="53" dur="800" decel="100000" fill="hold"/>
                                        <p:tgtEl>
                                          <p:spTgt spid="34"/>
                                        </p:tgtEl>
                                        <p:attrNameLst>
                                          <p:attrName>style.rotation</p:attrName>
                                        </p:attrNameLst>
                                      </p:cBhvr>
                                      <p:tavLst>
                                        <p:tav tm="0">
                                          <p:val>
                                            <p:fltVal val="-90"/>
                                          </p:val>
                                        </p:tav>
                                        <p:tav tm="100000">
                                          <p:val>
                                            <p:fltVal val="0"/>
                                          </p:val>
                                        </p:tav>
                                      </p:tavLst>
                                    </p:anim>
                                    <p:anim calcmode="lin" valueType="num">
                                      <p:cBhvr>
                                        <p:cTn id="54" dur="800" decel="100000" fill="hold"/>
                                        <p:tgtEl>
                                          <p:spTgt spid="34"/>
                                        </p:tgtEl>
                                        <p:attrNameLst>
                                          <p:attrName>ppt_x</p:attrName>
                                        </p:attrNameLst>
                                      </p:cBhvr>
                                      <p:tavLst>
                                        <p:tav tm="0">
                                          <p:val>
                                            <p:strVal val="#ppt_x+0.4"/>
                                          </p:val>
                                        </p:tav>
                                        <p:tav tm="100000">
                                          <p:val>
                                            <p:strVal val="#ppt_x-0.05"/>
                                          </p:val>
                                        </p:tav>
                                      </p:tavLst>
                                    </p:anim>
                                    <p:anim calcmode="lin" valueType="num">
                                      <p:cBhvr>
                                        <p:cTn id="55" dur="800" decel="100000" fill="hold"/>
                                        <p:tgtEl>
                                          <p:spTgt spid="34"/>
                                        </p:tgtEl>
                                        <p:attrNameLst>
                                          <p:attrName>ppt_y</p:attrName>
                                        </p:attrNameLst>
                                      </p:cBhvr>
                                      <p:tavLst>
                                        <p:tav tm="0">
                                          <p:val>
                                            <p:strVal val="#ppt_y-0.4"/>
                                          </p:val>
                                        </p:tav>
                                        <p:tav tm="100000">
                                          <p:val>
                                            <p:strVal val="#ppt_y+0.1"/>
                                          </p:val>
                                        </p:tav>
                                      </p:tavLst>
                                    </p:anim>
                                    <p:anim calcmode="lin" valueType="num">
                                      <p:cBhvr>
                                        <p:cTn id="56" dur="200" accel="100000" fill="hold">
                                          <p:stCondLst>
                                            <p:cond delay="800"/>
                                          </p:stCondLst>
                                        </p:cTn>
                                        <p:tgtEl>
                                          <p:spTgt spid="34"/>
                                        </p:tgtEl>
                                        <p:attrNameLst>
                                          <p:attrName>ppt_x</p:attrName>
                                        </p:attrNameLst>
                                      </p:cBhvr>
                                      <p:tavLst>
                                        <p:tav tm="0">
                                          <p:val>
                                            <p:strVal val="#ppt_x-0.05"/>
                                          </p:val>
                                        </p:tav>
                                        <p:tav tm="100000">
                                          <p:val>
                                            <p:strVal val="#ppt_x"/>
                                          </p:val>
                                        </p:tav>
                                      </p:tavLst>
                                    </p:anim>
                                    <p:anim calcmode="lin" valueType="num">
                                      <p:cBhvr>
                                        <p:cTn id="57" dur="200" accel="100000" fill="hold">
                                          <p:stCondLst>
                                            <p:cond delay="800"/>
                                          </p:stCondLst>
                                        </p:cTn>
                                        <p:tgtEl>
                                          <p:spTgt spid="34"/>
                                        </p:tgtEl>
                                        <p:attrNameLst>
                                          <p:attrName>ppt_y</p:attrName>
                                        </p:attrNameLst>
                                      </p:cBhvr>
                                      <p:tavLst>
                                        <p:tav tm="0">
                                          <p:val>
                                            <p:strVal val="#ppt_y+0.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3" presetClass="entr" presetSubtype="16" fill="hold" nodeType="clickEffect">
                                  <p:stCondLst>
                                    <p:cond delay="0"/>
                                  </p:stCondLst>
                                  <p:childTnLst>
                                    <p:set>
                                      <p:cBhvr>
                                        <p:cTn id="61" dur="500" fill="hold">
                                          <p:stCondLst>
                                            <p:cond delay="0"/>
                                          </p:stCondLst>
                                        </p:cTn>
                                        <p:tgtEl>
                                          <p:spTgt spid="43"/>
                                        </p:tgtEl>
                                        <p:attrNameLst>
                                          <p:attrName>style.visibility</p:attrName>
                                        </p:attrNameLst>
                                      </p:cBhvr>
                                      <p:to>
                                        <p:strVal val="visible"/>
                                      </p:to>
                                    </p:set>
                                    <p:animEffect transition="in" filter="plus(in)">
                                      <p:cBhvr>
                                        <p:cTn id="6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304800" y="1447800"/>
            <a:ext cx="8003540" cy="57086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由</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可以推导出下列逻辑表达式成立。</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graphicFrame>
        <p:nvGraphicFramePr>
          <p:cNvPr id="2" name="对象 -2147481161"/>
          <p:cNvGraphicFramePr>
            <a:graphicFrameLocks noChangeAspect="1"/>
          </p:cNvGraphicFramePr>
          <p:nvPr/>
        </p:nvGraphicFramePr>
        <p:xfrm>
          <a:off x="1219200" y="1551940"/>
          <a:ext cx="1955800" cy="445770"/>
        </p:xfrm>
        <a:graphic>
          <a:graphicData uri="http://schemas.openxmlformats.org/presentationml/2006/ole">
            <mc:AlternateContent xmlns:mc="http://schemas.openxmlformats.org/markup-compatibility/2006">
              <mc:Choice xmlns:v="urn:schemas-microsoft-com:vml" Requires="v">
                <p:oleObj spid="_x0000_s27" name="" r:id="rId1" imgW="850265" imgH="190500" progId="Equation.DSMT4">
                  <p:embed/>
                </p:oleObj>
              </mc:Choice>
              <mc:Fallback>
                <p:oleObj name="" r:id="rId1" imgW="850265" imgH="190500" progId="Equation.DSMT4">
                  <p:embed/>
                  <p:pic>
                    <p:nvPicPr>
                      <p:cNvPr id="0" name="图片 26"/>
                      <p:cNvPicPr/>
                      <p:nvPr/>
                    </p:nvPicPr>
                    <p:blipFill>
                      <a:blip r:embed="rId2"/>
                      <a:stretch>
                        <a:fillRect/>
                      </a:stretch>
                    </p:blipFill>
                    <p:spPr>
                      <a:xfrm>
                        <a:off x="1219200" y="1551940"/>
                        <a:ext cx="1955800" cy="445770"/>
                      </a:xfrm>
                      <a:prstGeom prst="rect">
                        <a:avLst/>
                      </a:prstGeom>
                      <a:noFill/>
                      <a:ln w="38100">
                        <a:noFill/>
                        <a:miter/>
                      </a:ln>
                    </p:spPr>
                  </p:pic>
                </p:oleObj>
              </mc:Fallback>
            </mc:AlternateContent>
          </a:graphicData>
        </a:graphic>
      </p:graphicFrame>
      <p:graphicFrame>
        <p:nvGraphicFramePr>
          <p:cNvPr id="3" name="对象 -2147481148"/>
          <p:cNvGraphicFramePr>
            <a:graphicFrameLocks noChangeAspect="1"/>
          </p:cNvGraphicFramePr>
          <p:nvPr/>
        </p:nvGraphicFramePr>
        <p:xfrm>
          <a:off x="920750" y="2091690"/>
          <a:ext cx="2011045" cy="452120"/>
        </p:xfrm>
        <a:graphic>
          <a:graphicData uri="http://schemas.openxmlformats.org/presentationml/2006/ole">
            <mc:AlternateContent xmlns:mc="http://schemas.openxmlformats.org/markup-compatibility/2006">
              <mc:Choice xmlns:v="urn:schemas-microsoft-com:vml" Requires="v">
                <p:oleObj spid="_x0000_s3076" name="" r:id="rId3" imgW="862965" imgH="190500" progId="Equation.DSMT4">
                  <p:embed/>
                </p:oleObj>
              </mc:Choice>
              <mc:Fallback>
                <p:oleObj name="" r:id="rId3" imgW="862965" imgH="190500" progId="Equation.DSMT4">
                  <p:embed/>
                  <p:pic>
                    <p:nvPicPr>
                      <p:cNvPr id="0" name="图片 3075"/>
                      <p:cNvPicPr/>
                      <p:nvPr/>
                    </p:nvPicPr>
                    <p:blipFill>
                      <a:blip r:embed="rId4"/>
                      <a:stretch>
                        <a:fillRect/>
                      </a:stretch>
                    </p:blipFill>
                    <p:spPr>
                      <a:xfrm>
                        <a:off x="920750" y="2091690"/>
                        <a:ext cx="2011045" cy="452120"/>
                      </a:xfrm>
                      <a:prstGeom prst="rect">
                        <a:avLst/>
                      </a:prstGeom>
                      <a:noFill/>
                      <a:ln w="38100">
                        <a:noFill/>
                        <a:miter/>
                      </a:ln>
                    </p:spPr>
                  </p:pic>
                </p:oleObj>
              </mc:Fallback>
            </mc:AlternateContent>
          </a:graphicData>
        </a:graphic>
      </p:graphicFrame>
      <p:graphicFrame>
        <p:nvGraphicFramePr>
          <p:cNvPr id="4" name="对象 -2147481147"/>
          <p:cNvGraphicFramePr>
            <a:graphicFrameLocks noChangeAspect="1"/>
          </p:cNvGraphicFramePr>
          <p:nvPr/>
        </p:nvGraphicFramePr>
        <p:xfrm>
          <a:off x="920750" y="2590800"/>
          <a:ext cx="4429760" cy="457200"/>
        </p:xfrm>
        <a:graphic>
          <a:graphicData uri="http://schemas.openxmlformats.org/presentationml/2006/ole">
            <mc:AlternateContent xmlns:mc="http://schemas.openxmlformats.org/markup-compatibility/2006">
              <mc:Choice xmlns:v="urn:schemas-microsoft-com:vml" Requires="v">
                <p:oleObj spid="_x0000_s5" name="" r:id="rId5" imgW="1878965" imgH="190500" progId="Equation.DSMT4">
                  <p:embed/>
                </p:oleObj>
              </mc:Choice>
              <mc:Fallback>
                <p:oleObj name="" r:id="rId5" imgW="1878965" imgH="190500" progId="Equation.DSMT4">
                  <p:embed/>
                  <p:pic>
                    <p:nvPicPr>
                      <p:cNvPr id="0" name="图片 2"/>
                      <p:cNvPicPr/>
                      <p:nvPr/>
                    </p:nvPicPr>
                    <p:blipFill>
                      <a:blip r:embed="rId6"/>
                      <a:stretch>
                        <a:fillRect/>
                      </a:stretch>
                    </p:blipFill>
                    <p:spPr>
                      <a:xfrm>
                        <a:off x="920750" y="2590800"/>
                        <a:ext cx="4429760" cy="457200"/>
                      </a:xfrm>
                      <a:prstGeom prst="rect">
                        <a:avLst/>
                      </a:prstGeom>
                      <a:noFill/>
                      <a:ln w="38100">
                        <a:noFill/>
                        <a:miter/>
                      </a:ln>
                    </p:spPr>
                  </p:pic>
                </p:oleObj>
              </mc:Fallback>
            </mc:AlternateContent>
          </a:graphicData>
        </a:graphic>
      </p:graphicFrame>
      <p:graphicFrame>
        <p:nvGraphicFramePr>
          <p:cNvPr id="6" name="对象 -2147479974"/>
          <p:cNvGraphicFramePr>
            <a:graphicFrameLocks noChangeAspect="1"/>
          </p:cNvGraphicFramePr>
          <p:nvPr/>
        </p:nvGraphicFramePr>
        <p:xfrm>
          <a:off x="920750" y="3054350"/>
          <a:ext cx="5811520" cy="455295"/>
        </p:xfrm>
        <a:graphic>
          <a:graphicData uri="http://schemas.openxmlformats.org/presentationml/2006/ole">
            <mc:AlternateContent xmlns:mc="http://schemas.openxmlformats.org/markup-compatibility/2006">
              <mc:Choice xmlns:v="urn:schemas-microsoft-com:vml" Requires="v">
                <p:oleObj spid="_x0000_s7" name="" r:id="rId7" imgW="2475230" imgH="190500" progId="Equation.DSMT4">
                  <p:embed/>
                </p:oleObj>
              </mc:Choice>
              <mc:Fallback>
                <p:oleObj name="" r:id="rId7" imgW="2475230" imgH="190500" progId="Equation.DSMT4">
                  <p:embed/>
                  <p:pic>
                    <p:nvPicPr>
                      <p:cNvPr id="0" name="图片 3"/>
                      <p:cNvPicPr/>
                      <p:nvPr/>
                    </p:nvPicPr>
                    <p:blipFill>
                      <a:blip r:embed="rId8"/>
                      <a:stretch>
                        <a:fillRect/>
                      </a:stretch>
                    </p:blipFill>
                    <p:spPr>
                      <a:xfrm>
                        <a:off x="920750" y="3054350"/>
                        <a:ext cx="5811520" cy="455295"/>
                      </a:xfrm>
                      <a:prstGeom prst="rect">
                        <a:avLst/>
                      </a:prstGeom>
                      <a:noFill/>
                      <a:ln w="38100">
                        <a:noFill/>
                        <a:miter/>
                      </a:ln>
                    </p:spPr>
                  </p:pic>
                </p:oleObj>
              </mc:Fallback>
            </mc:AlternateContent>
          </a:graphicData>
        </a:graphic>
      </p:graphicFrame>
      <p:graphicFrame>
        <p:nvGraphicFramePr>
          <p:cNvPr id="8" name="对象 -2147481145"/>
          <p:cNvGraphicFramePr>
            <a:graphicFrameLocks noChangeAspect="1"/>
          </p:cNvGraphicFramePr>
          <p:nvPr/>
        </p:nvGraphicFramePr>
        <p:xfrm>
          <a:off x="962660" y="3581400"/>
          <a:ext cx="7169150" cy="443230"/>
        </p:xfrm>
        <a:graphic>
          <a:graphicData uri="http://schemas.openxmlformats.org/presentationml/2006/ole">
            <mc:AlternateContent xmlns:mc="http://schemas.openxmlformats.org/markup-compatibility/2006">
              <mc:Choice xmlns:v="urn:schemas-microsoft-com:vml" Requires="v">
                <p:oleObj spid="_x0000_s9" name="" r:id="rId9" imgW="3135630" imgH="190500" progId="Equation.DSMT4">
                  <p:embed/>
                </p:oleObj>
              </mc:Choice>
              <mc:Fallback>
                <p:oleObj name="" r:id="rId9" imgW="3135630" imgH="190500" progId="Equation.DSMT4">
                  <p:embed/>
                  <p:pic>
                    <p:nvPicPr>
                      <p:cNvPr id="0" name="图片 4"/>
                      <p:cNvPicPr/>
                      <p:nvPr/>
                    </p:nvPicPr>
                    <p:blipFill>
                      <a:blip r:embed="rId10"/>
                      <a:stretch>
                        <a:fillRect/>
                      </a:stretch>
                    </p:blipFill>
                    <p:spPr>
                      <a:xfrm>
                        <a:off x="962660" y="3581400"/>
                        <a:ext cx="7169150" cy="443230"/>
                      </a:xfrm>
                      <a:prstGeom prst="rect">
                        <a:avLst/>
                      </a:prstGeom>
                      <a:noFill/>
                      <a:ln w="38100">
                        <a:noFill/>
                        <a:miter/>
                      </a:ln>
                    </p:spPr>
                  </p:pic>
                </p:oleObj>
              </mc:Fallback>
            </mc:AlternateContent>
          </a:graphicData>
        </a:graphic>
      </p:graphicFrame>
      <p:grpSp>
        <p:nvGrpSpPr>
          <p:cNvPr id="17" name="组合 16"/>
          <p:cNvGrpSpPr/>
          <p:nvPr/>
        </p:nvGrpSpPr>
        <p:grpSpPr>
          <a:xfrm>
            <a:off x="356870" y="4029710"/>
            <a:ext cx="8308340" cy="2308860"/>
            <a:chOff x="562" y="4426"/>
            <a:chExt cx="13084" cy="3636"/>
          </a:xfrm>
        </p:grpSpPr>
        <p:sp>
          <p:nvSpPr>
            <p:cNvPr id="10" name="Rectangle 3"/>
            <p:cNvSpPr>
              <a:spLocks noGrp="1"/>
            </p:cNvSpPr>
            <p:nvPr/>
          </p:nvSpPr>
          <p:spPr>
            <a:xfrm>
              <a:off x="562" y="4426"/>
              <a:ext cx="13084" cy="342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由上述逻辑表达式可知，进位信号</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只与</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 </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以及</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有关，其中</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为最低位的进位输入信号，加法运算时其值设为0。</a:t>
              </a:r>
              <a:endParaRPr sz="2400" b="1" kern="1200" dirty="0">
                <a:solidFill>
                  <a:srgbClr val="000066"/>
                </a:solidFill>
                <a:latin typeface="Arial" panose="020B0604020202020204" pitchFamily="34" charset="0"/>
                <a:ea typeface="楷体_GB2312" pitchFamily="49" charset="-122"/>
              </a:endParaRPr>
            </a:p>
            <a:p>
              <a:pPr marL="0" indent="0" algn="di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均只与两个加数</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 </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有关。</a:t>
              </a:r>
              <a:endParaRPr sz="2400" b="1" kern="1200" dirty="0">
                <a:solidFill>
                  <a:srgbClr val="000066"/>
                </a:solidFill>
                <a:latin typeface="Arial" panose="020B0604020202020204" pitchFamily="34" charset="0"/>
                <a:ea typeface="楷体_GB2312" pitchFamily="49" charset="-122"/>
              </a:endParaRPr>
            </a:p>
          </p:txBody>
        </p:sp>
        <p:graphicFrame>
          <p:nvGraphicFramePr>
            <p:cNvPr id="11" name="对象 -2147481144"/>
            <p:cNvGraphicFramePr>
              <a:graphicFrameLocks noChangeAspect="1"/>
            </p:cNvGraphicFramePr>
            <p:nvPr/>
          </p:nvGraphicFramePr>
          <p:xfrm>
            <a:off x="8640" y="4560"/>
            <a:ext cx="3783" cy="705"/>
          </p:xfrm>
          <a:graphic>
            <a:graphicData uri="http://schemas.openxmlformats.org/presentationml/2006/ole">
              <mc:AlternateContent xmlns:mc="http://schemas.openxmlformats.org/markup-compatibility/2006">
                <mc:Choice xmlns:v="urn:schemas-microsoft-com:vml" Requires="v">
                  <p:oleObj spid="_x0000_s12" name="" r:id="rId11" imgW="1040765" imgH="190500" progId="Equation.DSMT4">
                    <p:embed/>
                  </p:oleObj>
                </mc:Choice>
                <mc:Fallback>
                  <p:oleObj name="" r:id="rId11" imgW="1040765" imgH="190500" progId="Equation.DSMT4">
                    <p:embed/>
                    <p:pic>
                      <p:nvPicPr>
                        <p:cNvPr id="0" name="图片 5"/>
                        <p:cNvPicPr/>
                        <p:nvPr/>
                      </p:nvPicPr>
                      <p:blipFill>
                        <a:blip r:embed="rId12"/>
                        <a:stretch>
                          <a:fillRect/>
                        </a:stretch>
                      </p:blipFill>
                      <p:spPr>
                        <a:xfrm>
                          <a:off x="8640" y="4560"/>
                          <a:ext cx="3783" cy="705"/>
                        </a:xfrm>
                        <a:prstGeom prst="rect">
                          <a:avLst/>
                        </a:prstGeom>
                        <a:noFill/>
                        <a:ln w="38100">
                          <a:noFill/>
                          <a:miter/>
                        </a:ln>
                      </p:spPr>
                    </p:pic>
                  </p:oleObj>
                </mc:Fallback>
              </mc:AlternateContent>
            </a:graphicData>
          </a:graphic>
        </p:graphicFrame>
        <p:graphicFrame>
          <p:nvGraphicFramePr>
            <p:cNvPr id="13" name="对象 -2147481143"/>
            <p:cNvGraphicFramePr>
              <a:graphicFrameLocks noChangeAspect="1"/>
            </p:cNvGraphicFramePr>
            <p:nvPr/>
          </p:nvGraphicFramePr>
          <p:xfrm>
            <a:off x="730" y="5280"/>
            <a:ext cx="3153" cy="696"/>
          </p:xfrm>
          <a:graphic>
            <a:graphicData uri="http://schemas.openxmlformats.org/presentationml/2006/ole">
              <mc:AlternateContent xmlns:mc="http://schemas.openxmlformats.org/markup-compatibility/2006">
                <mc:Choice xmlns:v="urn:schemas-microsoft-com:vml" Requires="v">
                  <p:oleObj spid="_x0000_s14" name="" r:id="rId13" imgW="875665" imgH="190500" progId="Equation.DSMT4">
                    <p:embed/>
                  </p:oleObj>
                </mc:Choice>
                <mc:Fallback>
                  <p:oleObj name="" r:id="rId13" imgW="875665" imgH="190500" progId="Equation.DSMT4">
                    <p:embed/>
                    <p:pic>
                      <p:nvPicPr>
                        <p:cNvPr id="0" name="图片 6"/>
                        <p:cNvPicPr/>
                        <p:nvPr/>
                      </p:nvPicPr>
                      <p:blipFill>
                        <a:blip r:embed="rId14"/>
                        <a:stretch>
                          <a:fillRect/>
                        </a:stretch>
                      </p:blipFill>
                      <p:spPr>
                        <a:xfrm>
                          <a:off x="730" y="5280"/>
                          <a:ext cx="3153" cy="696"/>
                        </a:xfrm>
                        <a:prstGeom prst="rect">
                          <a:avLst/>
                        </a:prstGeom>
                        <a:noFill/>
                        <a:ln w="38100">
                          <a:noFill/>
                          <a:miter/>
                        </a:ln>
                      </p:spPr>
                    </p:pic>
                  </p:oleObj>
                </mc:Fallback>
              </mc:AlternateContent>
            </a:graphicData>
          </a:graphic>
        </p:graphicFrame>
        <p:graphicFrame>
          <p:nvGraphicFramePr>
            <p:cNvPr id="15" name="对象 -2147481141"/>
            <p:cNvGraphicFramePr>
              <a:graphicFrameLocks noChangeAspect="1"/>
            </p:cNvGraphicFramePr>
            <p:nvPr/>
          </p:nvGraphicFramePr>
          <p:xfrm>
            <a:off x="8072" y="5258"/>
            <a:ext cx="853" cy="686"/>
          </p:xfrm>
          <a:graphic>
            <a:graphicData uri="http://schemas.openxmlformats.org/presentationml/2006/ole">
              <mc:AlternateContent xmlns:mc="http://schemas.openxmlformats.org/markup-compatibility/2006">
                <mc:Choice xmlns:v="urn:schemas-microsoft-com:vml" Requires="v">
                  <p:oleObj spid="_x0000_s16" name="" r:id="rId15" imgW="241300" imgH="190500" progId="Equation.DSMT4">
                    <p:embed/>
                  </p:oleObj>
                </mc:Choice>
                <mc:Fallback>
                  <p:oleObj name="" r:id="rId15" imgW="241300" imgH="190500" progId="Equation.DSMT4">
                    <p:embed/>
                    <p:pic>
                      <p:nvPicPr>
                        <p:cNvPr id="0" name="图片 7"/>
                        <p:cNvPicPr/>
                        <p:nvPr/>
                      </p:nvPicPr>
                      <p:blipFill>
                        <a:blip r:embed="rId16"/>
                        <a:stretch>
                          <a:fillRect/>
                        </a:stretch>
                      </p:blipFill>
                      <p:spPr>
                        <a:xfrm>
                          <a:off x="8072" y="5258"/>
                          <a:ext cx="853" cy="686"/>
                        </a:xfrm>
                        <a:prstGeom prst="rect">
                          <a:avLst/>
                        </a:prstGeom>
                        <a:noFill/>
                        <a:ln w="38100">
                          <a:noFill/>
                          <a:miter/>
                        </a:ln>
                      </p:spPr>
                    </p:pic>
                  </p:oleObj>
                </mc:Fallback>
              </mc:AlternateContent>
            </a:graphicData>
          </a:graphic>
        </p:graphicFrame>
        <p:graphicFrame>
          <p:nvGraphicFramePr>
            <p:cNvPr id="18" name="对象 -2147481142"/>
            <p:cNvGraphicFramePr>
              <a:graphicFrameLocks noChangeAspect="1"/>
            </p:cNvGraphicFramePr>
            <p:nvPr/>
          </p:nvGraphicFramePr>
          <p:xfrm>
            <a:off x="4154" y="5280"/>
            <a:ext cx="3029" cy="690"/>
          </p:xfrm>
          <a:graphic>
            <a:graphicData uri="http://schemas.openxmlformats.org/presentationml/2006/ole">
              <mc:AlternateContent xmlns:mc="http://schemas.openxmlformats.org/markup-compatibility/2006">
                <mc:Choice xmlns:v="urn:schemas-microsoft-com:vml" Requires="v">
                  <p:oleObj spid="_x0000_s19" name="" r:id="rId17" imgW="850265" imgH="190500" progId="Equation.DSMT4">
                    <p:embed/>
                  </p:oleObj>
                </mc:Choice>
                <mc:Fallback>
                  <p:oleObj name="" r:id="rId17" imgW="850265" imgH="190500" progId="Equation.DSMT4">
                    <p:embed/>
                    <p:pic>
                      <p:nvPicPr>
                        <p:cNvPr id="0" name="图片 9"/>
                        <p:cNvPicPr/>
                        <p:nvPr/>
                      </p:nvPicPr>
                      <p:blipFill>
                        <a:blip r:embed="rId18"/>
                        <a:stretch>
                          <a:fillRect/>
                        </a:stretch>
                      </p:blipFill>
                      <p:spPr>
                        <a:xfrm>
                          <a:off x="4154" y="5280"/>
                          <a:ext cx="3029" cy="690"/>
                        </a:xfrm>
                        <a:prstGeom prst="rect">
                          <a:avLst/>
                        </a:prstGeom>
                        <a:noFill/>
                        <a:ln w="38100">
                          <a:noFill/>
                          <a:miter/>
                        </a:ln>
                      </p:spPr>
                    </p:pic>
                  </p:oleObj>
                </mc:Fallback>
              </mc:AlternateContent>
            </a:graphicData>
          </a:graphic>
        </p:graphicFrame>
        <p:graphicFrame>
          <p:nvGraphicFramePr>
            <p:cNvPr id="20" name="对象 -2147481141"/>
            <p:cNvGraphicFramePr>
              <a:graphicFrameLocks noChangeAspect="1"/>
            </p:cNvGraphicFramePr>
            <p:nvPr/>
          </p:nvGraphicFramePr>
          <p:xfrm>
            <a:off x="11236" y="5258"/>
            <a:ext cx="853" cy="686"/>
          </p:xfrm>
          <a:graphic>
            <a:graphicData uri="http://schemas.openxmlformats.org/presentationml/2006/ole">
              <mc:AlternateContent xmlns:mc="http://schemas.openxmlformats.org/markup-compatibility/2006">
                <mc:Choice xmlns:v="urn:schemas-microsoft-com:vml" Requires="v">
                  <p:oleObj spid="_x0000_s21" name="" r:id="rId19" imgW="241300" imgH="190500" progId="Equation.DSMT4">
                    <p:embed/>
                  </p:oleObj>
                </mc:Choice>
                <mc:Fallback>
                  <p:oleObj name="" r:id="rId19" imgW="241300" imgH="190500" progId="Equation.DSMT4">
                    <p:embed/>
                    <p:pic>
                      <p:nvPicPr>
                        <p:cNvPr id="0" name="图片 7"/>
                        <p:cNvPicPr/>
                        <p:nvPr/>
                      </p:nvPicPr>
                      <p:blipFill>
                        <a:blip r:embed="rId16"/>
                        <a:stretch>
                          <a:fillRect/>
                        </a:stretch>
                      </p:blipFill>
                      <p:spPr>
                        <a:xfrm>
                          <a:off x="11236" y="5258"/>
                          <a:ext cx="853" cy="686"/>
                        </a:xfrm>
                        <a:prstGeom prst="rect">
                          <a:avLst/>
                        </a:prstGeom>
                        <a:noFill/>
                        <a:ln w="38100">
                          <a:noFill/>
                          <a:miter/>
                        </a:ln>
                      </p:spPr>
                    </p:pic>
                  </p:oleObj>
                </mc:Fallback>
              </mc:AlternateContent>
            </a:graphicData>
          </a:graphic>
        </p:graphicFrame>
        <p:graphicFrame>
          <p:nvGraphicFramePr>
            <p:cNvPr id="22" name="对象 -2147481139"/>
            <p:cNvGraphicFramePr>
              <a:graphicFrameLocks noChangeAspect="1"/>
            </p:cNvGraphicFramePr>
            <p:nvPr/>
          </p:nvGraphicFramePr>
          <p:xfrm>
            <a:off x="9894" y="5934"/>
            <a:ext cx="3638" cy="703"/>
          </p:xfrm>
          <a:graphic>
            <a:graphicData uri="http://schemas.openxmlformats.org/presentationml/2006/ole">
              <mc:AlternateContent xmlns:mc="http://schemas.openxmlformats.org/markup-compatibility/2006">
                <mc:Choice xmlns:v="urn:schemas-microsoft-com:vml" Requires="v">
                  <p:oleObj spid="_x0000_s23" name="" r:id="rId20" imgW="1002665" imgH="190500" progId="Equation.DSMT4">
                    <p:embed/>
                  </p:oleObj>
                </mc:Choice>
                <mc:Fallback>
                  <p:oleObj name="" r:id="rId20" imgW="1002665" imgH="190500" progId="Equation.DSMT4">
                    <p:embed/>
                    <p:pic>
                      <p:nvPicPr>
                        <p:cNvPr id="0" name="图片 12"/>
                        <p:cNvPicPr/>
                        <p:nvPr/>
                      </p:nvPicPr>
                      <p:blipFill>
                        <a:blip r:embed="rId21"/>
                        <a:stretch>
                          <a:fillRect/>
                        </a:stretch>
                      </p:blipFill>
                      <p:spPr>
                        <a:xfrm>
                          <a:off x="9894" y="5934"/>
                          <a:ext cx="3638" cy="703"/>
                        </a:xfrm>
                        <a:prstGeom prst="rect">
                          <a:avLst/>
                        </a:prstGeom>
                        <a:noFill/>
                        <a:ln w="38100">
                          <a:noFill/>
                          <a:miter/>
                        </a:ln>
                      </p:spPr>
                    </p:pic>
                  </p:oleObj>
                </mc:Fallback>
              </mc:AlternateContent>
            </a:graphicData>
          </a:graphic>
        </p:graphicFrame>
        <p:graphicFrame>
          <p:nvGraphicFramePr>
            <p:cNvPr id="24" name="对象 -2147481138"/>
            <p:cNvGraphicFramePr>
              <a:graphicFrameLocks noChangeAspect="1"/>
            </p:cNvGraphicFramePr>
            <p:nvPr/>
          </p:nvGraphicFramePr>
          <p:xfrm>
            <a:off x="1440" y="6600"/>
            <a:ext cx="3516" cy="696"/>
          </p:xfrm>
          <a:graphic>
            <a:graphicData uri="http://schemas.openxmlformats.org/presentationml/2006/ole">
              <mc:AlternateContent xmlns:mc="http://schemas.openxmlformats.org/markup-compatibility/2006">
                <mc:Choice xmlns:v="urn:schemas-microsoft-com:vml" Requires="v">
                  <p:oleObj spid="_x0000_s25" name="" r:id="rId22" imgW="977265" imgH="190500" progId="Equation.DSMT4">
                    <p:embed/>
                  </p:oleObj>
                </mc:Choice>
                <mc:Fallback>
                  <p:oleObj name="" r:id="rId22" imgW="977265" imgH="190500" progId="Equation.DSMT4">
                    <p:embed/>
                    <p:pic>
                      <p:nvPicPr>
                        <p:cNvPr id="0" name="图片 13"/>
                        <p:cNvPicPr/>
                        <p:nvPr/>
                      </p:nvPicPr>
                      <p:blipFill>
                        <a:blip r:embed="rId23"/>
                        <a:stretch>
                          <a:fillRect/>
                        </a:stretch>
                      </p:blipFill>
                      <p:spPr>
                        <a:xfrm>
                          <a:off x="1440" y="6600"/>
                          <a:ext cx="3516" cy="696"/>
                        </a:xfrm>
                        <a:prstGeom prst="rect">
                          <a:avLst/>
                        </a:prstGeom>
                        <a:noFill/>
                        <a:ln w="38100">
                          <a:noFill/>
                          <a:miter/>
                        </a:ln>
                      </p:spPr>
                    </p:pic>
                  </p:oleObj>
                </mc:Fallback>
              </mc:AlternateContent>
            </a:graphicData>
          </a:graphic>
        </p:graphicFrame>
        <p:graphicFrame>
          <p:nvGraphicFramePr>
            <p:cNvPr id="26" name="对象 -2147481137"/>
            <p:cNvGraphicFramePr>
              <a:graphicFrameLocks noChangeAspect="1"/>
            </p:cNvGraphicFramePr>
            <p:nvPr/>
          </p:nvGraphicFramePr>
          <p:xfrm>
            <a:off x="8880" y="6600"/>
            <a:ext cx="3940" cy="761"/>
          </p:xfrm>
          <a:graphic>
            <a:graphicData uri="http://schemas.openxmlformats.org/presentationml/2006/ole">
              <mc:AlternateContent xmlns:mc="http://schemas.openxmlformats.org/markup-compatibility/2006">
                <mc:Choice xmlns:v="urn:schemas-microsoft-com:vml" Requires="v">
                  <p:oleObj spid="_x0000_s28" name="" r:id="rId24" imgW="1002665" imgH="190500" progId="Equation.DSMT4">
                    <p:embed/>
                  </p:oleObj>
                </mc:Choice>
                <mc:Fallback>
                  <p:oleObj name="" r:id="rId24" imgW="1002665" imgH="190500" progId="Equation.DSMT4">
                    <p:embed/>
                    <p:pic>
                      <p:nvPicPr>
                        <p:cNvPr id="0" name="图片 14"/>
                        <p:cNvPicPr/>
                        <p:nvPr/>
                      </p:nvPicPr>
                      <p:blipFill>
                        <a:blip r:embed="rId25"/>
                        <a:stretch>
                          <a:fillRect/>
                        </a:stretch>
                      </p:blipFill>
                      <p:spPr>
                        <a:xfrm>
                          <a:off x="8880" y="6600"/>
                          <a:ext cx="3940" cy="761"/>
                        </a:xfrm>
                        <a:prstGeom prst="rect">
                          <a:avLst/>
                        </a:prstGeom>
                        <a:noFill/>
                        <a:ln w="38100">
                          <a:noFill/>
                          <a:miter/>
                        </a:ln>
                      </p:spPr>
                    </p:pic>
                  </p:oleObj>
                </mc:Fallback>
              </mc:AlternateContent>
            </a:graphicData>
          </a:graphic>
        </p:graphicFrame>
        <p:graphicFrame>
          <p:nvGraphicFramePr>
            <p:cNvPr id="29" name="对象 -2147481136"/>
            <p:cNvGraphicFramePr>
              <a:graphicFrameLocks noChangeAspect="1"/>
            </p:cNvGraphicFramePr>
            <p:nvPr/>
          </p:nvGraphicFramePr>
          <p:xfrm>
            <a:off x="720" y="7320"/>
            <a:ext cx="3838" cy="742"/>
          </p:xfrm>
          <a:graphic>
            <a:graphicData uri="http://schemas.openxmlformats.org/presentationml/2006/ole">
              <mc:AlternateContent xmlns:mc="http://schemas.openxmlformats.org/markup-compatibility/2006">
                <mc:Choice xmlns:v="urn:schemas-microsoft-com:vml" Requires="v">
                  <p:oleObj spid="_x0000_s30" name="" r:id="rId26" imgW="1002665" imgH="190500" progId="Equation.DSMT4">
                    <p:embed/>
                  </p:oleObj>
                </mc:Choice>
                <mc:Fallback>
                  <p:oleObj name="" r:id="rId26" imgW="1002665" imgH="190500" progId="Equation.DSMT4">
                    <p:embed/>
                    <p:pic>
                      <p:nvPicPr>
                        <p:cNvPr id="0" name="图片 15"/>
                        <p:cNvPicPr/>
                        <p:nvPr/>
                      </p:nvPicPr>
                      <p:blipFill>
                        <a:blip r:embed="rId27"/>
                        <a:stretch>
                          <a:fillRect/>
                        </a:stretch>
                      </p:blipFill>
                      <p:spPr>
                        <a:xfrm>
                          <a:off x="720" y="7320"/>
                          <a:ext cx="3838" cy="742"/>
                        </a:xfrm>
                        <a:prstGeom prst="rect">
                          <a:avLst/>
                        </a:prstGeom>
                        <a:noFill/>
                        <a:ln w="38100">
                          <a:noFill/>
                          <a:miter/>
                        </a:ln>
                      </p:spPr>
                    </p:pic>
                  </p:oleObj>
                </mc:Fallback>
              </mc:AlternateContent>
            </a:graphicData>
          </a:graphic>
        </p:graphicFrame>
      </p:grpSp>
      <p:sp>
        <p:nvSpPr>
          <p:cNvPr id="31"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linds(horizontal)">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500" fill="hold">
                                          <p:stCondLst>
                                            <p:cond delay="0"/>
                                          </p:stCondLst>
                                        </p:cTn>
                                        <p:tgtEl>
                                          <p:spTgt spid="8"/>
                                        </p:tgtEl>
                                        <p:attrNameLst>
                                          <p:attrName>style.visibility</p:attrName>
                                        </p:attrNameLst>
                                      </p:cBhvr>
                                      <p:to>
                                        <p:strVal val="visible"/>
                                      </p:to>
                                    </p:set>
                                    <p:animEffect transition="in" filter="box(in)">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1000"/>
                                        <p:tgtEl>
                                          <p:spTgt spid="17"/>
                                        </p:tgtEl>
                                      </p:cBhvr>
                                    </p:animEffect>
                                    <p:anim calcmode="lin" valueType="num">
                                      <p:cBhvr>
                                        <p:cTn id="31" dur="1000" fill="hold"/>
                                        <p:tgtEl>
                                          <p:spTgt spid="17"/>
                                        </p:tgtEl>
                                        <p:attrNameLst>
                                          <p:attrName>ppt_x</p:attrName>
                                        </p:attrNameLst>
                                      </p:cBhvr>
                                      <p:tavLst>
                                        <p:tav tm="0">
                                          <p:val>
                                            <p:strVal val="#ppt_x"/>
                                          </p:val>
                                        </p:tav>
                                        <p:tav tm="100000">
                                          <p:val>
                                            <p:strVal val="#ppt_x"/>
                                          </p:val>
                                        </p:tav>
                                      </p:tavLst>
                                    </p:anim>
                                    <p:anim calcmode="lin" valueType="num">
                                      <p:cBhvr>
                                        <p:cTn id="3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31"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pic>
        <p:nvPicPr>
          <p:cNvPr id="9325" name="图片 2762"/>
          <p:cNvPicPr>
            <a:picLocks noChangeAspect="1"/>
          </p:cNvPicPr>
          <p:nvPr/>
        </p:nvPicPr>
        <p:blipFill>
          <a:blip r:embed="rId1"/>
          <a:stretch>
            <a:fillRect/>
          </a:stretch>
        </p:blipFill>
        <p:spPr>
          <a:xfrm>
            <a:off x="730885" y="1332865"/>
            <a:ext cx="7720330" cy="4398645"/>
          </a:xfrm>
          <a:prstGeom prst="rect">
            <a:avLst/>
          </a:prstGeom>
          <a:noFill/>
          <a:ln>
            <a:noFill/>
          </a:ln>
        </p:spPr>
      </p:pic>
      <p:sp>
        <p:nvSpPr>
          <p:cNvPr id="100" name="文本框 99"/>
          <p:cNvSpPr txBox="1"/>
          <p:nvPr/>
        </p:nvSpPr>
        <p:spPr>
          <a:xfrm>
            <a:off x="2946400" y="5893435"/>
            <a:ext cx="3383915"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4-40 4</a:t>
            </a:r>
            <a:r>
              <a:rPr lang="zh-CN" sz="1600">
                <a:ea typeface="宋体" panose="02010600030101010101" pitchFamily="2" charset="-122"/>
              </a:rPr>
              <a:t>位二进制超前进位加法器</a:t>
            </a:r>
            <a:endParaRPr lang="zh-CN" altLang="en-US" sz="160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2" name="Rectangle 3"/>
          <p:cNvSpPr>
            <a:spLocks noGrp="1"/>
          </p:cNvSpPr>
          <p:nvPr/>
        </p:nvSpPr>
        <p:spPr>
          <a:xfrm>
            <a:off x="480060" y="1221740"/>
            <a:ext cx="4200525" cy="4718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② 集成超前进位加法器</a:t>
            </a:r>
            <a:r>
              <a:rPr lang="zh-CN" sz="2400" b="1" kern="1200" dirty="0">
                <a:solidFill>
                  <a:srgbClr val="000066"/>
                </a:solidFill>
                <a:latin typeface="Arial" panose="020B0604020202020204" pitchFamily="34" charset="0"/>
                <a:ea typeface="楷体_GB2312" pitchFamily="49" charset="-122"/>
              </a:rPr>
              <a:t>。</a:t>
            </a:r>
            <a:endParaRPr lang="zh-CN" sz="2400" b="1" kern="1200" dirty="0">
              <a:solidFill>
                <a:srgbClr val="000066"/>
              </a:solidFill>
              <a:latin typeface="Arial" panose="020B0604020202020204" pitchFamily="34" charset="0"/>
              <a:ea typeface="楷体_GB2312" pitchFamily="49" charset="-122"/>
            </a:endParaRPr>
          </a:p>
        </p:txBody>
      </p:sp>
      <p:sp>
        <p:nvSpPr>
          <p:cNvPr id="9" name="Rectangle 3"/>
          <p:cNvSpPr>
            <a:spLocks noGrp="1"/>
          </p:cNvSpPr>
          <p:nvPr/>
        </p:nvSpPr>
        <p:spPr>
          <a:xfrm>
            <a:off x="482600" y="1701800"/>
            <a:ext cx="8152130" cy="193103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74LS283是一种4位二进制超前进位加法器，其引脚图如图4-41所示。其中，</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dirty="0">
                <a:solidFill>
                  <a:srgbClr val="000066"/>
                </a:solidFill>
                <a:latin typeface="Arial" panose="020B0604020202020204" pitchFamily="34" charset="0"/>
                <a:ea typeface="楷体_GB2312" pitchFamily="49" charset="-122"/>
                <a:sym typeface="+mn-ea"/>
              </a:rPr>
              <a:t>          </a:t>
            </a:r>
            <a:r>
              <a:rPr sz="2400" b="1" kern="1200" dirty="0">
                <a:solidFill>
                  <a:srgbClr val="000066"/>
                </a:solidFill>
                <a:latin typeface="Arial" panose="020B0604020202020204" pitchFamily="34" charset="0"/>
                <a:ea typeface="楷体_GB2312" pitchFamily="49" charset="-122"/>
              </a:rPr>
              <a:t>为两个4位二进制加数输入端，</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表示</a:t>
            </a:r>
            <a:r>
              <a:rPr lang="zh-CN" sz="2400" b="1" kern="1200" dirty="0">
                <a:solidFill>
                  <a:srgbClr val="000066"/>
                </a:solidFill>
                <a:latin typeface="Arial" panose="020B0604020202020204" pitchFamily="34" charset="0"/>
                <a:ea typeface="楷体_GB2312" pitchFamily="49" charset="-122"/>
              </a:rPr>
              <a:t>最</a:t>
            </a:r>
            <a:r>
              <a:rPr sz="2400" b="1" kern="1200" dirty="0">
                <a:solidFill>
                  <a:srgbClr val="000066"/>
                </a:solidFill>
                <a:latin typeface="Arial" panose="020B0604020202020204" pitchFamily="34" charset="0"/>
                <a:ea typeface="楷体_GB2312" pitchFamily="49" charset="-122"/>
              </a:rPr>
              <a:t>低位进位信号输入端，</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表示两个加数之和的输出端，</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表示</a:t>
            </a:r>
            <a:r>
              <a:rPr lang="zh-CN" sz="2400" b="1" kern="1200" dirty="0">
                <a:solidFill>
                  <a:srgbClr val="000066"/>
                </a:solidFill>
                <a:latin typeface="Arial" panose="020B0604020202020204" pitchFamily="34" charset="0"/>
                <a:ea typeface="楷体_GB2312" pitchFamily="49" charset="-122"/>
              </a:rPr>
              <a:t>加法</a:t>
            </a:r>
            <a:r>
              <a:rPr sz="2400" b="1" kern="1200" dirty="0">
                <a:solidFill>
                  <a:srgbClr val="000066"/>
                </a:solidFill>
                <a:latin typeface="Arial" panose="020B0604020202020204" pitchFamily="34" charset="0"/>
                <a:ea typeface="楷体_GB2312" pitchFamily="49" charset="-122"/>
              </a:rPr>
              <a:t>运算之后产生的进位信号输出端。</a:t>
            </a:r>
            <a:endParaRPr sz="2400" b="1" kern="1200" dirty="0">
              <a:solidFill>
                <a:srgbClr val="000066"/>
              </a:solidFill>
              <a:latin typeface="Arial" panose="020B0604020202020204" pitchFamily="34" charset="0"/>
              <a:ea typeface="楷体_GB2312" pitchFamily="49" charset="-122"/>
            </a:endParaRPr>
          </a:p>
        </p:txBody>
      </p:sp>
      <p:pic>
        <p:nvPicPr>
          <p:cNvPr id="9326" name="图片 2763"/>
          <p:cNvPicPr>
            <a:picLocks noChangeAspect="1"/>
          </p:cNvPicPr>
          <p:nvPr/>
        </p:nvPicPr>
        <p:blipFill>
          <a:blip r:embed="rId1"/>
          <a:stretch>
            <a:fillRect/>
          </a:stretch>
        </p:blipFill>
        <p:spPr>
          <a:xfrm>
            <a:off x="5257800" y="3629660"/>
            <a:ext cx="2898775" cy="2527935"/>
          </a:xfrm>
          <a:prstGeom prst="rect">
            <a:avLst/>
          </a:prstGeom>
          <a:noFill/>
          <a:ln>
            <a:noFill/>
          </a:ln>
        </p:spPr>
      </p:pic>
      <p:sp>
        <p:nvSpPr>
          <p:cNvPr id="100" name="文本框 99"/>
          <p:cNvSpPr txBox="1"/>
          <p:nvPr/>
        </p:nvSpPr>
        <p:spPr>
          <a:xfrm>
            <a:off x="5715000" y="6172200"/>
            <a:ext cx="2451100"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4-41 74LS283</a:t>
            </a:r>
            <a:r>
              <a:rPr lang="zh-CN" sz="1600">
                <a:ea typeface="宋体" panose="02010600030101010101" pitchFamily="2" charset="-122"/>
              </a:rPr>
              <a:t>引脚图图</a:t>
            </a:r>
            <a:endParaRPr lang="zh-CN" altLang="en-US" sz="1600"/>
          </a:p>
        </p:txBody>
      </p:sp>
      <p:graphicFrame>
        <p:nvGraphicFramePr>
          <p:cNvPr id="3" name="对象 -2147479973"/>
          <p:cNvGraphicFramePr>
            <a:graphicFrameLocks noChangeAspect="1"/>
          </p:cNvGraphicFramePr>
          <p:nvPr/>
        </p:nvGraphicFramePr>
        <p:xfrm>
          <a:off x="3581400" y="2209800"/>
          <a:ext cx="943610" cy="436880"/>
        </p:xfrm>
        <a:graphic>
          <a:graphicData uri="http://schemas.openxmlformats.org/presentationml/2006/ole">
            <mc:AlternateContent xmlns:mc="http://schemas.openxmlformats.org/markup-compatibility/2006">
              <mc:Choice xmlns:v="urn:schemas-microsoft-com:vml" Requires="v">
                <p:oleObj spid="_x0000_s19" name="" r:id="rId2" imgW="419100" imgH="190500" progId="Equation.DSMT4">
                  <p:embed/>
                </p:oleObj>
              </mc:Choice>
              <mc:Fallback>
                <p:oleObj name="" r:id="rId2" imgW="419100" imgH="190500" progId="Equation.DSMT4">
                  <p:embed/>
                  <p:pic>
                    <p:nvPicPr>
                      <p:cNvPr id="0" name="图片 18"/>
                      <p:cNvPicPr/>
                      <p:nvPr/>
                    </p:nvPicPr>
                    <p:blipFill>
                      <a:blip r:embed="rId3"/>
                      <a:stretch>
                        <a:fillRect/>
                      </a:stretch>
                    </p:blipFill>
                    <p:spPr>
                      <a:xfrm>
                        <a:off x="3581400" y="2209800"/>
                        <a:ext cx="943610" cy="436880"/>
                      </a:xfrm>
                      <a:prstGeom prst="rect">
                        <a:avLst/>
                      </a:prstGeom>
                      <a:noFill/>
                      <a:ln w="38100">
                        <a:noFill/>
                        <a:miter/>
                      </a:ln>
                    </p:spPr>
                  </p:pic>
                </p:oleObj>
              </mc:Fallback>
            </mc:AlternateContent>
          </a:graphicData>
        </a:graphic>
      </p:graphicFrame>
      <p:graphicFrame>
        <p:nvGraphicFramePr>
          <p:cNvPr id="4" name="对象 -2147481134"/>
          <p:cNvGraphicFramePr>
            <a:graphicFrameLocks noChangeAspect="1"/>
          </p:cNvGraphicFramePr>
          <p:nvPr/>
        </p:nvGraphicFramePr>
        <p:xfrm>
          <a:off x="4953000" y="2209800"/>
          <a:ext cx="867410" cy="401320"/>
        </p:xfrm>
        <a:graphic>
          <a:graphicData uri="http://schemas.openxmlformats.org/presentationml/2006/ole">
            <mc:AlternateContent xmlns:mc="http://schemas.openxmlformats.org/markup-compatibility/2006">
              <mc:Choice xmlns:v="urn:schemas-microsoft-com:vml" Requires="v">
                <p:oleObj spid="_x0000_s20" name="" r:id="rId4" imgW="419100" imgH="190500" progId="Equation.DSMT4">
                  <p:embed/>
                </p:oleObj>
              </mc:Choice>
              <mc:Fallback>
                <p:oleObj name="" r:id="rId4" imgW="419100" imgH="190500" progId="Equation.DSMT4">
                  <p:embed/>
                  <p:pic>
                    <p:nvPicPr>
                      <p:cNvPr id="0" name="图片 19"/>
                      <p:cNvPicPr/>
                      <p:nvPr/>
                    </p:nvPicPr>
                    <p:blipFill>
                      <a:blip r:embed="rId5"/>
                      <a:stretch>
                        <a:fillRect/>
                      </a:stretch>
                    </p:blipFill>
                    <p:spPr>
                      <a:xfrm>
                        <a:off x="4953000" y="2209800"/>
                        <a:ext cx="867410" cy="401320"/>
                      </a:xfrm>
                      <a:prstGeom prst="rect">
                        <a:avLst/>
                      </a:prstGeom>
                      <a:noFill/>
                      <a:ln w="38100">
                        <a:noFill/>
                        <a:miter/>
                      </a:ln>
                    </p:spPr>
                  </p:pic>
                </p:oleObj>
              </mc:Fallback>
            </mc:AlternateContent>
          </a:graphicData>
        </a:graphic>
      </p:graphicFrame>
      <p:graphicFrame>
        <p:nvGraphicFramePr>
          <p:cNvPr id="5" name="对象 -2147481133"/>
          <p:cNvGraphicFramePr>
            <a:graphicFrameLocks noChangeAspect="1"/>
          </p:cNvGraphicFramePr>
          <p:nvPr/>
        </p:nvGraphicFramePr>
        <p:xfrm>
          <a:off x="2057400" y="2667000"/>
          <a:ext cx="447675" cy="426720"/>
        </p:xfrm>
        <a:graphic>
          <a:graphicData uri="http://schemas.openxmlformats.org/presentationml/2006/ole">
            <mc:AlternateContent xmlns:mc="http://schemas.openxmlformats.org/markup-compatibility/2006">
              <mc:Choice xmlns:v="urn:schemas-microsoft-com:vml" Requires="v">
                <p:oleObj spid="_x0000_s3076" name="" r:id="rId6" imgW="203200" imgH="190500" progId="Equation.DSMT4">
                  <p:embed/>
                </p:oleObj>
              </mc:Choice>
              <mc:Fallback>
                <p:oleObj name="" r:id="rId6" imgW="203200" imgH="190500" progId="Equation.DSMT4">
                  <p:embed/>
                  <p:pic>
                    <p:nvPicPr>
                      <p:cNvPr id="0" name="图片 3075"/>
                      <p:cNvPicPr/>
                      <p:nvPr/>
                    </p:nvPicPr>
                    <p:blipFill>
                      <a:blip r:embed="rId7"/>
                      <a:stretch>
                        <a:fillRect/>
                      </a:stretch>
                    </p:blipFill>
                    <p:spPr>
                      <a:xfrm>
                        <a:off x="2057400" y="2667000"/>
                        <a:ext cx="447675" cy="426720"/>
                      </a:xfrm>
                      <a:prstGeom prst="rect">
                        <a:avLst/>
                      </a:prstGeom>
                      <a:noFill/>
                      <a:ln w="38100">
                        <a:noFill/>
                        <a:miter/>
                      </a:ln>
                    </p:spPr>
                  </p:pic>
                </p:oleObj>
              </mc:Fallback>
            </mc:AlternateContent>
          </a:graphicData>
        </a:graphic>
      </p:graphicFrame>
      <p:graphicFrame>
        <p:nvGraphicFramePr>
          <p:cNvPr id="6" name="对象 -2147481132"/>
          <p:cNvGraphicFramePr>
            <a:graphicFrameLocks noChangeAspect="1"/>
          </p:cNvGraphicFramePr>
          <p:nvPr/>
        </p:nvGraphicFramePr>
        <p:xfrm>
          <a:off x="6400800" y="2667000"/>
          <a:ext cx="820420" cy="392430"/>
        </p:xfrm>
        <a:graphic>
          <a:graphicData uri="http://schemas.openxmlformats.org/presentationml/2006/ole">
            <mc:AlternateContent xmlns:mc="http://schemas.openxmlformats.org/markup-compatibility/2006">
              <mc:Choice xmlns:v="urn:schemas-microsoft-com:vml" Requires="v">
                <p:oleObj spid="_x0000_s7" name="" r:id="rId8" imgW="405765" imgH="190500" progId="Equation.DSMT4">
                  <p:embed/>
                </p:oleObj>
              </mc:Choice>
              <mc:Fallback>
                <p:oleObj name="" r:id="rId8" imgW="405765" imgH="190500" progId="Equation.DSMT4">
                  <p:embed/>
                  <p:pic>
                    <p:nvPicPr>
                      <p:cNvPr id="0" name="图片 4"/>
                      <p:cNvPicPr/>
                      <p:nvPr/>
                    </p:nvPicPr>
                    <p:blipFill>
                      <a:blip r:embed="rId9"/>
                      <a:stretch>
                        <a:fillRect/>
                      </a:stretch>
                    </p:blipFill>
                    <p:spPr>
                      <a:xfrm>
                        <a:off x="6400800" y="2667000"/>
                        <a:ext cx="820420" cy="392430"/>
                      </a:xfrm>
                      <a:prstGeom prst="rect">
                        <a:avLst/>
                      </a:prstGeom>
                      <a:noFill/>
                      <a:ln w="38100">
                        <a:noFill/>
                        <a:miter/>
                      </a:ln>
                    </p:spPr>
                  </p:pic>
                </p:oleObj>
              </mc:Fallback>
            </mc:AlternateContent>
          </a:graphicData>
        </a:graphic>
      </p:graphicFrame>
      <p:graphicFrame>
        <p:nvGraphicFramePr>
          <p:cNvPr id="8" name="对象 -2147481131"/>
          <p:cNvGraphicFramePr>
            <a:graphicFrameLocks noChangeAspect="1"/>
          </p:cNvGraphicFramePr>
          <p:nvPr/>
        </p:nvGraphicFramePr>
        <p:xfrm>
          <a:off x="3352800" y="3124200"/>
          <a:ext cx="342900" cy="402590"/>
        </p:xfrm>
        <a:graphic>
          <a:graphicData uri="http://schemas.openxmlformats.org/presentationml/2006/ole">
            <mc:AlternateContent xmlns:mc="http://schemas.openxmlformats.org/markup-compatibility/2006">
              <mc:Choice xmlns:v="urn:schemas-microsoft-com:vml" Requires="v">
                <p:oleObj spid="_x0000_s10" name="" r:id="rId10" imgW="165100" imgH="190500" progId="Equation.DSMT4">
                  <p:embed/>
                </p:oleObj>
              </mc:Choice>
              <mc:Fallback>
                <p:oleObj name="" r:id="rId10" imgW="165100" imgH="190500" progId="Equation.DSMT4">
                  <p:embed/>
                  <p:pic>
                    <p:nvPicPr>
                      <p:cNvPr id="0" name="图片 5"/>
                      <p:cNvPicPr/>
                      <p:nvPr/>
                    </p:nvPicPr>
                    <p:blipFill>
                      <a:blip r:embed="rId11"/>
                      <a:stretch>
                        <a:fillRect/>
                      </a:stretch>
                    </p:blipFill>
                    <p:spPr>
                      <a:xfrm>
                        <a:off x="3352800" y="3124200"/>
                        <a:ext cx="342900" cy="40259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2" name="Rectangle 3"/>
          <p:cNvSpPr>
            <a:spLocks noGrp="1"/>
          </p:cNvSpPr>
          <p:nvPr/>
        </p:nvSpPr>
        <p:spPr>
          <a:xfrm>
            <a:off x="480060" y="1221740"/>
            <a:ext cx="6878955" cy="4718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两</a:t>
            </a:r>
            <a:r>
              <a:rPr lang="zh-CN" sz="2400" b="1" kern="1200" dirty="0">
                <a:solidFill>
                  <a:srgbClr val="000066"/>
                </a:solidFill>
                <a:latin typeface="Arial" panose="020B0604020202020204" pitchFamily="34" charset="0"/>
                <a:ea typeface="楷体_GB2312" pitchFamily="49" charset="-122"/>
              </a:rPr>
              <a:t>片</a:t>
            </a:r>
            <a:r>
              <a:rPr sz="2400" b="1" kern="1200" dirty="0">
                <a:solidFill>
                  <a:srgbClr val="000066"/>
                </a:solidFill>
                <a:latin typeface="Arial" panose="020B0604020202020204" pitchFamily="34" charset="0"/>
                <a:ea typeface="楷体_GB2312" pitchFamily="49" charset="-122"/>
              </a:rPr>
              <a:t>74LS283扩展成8位二进制加法器</a:t>
            </a:r>
            <a:r>
              <a:rPr lang="zh-CN" sz="2400" b="1" kern="1200" dirty="0">
                <a:solidFill>
                  <a:srgbClr val="000066"/>
                </a:solidFill>
                <a:latin typeface="Arial" panose="020B0604020202020204" pitchFamily="34" charset="0"/>
                <a:ea typeface="楷体_GB2312" pitchFamily="49" charset="-122"/>
              </a:rPr>
              <a:t>。</a:t>
            </a:r>
            <a:endParaRPr lang="zh-CN" sz="2400" b="1" kern="1200" dirty="0">
              <a:solidFill>
                <a:srgbClr val="000066"/>
              </a:solidFill>
              <a:latin typeface="Arial" panose="020B0604020202020204" pitchFamily="34" charset="0"/>
              <a:ea typeface="楷体_GB2312" pitchFamily="49" charset="-122"/>
            </a:endParaRPr>
          </a:p>
        </p:txBody>
      </p:sp>
      <p:sp>
        <p:nvSpPr>
          <p:cNvPr id="9" name="Rectangle 3"/>
          <p:cNvSpPr>
            <a:spLocks noGrp="1"/>
          </p:cNvSpPr>
          <p:nvPr/>
        </p:nvSpPr>
        <p:spPr>
          <a:xfrm>
            <a:off x="482600" y="5283200"/>
            <a:ext cx="8152130" cy="10331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74LS283(1) 必须等到74LS283(0) 加法完成才能进行运算，因此片内是并行运算，片间是串行运算。</a:t>
            </a:r>
            <a:endParaRPr sz="2400" b="1" dirty="0">
              <a:solidFill>
                <a:srgbClr val="000066"/>
              </a:solidFill>
              <a:latin typeface="Arial" panose="020B0604020202020204" pitchFamily="34" charset="0"/>
              <a:ea typeface="楷体_GB2312" pitchFamily="49" charset="-122"/>
            </a:endParaRPr>
          </a:p>
        </p:txBody>
      </p:sp>
      <p:pic>
        <p:nvPicPr>
          <p:cNvPr id="9327" name="图片 2764"/>
          <p:cNvPicPr>
            <a:picLocks noChangeAspect="1"/>
          </p:cNvPicPr>
          <p:nvPr/>
        </p:nvPicPr>
        <p:blipFill>
          <a:blip r:embed="rId1"/>
          <a:stretch>
            <a:fillRect/>
          </a:stretch>
        </p:blipFill>
        <p:spPr>
          <a:xfrm>
            <a:off x="914400" y="1905000"/>
            <a:ext cx="7588885" cy="318071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500" fill="hold">
                                          <p:stCondLst>
                                            <p:cond delay="0"/>
                                          </p:stCondLst>
                                        </p:cTn>
                                        <p:tgtEl>
                                          <p:spTgt spid="9"/>
                                        </p:tgtEl>
                                        <p:attrNameLst>
                                          <p:attrName>style.visibility</p:attrName>
                                        </p:attrNameLst>
                                      </p:cBhvr>
                                      <p:to>
                                        <p:strVal val="visible"/>
                                      </p:to>
                                    </p:set>
                                    <p:animEffect transition="in" filter="wedg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09600" y="1849120"/>
            <a:ext cx="7992110" cy="97091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数字电路中，有时需要对两个二进制数的大小或相等关系进行判定，实现这一逻辑功能的电路称为数值比较器。</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6146" name="Rectangle 2"/>
          <p:cNvSpPr>
            <a:spLocks noGrp="1"/>
          </p:cNvSpPr>
          <p:nvPr>
            <p:ph type="title"/>
          </p:nvPr>
        </p:nvSpPr>
        <p:spPr>
          <a:xfrm>
            <a:off x="685800" y="1219200"/>
            <a:ext cx="352806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4.3.</a:t>
            </a:r>
            <a:r>
              <a:rPr lang="en-US" sz="2800" i="0" dirty="0">
                <a:solidFill>
                  <a:srgbClr val="0070C0"/>
                </a:solidFill>
                <a:latin typeface="黑体" panose="02010609060101010101" pitchFamily="49" charset="-122"/>
                <a:ea typeface="黑体" panose="02010609060101010101" pitchFamily="49" charset="-122"/>
              </a:rPr>
              <a:t>6</a:t>
            </a:r>
            <a:r>
              <a:rPr sz="2800" i="0" dirty="0">
                <a:solidFill>
                  <a:srgbClr val="0070C0"/>
                </a:solidFill>
                <a:latin typeface="黑体" panose="02010609060101010101" pitchFamily="49" charset="-122"/>
                <a:ea typeface="黑体" panose="02010609060101010101" pitchFamily="49" charset="-122"/>
              </a:rPr>
              <a:t> 数值比较器</a:t>
            </a:r>
            <a:endParaRPr sz="2800" i="0" dirty="0">
              <a:solidFill>
                <a:srgbClr val="0070C0"/>
              </a:solidFill>
              <a:latin typeface="黑体" panose="02010609060101010101" pitchFamily="49" charset="-122"/>
              <a:ea typeface="黑体" panose="02010609060101010101" pitchFamily="49" charset="-122"/>
            </a:endParaRPr>
          </a:p>
        </p:txBody>
      </p:sp>
      <p:sp>
        <p:nvSpPr>
          <p:cNvPr id="3" name="Rectangle 3"/>
          <p:cNvSpPr>
            <a:spLocks noGrp="1"/>
          </p:cNvSpPr>
          <p:nvPr/>
        </p:nvSpPr>
        <p:spPr>
          <a:xfrm>
            <a:off x="1219200" y="2819400"/>
            <a:ext cx="2854960" cy="5378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a:t>
            </a:r>
            <a:r>
              <a:rPr sz="2400" b="1" kern="1200" dirty="0">
                <a:solidFill>
                  <a:srgbClr val="FE09D6"/>
                </a:solidFill>
                <a:latin typeface="Times New Roman" panose="02020603050405020304" charset="0"/>
                <a:ea typeface="楷体_GB2312" pitchFamily="49" charset="-122"/>
                <a:cs typeface="Times New Roman" panose="02020603050405020304" charset="0"/>
              </a:rPr>
              <a:t>一位数值比较器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32" name="组合 31"/>
          <p:cNvGrpSpPr/>
          <p:nvPr/>
        </p:nvGrpSpPr>
        <p:grpSpPr>
          <a:xfrm>
            <a:off x="609600" y="3403600"/>
            <a:ext cx="8014970" cy="2795270"/>
            <a:chOff x="960" y="5000"/>
            <a:chExt cx="12622" cy="4402"/>
          </a:xfrm>
        </p:grpSpPr>
        <p:sp>
          <p:nvSpPr>
            <p:cNvPr id="2" name="Rectangle 3"/>
            <p:cNvSpPr>
              <a:spLocks noGrp="1"/>
            </p:cNvSpPr>
            <p:nvPr/>
          </p:nvSpPr>
          <p:spPr>
            <a:xfrm>
              <a:off x="996" y="5000"/>
              <a:ext cx="12586" cy="440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设</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均是两个一位二进制数，对</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数值大小的比较结果有下列三种情况：</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。因此，一位数值比较器的逻辑电路有两个输入信号和三个输出信号。若三个输出信号分别用</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表示，且</a:t>
              </a:r>
              <a:r>
                <a:rPr lang="en-US" sz="2400" b="1" kern="1200" dirty="0">
                  <a:solidFill>
                    <a:srgbClr val="000066"/>
                  </a:solidFill>
                  <a:latin typeface="Arial" panose="020B0604020202020204" pitchFamily="34" charset="0"/>
                  <a:ea typeface="楷体_GB2312" pitchFamily="49" charset="-122"/>
                </a:rPr>
                <a:t>          </a:t>
              </a:r>
              <a:endParaRPr lang="en-US" sz="2400" b="1" kern="1200" dirty="0">
                <a:solidFill>
                  <a:srgbClr val="000066"/>
                </a:solidFill>
                <a:latin typeface="Arial" panose="020B0604020202020204" pitchFamily="34" charset="0"/>
                <a:ea typeface="楷体_GB2312" pitchFamily="49" charset="-122"/>
              </a:endParaRPr>
            </a:p>
            <a:p>
              <a:pPr marL="0" indent="0" algn="di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时表示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时表示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，以及</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时表示</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 </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，则可以列出一位数值比较器的真值表如表4-16所示。</a:t>
              </a:r>
              <a:endParaRPr sz="2400" b="1" kern="1200" dirty="0">
                <a:solidFill>
                  <a:srgbClr val="000066"/>
                </a:solidFill>
                <a:latin typeface="Arial" panose="020B0604020202020204" pitchFamily="34" charset="0"/>
                <a:ea typeface="楷体_GB2312" pitchFamily="49" charset="-122"/>
              </a:endParaRPr>
            </a:p>
          </p:txBody>
        </p:sp>
        <p:graphicFrame>
          <p:nvGraphicFramePr>
            <p:cNvPr id="4" name="对象 -2147481124"/>
            <p:cNvGraphicFramePr>
              <a:graphicFrameLocks noChangeAspect="1"/>
            </p:cNvGraphicFramePr>
            <p:nvPr/>
          </p:nvGraphicFramePr>
          <p:xfrm>
            <a:off x="2400" y="5160"/>
            <a:ext cx="506" cy="515"/>
          </p:xfrm>
          <a:graphic>
            <a:graphicData uri="http://schemas.openxmlformats.org/presentationml/2006/ole">
              <mc:AlternateContent xmlns:mc="http://schemas.openxmlformats.org/markup-compatibility/2006">
                <mc:Choice xmlns:v="urn:schemas-microsoft-com:vml" Requires="v">
                  <p:oleObj spid="_x0000_s11" name="" r:id="rId1" imgW="139700" imgH="139700" progId="Equation.DSMT4">
                    <p:embed/>
                  </p:oleObj>
                </mc:Choice>
                <mc:Fallback>
                  <p:oleObj name="" r:id="rId1" imgW="139700" imgH="139700" progId="Equation.DSMT4">
                    <p:embed/>
                    <p:pic>
                      <p:nvPicPr>
                        <p:cNvPr id="0" name="图片 10"/>
                        <p:cNvPicPr/>
                        <p:nvPr/>
                      </p:nvPicPr>
                      <p:blipFill>
                        <a:blip r:embed="rId2"/>
                        <a:stretch>
                          <a:fillRect/>
                        </a:stretch>
                      </p:blipFill>
                      <p:spPr>
                        <a:xfrm>
                          <a:off x="2400" y="5160"/>
                          <a:ext cx="506" cy="515"/>
                        </a:xfrm>
                        <a:prstGeom prst="rect">
                          <a:avLst/>
                        </a:prstGeom>
                        <a:noFill/>
                        <a:ln w="38100">
                          <a:noFill/>
                          <a:miter/>
                        </a:ln>
                      </p:spPr>
                    </p:pic>
                  </p:oleObj>
                </mc:Fallback>
              </mc:AlternateContent>
            </a:graphicData>
          </a:graphic>
        </p:graphicFrame>
        <p:graphicFrame>
          <p:nvGraphicFramePr>
            <p:cNvPr id="5" name="对象 -2147481123"/>
            <p:cNvGraphicFramePr>
              <a:graphicFrameLocks noChangeAspect="1"/>
            </p:cNvGraphicFramePr>
            <p:nvPr/>
          </p:nvGraphicFramePr>
          <p:xfrm>
            <a:off x="3370" y="5182"/>
            <a:ext cx="479" cy="488"/>
          </p:xfrm>
          <a:graphic>
            <a:graphicData uri="http://schemas.openxmlformats.org/presentationml/2006/ole">
              <mc:AlternateContent xmlns:mc="http://schemas.openxmlformats.org/markup-compatibility/2006">
                <mc:Choice xmlns:v="urn:schemas-microsoft-com:vml" Requires="v">
                  <p:oleObj spid="_x0000_s12" name="" r:id="rId3" imgW="139700" imgH="139700" progId="Equation.DSMT4">
                    <p:embed/>
                  </p:oleObj>
                </mc:Choice>
                <mc:Fallback>
                  <p:oleObj name="" r:id="rId3" imgW="139700" imgH="139700" progId="Equation.DSMT4">
                    <p:embed/>
                    <p:pic>
                      <p:nvPicPr>
                        <p:cNvPr id="0" name="图片 11"/>
                        <p:cNvPicPr/>
                        <p:nvPr/>
                      </p:nvPicPr>
                      <p:blipFill>
                        <a:blip r:embed="rId4"/>
                        <a:stretch>
                          <a:fillRect/>
                        </a:stretch>
                      </p:blipFill>
                      <p:spPr>
                        <a:xfrm>
                          <a:off x="3370" y="5182"/>
                          <a:ext cx="479" cy="488"/>
                        </a:xfrm>
                        <a:prstGeom prst="rect">
                          <a:avLst/>
                        </a:prstGeom>
                        <a:noFill/>
                        <a:ln w="38100">
                          <a:noFill/>
                          <a:miter/>
                        </a:ln>
                      </p:spPr>
                    </p:pic>
                  </p:oleObj>
                </mc:Fallback>
              </mc:AlternateContent>
            </a:graphicData>
          </a:graphic>
        </p:graphicFrame>
        <p:graphicFrame>
          <p:nvGraphicFramePr>
            <p:cNvPr id="13" name="对象 -2147481124"/>
            <p:cNvGraphicFramePr>
              <a:graphicFrameLocks noChangeAspect="1"/>
            </p:cNvGraphicFramePr>
            <p:nvPr/>
          </p:nvGraphicFramePr>
          <p:xfrm>
            <a:off x="9676" y="5138"/>
            <a:ext cx="506" cy="515"/>
          </p:xfrm>
          <a:graphic>
            <a:graphicData uri="http://schemas.openxmlformats.org/presentationml/2006/ole">
              <mc:AlternateContent xmlns:mc="http://schemas.openxmlformats.org/markup-compatibility/2006">
                <mc:Choice xmlns:v="urn:schemas-microsoft-com:vml" Requires="v">
                  <p:oleObj spid="_x0000_s14" name="" r:id="rId5" imgW="139700" imgH="139700" progId="Equation.DSMT4">
                    <p:embed/>
                  </p:oleObj>
                </mc:Choice>
                <mc:Fallback>
                  <p:oleObj name="" r:id="rId5" imgW="139700" imgH="139700" progId="Equation.DSMT4">
                    <p:embed/>
                    <p:pic>
                      <p:nvPicPr>
                        <p:cNvPr id="0" name="图片 10"/>
                        <p:cNvPicPr/>
                        <p:nvPr/>
                      </p:nvPicPr>
                      <p:blipFill>
                        <a:blip r:embed="rId2"/>
                        <a:stretch>
                          <a:fillRect/>
                        </a:stretch>
                      </p:blipFill>
                      <p:spPr>
                        <a:xfrm>
                          <a:off x="9676" y="5138"/>
                          <a:ext cx="506" cy="515"/>
                        </a:xfrm>
                        <a:prstGeom prst="rect">
                          <a:avLst/>
                        </a:prstGeom>
                        <a:noFill/>
                        <a:ln w="38100">
                          <a:noFill/>
                          <a:miter/>
                        </a:ln>
                      </p:spPr>
                    </p:pic>
                  </p:oleObj>
                </mc:Fallback>
              </mc:AlternateContent>
            </a:graphicData>
          </a:graphic>
        </p:graphicFrame>
        <p:graphicFrame>
          <p:nvGraphicFramePr>
            <p:cNvPr id="15" name="对象 -2147481123"/>
            <p:cNvGraphicFramePr>
              <a:graphicFrameLocks noChangeAspect="1"/>
            </p:cNvGraphicFramePr>
            <p:nvPr/>
          </p:nvGraphicFramePr>
          <p:xfrm>
            <a:off x="10406" y="5160"/>
            <a:ext cx="479" cy="488"/>
          </p:xfrm>
          <a:graphic>
            <a:graphicData uri="http://schemas.openxmlformats.org/presentationml/2006/ole">
              <mc:AlternateContent xmlns:mc="http://schemas.openxmlformats.org/markup-compatibility/2006">
                <mc:Choice xmlns:v="urn:schemas-microsoft-com:vml" Requires="v">
                  <p:oleObj spid="_x0000_s16" name="" r:id="rId6" imgW="139700" imgH="139700" progId="Equation.DSMT4">
                    <p:embed/>
                  </p:oleObj>
                </mc:Choice>
                <mc:Fallback>
                  <p:oleObj name="" r:id="rId6" imgW="139700" imgH="139700" progId="Equation.DSMT4">
                    <p:embed/>
                    <p:pic>
                      <p:nvPicPr>
                        <p:cNvPr id="0" name="图片 11"/>
                        <p:cNvPicPr/>
                        <p:nvPr/>
                      </p:nvPicPr>
                      <p:blipFill>
                        <a:blip r:embed="rId4"/>
                        <a:stretch>
                          <a:fillRect/>
                        </a:stretch>
                      </p:blipFill>
                      <p:spPr>
                        <a:xfrm>
                          <a:off x="10406" y="5160"/>
                          <a:ext cx="479" cy="488"/>
                        </a:xfrm>
                        <a:prstGeom prst="rect">
                          <a:avLst/>
                        </a:prstGeom>
                        <a:noFill/>
                        <a:ln w="38100">
                          <a:noFill/>
                          <a:miter/>
                        </a:ln>
                      </p:spPr>
                    </p:pic>
                  </p:oleObj>
                </mc:Fallback>
              </mc:AlternateContent>
            </a:graphicData>
          </a:graphic>
        </p:graphicFrame>
        <p:graphicFrame>
          <p:nvGraphicFramePr>
            <p:cNvPr id="6" name="对象 -2147481117"/>
            <p:cNvGraphicFramePr>
              <a:graphicFrameLocks noChangeAspect="1"/>
            </p:cNvGraphicFramePr>
            <p:nvPr/>
          </p:nvGraphicFramePr>
          <p:xfrm>
            <a:off x="6000" y="7200"/>
            <a:ext cx="908" cy="694"/>
          </p:xfrm>
          <a:graphic>
            <a:graphicData uri="http://schemas.openxmlformats.org/presentationml/2006/ole">
              <mc:AlternateContent xmlns:mc="http://schemas.openxmlformats.org/markup-compatibility/2006">
                <mc:Choice xmlns:v="urn:schemas-microsoft-com:vml" Requires="v">
                  <p:oleObj spid="_x0000_s17" name="" r:id="rId7" imgW="254000" imgH="190500" progId="Equation.DSMT4">
                    <p:embed/>
                  </p:oleObj>
                </mc:Choice>
                <mc:Fallback>
                  <p:oleObj name="" r:id="rId7" imgW="254000" imgH="190500" progId="Equation.DSMT4">
                    <p:embed/>
                    <p:pic>
                      <p:nvPicPr>
                        <p:cNvPr id="0" name="图片 16"/>
                        <p:cNvPicPr/>
                        <p:nvPr/>
                      </p:nvPicPr>
                      <p:blipFill>
                        <a:blip r:embed="rId8"/>
                        <a:stretch>
                          <a:fillRect/>
                        </a:stretch>
                      </p:blipFill>
                      <p:spPr>
                        <a:xfrm>
                          <a:off x="6000" y="7200"/>
                          <a:ext cx="908" cy="694"/>
                        </a:xfrm>
                        <a:prstGeom prst="rect">
                          <a:avLst/>
                        </a:prstGeom>
                        <a:noFill/>
                        <a:ln w="38100">
                          <a:noFill/>
                          <a:miter/>
                        </a:ln>
                      </p:spPr>
                    </p:pic>
                  </p:oleObj>
                </mc:Fallback>
              </mc:AlternateContent>
            </a:graphicData>
          </a:graphic>
        </p:graphicFrame>
        <p:graphicFrame>
          <p:nvGraphicFramePr>
            <p:cNvPr id="7" name="对象 -2147481116"/>
            <p:cNvGraphicFramePr>
              <a:graphicFrameLocks noChangeAspect="1"/>
            </p:cNvGraphicFramePr>
            <p:nvPr/>
          </p:nvGraphicFramePr>
          <p:xfrm>
            <a:off x="7200" y="7200"/>
            <a:ext cx="897" cy="687"/>
          </p:xfrm>
          <a:graphic>
            <a:graphicData uri="http://schemas.openxmlformats.org/presentationml/2006/ole">
              <mc:AlternateContent xmlns:mc="http://schemas.openxmlformats.org/markup-compatibility/2006">
                <mc:Choice xmlns:v="urn:schemas-microsoft-com:vml" Requires="v">
                  <p:oleObj spid="_x0000_s18" name="" r:id="rId9" imgW="254000" imgH="190500" progId="Equation.DSMT4">
                    <p:embed/>
                  </p:oleObj>
                </mc:Choice>
                <mc:Fallback>
                  <p:oleObj name="" r:id="rId9" imgW="254000" imgH="190500" progId="Equation.DSMT4">
                    <p:embed/>
                    <p:pic>
                      <p:nvPicPr>
                        <p:cNvPr id="0" name="图片 17"/>
                        <p:cNvPicPr/>
                        <p:nvPr/>
                      </p:nvPicPr>
                      <p:blipFill>
                        <a:blip r:embed="rId10"/>
                        <a:stretch>
                          <a:fillRect/>
                        </a:stretch>
                      </p:blipFill>
                      <p:spPr>
                        <a:xfrm>
                          <a:off x="7200" y="7200"/>
                          <a:ext cx="897" cy="687"/>
                        </a:xfrm>
                        <a:prstGeom prst="rect">
                          <a:avLst/>
                        </a:prstGeom>
                        <a:noFill/>
                        <a:ln w="38100">
                          <a:noFill/>
                          <a:miter/>
                        </a:ln>
                      </p:spPr>
                    </p:pic>
                  </p:oleObj>
                </mc:Fallback>
              </mc:AlternateContent>
            </a:graphicData>
          </a:graphic>
        </p:graphicFrame>
        <p:graphicFrame>
          <p:nvGraphicFramePr>
            <p:cNvPr id="8" name="对象 -2147481115"/>
            <p:cNvGraphicFramePr>
              <a:graphicFrameLocks noChangeAspect="1"/>
            </p:cNvGraphicFramePr>
            <p:nvPr/>
          </p:nvGraphicFramePr>
          <p:xfrm>
            <a:off x="8640" y="7200"/>
            <a:ext cx="920" cy="703"/>
          </p:xfrm>
          <a:graphic>
            <a:graphicData uri="http://schemas.openxmlformats.org/presentationml/2006/ole">
              <mc:AlternateContent xmlns:mc="http://schemas.openxmlformats.org/markup-compatibility/2006">
                <mc:Choice xmlns:v="urn:schemas-microsoft-com:vml" Requires="v">
                  <p:oleObj spid="_x0000_s19" name="" r:id="rId11" imgW="254000" imgH="190500" progId="Equation.DSMT4">
                    <p:embed/>
                  </p:oleObj>
                </mc:Choice>
                <mc:Fallback>
                  <p:oleObj name="" r:id="rId11" imgW="254000" imgH="190500" progId="Equation.DSMT4">
                    <p:embed/>
                    <p:pic>
                      <p:nvPicPr>
                        <p:cNvPr id="0" name="图片 18"/>
                        <p:cNvPicPr/>
                        <p:nvPr/>
                      </p:nvPicPr>
                      <p:blipFill>
                        <a:blip r:embed="rId12"/>
                        <a:stretch>
                          <a:fillRect/>
                        </a:stretch>
                      </p:blipFill>
                      <p:spPr>
                        <a:xfrm>
                          <a:off x="8640" y="7200"/>
                          <a:ext cx="920" cy="703"/>
                        </a:xfrm>
                        <a:prstGeom prst="rect">
                          <a:avLst/>
                        </a:prstGeom>
                        <a:noFill/>
                        <a:ln w="38100">
                          <a:noFill/>
                          <a:miter/>
                        </a:ln>
                      </p:spPr>
                    </p:pic>
                  </p:oleObj>
                </mc:Fallback>
              </mc:AlternateContent>
            </a:graphicData>
          </a:graphic>
        </p:graphicFrame>
        <p:graphicFrame>
          <p:nvGraphicFramePr>
            <p:cNvPr id="9" name="对象 -2147481114"/>
            <p:cNvGraphicFramePr>
              <a:graphicFrameLocks noChangeAspect="1"/>
            </p:cNvGraphicFramePr>
            <p:nvPr/>
          </p:nvGraphicFramePr>
          <p:xfrm>
            <a:off x="11640" y="7200"/>
            <a:ext cx="1652" cy="721"/>
          </p:xfrm>
          <a:graphic>
            <a:graphicData uri="http://schemas.openxmlformats.org/presentationml/2006/ole">
              <mc:AlternateContent xmlns:mc="http://schemas.openxmlformats.org/markup-compatibility/2006">
                <mc:Choice xmlns:v="urn:schemas-microsoft-com:vml" Requires="v">
                  <p:oleObj spid="_x0000_s20" name="" r:id="rId13" imgW="444500" imgH="190500" progId="Equation.DSMT4">
                    <p:embed/>
                  </p:oleObj>
                </mc:Choice>
                <mc:Fallback>
                  <p:oleObj name="" r:id="rId13" imgW="444500" imgH="190500" progId="Equation.DSMT4">
                    <p:embed/>
                    <p:pic>
                      <p:nvPicPr>
                        <p:cNvPr id="0" name="图片 19"/>
                        <p:cNvPicPr/>
                        <p:nvPr/>
                      </p:nvPicPr>
                      <p:blipFill>
                        <a:blip r:embed="rId14"/>
                        <a:stretch>
                          <a:fillRect/>
                        </a:stretch>
                      </p:blipFill>
                      <p:spPr>
                        <a:xfrm>
                          <a:off x="11640" y="7200"/>
                          <a:ext cx="1652" cy="721"/>
                        </a:xfrm>
                        <a:prstGeom prst="rect">
                          <a:avLst/>
                        </a:prstGeom>
                        <a:noFill/>
                        <a:ln w="38100">
                          <a:noFill/>
                          <a:miter/>
                        </a:ln>
                      </p:spPr>
                    </p:pic>
                  </p:oleObj>
                </mc:Fallback>
              </mc:AlternateContent>
            </a:graphicData>
          </a:graphic>
        </p:graphicFrame>
        <p:graphicFrame>
          <p:nvGraphicFramePr>
            <p:cNvPr id="10" name="对象 -2147479975"/>
            <p:cNvGraphicFramePr>
              <a:graphicFrameLocks noChangeAspect="1"/>
            </p:cNvGraphicFramePr>
            <p:nvPr/>
          </p:nvGraphicFramePr>
          <p:xfrm>
            <a:off x="6776" y="5924"/>
            <a:ext cx="1206" cy="482"/>
          </p:xfrm>
          <a:graphic>
            <a:graphicData uri="http://schemas.openxmlformats.org/presentationml/2006/ole">
              <mc:AlternateContent xmlns:mc="http://schemas.openxmlformats.org/markup-compatibility/2006">
                <mc:Choice xmlns:v="urn:schemas-microsoft-com:vml" Requires="v">
                  <p:oleObj spid="_x0000_s21" name="" r:id="rId15" imgW="355600" imgH="139700" progId="Equation.DSMT4">
                    <p:embed/>
                  </p:oleObj>
                </mc:Choice>
                <mc:Fallback>
                  <p:oleObj name="" r:id="rId15" imgW="355600" imgH="139700" progId="Equation.DSMT4">
                    <p:embed/>
                    <p:pic>
                      <p:nvPicPr>
                        <p:cNvPr id="0" name="图片 20"/>
                        <p:cNvPicPr/>
                        <p:nvPr/>
                      </p:nvPicPr>
                      <p:blipFill>
                        <a:blip r:embed="rId16"/>
                        <a:stretch>
                          <a:fillRect/>
                        </a:stretch>
                      </p:blipFill>
                      <p:spPr>
                        <a:xfrm>
                          <a:off x="6776" y="5924"/>
                          <a:ext cx="1206" cy="482"/>
                        </a:xfrm>
                        <a:prstGeom prst="rect">
                          <a:avLst/>
                        </a:prstGeom>
                        <a:noFill/>
                        <a:ln w="38100">
                          <a:noFill/>
                          <a:miter/>
                        </a:ln>
                      </p:spPr>
                    </p:pic>
                  </p:oleObj>
                </mc:Fallback>
              </mc:AlternateContent>
            </a:graphicData>
          </a:graphic>
        </p:graphicFrame>
        <p:graphicFrame>
          <p:nvGraphicFramePr>
            <p:cNvPr id="22" name="对象 -2147481119"/>
            <p:cNvGraphicFramePr>
              <a:graphicFrameLocks noChangeAspect="1"/>
            </p:cNvGraphicFramePr>
            <p:nvPr/>
          </p:nvGraphicFramePr>
          <p:xfrm>
            <a:off x="8040" y="5902"/>
            <a:ext cx="1240" cy="496"/>
          </p:xfrm>
          <a:graphic>
            <a:graphicData uri="http://schemas.openxmlformats.org/presentationml/2006/ole">
              <mc:AlternateContent xmlns:mc="http://schemas.openxmlformats.org/markup-compatibility/2006">
                <mc:Choice xmlns:v="urn:schemas-microsoft-com:vml" Requires="v">
                  <p:oleObj spid="_x0000_s23" name="" r:id="rId17" imgW="355600" imgH="139700" progId="Equation.DSMT4">
                    <p:embed/>
                  </p:oleObj>
                </mc:Choice>
                <mc:Fallback>
                  <p:oleObj name="" r:id="rId17" imgW="355600" imgH="139700" progId="Equation.DSMT4">
                    <p:embed/>
                    <p:pic>
                      <p:nvPicPr>
                        <p:cNvPr id="0" name="图片 21"/>
                        <p:cNvPicPr/>
                        <p:nvPr/>
                      </p:nvPicPr>
                      <p:blipFill>
                        <a:blip r:embed="rId18"/>
                        <a:stretch>
                          <a:fillRect/>
                        </a:stretch>
                      </p:blipFill>
                      <p:spPr>
                        <a:xfrm>
                          <a:off x="8040" y="5902"/>
                          <a:ext cx="1240" cy="496"/>
                        </a:xfrm>
                        <a:prstGeom prst="rect">
                          <a:avLst/>
                        </a:prstGeom>
                        <a:noFill/>
                        <a:ln w="38100">
                          <a:noFill/>
                          <a:miter/>
                        </a:ln>
                      </p:spPr>
                    </p:pic>
                  </p:oleObj>
                </mc:Fallback>
              </mc:AlternateContent>
            </a:graphicData>
          </a:graphic>
        </p:graphicFrame>
        <p:graphicFrame>
          <p:nvGraphicFramePr>
            <p:cNvPr id="24" name="对象 -2147481118"/>
            <p:cNvGraphicFramePr>
              <a:graphicFrameLocks noChangeAspect="1"/>
            </p:cNvGraphicFramePr>
            <p:nvPr/>
          </p:nvGraphicFramePr>
          <p:xfrm>
            <a:off x="9720" y="5902"/>
            <a:ext cx="1236" cy="495"/>
          </p:xfrm>
          <a:graphic>
            <a:graphicData uri="http://schemas.openxmlformats.org/presentationml/2006/ole">
              <mc:AlternateContent xmlns:mc="http://schemas.openxmlformats.org/markup-compatibility/2006">
                <mc:Choice xmlns:v="urn:schemas-microsoft-com:vml" Requires="v">
                  <p:oleObj spid="_x0000_s25" name="" r:id="rId19" imgW="355600" imgH="139700" progId="Equation.DSMT4">
                    <p:embed/>
                  </p:oleObj>
                </mc:Choice>
                <mc:Fallback>
                  <p:oleObj name="" r:id="rId19" imgW="355600" imgH="139700" progId="Equation.DSMT4">
                    <p:embed/>
                    <p:pic>
                      <p:nvPicPr>
                        <p:cNvPr id="0" name="图片 22"/>
                        <p:cNvPicPr/>
                        <p:nvPr/>
                      </p:nvPicPr>
                      <p:blipFill>
                        <a:blip r:embed="rId20"/>
                        <a:stretch>
                          <a:fillRect/>
                        </a:stretch>
                      </p:blipFill>
                      <p:spPr>
                        <a:xfrm>
                          <a:off x="9720" y="5902"/>
                          <a:ext cx="1236" cy="495"/>
                        </a:xfrm>
                        <a:prstGeom prst="rect">
                          <a:avLst/>
                        </a:prstGeom>
                        <a:noFill/>
                        <a:ln w="38100">
                          <a:noFill/>
                          <a:miter/>
                        </a:ln>
                      </p:spPr>
                    </p:pic>
                  </p:oleObj>
                </mc:Fallback>
              </mc:AlternateContent>
            </a:graphicData>
          </a:graphic>
        </p:graphicFrame>
        <p:graphicFrame>
          <p:nvGraphicFramePr>
            <p:cNvPr id="26" name="对象 -2147479975"/>
            <p:cNvGraphicFramePr>
              <a:graphicFrameLocks noChangeAspect="1"/>
            </p:cNvGraphicFramePr>
            <p:nvPr/>
          </p:nvGraphicFramePr>
          <p:xfrm>
            <a:off x="2618" y="7964"/>
            <a:ext cx="1206" cy="482"/>
          </p:xfrm>
          <a:graphic>
            <a:graphicData uri="http://schemas.openxmlformats.org/presentationml/2006/ole">
              <mc:AlternateContent xmlns:mc="http://schemas.openxmlformats.org/markup-compatibility/2006">
                <mc:Choice xmlns:v="urn:schemas-microsoft-com:vml" Requires="v">
                  <p:oleObj spid="_x0000_s27" name="" r:id="rId21" imgW="355600" imgH="139700" progId="Equation.DSMT4">
                    <p:embed/>
                  </p:oleObj>
                </mc:Choice>
                <mc:Fallback>
                  <p:oleObj name="" r:id="rId21" imgW="355600" imgH="139700" progId="Equation.DSMT4">
                    <p:embed/>
                    <p:pic>
                      <p:nvPicPr>
                        <p:cNvPr id="0" name="图片 20"/>
                        <p:cNvPicPr/>
                        <p:nvPr/>
                      </p:nvPicPr>
                      <p:blipFill>
                        <a:blip r:embed="rId16"/>
                        <a:stretch>
                          <a:fillRect/>
                        </a:stretch>
                      </p:blipFill>
                      <p:spPr>
                        <a:xfrm>
                          <a:off x="2618" y="7964"/>
                          <a:ext cx="1206" cy="482"/>
                        </a:xfrm>
                        <a:prstGeom prst="rect">
                          <a:avLst/>
                        </a:prstGeom>
                        <a:noFill/>
                        <a:ln w="38100">
                          <a:noFill/>
                          <a:miter/>
                        </a:ln>
                      </p:spPr>
                    </p:pic>
                  </p:oleObj>
                </mc:Fallback>
              </mc:AlternateContent>
            </a:graphicData>
          </a:graphic>
        </p:graphicFrame>
        <p:graphicFrame>
          <p:nvGraphicFramePr>
            <p:cNvPr id="28" name="对象 -2147481119"/>
            <p:cNvGraphicFramePr>
              <a:graphicFrameLocks noChangeAspect="1"/>
            </p:cNvGraphicFramePr>
            <p:nvPr/>
          </p:nvGraphicFramePr>
          <p:xfrm>
            <a:off x="7298" y="7986"/>
            <a:ext cx="1240" cy="496"/>
          </p:xfrm>
          <a:graphic>
            <a:graphicData uri="http://schemas.openxmlformats.org/presentationml/2006/ole">
              <mc:AlternateContent xmlns:mc="http://schemas.openxmlformats.org/markup-compatibility/2006">
                <mc:Choice xmlns:v="urn:schemas-microsoft-com:vml" Requires="v">
                  <p:oleObj spid="_x0000_s29" name="" r:id="rId22" imgW="355600" imgH="139700" progId="Equation.DSMT4">
                    <p:embed/>
                  </p:oleObj>
                </mc:Choice>
                <mc:Fallback>
                  <p:oleObj name="" r:id="rId22" imgW="355600" imgH="139700" progId="Equation.DSMT4">
                    <p:embed/>
                    <p:pic>
                      <p:nvPicPr>
                        <p:cNvPr id="0" name="图片 21"/>
                        <p:cNvPicPr/>
                        <p:nvPr/>
                      </p:nvPicPr>
                      <p:blipFill>
                        <a:blip r:embed="rId18"/>
                        <a:stretch>
                          <a:fillRect/>
                        </a:stretch>
                      </p:blipFill>
                      <p:spPr>
                        <a:xfrm>
                          <a:off x="7298" y="7986"/>
                          <a:ext cx="1240" cy="496"/>
                        </a:xfrm>
                        <a:prstGeom prst="rect">
                          <a:avLst/>
                        </a:prstGeom>
                        <a:noFill/>
                        <a:ln w="38100">
                          <a:noFill/>
                          <a:miter/>
                        </a:ln>
                      </p:spPr>
                    </p:pic>
                  </p:oleObj>
                </mc:Fallback>
              </mc:AlternateContent>
            </a:graphicData>
          </a:graphic>
        </p:graphicFrame>
        <p:graphicFrame>
          <p:nvGraphicFramePr>
            <p:cNvPr id="30" name="对象 -2147481118"/>
            <p:cNvGraphicFramePr>
              <a:graphicFrameLocks noChangeAspect="1"/>
            </p:cNvGraphicFramePr>
            <p:nvPr/>
          </p:nvGraphicFramePr>
          <p:xfrm>
            <a:off x="960" y="8640"/>
            <a:ext cx="1236" cy="495"/>
          </p:xfrm>
          <a:graphic>
            <a:graphicData uri="http://schemas.openxmlformats.org/presentationml/2006/ole">
              <mc:AlternateContent xmlns:mc="http://schemas.openxmlformats.org/markup-compatibility/2006">
                <mc:Choice xmlns:v="urn:schemas-microsoft-com:vml" Requires="v">
                  <p:oleObj spid="_x0000_s31" name="" r:id="rId23" imgW="355600" imgH="139700" progId="Equation.DSMT4">
                    <p:embed/>
                  </p:oleObj>
                </mc:Choice>
                <mc:Fallback>
                  <p:oleObj name="" r:id="rId23" imgW="355600" imgH="139700" progId="Equation.DSMT4">
                    <p:embed/>
                    <p:pic>
                      <p:nvPicPr>
                        <p:cNvPr id="0" name="图片 22"/>
                        <p:cNvPicPr/>
                        <p:nvPr/>
                      </p:nvPicPr>
                      <p:blipFill>
                        <a:blip r:embed="rId20"/>
                        <a:stretch>
                          <a:fillRect/>
                        </a:stretch>
                      </p:blipFill>
                      <p:spPr>
                        <a:xfrm>
                          <a:off x="960" y="8640"/>
                          <a:ext cx="1236" cy="495"/>
                        </a:xfrm>
                        <a:prstGeom prst="rect">
                          <a:avLst/>
                        </a:prstGeom>
                        <a:noFill/>
                        <a:ln w="38100">
                          <a:noFill/>
                          <a:miter/>
                        </a:ln>
                      </p:spPr>
                    </p:pic>
                  </p:oleObj>
                </mc:Fallback>
              </mc:AlternateContent>
            </a:graphicData>
          </a:graphic>
        </p:graphicFrame>
        <p:graphicFrame>
          <p:nvGraphicFramePr>
            <p:cNvPr id="33" name="对象 -2147481112"/>
            <p:cNvGraphicFramePr>
              <a:graphicFrameLocks noChangeAspect="1"/>
            </p:cNvGraphicFramePr>
            <p:nvPr/>
          </p:nvGraphicFramePr>
          <p:xfrm>
            <a:off x="4092" y="7866"/>
            <a:ext cx="1570" cy="685"/>
          </p:xfrm>
          <a:graphic>
            <a:graphicData uri="http://schemas.openxmlformats.org/presentationml/2006/ole">
              <mc:AlternateContent xmlns:mc="http://schemas.openxmlformats.org/markup-compatibility/2006">
                <mc:Choice xmlns:v="urn:schemas-microsoft-com:vml" Requires="v">
                  <p:oleObj spid="_x0000_s34" name="" r:id="rId24" imgW="444500" imgH="190500" progId="Equation.DSMT4">
                    <p:embed/>
                  </p:oleObj>
                </mc:Choice>
                <mc:Fallback>
                  <p:oleObj name="" r:id="rId24" imgW="444500" imgH="190500" progId="Equation.DSMT4">
                    <p:embed/>
                    <p:pic>
                      <p:nvPicPr>
                        <p:cNvPr id="0" name="图片 29"/>
                        <p:cNvPicPr/>
                        <p:nvPr/>
                      </p:nvPicPr>
                      <p:blipFill>
                        <a:blip r:embed="rId25"/>
                        <a:stretch>
                          <a:fillRect/>
                        </a:stretch>
                      </p:blipFill>
                      <p:spPr>
                        <a:xfrm>
                          <a:off x="4092" y="7866"/>
                          <a:ext cx="1570" cy="685"/>
                        </a:xfrm>
                        <a:prstGeom prst="rect">
                          <a:avLst/>
                        </a:prstGeom>
                        <a:noFill/>
                        <a:ln w="38100">
                          <a:noFill/>
                          <a:miter/>
                        </a:ln>
                      </p:spPr>
                    </p:pic>
                  </p:oleObj>
                </mc:Fallback>
              </mc:AlternateContent>
            </a:graphicData>
          </a:graphic>
        </p:graphicFrame>
        <p:graphicFrame>
          <p:nvGraphicFramePr>
            <p:cNvPr id="35" name="对象 -2147481110"/>
            <p:cNvGraphicFramePr>
              <a:graphicFrameLocks noChangeAspect="1"/>
            </p:cNvGraphicFramePr>
            <p:nvPr/>
          </p:nvGraphicFramePr>
          <p:xfrm>
            <a:off x="10200" y="7920"/>
            <a:ext cx="1518" cy="662"/>
          </p:xfrm>
          <a:graphic>
            <a:graphicData uri="http://schemas.openxmlformats.org/presentationml/2006/ole">
              <mc:AlternateContent xmlns:mc="http://schemas.openxmlformats.org/markup-compatibility/2006">
                <mc:Choice xmlns:v="urn:schemas-microsoft-com:vml" Requires="v">
                  <p:oleObj spid="_x0000_s36" name="" r:id="rId26" imgW="444500" imgH="190500" progId="Equation.DSMT4">
                    <p:embed/>
                  </p:oleObj>
                </mc:Choice>
                <mc:Fallback>
                  <p:oleObj name="" r:id="rId26" imgW="444500" imgH="190500" progId="Equation.DSMT4">
                    <p:embed/>
                    <p:pic>
                      <p:nvPicPr>
                        <p:cNvPr id="0" name="图片 30"/>
                        <p:cNvPicPr/>
                        <p:nvPr/>
                      </p:nvPicPr>
                      <p:blipFill>
                        <a:blip r:embed="rId27"/>
                        <a:stretch>
                          <a:fillRect/>
                        </a:stretch>
                      </p:blipFill>
                      <p:spPr>
                        <a:xfrm>
                          <a:off x="10200" y="7920"/>
                          <a:ext cx="1518" cy="662"/>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500"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2"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Scale>
                                      <p:cBhvr>
                                        <p:cTn id="12" dur="1000" decel="50000" fill="hold">
                                          <p:stCondLst>
                                            <p:cond delay="0"/>
                                          </p:stCondLst>
                                        </p:cTn>
                                        <p:tgtEl>
                                          <p:spTgt spid="3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32"/>
                                        </p:tgtEl>
                                        <p:attrNameLst>
                                          <p:attrName>ppt_x</p:attrName>
                                          <p:attrName>ppt_y</p:attrName>
                                        </p:attrNameLst>
                                      </p:cBhvr>
                                    </p:animMotion>
                                    <p:animEffect transition="in" filter="fade">
                                      <p:cBhvr>
                                        <p:cTn id="14"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47" name="Rectangle 3"/>
          <p:cNvSpPr>
            <a:spLocks noGrp="1"/>
          </p:cNvSpPr>
          <p:nvPr>
            <p:ph idx="1"/>
          </p:nvPr>
        </p:nvSpPr>
        <p:spPr>
          <a:xfrm>
            <a:off x="457200" y="2534920"/>
            <a:ext cx="7992110" cy="54356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由真值表可以写出各输出逻辑表达式为</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pic>
        <p:nvPicPr>
          <p:cNvPr id="37" name="图片 36" descr="TJ@[1L(OG@H]CRVI~WXR6HN"/>
          <p:cNvPicPr>
            <a:picLocks noChangeAspect="1"/>
          </p:cNvPicPr>
          <p:nvPr/>
        </p:nvPicPr>
        <p:blipFill>
          <a:blip r:embed="rId1"/>
          <a:stretch>
            <a:fillRect/>
          </a:stretch>
        </p:blipFill>
        <p:spPr>
          <a:xfrm>
            <a:off x="838200" y="152400"/>
            <a:ext cx="7599680" cy="2315845"/>
          </a:xfrm>
          <a:prstGeom prst="rect">
            <a:avLst/>
          </a:prstGeom>
        </p:spPr>
      </p:pic>
      <p:graphicFrame>
        <p:nvGraphicFramePr>
          <p:cNvPr id="2" name="对象 -2147481103"/>
          <p:cNvGraphicFramePr>
            <a:graphicFrameLocks noChangeAspect="1"/>
          </p:cNvGraphicFramePr>
          <p:nvPr/>
        </p:nvGraphicFramePr>
        <p:xfrm>
          <a:off x="1143000" y="3048000"/>
          <a:ext cx="1315085" cy="504825"/>
        </p:xfrm>
        <a:graphic>
          <a:graphicData uri="http://schemas.openxmlformats.org/presentationml/2006/ole">
            <mc:AlternateContent xmlns:mc="http://schemas.openxmlformats.org/markup-compatibility/2006">
              <mc:Choice xmlns:v="urn:schemas-microsoft-com:vml" Requires="v">
                <p:oleObj spid="_x0000_s3076" name="" r:id="rId2" imgW="570865" imgH="215900" progId="Equation.DSMT4">
                  <p:embed/>
                </p:oleObj>
              </mc:Choice>
              <mc:Fallback>
                <p:oleObj name="" r:id="rId2" imgW="570865" imgH="215900" progId="Equation.DSMT4">
                  <p:embed/>
                  <p:pic>
                    <p:nvPicPr>
                      <p:cNvPr id="0" name="图片 3075"/>
                      <p:cNvPicPr/>
                      <p:nvPr/>
                    </p:nvPicPr>
                    <p:blipFill>
                      <a:blip r:embed="rId3"/>
                      <a:stretch>
                        <a:fillRect/>
                      </a:stretch>
                    </p:blipFill>
                    <p:spPr>
                      <a:xfrm>
                        <a:off x="1143000" y="3048000"/>
                        <a:ext cx="1315085" cy="504825"/>
                      </a:xfrm>
                      <a:prstGeom prst="rect">
                        <a:avLst/>
                      </a:prstGeom>
                      <a:noFill/>
                      <a:ln w="38100">
                        <a:noFill/>
                        <a:miter/>
                      </a:ln>
                    </p:spPr>
                  </p:pic>
                </p:oleObj>
              </mc:Fallback>
            </mc:AlternateContent>
          </a:graphicData>
        </a:graphic>
      </p:graphicFrame>
      <p:graphicFrame>
        <p:nvGraphicFramePr>
          <p:cNvPr id="3" name="对象 -2147481102"/>
          <p:cNvGraphicFramePr>
            <a:graphicFrameLocks noChangeAspect="1"/>
          </p:cNvGraphicFramePr>
          <p:nvPr/>
        </p:nvGraphicFramePr>
        <p:xfrm>
          <a:off x="3124200" y="3048000"/>
          <a:ext cx="1272540" cy="499745"/>
        </p:xfrm>
        <a:graphic>
          <a:graphicData uri="http://schemas.openxmlformats.org/presentationml/2006/ole">
            <mc:AlternateContent xmlns:mc="http://schemas.openxmlformats.org/markup-compatibility/2006">
              <mc:Choice xmlns:v="urn:schemas-microsoft-com:vml" Requires="v">
                <p:oleObj spid="_x0000_s39" name="" r:id="rId4" imgW="558165" imgH="215900" progId="Equation.DSMT4">
                  <p:embed/>
                </p:oleObj>
              </mc:Choice>
              <mc:Fallback>
                <p:oleObj name="" r:id="rId4" imgW="558165" imgH="215900" progId="Equation.DSMT4">
                  <p:embed/>
                  <p:pic>
                    <p:nvPicPr>
                      <p:cNvPr id="0" name="图片 38"/>
                      <p:cNvPicPr/>
                      <p:nvPr/>
                    </p:nvPicPr>
                    <p:blipFill>
                      <a:blip r:embed="rId5"/>
                      <a:stretch>
                        <a:fillRect/>
                      </a:stretch>
                    </p:blipFill>
                    <p:spPr>
                      <a:xfrm>
                        <a:off x="3124200" y="3048000"/>
                        <a:ext cx="1272540" cy="499745"/>
                      </a:xfrm>
                      <a:prstGeom prst="rect">
                        <a:avLst/>
                      </a:prstGeom>
                      <a:noFill/>
                      <a:ln w="38100">
                        <a:noFill/>
                        <a:miter/>
                      </a:ln>
                    </p:spPr>
                  </p:pic>
                </p:oleObj>
              </mc:Fallback>
            </mc:AlternateContent>
          </a:graphicData>
        </a:graphic>
      </p:graphicFrame>
      <p:grpSp>
        <p:nvGrpSpPr>
          <p:cNvPr id="41" name="组合 40"/>
          <p:cNvGrpSpPr/>
          <p:nvPr/>
        </p:nvGrpSpPr>
        <p:grpSpPr>
          <a:xfrm>
            <a:off x="2057400" y="4267200"/>
            <a:ext cx="4925060" cy="2594610"/>
            <a:chOff x="3240" y="6720"/>
            <a:chExt cx="7756" cy="4086"/>
          </a:xfrm>
        </p:grpSpPr>
        <p:pic>
          <p:nvPicPr>
            <p:cNvPr id="9328" name="图片 2765"/>
            <p:cNvPicPr>
              <a:picLocks noChangeAspect="1"/>
            </p:cNvPicPr>
            <p:nvPr/>
          </p:nvPicPr>
          <p:blipFill>
            <a:blip r:embed="rId6"/>
            <a:stretch>
              <a:fillRect/>
            </a:stretch>
          </p:blipFill>
          <p:spPr>
            <a:xfrm>
              <a:off x="3240" y="6720"/>
              <a:ext cx="7757" cy="3518"/>
            </a:xfrm>
            <a:prstGeom prst="rect">
              <a:avLst/>
            </a:prstGeom>
            <a:noFill/>
            <a:ln>
              <a:noFill/>
            </a:ln>
          </p:spPr>
        </p:pic>
        <p:sp>
          <p:nvSpPr>
            <p:cNvPr id="100" name="文本框 99"/>
            <p:cNvSpPr txBox="1"/>
            <p:nvPr/>
          </p:nvSpPr>
          <p:spPr>
            <a:xfrm>
              <a:off x="4800" y="10276"/>
              <a:ext cx="4631"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4-43 </a:t>
              </a:r>
              <a:r>
                <a:rPr lang="zh-CN" sz="1600">
                  <a:latin typeface="Times New Roman" panose="02020603050405020304" charset="0"/>
                  <a:ea typeface="宋体" panose="02010600030101010101" pitchFamily="2" charset="-122"/>
                </a:rPr>
                <a:t>一位数值比较器逻辑图</a:t>
              </a:r>
              <a:endParaRPr lang="zh-CN" altLang="en-US" sz="1600"/>
            </a:p>
          </p:txBody>
        </p:sp>
      </p:grpSp>
      <p:grpSp>
        <p:nvGrpSpPr>
          <p:cNvPr id="10" name="组合 9"/>
          <p:cNvGrpSpPr/>
          <p:nvPr/>
        </p:nvGrpSpPr>
        <p:grpSpPr>
          <a:xfrm>
            <a:off x="1143000" y="3581400"/>
            <a:ext cx="5593080" cy="581660"/>
            <a:chOff x="1800" y="5640"/>
            <a:chExt cx="8808" cy="916"/>
          </a:xfrm>
        </p:grpSpPr>
        <p:graphicFrame>
          <p:nvGraphicFramePr>
            <p:cNvPr id="4" name="对象 -2147481101"/>
            <p:cNvGraphicFramePr>
              <a:graphicFrameLocks noChangeAspect="1"/>
            </p:cNvGraphicFramePr>
            <p:nvPr/>
          </p:nvGraphicFramePr>
          <p:xfrm>
            <a:off x="1800" y="5640"/>
            <a:ext cx="8808" cy="917"/>
          </p:xfrm>
          <a:graphic>
            <a:graphicData uri="http://schemas.openxmlformats.org/presentationml/2006/ole">
              <mc:AlternateContent xmlns:mc="http://schemas.openxmlformats.org/markup-compatibility/2006">
                <mc:Choice xmlns:v="urn:schemas-microsoft-com:vml" Requires="v">
                  <p:oleObj spid="_x0000_s40" name="" r:id="rId7" imgW="2562860" imgH="254000" progId="Equation.DSMT4">
                    <p:embed/>
                  </p:oleObj>
                </mc:Choice>
                <mc:Fallback>
                  <p:oleObj name="" r:id="rId7" imgW="2562860" imgH="254000" progId="Equation.DSMT4">
                    <p:embed/>
                    <p:pic>
                      <p:nvPicPr>
                        <p:cNvPr id="0" name="图片 39"/>
                        <p:cNvPicPr/>
                        <p:nvPr/>
                      </p:nvPicPr>
                      <p:blipFill>
                        <a:blip r:embed="rId8"/>
                        <a:stretch>
                          <a:fillRect/>
                        </a:stretch>
                      </p:blipFill>
                      <p:spPr>
                        <a:xfrm>
                          <a:off x="1800" y="5640"/>
                          <a:ext cx="8808" cy="917"/>
                        </a:xfrm>
                        <a:prstGeom prst="rect">
                          <a:avLst/>
                        </a:prstGeom>
                        <a:noFill/>
                        <a:ln w="38100">
                          <a:noFill/>
                          <a:miter/>
                        </a:ln>
                      </p:spPr>
                    </p:pic>
                  </p:oleObj>
                </mc:Fallback>
              </mc:AlternateContent>
            </a:graphicData>
          </a:graphic>
        </p:graphicFrame>
        <p:pic>
          <p:nvPicPr>
            <p:cNvPr id="9" name="图片 8" descr="O{D`LH98A}6_F~8W(K$]_RW"/>
            <p:cNvPicPr>
              <a:picLocks noChangeAspect="1"/>
            </p:cNvPicPr>
            <p:nvPr/>
          </p:nvPicPr>
          <p:blipFill>
            <a:blip r:embed="rId9"/>
            <a:stretch>
              <a:fillRect/>
            </a:stretch>
          </p:blipFill>
          <p:spPr>
            <a:xfrm>
              <a:off x="5444" y="6044"/>
              <a:ext cx="381" cy="333"/>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500" fill="hold">
                                          <p:stCondLst>
                                            <p:cond delay="0"/>
                                          </p:stCondLst>
                                        </p:cTn>
                                        <p:tgtEl>
                                          <p:spTgt spid="6147">
                                            <p:txEl>
                                              <p:pRg st="0" end="0"/>
                                            </p:txEl>
                                          </p:spTgt>
                                        </p:tgtEl>
                                        <p:attrNameLst>
                                          <p:attrName>style.visibility</p:attrName>
                                        </p:attrNameLst>
                                      </p:cBhvr>
                                      <p:to>
                                        <p:strVal val="visible"/>
                                      </p:to>
                                    </p:set>
                                    <p:animEffect transition="in" filter="wheel(1)">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1+#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barn(inVertical)">
                                      <p:cBhvr>
                                        <p:cTn id="2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3" name="Rectangle 3"/>
          <p:cNvSpPr>
            <a:spLocks noGrp="1"/>
          </p:cNvSpPr>
          <p:nvPr/>
        </p:nvSpPr>
        <p:spPr>
          <a:xfrm>
            <a:off x="1219200" y="1143000"/>
            <a:ext cx="2854960" cy="5378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a:t>
            </a:r>
            <a:r>
              <a:rPr lang="zh-CN" altLang="en-US" sz="2400" b="1" kern="1200" dirty="0">
                <a:solidFill>
                  <a:srgbClr val="FE09D6"/>
                </a:solidFill>
                <a:latin typeface="Times New Roman" panose="02020603050405020304" charset="0"/>
                <a:ea typeface="楷体_GB2312" pitchFamily="49" charset="-122"/>
                <a:cs typeface="Times New Roman" panose="02020603050405020304" charset="0"/>
              </a:rPr>
              <a:t>多</a:t>
            </a:r>
            <a:r>
              <a:rPr sz="2400" b="1" kern="1200" dirty="0">
                <a:solidFill>
                  <a:srgbClr val="FE09D6"/>
                </a:solidFill>
                <a:latin typeface="Times New Roman" panose="02020603050405020304" charset="0"/>
                <a:ea typeface="楷体_GB2312" pitchFamily="49" charset="-122"/>
                <a:cs typeface="Times New Roman" panose="02020603050405020304" charset="0"/>
              </a:rPr>
              <a:t>位数值比较器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68" name="组合 67"/>
          <p:cNvGrpSpPr/>
          <p:nvPr/>
        </p:nvGrpSpPr>
        <p:grpSpPr>
          <a:xfrm>
            <a:off x="632460" y="1651000"/>
            <a:ext cx="7992110" cy="2879090"/>
            <a:chOff x="996" y="2600"/>
            <a:chExt cx="12586" cy="4534"/>
          </a:xfrm>
        </p:grpSpPr>
        <p:sp>
          <p:nvSpPr>
            <p:cNvPr id="2" name="Rectangle 3"/>
            <p:cNvSpPr>
              <a:spLocks noGrp="1"/>
            </p:cNvSpPr>
            <p:nvPr/>
          </p:nvSpPr>
          <p:spPr>
            <a:xfrm>
              <a:off x="996" y="2600"/>
              <a:ext cx="12586" cy="453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设四位数值比较器输入的两个二进制数</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分别用</a:t>
              </a:r>
              <a:endParaRPr sz="2400" b="1" kern="1200" dirty="0">
                <a:solidFill>
                  <a:srgbClr val="000066"/>
                </a:solidFill>
                <a:latin typeface="Arial" panose="020B0604020202020204" pitchFamily="34" charset="0"/>
                <a:ea typeface="楷体_GB2312" pitchFamily="49" charset="-122"/>
              </a:endParaRPr>
            </a:p>
            <a:p>
              <a:pPr marL="0" indent="0" algn="di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 </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表示，输出用</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表示</a:t>
              </a:r>
              <a:r>
                <a:rPr lang="zh-CN" sz="2400" b="1" kern="1200" dirty="0">
                  <a:solidFill>
                    <a:srgbClr val="000066"/>
                  </a:solidFill>
                  <a:latin typeface="Arial" panose="020B0604020202020204" pitchFamily="34" charset="0"/>
                  <a:ea typeface="楷体_GB2312" pitchFamily="49" charset="-122"/>
                </a:rPr>
                <a:t>；</a:t>
              </a:r>
              <a:r>
                <a:rPr sz="2400" b="1" kern="1200" dirty="0">
                  <a:solidFill>
                    <a:srgbClr val="000066"/>
                  </a:solidFill>
                  <a:latin typeface="Arial" panose="020B0604020202020204" pitchFamily="34" charset="0"/>
                  <a:ea typeface="楷体_GB2312" pitchFamily="49" charset="-122"/>
                </a:rPr>
                <a:t>若</a:t>
              </a:r>
              <a:endParaRPr sz="2400" b="1" kern="1200" dirty="0">
                <a:solidFill>
                  <a:srgbClr val="000066"/>
                </a:solidFill>
                <a:latin typeface="Arial" panose="020B0604020202020204" pitchFamily="34" charset="0"/>
                <a:ea typeface="楷体_GB2312" pitchFamily="49" charset="-122"/>
              </a:endParaRPr>
            </a:p>
            <a:p>
              <a:pPr marL="0" indent="0" algn="di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 </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，则</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r>
                <a:rPr sz="2400" b="1" kern="1200" dirty="0">
                  <a:solidFill>
                    <a:srgbClr val="000066"/>
                  </a:solidFill>
                  <a:latin typeface="Arial" panose="020B0604020202020204" pitchFamily="34" charset="0"/>
                  <a:ea typeface="楷体_GB2312" pitchFamily="49" charset="-122"/>
                </a:rPr>
                <a:t>若</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，则</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r>
                <a:rPr sz="2400" b="1" kern="1200" dirty="0">
                  <a:solidFill>
                    <a:srgbClr val="000066"/>
                  </a:solidFill>
                  <a:latin typeface="Arial" panose="020B0604020202020204" pitchFamily="34" charset="0"/>
                  <a:ea typeface="楷体_GB2312" pitchFamily="49" charset="-122"/>
                </a:rPr>
                <a:t>若</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，且</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，则</a:t>
              </a:r>
              <a:r>
                <a:rPr lang="en-US"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r>
                <a:rPr sz="2400" b="1" kern="1200" dirty="0">
                  <a:solidFill>
                    <a:srgbClr val="000066"/>
                  </a:solidFill>
                  <a:latin typeface="Arial" panose="020B0604020202020204" pitchFamily="34" charset="0"/>
                  <a:ea typeface="楷体_GB2312" pitchFamily="49" charset="-122"/>
                </a:rPr>
                <a:t>若</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，且</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，则</a:t>
              </a:r>
              <a:endParaRPr sz="2400" b="1" kern="1200" dirty="0">
                <a:solidFill>
                  <a:srgbClr val="000066"/>
                </a:solidFill>
                <a:latin typeface="Arial" panose="020B0604020202020204" pitchFamily="34" charset="0"/>
                <a:ea typeface="楷体_GB2312" pitchFamily="49" charset="-122"/>
              </a:endParaRPr>
            </a:p>
            <a:p>
              <a:pPr marL="0" indent="0" algn="di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 </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。以此类推，若</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，则</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 </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。可知，四位数值比较器的输出为</a:t>
              </a:r>
              <a:endParaRPr sz="2400" b="1" kern="1200" dirty="0">
                <a:solidFill>
                  <a:srgbClr val="000066"/>
                </a:solidFill>
                <a:latin typeface="Arial" panose="020B0604020202020204" pitchFamily="34" charset="0"/>
                <a:ea typeface="楷体_GB2312" pitchFamily="49" charset="-122"/>
              </a:endParaRPr>
            </a:p>
          </p:txBody>
        </p:sp>
        <p:graphicFrame>
          <p:nvGraphicFramePr>
            <p:cNvPr id="4" name="对象 -2147481100"/>
            <p:cNvGraphicFramePr>
              <a:graphicFrameLocks noChangeAspect="1"/>
            </p:cNvGraphicFramePr>
            <p:nvPr/>
          </p:nvGraphicFramePr>
          <p:xfrm>
            <a:off x="10320" y="2738"/>
            <a:ext cx="543" cy="553"/>
          </p:xfrm>
          <a:graphic>
            <a:graphicData uri="http://schemas.openxmlformats.org/presentationml/2006/ole">
              <mc:AlternateContent xmlns:mc="http://schemas.openxmlformats.org/markup-compatibility/2006">
                <mc:Choice xmlns:v="urn:schemas-microsoft-com:vml" Requires="v">
                  <p:oleObj spid="_x0000_s3076" name="" r:id="rId1" imgW="139700" imgH="139700" progId="Equation.DSMT4">
                    <p:embed/>
                  </p:oleObj>
                </mc:Choice>
                <mc:Fallback>
                  <p:oleObj name="" r:id="rId1" imgW="139700" imgH="139700" progId="Equation.DSMT4">
                    <p:embed/>
                    <p:pic>
                      <p:nvPicPr>
                        <p:cNvPr id="0" name="图片 3075"/>
                        <p:cNvPicPr/>
                        <p:nvPr/>
                      </p:nvPicPr>
                      <p:blipFill>
                        <a:blip r:embed="rId2"/>
                        <a:stretch>
                          <a:fillRect/>
                        </a:stretch>
                      </p:blipFill>
                      <p:spPr>
                        <a:xfrm>
                          <a:off x="10320" y="2738"/>
                          <a:ext cx="543" cy="553"/>
                        </a:xfrm>
                        <a:prstGeom prst="rect">
                          <a:avLst/>
                        </a:prstGeom>
                        <a:noFill/>
                        <a:ln w="38100">
                          <a:noFill/>
                          <a:miter/>
                        </a:ln>
                      </p:spPr>
                    </p:pic>
                  </p:oleObj>
                </mc:Fallback>
              </mc:AlternateContent>
            </a:graphicData>
          </a:graphic>
        </p:graphicFrame>
        <p:graphicFrame>
          <p:nvGraphicFramePr>
            <p:cNvPr id="5" name="对象 -2147481099"/>
            <p:cNvGraphicFramePr>
              <a:graphicFrameLocks noChangeAspect="1"/>
            </p:cNvGraphicFramePr>
            <p:nvPr/>
          </p:nvGraphicFramePr>
          <p:xfrm>
            <a:off x="11280" y="2760"/>
            <a:ext cx="506" cy="516"/>
          </p:xfrm>
          <a:graphic>
            <a:graphicData uri="http://schemas.openxmlformats.org/presentationml/2006/ole">
              <mc:AlternateContent xmlns:mc="http://schemas.openxmlformats.org/markup-compatibility/2006">
                <mc:Choice xmlns:v="urn:schemas-microsoft-com:vml" Requires="v">
                  <p:oleObj spid="_x0000_s39" name="" r:id="rId3" imgW="139700" imgH="139700" progId="Equation.DSMT4">
                    <p:embed/>
                  </p:oleObj>
                </mc:Choice>
                <mc:Fallback>
                  <p:oleObj name="" r:id="rId3" imgW="139700" imgH="139700" progId="Equation.DSMT4">
                    <p:embed/>
                    <p:pic>
                      <p:nvPicPr>
                        <p:cNvPr id="0" name="图片 38"/>
                        <p:cNvPicPr/>
                        <p:nvPr/>
                      </p:nvPicPr>
                      <p:blipFill>
                        <a:blip r:embed="rId4"/>
                        <a:stretch>
                          <a:fillRect/>
                        </a:stretch>
                      </p:blipFill>
                      <p:spPr>
                        <a:xfrm>
                          <a:off x="11280" y="2760"/>
                          <a:ext cx="506" cy="516"/>
                        </a:xfrm>
                        <a:prstGeom prst="rect">
                          <a:avLst/>
                        </a:prstGeom>
                        <a:noFill/>
                        <a:ln w="38100">
                          <a:noFill/>
                          <a:miter/>
                        </a:ln>
                      </p:spPr>
                    </p:pic>
                  </p:oleObj>
                </mc:Fallback>
              </mc:AlternateContent>
            </a:graphicData>
          </a:graphic>
        </p:graphicFrame>
        <p:graphicFrame>
          <p:nvGraphicFramePr>
            <p:cNvPr id="6" name="对象 -2147481098"/>
            <p:cNvGraphicFramePr>
              <a:graphicFrameLocks noChangeAspect="1"/>
            </p:cNvGraphicFramePr>
            <p:nvPr/>
          </p:nvGraphicFramePr>
          <p:xfrm>
            <a:off x="1080" y="3360"/>
            <a:ext cx="1838" cy="702"/>
          </p:xfrm>
          <a:graphic>
            <a:graphicData uri="http://schemas.openxmlformats.org/presentationml/2006/ole">
              <mc:AlternateContent xmlns:mc="http://schemas.openxmlformats.org/markup-compatibility/2006">
                <mc:Choice xmlns:v="urn:schemas-microsoft-com:vml" Requires="v">
                  <p:oleObj spid="_x0000_s40" name="" r:id="rId5" imgW="508000" imgH="190500" progId="Equation.DSMT4">
                    <p:embed/>
                  </p:oleObj>
                </mc:Choice>
                <mc:Fallback>
                  <p:oleObj name="" r:id="rId5" imgW="508000" imgH="190500" progId="Equation.DSMT4">
                    <p:embed/>
                    <p:pic>
                      <p:nvPicPr>
                        <p:cNvPr id="0" name="图片 39"/>
                        <p:cNvPicPr/>
                        <p:nvPr/>
                      </p:nvPicPr>
                      <p:blipFill>
                        <a:blip r:embed="rId6"/>
                        <a:stretch>
                          <a:fillRect/>
                        </a:stretch>
                      </p:blipFill>
                      <p:spPr>
                        <a:xfrm>
                          <a:off x="1080" y="3360"/>
                          <a:ext cx="1838" cy="702"/>
                        </a:xfrm>
                        <a:prstGeom prst="rect">
                          <a:avLst/>
                        </a:prstGeom>
                        <a:noFill/>
                        <a:ln w="38100">
                          <a:noFill/>
                          <a:miter/>
                        </a:ln>
                      </p:spPr>
                    </p:pic>
                  </p:oleObj>
                </mc:Fallback>
              </mc:AlternateContent>
            </a:graphicData>
          </a:graphic>
        </p:graphicFrame>
        <p:graphicFrame>
          <p:nvGraphicFramePr>
            <p:cNvPr id="7" name="对象 -2147481097"/>
            <p:cNvGraphicFramePr>
              <a:graphicFrameLocks noChangeAspect="1"/>
            </p:cNvGraphicFramePr>
            <p:nvPr/>
          </p:nvGraphicFramePr>
          <p:xfrm>
            <a:off x="3480" y="3404"/>
            <a:ext cx="1695" cy="630"/>
          </p:xfrm>
          <a:graphic>
            <a:graphicData uri="http://schemas.openxmlformats.org/presentationml/2006/ole">
              <mc:AlternateContent xmlns:mc="http://schemas.openxmlformats.org/markup-compatibility/2006">
                <mc:Choice xmlns:v="urn:schemas-microsoft-com:vml" Requires="v">
                  <p:oleObj spid="_x0000_s41" name="" r:id="rId7" imgW="520700" imgH="190500" progId="Equation.DSMT4">
                    <p:embed/>
                  </p:oleObj>
                </mc:Choice>
                <mc:Fallback>
                  <p:oleObj name="" r:id="rId7" imgW="520700" imgH="190500" progId="Equation.DSMT4">
                    <p:embed/>
                    <p:pic>
                      <p:nvPicPr>
                        <p:cNvPr id="0" name="图片 40"/>
                        <p:cNvPicPr/>
                        <p:nvPr/>
                      </p:nvPicPr>
                      <p:blipFill>
                        <a:blip r:embed="rId8"/>
                        <a:stretch>
                          <a:fillRect/>
                        </a:stretch>
                      </p:blipFill>
                      <p:spPr>
                        <a:xfrm>
                          <a:off x="3480" y="3404"/>
                          <a:ext cx="1695" cy="630"/>
                        </a:xfrm>
                        <a:prstGeom prst="rect">
                          <a:avLst/>
                        </a:prstGeom>
                        <a:noFill/>
                        <a:ln w="38100">
                          <a:noFill/>
                          <a:miter/>
                        </a:ln>
                      </p:spPr>
                    </p:pic>
                  </p:oleObj>
                </mc:Fallback>
              </mc:AlternateContent>
            </a:graphicData>
          </a:graphic>
        </p:graphicFrame>
        <p:graphicFrame>
          <p:nvGraphicFramePr>
            <p:cNvPr id="8" name="对象 -2147481096"/>
            <p:cNvGraphicFramePr>
              <a:graphicFrameLocks noChangeAspect="1"/>
            </p:cNvGraphicFramePr>
            <p:nvPr/>
          </p:nvGraphicFramePr>
          <p:xfrm>
            <a:off x="8216" y="3382"/>
            <a:ext cx="849" cy="649"/>
          </p:xfrm>
          <a:graphic>
            <a:graphicData uri="http://schemas.openxmlformats.org/presentationml/2006/ole">
              <mc:AlternateContent xmlns:mc="http://schemas.openxmlformats.org/markup-compatibility/2006">
                <mc:Choice xmlns:v="urn:schemas-microsoft-com:vml" Requires="v">
                  <p:oleObj spid="_x0000_s42" name="" r:id="rId9" imgW="254000" imgH="190500" progId="Equation.DSMT4">
                    <p:embed/>
                  </p:oleObj>
                </mc:Choice>
                <mc:Fallback>
                  <p:oleObj name="" r:id="rId9" imgW="254000" imgH="190500" progId="Equation.DSMT4">
                    <p:embed/>
                    <p:pic>
                      <p:nvPicPr>
                        <p:cNvPr id="0" name="图片 41"/>
                        <p:cNvPicPr/>
                        <p:nvPr/>
                      </p:nvPicPr>
                      <p:blipFill>
                        <a:blip r:embed="rId10"/>
                        <a:stretch>
                          <a:fillRect/>
                        </a:stretch>
                      </p:blipFill>
                      <p:spPr>
                        <a:xfrm>
                          <a:off x="8216" y="3382"/>
                          <a:ext cx="849" cy="649"/>
                        </a:xfrm>
                        <a:prstGeom prst="rect">
                          <a:avLst/>
                        </a:prstGeom>
                        <a:noFill/>
                        <a:ln w="38100">
                          <a:noFill/>
                          <a:miter/>
                        </a:ln>
                      </p:spPr>
                    </p:pic>
                  </p:oleObj>
                </mc:Fallback>
              </mc:AlternateContent>
            </a:graphicData>
          </a:graphic>
        </p:graphicFrame>
        <p:graphicFrame>
          <p:nvGraphicFramePr>
            <p:cNvPr id="9" name="对象 -2147481095"/>
            <p:cNvGraphicFramePr>
              <a:graphicFrameLocks noChangeAspect="1"/>
            </p:cNvGraphicFramePr>
            <p:nvPr/>
          </p:nvGraphicFramePr>
          <p:xfrm>
            <a:off x="9284" y="3426"/>
            <a:ext cx="780" cy="596"/>
          </p:xfrm>
          <a:graphic>
            <a:graphicData uri="http://schemas.openxmlformats.org/presentationml/2006/ole">
              <mc:AlternateContent xmlns:mc="http://schemas.openxmlformats.org/markup-compatibility/2006">
                <mc:Choice xmlns:v="urn:schemas-microsoft-com:vml" Requires="v">
                  <p:oleObj spid="_x0000_s43" name="" r:id="rId11" imgW="254000" imgH="190500" progId="Equation.DSMT4">
                    <p:embed/>
                  </p:oleObj>
                </mc:Choice>
                <mc:Fallback>
                  <p:oleObj name="" r:id="rId11" imgW="254000" imgH="190500" progId="Equation.DSMT4">
                    <p:embed/>
                    <p:pic>
                      <p:nvPicPr>
                        <p:cNvPr id="0" name="图片 42"/>
                        <p:cNvPicPr/>
                        <p:nvPr/>
                      </p:nvPicPr>
                      <p:blipFill>
                        <a:blip r:embed="rId12"/>
                        <a:stretch>
                          <a:fillRect/>
                        </a:stretch>
                      </p:blipFill>
                      <p:spPr>
                        <a:xfrm>
                          <a:off x="9284" y="3426"/>
                          <a:ext cx="780" cy="596"/>
                        </a:xfrm>
                        <a:prstGeom prst="rect">
                          <a:avLst/>
                        </a:prstGeom>
                        <a:noFill/>
                        <a:ln w="38100">
                          <a:noFill/>
                          <a:miter/>
                        </a:ln>
                      </p:spPr>
                    </p:pic>
                  </p:oleObj>
                </mc:Fallback>
              </mc:AlternateContent>
            </a:graphicData>
          </a:graphic>
        </p:graphicFrame>
        <p:graphicFrame>
          <p:nvGraphicFramePr>
            <p:cNvPr id="10" name="对象 -2147481094"/>
            <p:cNvGraphicFramePr>
              <a:graphicFrameLocks noChangeAspect="1"/>
            </p:cNvGraphicFramePr>
            <p:nvPr/>
          </p:nvGraphicFramePr>
          <p:xfrm>
            <a:off x="10650" y="3426"/>
            <a:ext cx="850" cy="650"/>
          </p:xfrm>
          <a:graphic>
            <a:graphicData uri="http://schemas.openxmlformats.org/presentationml/2006/ole">
              <mc:AlternateContent xmlns:mc="http://schemas.openxmlformats.org/markup-compatibility/2006">
                <mc:Choice xmlns:v="urn:schemas-microsoft-com:vml" Requires="v">
                  <p:oleObj spid="_x0000_s44" name="" r:id="rId13" imgW="254000" imgH="190500" progId="Equation.DSMT4">
                    <p:embed/>
                  </p:oleObj>
                </mc:Choice>
                <mc:Fallback>
                  <p:oleObj name="" r:id="rId13" imgW="254000" imgH="190500" progId="Equation.DSMT4">
                    <p:embed/>
                    <p:pic>
                      <p:nvPicPr>
                        <p:cNvPr id="0" name="图片 43"/>
                        <p:cNvPicPr/>
                        <p:nvPr/>
                      </p:nvPicPr>
                      <p:blipFill>
                        <a:blip r:embed="rId14"/>
                        <a:stretch>
                          <a:fillRect/>
                        </a:stretch>
                      </p:blipFill>
                      <p:spPr>
                        <a:xfrm>
                          <a:off x="10650" y="3426"/>
                          <a:ext cx="850" cy="650"/>
                        </a:xfrm>
                        <a:prstGeom prst="rect">
                          <a:avLst/>
                        </a:prstGeom>
                        <a:noFill/>
                        <a:ln w="38100">
                          <a:noFill/>
                          <a:miter/>
                        </a:ln>
                      </p:spPr>
                    </p:pic>
                  </p:oleObj>
                </mc:Fallback>
              </mc:AlternateContent>
            </a:graphicData>
          </a:graphic>
        </p:graphicFrame>
        <p:graphicFrame>
          <p:nvGraphicFramePr>
            <p:cNvPr id="11" name="对象 -2147481093"/>
            <p:cNvGraphicFramePr>
              <a:graphicFrameLocks noChangeAspect="1"/>
            </p:cNvGraphicFramePr>
            <p:nvPr/>
          </p:nvGraphicFramePr>
          <p:xfrm>
            <a:off x="1080" y="4200"/>
            <a:ext cx="1399" cy="648"/>
          </p:xfrm>
          <a:graphic>
            <a:graphicData uri="http://schemas.openxmlformats.org/presentationml/2006/ole">
              <mc:AlternateContent xmlns:mc="http://schemas.openxmlformats.org/markup-compatibility/2006">
                <mc:Choice xmlns:v="urn:schemas-microsoft-com:vml" Requires="v">
                  <p:oleObj spid="_x0000_s45" name="" r:id="rId15" imgW="419100" imgH="190500" progId="Equation.DSMT4">
                    <p:embed/>
                  </p:oleObj>
                </mc:Choice>
                <mc:Fallback>
                  <p:oleObj name="" r:id="rId15" imgW="419100" imgH="190500" progId="Equation.DSMT4">
                    <p:embed/>
                    <p:pic>
                      <p:nvPicPr>
                        <p:cNvPr id="0" name="图片 44"/>
                        <p:cNvPicPr/>
                        <p:nvPr/>
                      </p:nvPicPr>
                      <p:blipFill>
                        <a:blip r:embed="rId16"/>
                        <a:stretch>
                          <a:fillRect/>
                        </a:stretch>
                      </p:blipFill>
                      <p:spPr>
                        <a:xfrm>
                          <a:off x="1080" y="4200"/>
                          <a:ext cx="1399" cy="648"/>
                        </a:xfrm>
                        <a:prstGeom prst="rect">
                          <a:avLst/>
                        </a:prstGeom>
                        <a:noFill/>
                        <a:ln w="38100">
                          <a:noFill/>
                          <a:miter/>
                        </a:ln>
                      </p:spPr>
                    </p:pic>
                  </p:oleObj>
                </mc:Fallback>
              </mc:AlternateContent>
            </a:graphicData>
          </a:graphic>
        </p:graphicFrame>
        <p:graphicFrame>
          <p:nvGraphicFramePr>
            <p:cNvPr id="12" name="对象 -2147481092"/>
            <p:cNvGraphicFramePr>
              <a:graphicFrameLocks noChangeAspect="1"/>
            </p:cNvGraphicFramePr>
            <p:nvPr/>
          </p:nvGraphicFramePr>
          <p:xfrm>
            <a:off x="3480" y="4200"/>
            <a:ext cx="1198" cy="480"/>
          </p:xfrm>
          <a:graphic>
            <a:graphicData uri="http://schemas.openxmlformats.org/presentationml/2006/ole">
              <mc:AlternateContent xmlns:mc="http://schemas.openxmlformats.org/markup-compatibility/2006">
                <mc:Choice xmlns:v="urn:schemas-microsoft-com:vml" Requires="v">
                  <p:oleObj spid="_x0000_s46" name="" r:id="rId17" imgW="355600" imgH="139700" progId="Equation.DSMT4">
                    <p:embed/>
                  </p:oleObj>
                </mc:Choice>
                <mc:Fallback>
                  <p:oleObj name="" r:id="rId17" imgW="355600" imgH="139700" progId="Equation.DSMT4">
                    <p:embed/>
                    <p:pic>
                      <p:nvPicPr>
                        <p:cNvPr id="0" name="图片 45"/>
                        <p:cNvPicPr/>
                        <p:nvPr/>
                      </p:nvPicPr>
                      <p:blipFill>
                        <a:blip r:embed="rId18"/>
                        <a:stretch>
                          <a:fillRect/>
                        </a:stretch>
                      </p:blipFill>
                      <p:spPr>
                        <a:xfrm>
                          <a:off x="3480" y="4200"/>
                          <a:ext cx="1198" cy="480"/>
                        </a:xfrm>
                        <a:prstGeom prst="rect">
                          <a:avLst/>
                        </a:prstGeom>
                        <a:noFill/>
                        <a:ln w="38100">
                          <a:noFill/>
                          <a:miter/>
                        </a:ln>
                      </p:spPr>
                    </p:pic>
                  </p:oleObj>
                </mc:Fallback>
              </mc:AlternateContent>
            </a:graphicData>
          </a:graphic>
        </p:graphicFrame>
        <p:graphicFrame>
          <p:nvGraphicFramePr>
            <p:cNvPr id="13" name="对象 -2147481091"/>
            <p:cNvGraphicFramePr>
              <a:graphicFrameLocks noChangeAspect="1"/>
            </p:cNvGraphicFramePr>
            <p:nvPr/>
          </p:nvGraphicFramePr>
          <p:xfrm>
            <a:off x="4930" y="4102"/>
            <a:ext cx="1443" cy="629"/>
          </p:xfrm>
          <a:graphic>
            <a:graphicData uri="http://schemas.openxmlformats.org/presentationml/2006/ole">
              <mc:AlternateContent xmlns:mc="http://schemas.openxmlformats.org/markup-compatibility/2006">
                <mc:Choice xmlns:v="urn:schemas-microsoft-com:vml" Requires="v">
                  <p:oleObj spid="_x0000_s47" name="" r:id="rId19" imgW="444500" imgH="190500" progId="Equation.DSMT4">
                    <p:embed/>
                  </p:oleObj>
                </mc:Choice>
                <mc:Fallback>
                  <p:oleObj name="" r:id="rId19" imgW="444500" imgH="190500" progId="Equation.DSMT4">
                    <p:embed/>
                    <p:pic>
                      <p:nvPicPr>
                        <p:cNvPr id="0" name="图片 46"/>
                        <p:cNvPicPr/>
                        <p:nvPr/>
                      </p:nvPicPr>
                      <p:blipFill>
                        <a:blip r:embed="rId20"/>
                        <a:stretch>
                          <a:fillRect/>
                        </a:stretch>
                      </p:blipFill>
                      <p:spPr>
                        <a:xfrm>
                          <a:off x="4930" y="4102"/>
                          <a:ext cx="1443" cy="629"/>
                        </a:xfrm>
                        <a:prstGeom prst="rect">
                          <a:avLst/>
                        </a:prstGeom>
                        <a:noFill/>
                        <a:ln w="38100">
                          <a:noFill/>
                          <a:miter/>
                        </a:ln>
                      </p:spPr>
                    </p:pic>
                  </p:oleObj>
                </mc:Fallback>
              </mc:AlternateContent>
            </a:graphicData>
          </a:graphic>
        </p:graphicFrame>
        <p:graphicFrame>
          <p:nvGraphicFramePr>
            <p:cNvPr id="14" name="对象 -2147481090"/>
            <p:cNvGraphicFramePr>
              <a:graphicFrameLocks noChangeAspect="1"/>
            </p:cNvGraphicFramePr>
            <p:nvPr/>
          </p:nvGraphicFramePr>
          <p:xfrm>
            <a:off x="7398" y="4124"/>
            <a:ext cx="1357" cy="628"/>
          </p:xfrm>
          <a:graphic>
            <a:graphicData uri="http://schemas.openxmlformats.org/presentationml/2006/ole">
              <mc:AlternateContent xmlns:mc="http://schemas.openxmlformats.org/markup-compatibility/2006">
                <mc:Choice xmlns:v="urn:schemas-microsoft-com:vml" Requires="v">
                  <p:oleObj spid="_x0000_s48" name="" r:id="rId21" imgW="419100" imgH="190500" progId="Equation.DSMT4">
                    <p:embed/>
                  </p:oleObj>
                </mc:Choice>
                <mc:Fallback>
                  <p:oleObj name="" r:id="rId21" imgW="419100" imgH="190500" progId="Equation.DSMT4">
                    <p:embed/>
                    <p:pic>
                      <p:nvPicPr>
                        <p:cNvPr id="0" name="图片 47"/>
                        <p:cNvPicPr/>
                        <p:nvPr/>
                      </p:nvPicPr>
                      <p:blipFill>
                        <a:blip r:embed="rId22"/>
                        <a:stretch>
                          <a:fillRect/>
                        </a:stretch>
                      </p:blipFill>
                      <p:spPr>
                        <a:xfrm>
                          <a:off x="7398" y="4124"/>
                          <a:ext cx="1357" cy="628"/>
                        </a:xfrm>
                        <a:prstGeom prst="rect">
                          <a:avLst/>
                        </a:prstGeom>
                        <a:noFill/>
                        <a:ln w="38100">
                          <a:noFill/>
                          <a:miter/>
                        </a:ln>
                      </p:spPr>
                    </p:pic>
                  </p:oleObj>
                </mc:Fallback>
              </mc:AlternateContent>
            </a:graphicData>
          </a:graphic>
        </p:graphicFrame>
        <p:graphicFrame>
          <p:nvGraphicFramePr>
            <p:cNvPr id="15" name="对象 -2147481089"/>
            <p:cNvGraphicFramePr>
              <a:graphicFrameLocks noChangeAspect="1"/>
            </p:cNvGraphicFramePr>
            <p:nvPr/>
          </p:nvGraphicFramePr>
          <p:xfrm>
            <a:off x="9960" y="4200"/>
            <a:ext cx="1176" cy="471"/>
          </p:xfrm>
          <a:graphic>
            <a:graphicData uri="http://schemas.openxmlformats.org/presentationml/2006/ole">
              <mc:AlternateContent xmlns:mc="http://schemas.openxmlformats.org/markup-compatibility/2006">
                <mc:Choice xmlns:v="urn:schemas-microsoft-com:vml" Requires="v">
                  <p:oleObj spid="_x0000_s49" name="" r:id="rId23" imgW="355600" imgH="139700" progId="Equation.DSMT4">
                    <p:embed/>
                  </p:oleObj>
                </mc:Choice>
                <mc:Fallback>
                  <p:oleObj name="" r:id="rId23" imgW="355600" imgH="139700" progId="Equation.DSMT4">
                    <p:embed/>
                    <p:pic>
                      <p:nvPicPr>
                        <p:cNvPr id="0" name="图片 48"/>
                        <p:cNvPicPr/>
                        <p:nvPr/>
                      </p:nvPicPr>
                      <p:blipFill>
                        <a:blip r:embed="rId24"/>
                        <a:stretch>
                          <a:fillRect/>
                        </a:stretch>
                      </p:blipFill>
                      <p:spPr>
                        <a:xfrm>
                          <a:off x="9960" y="4200"/>
                          <a:ext cx="1176" cy="471"/>
                        </a:xfrm>
                        <a:prstGeom prst="rect">
                          <a:avLst/>
                        </a:prstGeom>
                        <a:noFill/>
                        <a:ln w="38100">
                          <a:noFill/>
                          <a:miter/>
                        </a:ln>
                      </p:spPr>
                    </p:pic>
                  </p:oleObj>
                </mc:Fallback>
              </mc:AlternateContent>
            </a:graphicData>
          </a:graphic>
        </p:graphicFrame>
        <p:graphicFrame>
          <p:nvGraphicFramePr>
            <p:cNvPr id="16" name="对象 -2147481088"/>
            <p:cNvGraphicFramePr>
              <a:graphicFrameLocks noChangeAspect="1"/>
            </p:cNvGraphicFramePr>
            <p:nvPr/>
          </p:nvGraphicFramePr>
          <p:xfrm>
            <a:off x="11520" y="4124"/>
            <a:ext cx="1428" cy="623"/>
          </p:xfrm>
          <a:graphic>
            <a:graphicData uri="http://schemas.openxmlformats.org/presentationml/2006/ole">
              <mc:AlternateContent xmlns:mc="http://schemas.openxmlformats.org/markup-compatibility/2006">
                <mc:Choice xmlns:v="urn:schemas-microsoft-com:vml" Requires="v">
                  <p:oleObj spid="_x0000_s50" name="" r:id="rId25" imgW="444500" imgH="190500" progId="Equation.DSMT4">
                    <p:embed/>
                  </p:oleObj>
                </mc:Choice>
                <mc:Fallback>
                  <p:oleObj name="" r:id="rId25" imgW="444500" imgH="190500" progId="Equation.DSMT4">
                    <p:embed/>
                    <p:pic>
                      <p:nvPicPr>
                        <p:cNvPr id="0" name="图片 49"/>
                        <p:cNvPicPr/>
                        <p:nvPr/>
                      </p:nvPicPr>
                      <p:blipFill>
                        <a:blip r:embed="rId26"/>
                        <a:stretch>
                          <a:fillRect/>
                        </a:stretch>
                      </p:blipFill>
                      <p:spPr>
                        <a:xfrm>
                          <a:off x="11520" y="4124"/>
                          <a:ext cx="1428" cy="623"/>
                        </a:xfrm>
                        <a:prstGeom prst="rect">
                          <a:avLst/>
                        </a:prstGeom>
                        <a:noFill/>
                        <a:ln w="38100">
                          <a:noFill/>
                          <a:miter/>
                        </a:ln>
                      </p:spPr>
                    </p:pic>
                  </p:oleObj>
                </mc:Fallback>
              </mc:AlternateContent>
            </a:graphicData>
          </a:graphic>
        </p:graphicFrame>
        <p:graphicFrame>
          <p:nvGraphicFramePr>
            <p:cNvPr id="17" name="对象 -2147481087"/>
            <p:cNvGraphicFramePr>
              <a:graphicFrameLocks noChangeAspect="1"/>
            </p:cNvGraphicFramePr>
            <p:nvPr/>
          </p:nvGraphicFramePr>
          <p:xfrm>
            <a:off x="1680" y="4876"/>
            <a:ext cx="1387" cy="643"/>
          </p:xfrm>
          <a:graphic>
            <a:graphicData uri="http://schemas.openxmlformats.org/presentationml/2006/ole">
              <mc:AlternateContent xmlns:mc="http://schemas.openxmlformats.org/markup-compatibility/2006">
                <mc:Choice xmlns:v="urn:schemas-microsoft-com:vml" Requires="v">
                  <p:oleObj spid="_x0000_s51" name="" r:id="rId27" imgW="419100" imgH="190500" progId="Equation.DSMT4">
                    <p:embed/>
                  </p:oleObj>
                </mc:Choice>
                <mc:Fallback>
                  <p:oleObj name="" r:id="rId27" imgW="419100" imgH="190500" progId="Equation.DSMT4">
                    <p:embed/>
                    <p:pic>
                      <p:nvPicPr>
                        <p:cNvPr id="0" name="图片 50"/>
                        <p:cNvPicPr/>
                        <p:nvPr/>
                      </p:nvPicPr>
                      <p:blipFill>
                        <a:blip r:embed="rId28"/>
                        <a:stretch>
                          <a:fillRect/>
                        </a:stretch>
                      </p:blipFill>
                      <p:spPr>
                        <a:xfrm>
                          <a:off x="1680" y="4876"/>
                          <a:ext cx="1387" cy="643"/>
                        </a:xfrm>
                        <a:prstGeom prst="rect">
                          <a:avLst/>
                        </a:prstGeom>
                        <a:noFill/>
                        <a:ln w="38100">
                          <a:noFill/>
                          <a:miter/>
                        </a:ln>
                      </p:spPr>
                    </p:pic>
                  </p:oleObj>
                </mc:Fallback>
              </mc:AlternateContent>
            </a:graphicData>
          </a:graphic>
        </p:graphicFrame>
        <p:graphicFrame>
          <p:nvGraphicFramePr>
            <p:cNvPr id="18" name="对象 -2147481086"/>
            <p:cNvGraphicFramePr>
              <a:graphicFrameLocks noChangeAspect="1"/>
            </p:cNvGraphicFramePr>
            <p:nvPr/>
          </p:nvGraphicFramePr>
          <p:xfrm>
            <a:off x="4090" y="4866"/>
            <a:ext cx="1406" cy="631"/>
          </p:xfrm>
          <a:graphic>
            <a:graphicData uri="http://schemas.openxmlformats.org/presentationml/2006/ole">
              <mc:AlternateContent xmlns:mc="http://schemas.openxmlformats.org/markup-compatibility/2006">
                <mc:Choice xmlns:v="urn:schemas-microsoft-com:vml" Requires="v">
                  <p:oleObj spid="_x0000_s52" name="" r:id="rId29" imgW="431800" imgH="190500" progId="Equation.DSMT4">
                    <p:embed/>
                  </p:oleObj>
                </mc:Choice>
                <mc:Fallback>
                  <p:oleObj name="" r:id="rId29" imgW="431800" imgH="190500" progId="Equation.DSMT4">
                    <p:embed/>
                    <p:pic>
                      <p:nvPicPr>
                        <p:cNvPr id="0" name="图片 51"/>
                        <p:cNvPicPr/>
                        <p:nvPr/>
                      </p:nvPicPr>
                      <p:blipFill>
                        <a:blip r:embed="rId30"/>
                        <a:stretch>
                          <a:fillRect/>
                        </a:stretch>
                      </p:blipFill>
                      <p:spPr>
                        <a:xfrm>
                          <a:off x="4090" y="4866"/>
                          <a:ext cx="1406" cy="631"/>
                        </a:xfrm>
                        <a:prstGeom prst="rect">
                          <a:avLst/>
                        </a:prstGeom>
                        <a:noFill/>
                        <a:ln w="38100">
                          <a:noFill/>
                          <a:miter/>
                        </a:ln>
                      </p:spPr>
                    </p:pic>
                  </p:oleObj>
                </mc:Fallback>
              </mc:AlternateContent>
            </a:graphicData>
          </a:graphic>
        </p:graphicFrame>
        <p:graphicFrame>
          <p:nvGraphicFramePr>
            <p:cNvPr id="53" name="对象 -2147481092"/>
            <p:cNvGraphicFramePr>
              <a:graphicFrameLocks noChangeAspect="1"/>
            </p:cNvGraphicFramePr>
            <p:nvPr/>
          </p:nvGraphicFramePr>
          <p:xfrm>
            <a:off x="6480" y="4920"/>
            <a:ext cx="1198" cy="480"/>
          </p:xfrm>
          <a:graphic>
            <a:graphicData uri="http://schemas.openxmlformats.org/presentationml/2006/ole">
              <mc:AlternateContent xmlns:mc="http://schemas.openxmlformats.org/markup-compatibility/2006">
                <mc:Choice xmlns:v="urn:schemas-microsoft-com:vml" Requires="v">
                  <p:oleObj spid="_x0000_s54" name="" r:id="rId31" imgW="355600" imgH="139700" progId="Equation.DSMT4">
                    <p:embed/>
                  </p:oleObj>
                </mc:Choice>
                <mc:Fallback>
                  <p:oleObj name="" r:id="rId31" imgW="355600" imgH="139700" progId="Equation.DSMT4">
                    <p:embed/>
                    <p:pic>
                      <p:nvPicPr>
                        <p:cNvPr id="0" name="图片 45"/>
                        <p:cNvPicPr/>
                        <p:nvPr/>
                      </p:nvPicPr>
                      <p:blipFill>
                        <a:blip r:embed="rId18"/>
                        <a:stretch>
                          <a:fillRect/>
                        </a:stretch>
                      </p:blipFill>
                      <p:spPr>
                        <a:xfrm>
                          <a:off x="6480" y="4920"/>
                          <a:ext cx="1198" cy="480"/>
                        </a:xfrm>
                        <a:prstGeom prst="rect">
                          <a:avLst/>
                        </a:prstGeom>
                        <a:noFill/>
                        <a:ln w="38100">
                          <a:noFill/>
                          <a:miter/>
                        </a:ln>
                      </p:spPr>
                    </p:pic>
                  </p:oleObj>
                </mc:Fallback>
              </mc:AlternateContent>
            </a:graphicData>
          </a:graphic>
        </p:graphicFrame>
        <p:graphicFrame>
          <p:nvGraphicFramePr>
            <p:cNvPr id="55" name="对象 -2147481087"/>
            <p:cNvGraphicFramePr>
              <a:graphicFrameLocks noChangeAspect="1"/>
            </p:cNvGraphicFramePr>
            <p:nvPr/>
          </p:nvGraphicFramePr>
          <p:xfrm>
            <a:off x="8640" y="4800"/>
            <a:ext cx="1387" cy="643"/>
          </p:xfrm>
          <a:graphic>
            <a:graphicData uri="http://schemas.openxmlformats.org/presentationml/2006/ole">
              <mc:AlternateContent xmlns:mc="http://schemas.openxmlformats.org/markup-compatibility/2006">
                <mc:Choice xmlns:v="urn:schemas-microsoft-com:vml" Requires="v">
                  <p:oleObj spid="_x0000_s56" name="" r:id="rId32" imgW="419100" imgH="190500" progId="Equation.DSMT4">
                    <p:embed/>
                  </p:oleObj>
                </mc:Choice>
                <mc:Fallback>
                  <p:oleObj name="" r:id="rId32" imgW="419100" imgH="190500" progId="Equation.DSMT4">
                    <p:embed/>
                    <p:pic>
                      <p:nvPicPr>
                        <p:cNvPr id="0" name="图片 50"/>
                        <p:cNvPicPr/>
                        <p:nvPr/>
                      </p:nvPicPr>
                      <p:blipFill>
                        <a:blip r:embed="rId28"/>
                        <a:stretch>
                          <a:fillRect/>
                        </a:stretch>
                      </p:blipFill>
                      <p:spPr>
                        <a:xfrm>
                          <a:off x="8640" y="4800"/>
                          <a:ext cx="1387" cy="643"/>
                        </a:xfrm>
                        <a:prstGeom prst="rect">
                          <a:avLst/>
                        </a:prstGeom>
                        <a:noFill/>
                        <a:ln w="38100">
                          <a:noFill/>
                          <a:miter/>
                        </a:ln>
                      </p:spPr>
                    </p:pic>
                  </p:oleObj>
                </mc:Fallback>
              </mc:AlternateContent>
            </a:graphicData>
          </a:graphic>
        </p:graphicFrame>
        <p:graphicFrame>
          <p:nvGraphicFramePr>
            <p:cNvPr id="19" name="对象 -2147481083"/>
            <p:cNvGraphicFramePr>
              <a:graphicFrameLocks noChangeAspect="1"/>
            </p:cNvGraphicFramePr>
            <p:nvPr/>
          </p:nvGraphicFramePr>
          <p:xfrm>
            <a:off x="11040" y="4800"/>
            <a:ext cx="1353" cy="608"/>
          </p:xfrm>
          <a:graphic>
            <a:graphicData uri="http://schemas.openxmlformats.org/presentationml/2006/ole">
              <mc:AlternateContent xmlns:mc="http://schemas.openxmlformats.org/markup-compatibility/2006">
                <mc:Choice xmlns:v="urn:schemas-microsoft-com:vml" Requires="v">
                  <p:oleObj spid="_x0000_s57" name="" r:id="rId33" imgW="431800" imgH="190500" progId="Equation.DSMT4">
                    <p:embed/>
                  </p:oleObj>
                </mc:Choice>
                <mc:Fallback>
                  <p:oleObj name="" r:id="rId33" imgW="431800" imgH="190500" progId="Equation.DSMT4">
                    <p:embed/>
                    <p:pic>
                      <p:nvPicPr>
                        <p:cNvPr id="0" name="图片 56"/>
                        <p:cNvPicPr/>
                        <p:nvPr/>
                      </p:nvPicPr>
                      <p:blipFill>
                        <a:blip r:embed="rId34"/>
                        <a:stretch>
                          <a:fillRect/>
                        </a:stretch>
                      </p:blipFill>
                      <p:spPr>
                        <a:xfrm>
                          <a:off x="11040" y="4800"/>
                          <a:ext cx="1353" cy="608"/>
                        </a:xfrm>
                        <a:prstGeom prst="rect">
                          <a:avLst/>
                        </a:prstGeom>
                        <a:noFill/>
                        <a:ln w="38100">
                          <a:noFill/>
                          <a:miter/>
                        </a:ln>
                      </p:spPr>
                    </p:pic>
                  </p:oleObj>
                </mc:Fallback>
              </mc:AlternateContent>
            </a:graphicData>
          </a:graphic>
        </p:graphicFrame>
        <p:graphicFrame>
          <p:nvGraphicFramePr>
            <p:cNvPr id="58" name="对象 -2147481089"/>
            <p:cNvGraphicFramePr>
              <a:graphicFrameLocks noChangeAspect="1"/>
            </p:cNvGraphicFramePr>
            <p:nvPr/>
          </p:nvGraphicFramePr>
          <p:xfrm>
            <a:off x="1200" y="5640"/>
            <a:ext cx="1176" cy="471"/>
          </p:xfrm>
          <a:graphic>
            <a:graphicData uri="http://schemas.openxmlformats.org/presentationml/2006/ole">
              <mc:AlternateContent xmlns:mc="http://schemas.openxmlformats.org/markup-compatibility/2006">
                <mc:Choice xmlns:v="urn:schemas-microsoft-com:vml" Requires="v">
                  <p:oleObj spid="_x0000_s59" name="" r:id="rId35" imgW="355600" imgH="139700" progId="Equation.DSMT4">
                    <p:embed/>
                  </p:oleObj>
                </mc:Choice>
                <mc:Fallback>
                  <p:oleObj name="" r:id="rId35" imgW="355600" imgH="139700" progId="Equation.DSMT4">
                    <p:embed/>
                    <p:pic>
                      <p:nvPicPr>
                        <p:cNvPr id="0" name="图片 48"/>
                        <p:cNvPicPr/>
                        <p:nvPr/>
                      </p:nvPicPr>
                      <p:blipFill>
                        <a:blip r:embed="rId24"/>
                        <a:stretch>
                          <a:fillRect/>
                        </a:stretch>
                      </p:blipFill>
                      <p:spPr>
                        <a:xfrm>
                          <a:off x="1200" y="5640"/>
                          <a:ext cx="1176" cy="471"/>
                        </a:xfrm>
                        <a:prstGeom prst="rect">
                          <a:avLst/>
                        </a:prstGeom>
                        <a:noFill/>
                        <a:ln w="38100">
                          <a:noFill/>
                          <a:miter/>
                        </a:ln>
                      </p:spPr>
                    </p:pic>
                  </p:oleObj>
                </mc:Fallback>
              </mc:AlternateContent>
            </a:graphicData>
          </a:graphic>
        </p:graphicFrame>
        <p:graphicFrame>
          <p:nvGraphicFramePr>
            <p:cNvPr id="61" name="对象 -2147481087"/>
            <p:cNvGraphicFramePr>
              <a:graphicFrameLocks noChangeAspect="1"/>
            </p:cNvGraphicFramePr>
            <p:nvPr/>
          </p:nvGraphicFramePr>
          <p:xfrm>
            <a:off x="5846" y="5520"/>
            <a:ext cx="1434" cy="665"/>
          </p:xfrm>
          <a:graphic>
            <a:graphicData uri="http://schemas.openxmlformats.org/presentationml/2006/ole">
              <mc:AlternateContent xmlns:mc="http://schemas.openxmlformats.org/markup-compatibility/2006">
                <mc:Choice xmlns:v="urn:schemas-microsoft-com:vml" Requires="v">
                  <p:oleObj spid="_x0000_s62" name="" r:id="rId36" imgW="419100" imgH="190500" progId="Equation.DSMT4">
                    <p:embed/>
                  </p:oleObj>
                </mc:Choice>
                <mc:Fallback>
                  <p:oleObj name="" r:id="rId36" imgW="419100" imgH="190500" progId="Equation.DSMT4">
                    <p:embed/>
                    <p:pic>
                      <p:nvPicPr>
                        <p:cNvPr id="0" name="图片 50"/>
                        <p:cNvPicPr/>
                        <p:nvPr/>
                      </p:nvPicPr>
                      <p:blipFill>
                        <a:blip r:embed="rId28"/>
                        <a:stretch>
                          <a:fillRect/>
                        </a:stretch>
                      </p:blipFill>
                      <p:spPr>
                        <a:xfrm>
                          <a:off x="5846" y="5520"/>
                          <a:ext cx="1434" cy="665"/>
                        </a:xfrm>
                        <a:prstGeom prst="rect">
                          <a:avLst/>
                        </a:prstGeom>
                        <a:noFill/>
                        <a:ln w="38100">
                          <a:noFill/>
                          <a:miter/>
                        </a:ln>
                      </p:spPr>
                    </p:pic>
                  </p:oleObj>
                </mc:Fallback>
              </mc:AlternateContent>
            </a:graphicData>
          </a:graphic>
        </p:graphicFrame>
        <p:graphicFrame>
          <p:nvGraphicFramePr>
            <p:cNvPr id="20" name="对象 -2147481080"/>
            <p:cNvGraphicFramePr>
              <a:graphicFrameLocks noChangeAspect="1"/>
            </p:cNvGraphicFramePr>
            <p:nvPr/>
          </p:nvGraphicFramePr>
          <p:xfrm>
            <a:off x="7570" y="5520"/>
            <a:ext cx="1512" cy="679"/>
          </p:xfrm>
          <a:graphic>
            <a:graphicData uri="http://schemas.openxmlformats.org/presentationml/2006/ole">
              <mc:AlternateContent xmlns:mc="http://schemas.openxmlformats.org/markup-compatibility/2006">
                <mc:Choice xmlns:v="urn:schemas-microsoft-com:vml" Requires="v">
                  <p:oleObj spid="_x0000_s63" name="" r:id="rId37" imgW="431800" imgH="190500" progId="Equation.DSMT4">
                    <p:embed/>
                  </p:oleObj>
                </mc:Choice>
                <mc:Fallback>
                  <p:oleObj name="" r:id="rId37" imgW="431800" imgH="190500" progId="Equation.DSMT4">
                    <p:embed/>
                    <p:pic>
                      <p:nvPicPr>
                        <p:cNvPr id="0" name="图片 62"/>
                        <p:cNvPicPr/>
                        <p:nvPr/>
                      </p:nvPicPr>
                      <p:blipFill>
                        <a:blip r:embed="rId38"/>
                        <a:stretch>
                          <a:fillRect/>
                        </a:stretch>
                      </p:blipFill>
                      <p:spPr>
                        <a:xfrm>
                          <a:off x="7570" y="5520"/>
                          <a:ext cx="1512" cy="679"/>
                        </a:xfrm>
                        <a:prstGeom prst="rect">
                          <a:avLst/>
                        </a:prstGeom>
                        <a:noFill/>
                        <a:ln w="38100">
                          <a:noFill/>
                          <a:miter/>
                        </a:ln>
                      </p:spPr>
                    </p:pic>
                  </p:oleObj>
                </mc:Fallback>
              </mc:AlternateContent>
            </a:graphicData>
          </a:graphic>
        </p:graphicFrame>
        <p:graphicFrame>
          <p:nvGraphicFramePr>
            <p:cNvPr id="21" name="对象 -2147481079"/>
            <p:cNvGraphicFramePr>
              <a:graphicFrameLocks noChangeAspect="1"/>
            </p:cNvGraphicFramePr>
            <p:nvPr/>
          </p:nvGraphicFramePr>
          <p:xfrm>
            <a:off x="9480" y="5520"/>
            <a:ext cx="1293" cy="618"/>
          </p:xfrm>
          <a:graphic>
            <a:graphicData uri="http://schemas.openxmlformats.org/presentationml/2006/ole">
              <mc:AlternateContent xmlns:mc="http://schemas.openxmlformats.org/markup-compatibility/2006">
                <mc:Choice xmlns:v="urn:schemas-microsoft-com:vml" Requires="v">
                  <p:oleObj spid="_x0000_s64" name="" r:id="rId39" imgW="405765" imgH="190500" progId="Equation.DSMT4">
                    <p:embed/>
                  </p:oleObj>
                </mc:Choice>
                <mc:Fallback>
                  <p:oleObj name="" r:id="rId39" imgW="405765" imgH="190500" progId="Equation.DSMT4">
                    <p:embed/>
                    <p:pic>
                      <p:nvPicPr>
                        <p:cNvPr id="0" name="图片 63"/>
                        <p:cNvPicPr/>
                        <p:nvPr/>
                      </p:nvPicPr>
                      <p:blipFill>
                        <a:blip r:embed="rId40"/>
                        <a:stretch>
                          <a:fillRect/>
                        </a:stretch>
                      </p:blipFill>
                      <p:spPr>
                        <a:xfrm>
                          <a:off x="9480" y="5520"/>
                          <a:ext cx="1293" cy="618"/>
                        </a:xfrm>
                        <a:prstGeom prst="rect">
                          <a:avLst/>
                        </a:prstGeom>
                        <a:noFill/>
                        <a:ln w="38100">
                          <a:noFill/>
                          <a:miter/>
                        </a:ln>
                      </p:spPr>
                    </p:pic>
                  </p:oleObj>
                </mc:Fallback>
              </mc:AlternateContent>
            </a:graphicData>
          </a:graphic>
        </p:graphicFrame>
        <p:graphicFrame>
          <p:nvGraphicFramePr>
            <p:cNvPr id="22" name="对象 -2147481078"/>
            <p:cNvGraphicFramePr>
              <a:graphicFrameLocks noChangeAspect="1"/>
            </p:cNvGraphicFramePr>
            <p:nvPr/>
          </p:nvGraphicFramePr>
          <p:xfrm>
            <a:off x="11040" y="5520"/>
            <a:ext cx="1512" cy="679"/>
          </p:xfrm>
          <a:graphic>
            <a:graphicData uri="http://schemas.openxmlformats.org/presentationml/2006/ole">
              <mc:AlternateContent xmlns:mc="http://schemas.openxmlformats.org/markup-compatibility/2006">
                <mc:Choice xmlns:v="urn:schemas-microsoft-com:vml" Requires="v">
                  <p:oleObj spid="_x0000_s65" name="" r:id="rId41" imgW="431800" imgH="190500" progId="Equation.DSMT4">
                    <p:embed/>
                  </p:oleObj>
                </mc:Choice>
                <mc:Fallback>
                  <p:oleObj name="" r:id="rId41" imgW="431800" imgH="190500" progId="Equation.DSMT4">
                    <p:embed/>
                    <p:pic>
                      <p:nvPicPr>
                        <p:cNvPr id="0" name="图片 64"/>
                        <p:cNvPicPr/>
                        <p:nvPr/>
                      </p:nvPicPr>
                      <p:blipFill>
                        <a:blip r:embed="rId42"/>
                        <a:stretch>
                          <a:fillRect/>
                        </a:stretch>
                      </p:blipFill>
                      <p:spPr>
                        <a:xfrm>
                          <a:off x="11040" y="5520"/>
                          <a:ext cx="1512" cy="679"/>
                        </a:xfrm>
                        <a:prstGeom prst="rect">
                          <a:avLst/>
                        </a:prstGeom>
                        <a:noFill/>
                        <a:ln w="38100">
                          <a:noFill/>
                          <a:miter/>
                        </a:ln>
                      </p:spPr>
                    </p:pic>
                  </p:oleObj>
                </mc:Fallback>
              </mc:AlternateContent>
            </a:graphicData>
          </a:graphic>
        </p:graphicFrame>
        <p:graphicFrame>
          <p:nvGraphicFramePr>
            <p:cNvPr id="23" name="对象 -2147481077"/>
            <p:cNvGraphicFramePr>
              <a:graphicFrameLocks noChangeAspect="1"/>
            </p:cNvGraphicFramePr>
            <p:nvPr/>
          </p:nvGraphicFramePr>
          <p:xfrm>
            <a:off x="1166" y="6294"/>
            <a:ext cx="1179" cy="472"/>
          </p:xfrm>
          <a:graphic>
            <a:graphicData uri="http://schemas.openxmlformats.org/presentationml/2006/ole">
              <mc:AlternateContent xmlns:mc="http://schemas.openxmlformats.org/markup-compatibility/2006">
                <mc:Choice xmlns:v="urn:schemas-microsoft-com:vml" Requires="v">
                  <p:oleObj spid="_x0000_s66" name="" r:id="rId43" imgW="355600" imgH="139700" progId="Equation.DSMT4">
                    <p:embed/>
                  </p:oleObj>
                </mc:Choice>
                <mc:Fallback>
                  <p:oleObj name="" r:id="rId43" imgW="355600" imgH="139700" progId="Equation.DSMT4">
                    <p:embed/>
                    <p:pic>
                      <p:nvPicPr>
                        <p:cNvPr id="0" name="图片 65"/>
                        <p:cNvPicPr/>
                        <p:nvPr/>
                      </p:nvPicPr>
                      <p:blipFill>
                        <a:blip r:embed="rId44"/>
                        <a:stretch>
                          <a:fillRect/>
                        </a:stretch>
                      </p:blipFill>
                      <p:spPr>
                        <a:xfrm>
                          <a:off x="1166" y="6294"/>
                          <a:ext cx="1179" cy="472"/>
                        </a:xfrm>
                        <a:prstGeom prst="rect">
                          <a:avLst/>
                        </a:prstGeom>
                        <a:noFill/>
                        <a:ln w="38100">
                          <a:noFill/>
                          <a:miter/>
                        </a:ln>
                      </p:spPr>
                    </p:pic>
                  </p:oleObj>
                </mc:Fallback>
              </mc:AlternateContent>
            </a:graphicData>
          </a:graphic>
        </p:graphicFrame>
        <p:graphicFrame>
          <p:nvGraphicFramePr>
            <p:cNvPr id="24" name="对象 -2147481076"/>
            <p:cNvGraphicFramePr>
              <a:graphicFrameLocks noChangeAspect="1"/>
            </p:cNvGraphicFramePr>
            <p:nvPr/>
          </p:nvGraphicFramePr>
          <p:xfrm>
            <a:off x="2640" y="6240"/>
            <a:ext cx="1377" cy="601"/>
          </p:xfrm>
          <a:graphic>
            <a:graphicData uri="http://schemas.openxmlformats.org/presentationml/2006/ole">
              <mc:AlternateContent xmlns:mc="http://schemas.openxmlformats.org/markup-compatibility/2006">
                <mc:Choice xmlns:v="urn:schemas-microsoft-com:vml" Requires="v">
                  <p:oleObj spid="_x0000_s67" name="" r:id="rId45" imgW="444500" imgH="190500" progId="Equation.DSMT4">
                    <p:embed/>
                  </p:oleObj>
                </mc:Choice>
                <mc:Fallback>
                  <p:oleObj name="" r:id="rId45" imgW="444500" imgH="190500" progId="Equation.DSMT4">
                    <p:embed/>
                    <p:pic>
                      <p:nvPicPr>
                        <p:cNvPr id="0" name="图片 66"/>
                        <p:cNvPicPr/>
                        <p:nvPr/>
                      </p:nvPicPr>
                      <p:blipFill>
                        <a:blip r:embed="rId46"/>
                        <a:stretch>
                          <a:fillRect/>
                        </a:stretch>
                      </p:blipFill>
                      <p:spPr>
                        <a:xfrm>
                          <a:off x="2640" y="6240"/>
                          <a:ext cx="1377" cy="601"/>
                        </a:xfrm>
                        <a:prstGeom prst="rect">
                          <a:avLst/>
                        </a:prstGeom>
                        <a:noFill/>
                        <a:ln w="38100">
                          <a:noFill/>
                          <a:miter/>
                        </a:ln>
                      </p:spPr>
                    </p:pic>
                  </p:oleObj>
                </mc:Fallback>
              </mc:AlternateContent>
            </a:graphicData>
          </a:graphic>
        </p:graphicFrame>
      </p:grpSp>
      <p:grpSp>
        <p:nvGrpSpPr>
          <p:cNvPr id="78" name="组合 77"/>
          <p:cNvGrpSpPr/>
          <p:nvPr/>
        </p:nvGrpSpPr>
        <p:grpSpPr>
          <a:xfrm>
            <a:off x="762000" y="4495800"/>
            <a:ext cx="8120380" cy="383540"/>
            <a:chOff x="1200" y="7080"/>
            <a:chExt cx="12788" cy="604"/>
          </a:xfrm>
        </p:grpSpPr>
        <p:graphicFrame>
          <p:nvGraphicFramePr>
            <p:cNvPr id="25" name="对象 -2147481075"/>
            <p:cNvGraphicFramePr>
              <a:graphicFrameLocks noChangeAspect="1"/>
            </p:cNvGraphicFramePr>
            <p:nvPr/>
          </p:nvGraphicFramePr>
          <p:xfrm>
            <a:off x="1200" y="7080"/>
            <a:ext cx="12788" cy="605"/>
          </p:xfrm>
          <a:graphic>
            <a:graphicData uri="http://schemas.openxmlformats.org/presentationml/2006/ole">
              <mc:AlternateContent xmlns:mc="http://schemas.openxmlformats.org/markup-compatibility/2006">
                <mc:Choice xmlns:v="urn:schemas-microsoft-com:vml" Requires="v">
                  <p:oleObj spid="_x0000_s69" name="" r:id="rId47" imgW="4629785" imgH="215900" progId="Equation.DSMT4">
                    <p:embed/>
                  </p:oleObj>
                </mc:Choice>
                <mc:Fallback>
                  <p:oleObj name="" r:id="rId47" imgW="4629785" imgH="215900" progId="Equation.DSMT4">
                    <p:embed/>
                    <p:pic>
                      <p:nvPicPr>
                        <p:cNvPr id="0" name="图片 68"/>
                        <p:cNvPicPr/>
                        <p:nvPr/>
                      </p:nvPicPr>
                      <p:blipFill>
                        <a:blip r:embed="rId48"/>
                        <a:stretch>
                          <a:fillRect/>
                        </a:stretch>
                      </p:blipFill>
                      <p:spPr>
                        <a:xfrm>
                          <a:off x="1200" y="7080"/>
                          <a:ext cx="12788" cy="605"/>
                        </a:xfrm>
                        <a:prstGeom prst="rect">
                          <a:avLst/>
                        </a:prstGeom>
                        <a:noFill/>
                        <a:ln w="38100">
                          <a:noFill/>
                          <a:miter/>
                        </a:ln>
                      </p:spPr>
                    </p:pic>
                  </p:oleObj>
                </mc:Fallback>
              </mc:AlternateContent>
            </a:graphicData>
          </a:graphic>
        </p:graphicFrame>
        <p:pic>
          <p:nvPicPr>
            <p:cNvPr id="72" name="图片 71" descr="O{D`LH98A}6_F~8W(K$]_RW"/>
            <p:cNvPicPr>
              <a:picLocks noChangeAspect="1"/>
            </p:cNvPicPr>
            <p:nvPr/>
          </p:nvPicPr>
          <p:blipFill>
            <a:blip r:embed="rId49"/>
            <a:stretch>
              <a:fillRect/>
            </a:stretch>
          </p:blipFill>
          <p:spPr>
            <a:xfrm>
              <a:off x="3720" y="7244"/>
              <a:ext cx="381" cy="333"/>
            </a:xfrm>
            <a:prstGeom prst="rect">
              <a:avLst/>
            </a:prstGeom>
          </p:spPr>
        </p:pic>
        <p:pic>
          <p:nvPicPr>
            <p:cNvPr id="73" name="图片 72" descr="O{D`LH98A}6_F~8W(K$]_RW"/>
            <p:cNvPicPr>
              <a:picLocks noChangeAspect="1"/>
            </p:cNvPicPr>
            <p:nvPr/>
          </p:nvPicPr>
          <p:blipFill>
            <a:blip r:embed="rId49"/>
            <a:stretch>
              <a:fillRect/>
            </a:stretch>
          </p:blipFill>
          <p:spPr>
            <a:xfrm>
              <a:off x="6088" y="7244"/>
              <a:ext cx="381" cy="333"/>
            </a:xfrm>
            <a:prstGeom prst="rect">
              <a:avLst/>
            </a:prstGeom>
          </p:spPr>
        </p:pic>
        <p:pic>
          <p:nvPicPr>
            <p:cNvPr id="74" name="图片 73" descr="O{D`LH98A}6_F~8W(K$]_RW"/>
            <p:cNvPicPr>
              <a:picLocks noChangeAspect="1"/>
            </p:cNvPicPr>
            <p:nvPr/>
          </p:nvPicPr>
          <p:blipFill>
            <a:blip r:embed="rId49"/>
            <a:stretch>
              <a:fillRect/>
            </a:stretch>
          </p:blipFill>
          <p:spPr>
            <a:xfrm>
              <a:off x="7418" y="7244"/>
              <a:ext cx="381" cy="333"/>
            </a:xfrm>
            <a:prstGeom prst="rect">
              <a:avLst/>
            </a:prstGeom>
          </p:spPr>
        </p:pic>
        <p:pic>
          <p:nvPicPr>
            <p:cNvPr id="75" name="图片 74" descr="O{D`LH98A}6_F~8W(K$]_RW"/>
            <p:cNvPicPr>
              <a:picLocks noChangeAspect="1"/>
            </p:cNvPicPr>
            <p:nvPr/>
          </p:nvPicPr>
          <p:blipFill>
            <a:blip r:embed="rId49"/>
            <a:stretch>
              <a:fillRect/>
            </a:stretch>
          </p:blipFill>
          <p:spPr>
            <a:xfrm>
              <a:off x="9742" y="7244"/>
              <a:ext cx="381" cy="333"/>
            </a:xfrm>
            <a:prstGeom prst="rect">
              <a:avLst/>
            </a:prstGeom>
          </p:spPr>
        </p:pic>
        <p:pic>
          <p:nvPicPr>
            <p:cNvPr id="76" name="图片 75" descr="O{D`LH98A}6_F~8W(K$]_RW"/>
            <p:cNvPicPr>
              <a:picLocks noChangeAspect="1"/>
            </p:cNvPicPr>
            <p:nvPr/>
          </p:nvPicPr>
          <p:blipFill>
            <a:blip r:embed="rId49"/>
            <a:stretch>
              <a:fillRect/>
            </a:stretch>
          </p:blipFill>
          <p:spPr>
            <a:xfrm>
              <a:off x="11074" y="7234"/>
              <a:ext cx="381" cy="333"/>
            </a:xfrm>
            <a:prstGeom prst="rect">
              <a:avLst/>
            </a:prstGeom>
          </p:spPr>
        </p:pic>
        <p:pic>
          <p:nvPicPr>
            <p:cNvPr id="77" name="图片 76" descr="O{D`LH98A}6_F~8W(K$]_RW"/>
            <p:cNvPicPr>
              <a:picLocks noChangeAspect="1"/>
            </p:cNvPicPr>
            <p:nvPr/>
          </p:nvPicPr>
          <p:blipFill>
            <a:blip r:embed="rId49"/>
            <a:stretch>
              <a:fillRect/>
            </a:stretch>
          </p:blipFill>
          <p:spPr>
            <a:xfrm>
              <a:off x="12360" y="7222"/>
              <a:ext cx="381" cy="333"/>
            </a:xfrm>
            <a:prstGeom prst="rect">
              <a:avLst/>
            </a:prstGeom>
          </p:spPr>
        </p:pic>
      </p:grpSp>
      <p:grpSp>
        <p:nvGrpSpPr>
          <p:cNvPr id="85" name="组合 84"/>
          <p:cNvGrpSpPr/>
          <p:nvPr/>
        </p:nvGrpSpPr>
        <p:grpSpPr>
          <a:xfrm>
            <a:off x="762000" y="5105400"/>
            <a:ext cx="8128000" cy="388620"/>
            <a:chOff x="1200" y="8040"/>
            <a:chExt cx="12800" cy="612"/>
          </a:xfrm>
        </p:grpSpPr>
        <p:graphicFrame>
          <p:nvGraphicFramePr>
            <p:cNvPr id="26" name="对象 -2147481074"/>
            <p:cNvGraphicFramePr>
              <a:graphicFrameLocks noChangeAspect="1"/>
            </p:cNvGraphicFramePr>
            <p:nvPr/>
          </p:nvGraphicFramePr>
          <p:xfrm>
            <a:off x="1200" y="8040"/>
            <a:ext cx="12800" cy="612"/>
          </p:xfrm>
          <a:graphic>
            <a:graphicData uri="http://schemas.openxmlformats.org/presentationml/2006/ole">
              <mc:AlternateContent xmlns:mc="http://schemas.openxmlformats.org/markup-compatibility/2006">
                <mc:Choice xmlns:v="urn:schemas-microsoft-com:vml" Requires="v">
                  <p:oleObj spid="_x0000_s70" name="" r:id="rId50" imgW="4578985" imgH="215900" progId="Equation.DSMT4">
                    <p:embed/>
                  </p:oleObj>
                </mc:Choice>
                <mc:Fallback>
                  <p:oleObj name="" r:id="rId50" imgW="4578985" imgH="215900" progId="Equation.DSMT4">
                    <p:embed/>
                    <p:pic>
                      <p:nvPicPr>
                        <p:cNvPr id="0" name="图片 69"/>
                        <p:cNvPicPr/>
                        <p:nvPr/>
                      </p:nvPicPr>
                      <p:blipFill>
                        <a:blip r:embed="rId51"/>
                        <a:stretch>
                          <a:fillRect/>
                        </a:stretch>
                      </p:blipFill>
                      <p:spPr>
                        <a:xfrm>
                          <a:off x="1200" y="8040"/>
                          <a:ext cx="12800" cy="612"/>
                        </a:xfrm>
                        <a:prstGeom prst="rect">
                          <a:avLst/>
                        </a:prstGeom>
                        <a:noFill/>
                        <a:ln w="38100">
                          <a:noFill/>
                          <a:miter/>
                        </a:ln>
                      </p:spPr>
                    </p:pic>
                  </p:oleObj>
                </mc:Fallback>
              </mc:AlternateContent>
            </a:graphicData>
          </a:graphic>
        </p:graphicFrame>
        <p:pic>
          <p:nvPicPr>
            <p:cNvPr id="79" name="图片 78" descr="O{D`LH98A}6_F~8W(K$]_RW"/>
            <p:cNvPicPr>
              <a:picLocks noChangeAspect="1"/>
            </p:cNvPicPr>
            <p:nvPr/>
          </p:nvPicPr>
          <p:blipFill>
            <a:blip r:embed="rId49"/>
            <a:stretch>
              <a:fillRect/>
            </a:stretch>
          </p:blipFill>
          <p:spPr>
            <a:xfrm>
              <a:off x="3698" y="8214"/>
              <a:ext cx="381" cy="333"/>
            </a:xfrm>
            <a:prstGeom prst="rect">
              <a:avLst/>
            </a:prstGeom>
          </p:spPr>
        </p:pic>
        <p:pic>
          <p:nvPicPr>
            <p:cNvPr id="80" name="图片 79" descr="O{D`LH98A}6_F~8W(K$]_RW"/>
            <p:cNvPicPr>
              <a:picLocks noChangeAspect="1"/>
            </p:cNvPicPr>
            <p:nvPr/>
          </p:nvPicPr>
          <p:blipFill>
            <a:blip r:embed="rId49"/>
            <a:stretch>
              <a:fillRect/>
            </a:stretch>
          </p:blipFill>
          <p:spPr>
            <a:xfrm>
              <a:off x="6098" y="8204"/>
              <a:ext cx="381" cy="333"/>
            </a:xfrm>
            <a:prstGeom prst="rect">
              <a:avLst/>
            </a:prstGeom>
          </p:spPr>
        </p:pic>
        <p:pic>
          <p:nvPicPr>
            <p:cNvPr id="81" name="图片 80" descr="O{D`LH98A}6_F~8W(K$]_RW"/>
            <p:cNvPicPr>
              <a:picLocks noChangeAspect="1"/>
            </p:cNvPicPr>
            <p:nvPr/>
          </p:nvPicPr>
          <p:blipFill>
            <a:blip r:embed="rId49"/>
            <a:stretch>
              <a:fillRect/>
            </a:stretch>
          </p:blipFill>
          <p:spPr>
            <a:xfrm>
              <a:off x="7440" y="8226"/>
              <a:ext cx="381" cy="333"/>
            </a:xfrm>
            <a:prstGeom prst="rect">
              <a:avLst/>
            </a:prstGeom>
          </p:spPr>
        </p:pic>
        <p:pic>
          <p:nvPicPr>
            <p:cNvPr id="82" name="图片 81" descr="O{D`LH98A}6_F~8W(K$]_RW"/>
            <p:cNvPicPr>
              <a:picLocks noChangeAspect="1"/>
            </p:cNvPicPr>
            <p:nvPr/>
          </p:nvPicPr>
          <p:blipFill>
            <a:blip r:embed="rId49"/>
            <a:stretch>
              <a:fillRect/>
            </a:stretch>
          </p:blipFill>
          <p:spPr>
            <a:xfrm>
              <a:off x="9742" y="8226"/>
              <a:ext cx="381" cy="333"/>
            </a:xfrm>
            <a:prstGeom prst="rect">
              <a:avLst/>
            </a:prstGeom>
          </p:spPr>
        </p:pic>
        <p:pic>
          <p:nvPicPr>
            <p:cNvPr id="83" name="图片 82" descr="O{D`LH98A}6_F~8W(K$]_RW"/>
            <p:cNvPicPr>
              <a:picLocks noChangeAspect="1"/>
            </p:cNvPicPr>
            <p:nvPr/>
          </p:nvPicPr>
          <p:blipFill>
            <a:blip r:embed="rId49"/>
            <a:stretch>
              <a:fillRect/>
            </a:stretch>
          </p:blipFill>
          <p:spPr>
            <a:xfrm>
              <a:off x="11072" y="8226"/>
              <a:ext cx="381" cy="333"/>
            </a:xfrm>
            <a:prstGeom prst="rect">
              <a:avLst/>
            </a:prstGeom>
          </p:spPr>
        </p:pic>
        <p:pic>
          <p:nvPicPr>
            <p:cNvPr id="84" name="图片 83" descr="O{D`LH98A}6_F~8W(K$]_RW"/>
            <p:cNvPicPr>
              <a:picLocks noChangeAspect="1"/>
            </p:cNvPicPr>
            <p:nvPr/>
          </p:nvPicPr>
          <p:blipFill>
            <a:blip r:embed="rId49"/>
            <a:stretch>
              <a:fillRect/>
            </a:stretch>
          </p:blipFill>
          <p:spPr>
            <a:xfrm>
              <a:off x="12404" y="8214"/>
              <a:ext cx="381" cy="333"/>
            </a:xfrm>
            <a:prstGeom prst="rect">
              <a:avLst/>
            </a:prstGeom>
          </p:spPr>
        </p:pic>
      </p:grpSp>
      <p:grpSp>
        <p:nvGrpSpPr>
          <p:cNvPr id="90" name="组合 89"/>
          <p:cNvGrpSpPr/>
          <p:nvPr/>
        </p:nvGrpSpPr>
        <p:grpSpPr>
          <a:xfrm>
            <a:off x="762000" y="5715000"/>
            <a:ext cx="4474210" cy="374650"/>
            <a:chOff x="1200" y="9000"/>
            <a:chExt cx="7046" cy="590"/>
          </a:xfrm>
        </p:grpSpPr>
        <p:graphicFrame>
          <p:nvGraphicFramePr>
            <p:cNvPr id="27" name="对象 -2147481073"/>
            <p:cNvGraphicFramePr>
              <a:graphicFrameLocks noChangeAspect="1"/>
            </p:cNvGraphicFramePr>
            <p:nvPr/>
          </p:nvGraphicFramePr>
          <p:xfrm>
            <a:off x="1200" y="9000"/>
            <a:ext cx="7047" cy="591"/>
          </p:xfrm>
          <a:graphic>
            <a:graphicData uri="http://schemas.openxmlformats.org/presentationml/2006/ole">
              <mc:AlternateContent xmlns:mc="http://schemas.openxmlformats.org/markup-compatibility/2006">
                <mc:Choice xmlns:v="urn:schemas-microsoft-com:vml" Requires="v">
                  <p:oleObj spid="_x0000_s71" name="" r:id="rId52" imgW="2310130" imgH="190500" progId="Equation.DSMT4">
                    <p:embed/>
                  </p:oleObj>
                </mc:Choice>
                <mc:Fallback>
                  <p:oleObj name="" r:id="rId52" imgW="2310130" imgH="190500" progId="Equation.DSMT4">
                    <p:embed/>
                    <p:pic>
                      <p:nvPicPr>
                        <p:cNvPr id="0" name="图片 70"/>
                        <p:cNvPicPr/>
                        <p:nvPr/>
                      </p:nvPicPr>
                      <p:blipFill>
                        <a:blip r:embed="rId53"/>
                        <a:stretch>
                          <a:fillRect/>
                        </a:stretch>
                      </p:blipFill>
                      <p:spPr>
                        <a:xfrm>
                          <a:off x="1200" y="9000"/>
                          <a:ext cx="7047" cy="591"/>
                        </a:xfrm>
                        <a:prstGeom prst="rect">
                          <a:avLst/>
                        </a:prstGeom>
                        <a:noFill/>
                        <a:ln w="38100">
                          <a:noFill/>
                          <a:miter/>
                        </a:ln>
                      </p:spPr>
                    </p:pic>
                  </p:oleObj>
                </mc:Fallback>
              </mc:AlternateContent>
            </a:graphicData>
          </a:graphic>
        </p:graphicFrame>
        <p:pic>
          <p:nvPicPr>
            <p:cNvPr id="86" name="图片 85" descr="O{D`LH98A}6_F~8W(K$]_RW"/>
            <p:cNvPicPr>
              <a:picLocks noChangeAspect="1"/>
            </p:cNvPicPr>
            <p:nvPr/>
          </p:nvPicPr>
          <p:blipFill>
            <a:blip r:embed="rId49"/>
            <a:stretch>
              <a:fillRect/>
            </a:stretch>
          </p:blipFill>
          <p:spPr>
            <a:xfrm>
              <a:off x="2880" y="9120"/>
              <a:ext cx="381" cy="333"/>
            </a:xfrm>
            <a:prstGeom prst="rect">
              <a:avLst/>
            </a:prstGeom>
          </p:spPr>
        </p:pic>
        <p:pic>
          <p:nvPicPr>
            <p:cNvPr id="87" name="图片 86" descr="O{D`LH98A}6_F~8W(K$]_RW"/>
            <p:cNvPicPr>
              <a:picLocks noChangeAspect="1"/>
            </p:cNvPicPr>
            <p:nvPr/>
          </p:nvPicPr>
          <p:blipFill>
            <a:blip r:embed="rId49"/>
            <a:stretch>
              <a:fillRect/>
            </a:stretch>
          </p:blipFill>
          <p:spPr>
            <a:xfrm>
              <a:off x="4342" y="9132"/>
              <a:ext cx="381" cy="333"/>
            </a:xfrm>
            <a:prstGeom prst="rect">
              <a:avLst/>
            </a:prstGeom>
          </p:spPr>
        </p:pic>
        <p:pic>
          <p:nvPicPr>
            <p:cNvPr id="88" name="图片 87" descr="O{D`LH98A}6_F~8W(K$]_RW"/>
            <p:cNvPicPr>
              <a:picLocks noChangeAspect="1"/>
            </p:cNvPicPr>
            <p:nvPr/>
          </p:nvPicPr>
          <p:blipFill>
            <a:blip r:embed="rId49"/>
            <a:stretch>
              <a:fillRect/>
            </a:stretch>
          </p:blipFill>
          <p:spPr>
            <a:xfrm>
              <a:off x="5760" y="9120"/>
              <a:ext cx="381" cy="333"/>
            </a:xfrm>
            <a:prstGeom prst="rect">
              <a:avLst/>
            </a:prstGeom>
          </p:spPr>
        </p:pic>
        <p:pic>
          <p:nvPicPr>
            <p:cNvPr id="89" name="图片 88" descr="O{D`LH98A}6_F~8W(K$]_RW"/>
            <p:cNvPicPr>
              <a:picLocks noChangeAspect="1"/>
            </p:cNvPicPr>
            <p:nvPr/>
          </p:nvPicPr>
          <p:blipFill>
            <a:blip r:embed="rId49"/>
            <a:stretch>
              <a:fillRect/>
            </a:stretch>
          </p:blipFill>
          <p:spPr>
            <a:xfrm>
              <a:off x="7222" y="9120"/>
              <a:ext cx="381" cy="333"/>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500" fill="hold">
                                          <p:stCondLst>
                                            <p:cond delay="0"/>
                                          </p:stCondLst>
                                        </p:cTn>
                                        <p:tgtEl>
                                          <p:spTgt spid="68"/>
                                        </p:tgtEl>
                                        <p:attrNameLst>
                                          <p:attrName>style.visibility</p:attrName>
                                        </p:attrNameLst>
                                      </p:cBhvr>
                                      <p:to>
                                        <p:strVal val="visible"/>
                                      </p:to>
                                    </p:set>
                                    <p:animEffect transition="in" filter="plus(in)">
                                      <p:cBhvr>
                                        <p:cTn id="7" dur="500"/>
                                        <p:tgtEl>
                                          <p:spTgt spid="6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 calcmode="lin" valueType="num">
                                      <p:cBhvr additive="base">
                                        <p:cTn id="12" dur="500"/>
                                        <p:tgtEl>
                                          <p:spTgt spid="78"/>
                                        </p:tgtEl>
                                        <p:attrNameLst>
                                          <p:attrName>ppt_y</p:attrName>
                                        </p:attrNameLst>
                                      </p:cBhvr>
                                      <p:tavLst>
                                        <p:tav tm="0">
                                          <p:val>
                                            <p:strVal val="#ppt_y+#ppt_h*1.125000"/>
                                          </p:val>
                                        </p:tav>
                                        <p:tav tm="100000">
                                          <p:val>
                                            <p:strVal val="#ppt_y"/>
                                          </p:val>
                                        </p:tav>
                                      </p:tavLst>
                                    </p:anim>
                                    <p:animEffect transition="in" filter="wipe(up)">
                                      <p:cBhvr>
                                        <p:cTn id="13" dur="500"/>
                                        <p:tgtEl>
                                          <p:spTgt spid="78"/>
                                        </p:tgtEl>
                                      </p:cBhvr>
                                    </p:animEffect>
                                  </p:childTnLst>
                                </p:cTn>
                              </p:par>
                            </p:childTnLst>
                          </p:cTn>
                        </p:par>
                      </p:childTnLst>
                    </p:cTn>
                  </p:par>
                  <p:par>
                    <p:cTn id="14" fill="hold">
                      <p:stCondLst>
                        <p:cond delay="indefinite"/>
                      </p:stCondLst>
                      <p:childTnLst>
                        <p:par>
                          <p:cTn id="15" fill="hold">
                            <p:stCondLst>
                              <p:cond delay="0"/>
                            </p:stCondLst>
                            <p:childTnLst>
                              <p:par>
                                <p:cTn id="16" presetID="51" presetClass="entr" presetSubtype="0" fill="hold" nodeType="clickEffect">
                                  <p:stCondLst>
                                    <p:cond delay="0"/>
                                  </p:stCondLst>
                                  <p:childTnLst>
                                    <p:set>
                                      <p:cBhvr>
                                        <p:cTn id="17" dur="1" fill="hold">
                                          <p:stCondLst>
                                            <p:cond delay="0"/>
                                          </p:stCondLst>
                                        </p:cTn>
                                        <p:tgtEl>
                                          <p:spTgt spid="85"/>
                                        </p:tgtEl>
                                        <p:attrNameLst>
                                          <p:attrName>style.visibility</p:attrName>
                                        </p:attrNameLst>
                                      </p:cBhvr>
                                      <p:to>
                                        <p:strVal val="visible"/>
                                      </p:to>
                                    </p:set>
                                    <p:animEffect transition="in" filter="fade">
                                      <p:cBhvr>
                                        <p:cTn id="18" dur="192" decel="100000"/>
                                        <p:tgtEl>
                                          <p:spTgt spid="85"/>
                                        </p:tgtEl>
                                      </p:cBhvr>
                                    </p:animEffect>
                                    <p:animScale>
                                      <p:cBhvr>
                                        <p:cTn id="19" dur="192" decel="100000"/>
                                        <p:tgtEl>
                                          <p:spTgt spid="85"/>
                                        </p:tgtEl>
                                      </p:cBhvr>
                                      <p:from x="10000" y="10000"/>
                                      <p:to x="200000" y="450000"/>
                                    </p:animScale>
                                    <p:animScale>
                                      <p:cBhvr>
                                        <p:cTn id="20" dur="308" accel="100000" fill="hold">
                                          <p:stCondLst>
                                            <p:cond delay="192"/>
                                          </p:stCondLst>
                                        </p:cTn>
                                        <p:tgtEl>
                                          <p:spTgt spid="85"/>
                                        </p:tgtEl>
                                      </p:cBhvr>
                                      <p:from x="200000" y="450000"/>
                                      <p:to x="100000" y="100000"/>
                                    </p:animScale>
                                    <p:set>
                                      <p:cBhvr>
                                        <p:cTn id="21" dur="192" fill="hold"/>
                                        <p:tgtEl>
                                          <p:spTgt spid="85"/>
                                        </p:tgtEl>
                                        <p:attrNameLst>
                                          <p:attrName>ppt_x</p:attrName>
                                        </p:attrNameLst>
                                      </p:cBhvr>
                                      <p:to>
                                        <p:strVal val="(0.5)"/>
                                      </p:to>
                                    </p:set>
                                    <p:anim from="(0.5)" to="(#ppt_x)" calcmode="lin" valueType="num">
                                      <p:cBhvr>
                                        <p:cTn id="22" dur="308" accel="100000" fill="hold">
                                          <p:stCondLst>
                                            <p:cond delay="192"/>
                                          </p:stCondLst>
                                        </p:cTn>
                                        <p:tgtEl>
                                          <p:spTgt spid="85"/>
                                        </p:tgtEl>
                                        <p:attrNameLst>
                                          <p:attrName>ppt_x</p:attrName>
                                        </p:attrNameLst>
                                      </p:cBhvr>
                                    </p:anim>
                                    <p:set>
                                      <p:cBhvr>
                                        <p:cTn id="23" dur="192" fill="hold"/>
                                        <p:tgtEl>
                                          <p:spTgt spid="85"/>
                                        </p:tgtEl>
                                        <p:attrNameLst>
                                          <p:attrName>ppt_y</p:attrName>
                                        </p:attrNameLst>
                                      </p:cBhvr>
                                      <p:to>
                                        <p:strVal val="(#ppt_y+0.4)"/>
                                      </p:to>
                                    </p:set>
                                    <p:anim from="(#ppt_y+0.4)" to="(#ppt_y)" calcmode="lin" valueType="num">
                                      <p:cBhvr>
                                        <p:cTn id="24" dur="308" accel="100000" fill="hold">
                                          <p:stCondLst>
                                            <p:cond delay="192"/>
                                          </p:stCondLst>
                                        </p:cTn>
                                        <p:tgtEl>
                                          <p:spTgt spid="85"/>
                                        </p:tgtEl>
                                        <p:attrNameLst>
                                          <p:attrName>ppt_y</p:attrName>
                                        </p:attrNameLst>
                                      </p:cBhvr>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90"/>
                                        </p:tgtEl>
                                        <p:attrNameLst>
                                          <p:attrName>style.visibility</p:attrName>
                                        </p:attrNameLst>
                                      </p:cBhvr>
                                      <p:to>
                                        <p:strVal val="visible"/>
                                      </p:to>
                                    </p:set>
                                    <p:animEffect transition="in" filter="blinds(horizontal)">
                                      <p:cBhvr>
                                        <p:cTn id="29"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2" name="Rectangle 3"/>
          <p:cNvSpPr>
            <a:spLocks noGrp="1"/>
          </p:cNvSpPr>
          <p:nvPr/>
        </p:nvSpPr>
        <p:spPr>
          <a:xfrm>
            <a:off x="480060" y="1221740"/>
            <a:ext cx="8186420" cy="24682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di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74LS85是一种集成四位数值比较器，其中</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 </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为两个输入的四位二进制数；</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为比较结果的3个输出端；</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为3个扩展输入端，表示来自于低位的比较结果，通过这些扩展输入端可以将多个数值比较器级联在一起构成更多位数的数值比较器。</a:t>
            </a:r>
            <a:endParaRPr sz="2400" b="1" kern="1200" dirty="0">
              <a:solidFill>
                <a:srgbClr val="000066"/>
              </a:solidFill>
              <a:latin typeface="Arial" panose="020B0604020202020204" pitchFamily="34" charset="0"/>
              <a:ea typeface="楷体_GB2312" pitchFamily="49" charset="-122"/>
            </a:endParaRPr>
          </a:p>
        </p:txBody>
      </p:sp>
      <p:graphicFrame>
        <p:nvGraphicFramePr>
          <p:cNvPr id="3" name="对象 -2147481098"/>
          <p:cNvGraphicFramePr>
            <a:graphicFrameLocks noChangeAspect="1"/>
          </p:cNvGraphicFramePr>
          <p:nvPr/>
        </p:nvGraphicFramePr>
        <p:xfrm>
          <a:off x="7010400" y="1295400"/>
          <a:ext cx="1167130" cy="445770"/>
        </p:xfrm>
        <a:graphic>
          <a:graphicData uri="http://schemas.openxmlformats.org/presentationml/2006/ole">
            <mc:AlternateContent xmlns:mc="http://schemas.openxmlformats.org/markup-compatibility/2006">
              <mc:Choice xmlns:v="urn:schemas-microsoft-com:vml" Requires="v">
                <p:oleObj spid="_x0000_s40" name="" r:id="rId1" imgW="508000" imgH="190500" progId="Equation.DSMT4">
                  <p:embed/>
                </p:oleObj>
              </mc:Choice>
              <mc:Fallback>
                <p:oleObj name="" r:id="rId1" imgW="508000" imgH="190500" progId="Equation.DSMT4">
                  <p:embed/>
                  <p:pic>
                    <p:nvPicPr>
                      <p:cNvPr id="0" name="图片 39"/>
                      <p:cNvPicPr/>
                      <p:nvPr/>
                    </p:nvPicPr>
                    <p:blipFill>
                      <a:blip r:embed="rId2"/>
                      <a:stretch>
                        <a:fillRect/>
                      </a:stretch>
                    </p:blipFill>
                    <p:spPr>
                      <a:xfrm>
                        <a:off x="7010400" y="1295400"/>
                        <a:ext cx="1167130" cy="445770"/>
                      </a:xfrm>
                      <a:prstGeom prst="rect">
                        <a:avLst/>
                      </a:prstGeom>
                      <a:noFill/>
                      <a:ln w="38100">
                        <a:noFill/>
                        <a:miter/>
                      </a:ln>
                    </p:spPr>
                  </p:pic>
                </p:oleObj>
              </mc:Fallback>
            </mc:AlternateContent>
          </a:graphicData>
        </a:graphic>
      </p:graphicFrame>
      <p:graphicFrame>
        <p:nvGraphicFramePr>
          <p:cNvPr id="4" name="对象 -2147481097"/>
          <p:cNvGraphicFramePr>
            <a:graphicFrameLocks noChangeAspect="1"/>
          </p:cNvGraphicFramePr>
          <p:nvPr/>
        </p:nvGraphicFramePr>
        <p:xfrm>
          <a:off x="623570" y="1758950"/>
          <a:ext cx="1076325" cy="400050"/>
        </p:xfrm>
        <a:graphic>
          <a:graphicData uri="http://schemas.openxmlformats.org/presentationml/2006/ole">
            <mc:AlternateContent xmlns:mc="http://schemas.openxmlformats.org/markup-compatibility/2006">
              <mc:Choice xmlns:v="urn:schemas-microsoft-com:vml" Requires="v">
                <p:oleObj spid="_x0000_s41" name="" r:id="rId3" imgW="520700" imgH="190500" progId="Equation.DSMT4">
                  <p:embed/>
                </p:oleObj>
              </mc:Choice>
              <mc:Fallback>
                <p:oleObj name="" r:id="rId3" imgW="520700" imgH="190500" progId="Equation.DSMT4">
                  <p:embed/>
                  <p:pic>
                    <p:nvPicPr>
                      <p:cNvPr id="0" name="图片 40"/>
                      <p:cNvPicPr/>
                      <p:nvPr/>
                    </p:nvPicPr>
                    <p:blipFill>
                      <a:blip r:embed="rId4"/>
                      <a:stretch>
                        <a:fillRect/>
                      </a:stretch>
                    </p:blipFill>
                    <p:spPr>
                      <a:xfrm>
                        <a:off x="623570" y="1758950"/>
                        <a:ext cx="1076325" cy="400050"/>
                      </a:xfrm>
                      <a:prstGeom prst="rect">
                        <a:avLst/>
                      </a:prstGeom>
                      <a:noFill/>
                      <a:ln w="38100">
                        <a:noFill/>
                        <a:miter/>
                      </a:ln>
                    </p:spPr>
                  </p:pic>
                </p:oleObj>
              </mc:Fallback>
            </mc:AlternateContent>
          </a:graphicData>
        </a:graphic>
      </p:graphicFrame>
      <p:graphicFrame>
        <p:nvGraphicFramePr>
          <p:cNvPr id="5" name="对象 -2147481096"/>
          <p:cNvGraphicFramePr>
            <a:graphicFrameLocks noChangeAspect="1"/>
          </p:cNvGraphicFramePr>
          <p:nvPr/>
        </p:nvGraphicFramePr>
        <p:xfrm>
          <a:off x="5617210" y="1724660"/>
          <a:ext cx="539115" cy="412115"/>
        </p:xfrm>
        <a:graphic>
          <a:graphicData uri="http://schemas.openxmlformats.org/presentationml/2006/ole">
            <mc:AlternateContent xmlns:mc="http://schemas.openxmlformats.org/markup-compatibility/2006">
              <mc:Choice xmlns:v="urn:schemas-microsoft-com:vml" Requires="v">
                <p:oleObj spid="_x0000_s42" name="" r:id="rId5" imgW="254000" imgH="190500" progId="Equation.DSMT4">
                  <p:embed/>
                </p:oleObj>
              </mc:Choice>
              <mc:Fallback>
                <p:oleObj name="" r:id="rId5" imgW="254000" imgH="190500" progId="Equation.DSMT4">
                  <p:embed/>
                  <p:pic>
                    <p:nvPicPr>
                      <p:cNvPr id="0" name="图片 41"/>
                      <p:cNvPicPr/>
                      <p:nvPr/>
                    </p:nvPicPr>
                    <p:blipFill>
                      <a:blip r:embed="rId6"/>
                      <a:stretch>
                        <a:fillRect/>
                      </a:stretch>
                    </p:blipFill>
                    <p:spPr>
                      <a:xfrm>
                        <a:off x="5617210" y="1724660"/>
                        <a:ext cx="539115" cy="412115"/>
                      </a:xfrm>
                      <a:prstGeom prst="rect">
                        <a:avLst/>
                      </a:prstGeom>
                      <a:noFill/>
                      <a:ln w="38100">
                        <a:noFill/>
                        <a:miter/>
                      </a:ln>
                    </p:spPr>
                  </p:pic>
                </p:oleObj>
              </mc:Fallback>
            </mc:AlternateContent>
          </a:graphicData>
        </a:graphic>
      </p:graphicFrame>
      <p:graphicFrame>
        <p:nvGraphicFramePr>
          <p:cNvPr id="6" name="对象 -2147481095"/>
          <p:cNvGraphicFramePr>
            <a:graphicFrameLocks noChangeAspect="1"/>
          </p:cNvGraphicFramePr>
          <p:nvPr/>
        </p:nvGraphicFramePr>
        <p:xfrm>
          <a:off x="6309360" y="1752600"/>
          <a:ext cx="495300" cy="378460"/>
        </p:xfrm>
        <a:graphic>
          <a:graphicData uri="http://schemas.openxmlformats.org/presentationml/2006/ole">
            <mc:AlternateContent xmlns:mc="http://schemas.openxmlformats.org/markup-compatibility/2006">
              <mc:Choice xmlns:v="urn:schemas-microsoft-com:vml" Requires="v">
                <p:oleObj spid="_x0000_s43" name="" r:id="rId7" imgW="254000" imgH="190500" progId="Equation.DSMT4">
                  <p:embed/>
                </p:oleObj>
              </mc:Choice>
              <mc:Fallback>
                <p:oleObj name="" r:id="rId7" imgW="254000" imgH="190500" progId="Equation.DSMT4">
                  <p:embed/>
                  <p:pic>
                    <p:nvPicPr>
                      <p:cNvPr id="0" name="图片 42"/>
                      <p:cNvPicPr/>
                      <p:nvPr/>
                    </p:nvPicPr>
                    <p:blipFill>
                      <a:blip r:embed="rId8"/>
                      <a:stretch>
                        <a:fillRect/>
                      </a:stretch>
                    </p:blipFill>
                    <p:spPr>
                      <a:xfrm>
                        <a:off x="6309360" y="1752600"/>
                        <a:ext cx="495300" cy="378460"/>
                      </a:xfrm>
                      <a:prstGeom prst="rect">
                        <a:avLst/>
                      </a:prstGeom>
                      <a:noFill/>
                      <a:ln w="38100">
                        <a:noFill/>
                        <a:miter/>
                      </a:ln>
                    </p:spPr>
                  </p:pic>
                </p:oleObj>
              </mc:Fallback>
            </mc:AlternateContent>
          </a:graphicData>
        </a:graphic>
      </p:graphicFrame>
      <p:graphicFrame>
        <p:nvGraphicFramePr>
          <p:cNvPr id="7" name="对象 -2147481094"/>
          <p:cNvGraphicFramePr>
            <a:graphicFrameLocks noChangeAspect="1"/>
          </p:cNvGraphicFramePr>
          <p:nvPr/>
        </p:nvGraphicFramePr>
        <p:xfrm>
          <a:off x="7086600" y="1752600"/>
          <a:ext cx="539750" cy="412750"/>
        </p:xfrm>
        <a:graphic>
          <a:graphicData uri="http://schemas.openxmlformats.org/presentationml/2006/ole">
            <mc:AlternateContent xmlns:mc="http://schemas.openxmlformats.org/markup-compatibility/2006">
              <mc:Choice xmlns:v="urn:schemas-microsoft-com:vml" Requires="v">
                <p:oleObj spid="_x0000_s44" name="" r:id="rId9" imgW="254000" imgH="190500" progId="Equation.DSMT4">
                  <p:embed/>
                </p:oleObj>
              </mc:Choice>
              <mc:Fallback>
                <p:oleObj name="" r:id="rId9" imgW="254000" imgH="190500" progId="Equation.DSMT4">
                  <p:embed/>
                  <p:pic>
                    <p:nvPicPr>
                      <p:cNvPr id="0" name="图片 43"/>
                      <p:cNvPicPr/>
                      <p:nvPr/>
                    </p:nvPicPr>
                    <p:blipFill>
                      <a:blip r:embed="rId10"/>
                      <a:stretch>
                        <a:fillRect/>
                      </a:stretch>
                    </p:blipFill>
                    <p:spPr>
                      <a:xfrm>
                        <a:off x="7086600" y="1752600"/>
                        <a:ext cx="539750" cy="412750"/>
                      </a:xfrm>
                      <a:prstGeom prst="rect">
                        <a:avLst/>
                      </a:prstGeom>
                      <a:noFill/>
                      <a:ln w="38100">
                        <a:noFill/>
                        <a:miter/>
                      </a:ln>
                    </p:spPr>
                  </p:pic>
                </p:oleObj>
              </mc:Fallback>
            </mc:AlternateContent>
          </a:graphicData>
        </a:graphic>
      </p:graphicFrame>
      <p:graphicFrame>
        <p:nvGraphicFramePr>
          <p:cNvPr id="8" name="对象 -2147481065"/>
          <p:cNvGraphicFramePr>
            <a:graphicFrameLocks noChangeAspect="1"/>
          </p:cNvGraphicFramePr>
          <p:nvPr/>
        </p:nvGraphicFramePr>
        <p:xfrm>
          <a:off x="3048000" y="2133600"/>
          <a:ext cx="568325" cy="434340"/>
        </p:xfrm>
        <a:graphic>
          <a:graphicData uri="http://schemas.openxmlformats.org/presentationml/2006/ole">
            <mc:AlternateContent xmlns:mc="http://schemas.openxmlformats.org/markup-compatibility/2006">
              <mc:Choice xmlns:v="urn:schemas-microsoft-com:vml" Requires="v">
                <p:oleObj spid="_x0000_s3076" name="" r:id="rId11" imgW="254000" imgH="190500" progId="Equation.DSMT4">
                  <p:embed/>
                </p:oleObj>
              </mc:Choice>
              <mc:Fallback>
                <p:oleObj name="" r:id="rId11" imgW="254000" imgH="190500" progId="Equation.DSMT4">
                  <p:embed/>
                  <p:pic>
                    <p:nvPicPr>
                      <p:cNvPr id="0" name="图片 3075"/>
                      <p:cNvPicPr/>
                      <p:nvPr/>
                    </p:nvPicPr>
                    <p:blipFill>
                      <a:blip r:embed="rId12"/>
                      <a:stretch>
                        <a:fillRect/>
                      </a:stretch>
                    </p:blipFill>
                    <p:spPr>
                      <a:xfrm>
                        <a:off x="3048000" y="2133600"/>
                        <a:ext cx="568325" cy="434340"/>
                      </a:xfrm>
                      <a:prstGeom prst="rect">
                        <a:avLst/>
                      </a:prstGeom>
                      <a:noFill/>
                      <a:ln w="38100">
                        <a:noFill/>
                        <a:miter/>
                      </a:ln>
                    </p:spPr>
                  </p:pic>
                </p:oleObj>
              </mc:Fallback>
            </mc:AlternateContent>
          </a:graphicData>
        </a:graphic>
      </p:graphicFrame>
      <p:graphicFrame>
        <p:nvGraphicFramePr>
          <p:cNvPr id="9" name="对象 -2147481064"/>
          <p:cNvGraphicFramePr>
            <a:graphicFrameLocks noChangeAspect="1"/>
          </p:cNvGraphicFramePr>
          <p:nvPr/>
        </p:nvGraphicFramePr>
        <p:xfrm>
          <a:off x="3858260" y="2133600"/>
          <a:ext cx="597535" cy="456565"/>
        </p:xfrm>
        <a:graphic>
          <a:graphicData uri="http://schemas.openxmlformats.org/presentationml/2006/ole">
            <mc:AlternateContent xmlns:mc="http://schemas.openxmlformats.org/markup-compatibility/2006">
              <mc:Choice xmlns:v="urn:schemas-microsoft-com:vml" Requires="v">
                <p:oleObj spid="_x0000_s10" name="" r:id="rId13" imgW="254000" imgH="190500" progId="Equation.DSMT4">
                  <p:embed/>
                </p:oleObj>
              </mc:Choice>
              <mc:Fallback>
                <p:oleObj name="" r:id="rId13" imgW="254000" imgH="190500" progId="Equation.DSMT4">
                  <p:embed/>
                  <p:pic>
                    <p:nvPicPr>
                      <p:cNvPr id="0" name="图片 7"/>
                      <p:cNvPicPr/>
                      <p:nvPr/>
                    </p:nvPicPr>
                    <p:blipFill>
                      <a:blip r:embed="rId14"/>
                      <a:stretch>
                        <a:fillRect/>
                      </a:stretch>
                    </p:blipFill>
                    <p:spPr>
                      <a:xfrm>
                        <a:off x="3858260" y="2133600"/>
                        <a:ext cx="597535" cy="456565"/>
                      </a:xfrm>
                      <a:prstGeom prst="rect">
                        <a:avLst/>
                      </a:prstGeom>
                      <a:noFill/>
                      <a:ln w="38100">
                        <a:noFill/>
                        <a:miter/>
                      </a:ln>
                    </p:spPr>
                  </p:pic>
                </p:oleObj>
              </mc:Fallback>
            </mc:AlternateContent>
          </a:graphicData>
        </a:graphic>
      </p:graphicFrame>
      <p:graphicFrame>
        <p:nvGraphicFramePr>
          <p:cNvPr id="11" name="对象 -2147481063"/>
          <p:cNvGraphicFramePr>
            <a:graphicFrameLocks noChangeAspect="1"/>
          </p:cNvGraphicFramePr>
          <p:nvPr/>
        </p:nvGraphicFramePr>
        <p:xfrm>
          <a:off x="4800600" y="2133600"/>
          <a:ext cx="571500" cy="436880"/>
        </p:xfrm>
        <a:graphic>
          <a:graphicData uri="http://schemas.openxmlformats.org/presentationml/2006/ole">
            <mc:AlternateContent xmlns:mc="http://schemas.openxmlformats.org/markup-compatibility/2006">
              <mc:Choice xmlns:v="urn:schemas-microsoft-com:vml" Requires="v">
                <p:oleObj spid="_x0000_s12" name="" r:id="rId15" imgW="254000" imgH="190500" progId="Equation.DSMT4">
                  <p:embed/>
                </p:oleObj>
              </mc:Choice>
              <mc:Fallback>
                <p:oleObj name="" r:id="rId15" imgW="254000" imgH="190500" progId="Equation.DSMT4">
                  <p:embed/>
                  <p:pic>
                    <p:nvPicPr>
                      <p:cNvPr id="0" name="图片 9"/>
                      <p:cNvPicPr/>
                      <p:nvPr/>
                    </p:nvPicPr>
                    <p:blipFill>
                      <a:blip r:embed="rId16"/>
                      <a:stretch>
                        <a:fillRect/>
                      </a:stretch>
                    </p:blipFill>
                    <p:spPr>
                      <a:xfrm>
                        <a:off x="4800600" y="2133600"/>
                        <a:ext cx="571500" cy="436880"/>
                      </a:xfrm>
                      <a:prstGeom prst="rect">
                        <a:avLst/>
                      </a:prstGeom>
                      <a:noFill/>
                      <a:ln w="38100">
                        <a:noFill/>
                        <a:miter/>
                      </a:ln>
                    </p:spPr>
                  </p:pic>
                </p:oleObj>
              </mc:Fallback>
            </mc:AlternateContent>
          </a:graphicData>
        </a:graphic>
      </p:graphicFrame>
      <p:pic>
        <p:nvPicPr>
          <p:cNvPr id="9329" name="图片 2766"/>
          <p:cNvPicPr>
            <a:picLocks noChangeAspect="1"/>
          </p:cNvPicPr>
          <p:nvPr/>
        </p:nvPicPr>
        <p:blipFill>
          <a:blip r:embed="rId17"/>
          <a:stretch>
            <a:fillRect/>
          </a:stretch>
        </p:blipFill>
        <p:spPr>
          <a:xfrm>
            <a:off x="2819400" y="3657600"/>
            <a:ext cx="2958465" cy="2580640"/>
          </a:xfrm>
          <a:prstGeom prst="rect">
            <a:avLst/>
          </a:prstGeom>
          <a:noFill/>
          <a:ln>
            <a:noFill/>
          </a:ln>
        </p:spPr>
      </p:pic>
      <p:sp>
        <p:nvSpPr>
          <p:cNvPr id="100" name="文本框 99"/>
          <p:cNvSpPr txBox="1"/>
          <p:nvPr/>
        </p:nvSpPr>
        <p:spPr>
          <a:xfrm>
            <a:off x="3365500" y="6216650"/>
            <a:ext cx="2261235"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4-44 74LS85</a:t>
            </a:r>
            <a:r>
              <a:rPr lang="zh-CN" sz="1600">
                <a:ea typeface="宋体" panose="02010600030101010101" pitchFamily="2" charset="-122"/>
              </a:rPr>
              <a:t>引脚图</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14" name="图片 13" descr="HG}37UX)WE`(M%]BIAF5VL9"/>
          <p:cNvPicPr>
            <a:picLocks noChangeAspect="1"/>
          </p:cNvPicPr>
          <p:nvPr/>
        </p:nvPicPr>
        <p:blipFill>
          <a:blip r:embed="rId1"/>
          <a:stretch>
            <a:fillRect/>
          </a:stretch>
        </p:blipFill>
        <p:spPr>
          <a:xfrm>
            <a:off x="152400" y="685800"/>
            <a:ext cx="8818245" cy="5645785"/>
          </a:xfrm>
          <a:prstGeom prst="rect">
            <a:avLst/>
          </a:prstGeom>
        </p:spPr>
      </p:pic>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81429" name="矩形 481428"/>
          <p:cNvSpPr/>
          <p:nvPr/>
        </p:nvSpPr>
        <p:spPr>
          <a:xfrm>
            <a:off x="222250" y="3705225"/>
            <a:ext cx="8701405" cy="1414145"/>
          </a:xfrm>
          <a:prstGeom prst="rect">
            <a:avLst/>
          </a:prstGeom>
          <a:noFill/>
          <a:ln w="28575" cap="flat" cmpd="sng">
            <a:solidFill>
              <a:srgbClr val="33CC33"/>
            </a:solidFill>
            <a:prstDash val="solid"/>
            <a:miter/>
            <a:headEnd type="none" w="med" len="med"/>
            <a:tailEnd type="none" w="lg" len="lg"/>
          </a:ln>
        </p:spPr>
        <p:txBody>
          <a:bodyPr/>
          <a:p>
            <a:endParaRPr lang="zh-CN" altLang="en-US"/>
          </a:p>
        </p:txBody>
      </p:sp>
      <p:sp>
        <p:nvSpPr>
          <p:cNvPr id="481430" name="矩形 481429"/>
          <p:cNvSpPr/>
          <p:nvPr/>
        </p:nvSpPr>
        <p:spPr>
          <a:xfrm>
            <a:off x="231140" y="5153025"/>
            <a:ext cx="8700770" cy="360000"/>
          </a:xfrm>
          <a:prstGeom prst="rect">
            <a:avLst/>
          </a:prstGeom>
          <a:noFill/>
          <a:ln w="28575" cap="flat" cmpd="sng">
            <a:solidFill>
              <a:srgbClr val="FFFF00"/>
            </a:solidFill>
            <a:prstDash val="solid"/>
            <a:miter/>
            <a:headEnd type="none" w="med" len="med"/>
            <a:tailEnd type="none" w="lg" len="lg"/>
          </a:ln>
        </p:spPr>
        <p:txBody>
          <a:bodyPr wrap="none" anchor="ctr" anchorCtr="0"/>
          <a:p>
            <a:endParaRPr lang="en-GB" altLang="x-none" b="0">
              <a:latin typeface="Tahoma" panose="020B0604030504040204" pitchFamily="34" charset="0"/>
            </a:endParaRPr>
          </a:p>
        </p:txBody>
      </p:sp>
      <p:sp>
        <p:nvSpPr>
          <p:cNvPr id="481436" name="矩形 481435"/>
          <p:cNvSpPr/>
          <p:nvPr/>
        </p:nvSpPr>
        <p:spPr>
          <a:xfrm>
            <a:off x="228600" y="2170430"/>
            <a:ext cx="8692515" cy="1490400"/>
          </a:xfrm>
          <a:prstGeom prst="rect">
            <a:avLst/>
          </a:prstGeom>
          <a:noFill/>
          <a:ln w="28575" cap="flat" cmpd="sng">
            <a:solidFill>
              <a:srgbClr val="FF0000"/>
            </a:solidFill>
            <a:prstDash val="solid"/>
            <a:miter/>
            <a:headEnd type="none" w="med" len="med"/>
            <a:tailEnd type="none" w="lg" len="lg"/>
          </a:ln>
        </p:spPr>
        <p:txBody>
          <a:bodyPr/>
          <a:p>
            <a:endParaRPr lang="zh-CN" altLang="en-US"/>
          </a:p>
        </p:txBody>
      </p:sp>
      <p:sp>
        <p:nvSpPr>
          <p:cNvPr id="15" name="矩形 14"/>
          <p:cNvSpPr/>
          <p:nvPr/>
        </p:nvSpPr>
        <p:spPr>
          <a:xfrm>
            <a:off x="219710" y="5508625"/>
            <a:ext cx="8700770" cy="360000"/>
          </a:xfrm>
          <a:prstGeom prst="rect">
            <a:avLst/>
          </a:prstGeom>
          <a:noFill/>
          <a:ln w="28575" cap="flat" cmpd="sng">
            <a:solidFill>
              <a:srgbClr val="0070C0"/>
            </a:solidFill>
            <a:prstDash val="solid"/>
            <a:miter/>
            <a:headEnd type="none" w="med" len="med"/>
            <a:tailEnd type="none" w="lg" len="lg"/>
          </a:ln>
        </p:spPr>
        <p:txBody>
          <a:bodyPr wrap="none" anchor="ctr" anchorCtr="0"/>
          <a:p>
            <a:endParaRPr lang="en-GB" altLang="x-none" b="0">
              <a:latin typeface="Tahoma" panose="020B0604030504040204" pitchFamily="34" charset="0"/>
            </a:endParaRPr>
          </a:p>
        </p:txBody>
      </p:sp>
      <p:sp>
        <p:nvSpPr>
          <p:cNvPr id="16" name="矩形 15"/>
          <p:cNvSpPr/>
          <p:nvPr/>
        </p:nvSpPr>
        <p:spPr>
          <a:xfrm>
            <a:off x="227330" y="5889625"/>
            <a:ext cx="8700770" cy="396000"/>
          </a:xfrm>
          <a:prstGeom prst="rect">
            <a:avLst/>
          </a:prstGeom>
          <a:noFill/>
          <a:ln w="28575" cap="flat" cmpd="sng">
            <a:solidFill>
              <a:schemeClr val="tx1"/>
            </a:solidFill>
            <a:prstDash val="solid"/>
            <a:miter/>
            <a:headEnd type="none" w="med" len="med"/>
            <a:tailEnd type="none" w="lg" len="lg"/>
          </a:ln>
        </p:spPr>
        <p:txBody>
          <a:bodyPr wrap="none" anchor="ctr" anchorCtr="0"/>
          <a:p>
            <a:endParaRPr lang="en-GB" altLang="x-none" b="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81436"/>
                                        </p:tgtEl>
                                        <p:attrNameLst>
                                          <p:attrName>style.visibility</p:attrName>
                                        </p:attrNameLst>
                                      </p:cBhvr>
                                      <p:to>
                                        <p:strVal val="visible"/>
                                      </p:to>
                                    </p:set>
                                    <p:animEffect transition="in" filter="box(in)">
                                      <p:cBhvr>
                                        <p:cTn id="7" dur="500"/>
                                        <p:tgtEl>
                                          <p:spTgt spid="48143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81429"/>
                                        </p:tgtEl>
                                        <p:attrNameLst>
                                          <p:attrName>style.visibility</p:attrName>
                                        </p:attrNameLst>
                                      </p:cBhvr>
                                      <p:to>
                                        <p:strVal val="visible"/>
                                      </p:to>
                                    </p:set>
                                    <p:animEffect transition="in" filter="box(in)">
                                      <p:cBhvr>
                                        <p:cTn id="12" dur="500"/>
                                        <p:tgtEl>
                                          <p:spTgt spid="48142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81430"/>
                                        </p:tgtEl>
                                        <p:attrNameLst>
                                          <p:attrName>style.visibility</p:attrName>
                                        </p:attrNameLst>
                                      </p:cBhvr>
                                      <p:to>
                                        <p:strVal val="visible"/>
                                      </p:to>
                                    </p:set>
                                    <p:animEffect transition="in" filter="box(in)">
                                      <p:cBhvr>
                                        <p:cTn id="17" dur="500"/>
                                        <p:tgtEl>
                                          <p:spTgt spid="48143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ox(in)">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ox(in)">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430" grpId="0" bldLvl="0" animBg="1"/>
      <p:bldP spid="15" grpId="0" bldLvl="0" animBg="1"/>
      <p:bldP spid="16"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grpSp>
        <p:nvGrpSpPr>
          <p:cNvPr id="16" name="组合 15"/>
          <p:cNvGrpSpPr/>
          <p:nvPr/>
        </p:nvGrpSpPr>
        <p:grpSpPr>
          <a:xfrm>
            <a:off x="533400" y="1600200"/>
            <a:ext cx="8321040" cy="798195"/>
            <a:chOff x="840" y="2520"/>
            <a:chExt cx="13104" cy="1257"/>
          </a:xfrm>
        </p:grpSpPr>
        <p:graphicFrame>
          <p:nvGraphicFramePr>
            <p:cNvPr id="2" name="对象 731"/>
            <p:cNvGraphicFramePr>
              <a:graphicFrameLocks noChangeAspect="1"/>
            </p:cNvGraphicFramePr>
            <p:nvPr/>
          </p:nvGraphicFramePr>
          <p:xfrm>
            <a:off x="840" y="2520"/>
            <a:ext cx="13104" cy="620"/>
          </p:xfrm>
          <a:graphic>
            <a:graphicData uri="http://schemas.openxmlformats.org/presentationml/2006/ole">
              <mc:AlternateContent xmlns:mc="http://schemas.openxmlformats.org/markup-compatibility/2006">
                <mc:Choice xmlns:v="urn:schemas-microsoft-com:vml" Requires="v">
                  <p:oleObj spid="_x0000_s3076" name="" r:id="rId1" imgW="4629785" imgH="215900" progId="Equation.DSMT4">
                    <p:embed/>
                  </p:oleObj>
                </mc:Choice>
                <mc:Fallback>
                  <p:oleObj name="" r:id="rId1" imgW="4629785" imgH="215900" progId="Equation.DSMT4">
                    <p:embed/>
                    <p:pic>
                      <p:nvPicPr>
                        <p:cNvPr id="0" name="图片 3075"/>
                        <p:cNvPicPr/>
                        <p:nvPr/>
                      </p:nvPicPr>
                      <p:blipFill>
                        <a:blip r:embed="rId2"/>
                        <a:stretch>
                          <a:fillRect/>
                        </a:stretch>
                      </p:blipFill>
                      <p:spPr>
                        <a:xfrm>
                          <a:off x="840" y="2520"/>
                          <a:ext cx="13104" cy="620"/>
                        </a:xfrm>
                        <a:prstGeom prst="rect">
                          <a:avLst/>
                        </a:prstGeom>
                        <a:noFill/>
                        <a:ln w="38100">
                          <a:noFill/>
                          <a:miter/>
                        </a:ln>
                      </p:spPr>
                    </p:pic>
                  </p:oleObj>
                </mc:Fallback>
              </mc:AlternateContent>
            </a:graphicData>
          </a:graphic>
        </p:graphicFrame>
        <p:graphicFrame>
          <p:nvGraphicFramePr>
            <p:cNvPr id="3" name="对象 732"/>
            <p:cNvGraphicFramePr>
              <a:graphicFrameLocks noChangeAspect="1"/>
            </p:cNvGraphicFramePr>
            <p:nvPr/>
          </p:nvGraphicFramePr>
          <p:xfrm>
            <a:off x="1800" y="3240"/>
            <a:ext cx="6224" cy="537"/>
          </p:xfrm>
          <a:graphic>
            <a:graphicData uri="http://schemas.openxmlformats.org/presentationml/2006/ole">
              <mc:AlternateContent xmlns:mc="http://schemas.openxmlformats.org/markup-compatibility/2006">
                <mc:Choice xmlns:v="urn:schemas-microsoft-com:vml" Requires="v">
                  <p:oleObj spid="_x0000_s4" name="" r:id="rId3" imgW="2246630" imgH="190500" progId="Equation.DSMT4">
                    <p:embed/>
                  </p:oleObj>
                </mc:Choice>
                <mc:Fallback>
                  <p:oleObj name="" r:id="rId3" imgW="2246630" imgH="190500" progId="Equation.DSMT4">
                    <p:embed/>
                    <p:pic>
                      <p:nvPicPr>
                        <p:cNvPr id="0" name="图片 2"/>
                        <p:cNvPicPr/>
                        <p:nvPr/>
                      </p:nvPicPr>
                      <p:blipFill>
                        <a:blip r:embed="rId4"/>
                        <a:stretch>
                          <a:fillRect/>
                        </a:stretch>
                      </p:blipFill>
                      <p:spPr>
                        <a:xfrm>
                          <a:off x="1800" y="3240"/>
                          <a:ext cx="6224" cy="537"/>
                        </a:xfrm>
                        <a:prstGeom prst="rect">
                          <a:avLst/>
                        </a:prstGeom>
                        <a:noFill/>
                        <a:ln w="38100">
                          <a:noFill/>
                          <a:miter/>
                        </a:ln>
                      </p:spPr>
                    </p:pic>
                  </p:oleObj>
                </mc:Fallback>
              </mc:AlternateContent>
            </a:graphicData>
          </a:graphic>
        </p:graphicFrame>
        <p:pic>
          <p:nvPicPr>
            <p:cNvPr id="88" name="图片 87" descr="O{D`LH98A}6_F~8W(K$]_RW"/>
            <p:cNvPicPr>
              <a:picLocks noChangeAspect="1"/>
            </p:cNvPicPr>
            <p:nvPr/>
          </p:nvPicPr>
          <p:blipFill>
            <a:blip r:embed="rId5"/>
            <a:stretch>
              <a:fillRect/>
            </a:stretch>
          </p:blipFill>
          <p:spPr>
            <a:xfrm>
              <a:off x="3426" y="2672"/>
              <a:ext cx="381" cy="333"/>
            </a:xfrm>
            <a:prstGeom prst="rect">
              <a:avLst/>
            </a:prstGeom>
          </p:spPr>
        </p:pic>
        <p:pic>
          <p:nvPicPr>
            <p:cNvPr id="7" name="图片 6" descr="O{D`LH98A}6_F~8W(K$]_RW"/>
            <p:cNvPicPr>
              <a:picLocks noChangeAspect="1"/>
            </p:cNvPicPr>
            <p:nvPr/>
          </p:nvPicPr>
          <p:blipFill>
            <a:blip r:embed="rId5"/>
            <a:stretch>
              <a:fillRect/>
            </a:stretch>
          </p:blipFill>
          <p:spPr>
            <a:xfrm>
              <a:off x="5880" y="2706"/>
              <a:ext cx="381" cy="333"/>
            </a:xfrm>
            <a:prstGeom prst="rect">
              <a:avLst/>
            </a:prstGeom>
          </p:spPr>
        </p:pic>
        <p:pic>
          <p:nvPicPr>
            <p:cNvPr id="8" name="图片 7" descr="O{D`LH98A}6_F~8W(K$]_RW"/>
            <p:cNvPicPr>
              <a:picLocks noChangeAspect="1"/>
            </p:cNvPicPr>
            <p:nvPr/>
          </p:nvPicPr>
          <p:blipFill>
            <a:blip r:embed="rId5"/>
            <a:stretch>
              <a:fillRect/>
            </a:stretch>
          </p:blipFill>
          <p:spPr>
            <a:xfrm>
              <a:off x="7212" y="2706"/>
              <a:ext cx="381" cy="333"/>
            </a:xfrm>
            <a:prstGeom prst="rect">
              <a:avLst/>
            </a:prstGeom>
          </p:spPr>
        </p:pic>
        <p:pic>
          <p:nvPicPr>
            <p:cNvPr id="9" name="图片 8" descr="O{D`LH98A}6_F~8W(K$]_RW"/>
            <p:cNvPicPr>
              <a:picLocks noChangeAspect="1"/>
            </p:cNvPicPr>
            <p:nvPr/>
          </p:nvPicPr>
          <p:blipFill>
            <a:blip r:embed="rId5"/>
            <a:stretch>
              <a:fillRect/>
            </a:stretch>
          </p:blipFill>
          <p:spPr>
            <a:xfrm>
              <a:off x="9566" y="2706"/>
              <a:ext cx="381" cy="333"/>
            </a:xfrm>
            <a:prstGeom prst="rect">
              <a:avLst/>
            </a:prstGeom>
          </p:spPr>
        </p:pic>
        <p:pic>
          <p:nvPicPr>
            <p:cNvPr id="10" name="图片 9" descr="O{D`LH98A}6_F~8W(K$]_RW"/>
            <p:cNvPicPr>
              <a:picLocks noChangeAspect="1"/>
            </p:cNvPicPr>
            <p:nvPr/>
          </p:nvPicPr>
          <p:blipFill>
            <a:blip r:embed="rId5"/>
            <a:stretch>
              <a:fillRect/>
            </a:stretch>
          </p:blipFill>
          <p:spPr>
            <a:xfrm>
              <a:off x="10986" y="2684"/>
              <a:ext cx="381" cy="333"/>
            </a:xfrm>
            <a:prstGeom prst="rect">
              <a:avLst/>
            </a:prstGeom>
          </p:spPr>
        </p:pic>
        <p:pic>
          <p:nvPicPr>
            <p:cNvPr id="11" name="图片 10" descr="O{D`LH98A}6_F~8W(K$]_RW"/>
            <p:cNvPicPr>
              <a:picLocks noChangeAspect="1"/>
            </p:cNvPicPr>
            <p:nvPr/>
          </p:nvPicPr>
          <p:blipFill>
            <a:blip r:embed="rId5"/>
            <a:stretch>
              <a:fillRect/>
            </a:stretch>
          </p:blipFill>
          <p:spPr>
            <a:xfrm>
              <a:off x="12306" y="2706"/>
              <a:ext cx="381" cy="333"/>
            </a:xfrm>
            <a:prstGeom prst="rect">
              <a:avLst/>
            </a:prstGeom>
          </p:spPr>
        </p:pic>
        <p:pic>
          <p:nvPicPr>
            <p:cNvPr id="12" name="图片 11" descr="O{D`LH98A}6_F~8W(K$]_RW"/>
            <p:cNvPicPr>
              <a:picLocks noChangeAspect="1"/>
            </p:cNvPicPr>
            <p:nvPr/>
          </p:nvPicPr>
          <p:blipFill>
            <a:blip r:embed="rId5"/>
            <a:stretch>
              <a:fillRect/>
            </a:stretch>
          </p:blipFill>
          <p:spPr>
            <a:xfrm>
              <a:off x="2542" y="3338"/>
              <a:ext cx="381" cy="333"/>
            </a:xfrm>
            <a:prstGeom prst="rect">
              <a:avLst/>
            </a:prstGeom>
          </p:spPr>
        </p:pic>
        <p:pic>
          <p:nvPicPr>
            <p:cNvPr id="13" name="图片 12" descr="O{D`LH98A}6_F~8W(K$]_RW"/>
            <p:cNvPicPr>
              <a:picLocks noChangeAspect="1"/>
            </p:cNvPicPr>
            <p:nvPr/>
          </p:nvPicPr>
          <p:blipFill>
            <a:blip r:embed="rId5"/>
            <a:stretch>
              <a:fillRect/>
            </a:stretch>
          </p:blipFill>
          <p:spPr>
            <a:xfrm>
              <a:off x="3884" y="3338"/>
              <a:ext cx="381" cy="333"/>
            </a:xfrm>
            <a:prstGeom prst="rect">
              <a:avLst/>
            </a:prstGeom>
          </p:spPr>
        </p:pic>
        <p:pic>
          <p:nvPicPr>
            <p:cNvPr id="14" name="图片 13" descr="O{D`LH98A}6_F~8W(K$]_RW"/>
            <p:cNvPicPr>
              <a:picLocks noChangeAspect="1"/>
            </p:cNvPicPr>
            <p:nvPr/>
          </p:nvPicPr>
          <p:blipFill>
            <a:blip r:embed="rId5"/>
            <a:stretch>
              <a:fillRect/>
            </a:stretch>
          </p:blipFill>
          <p:spPr>
            <a:xfrm>
              <a:off x="5204" y="3316"/>
              <a:ext cx="381" cy="333"/>
            </a:xfrm>
            <a:prstGeom prst="rect">
              <a:avLst/>
            </a:prstGeom>
          </p:spPr>
        </p:pic>
        <p:pic>
          <p:nvPicPr>
            <p:cNvPr id="15" name="图片 14" descr="O{D`LH98A}6_F~8W(K$]_RW"/>
            <p:cNvPicPr>
              <a:picLocks noChangeAspect="1"/>
            </p:cNvPicPr>
            <p:nvPr/>
          </p:nvPicPr>
          <p:blipFill>
            <a:blip r:embed="rId5"/>
            <a:stretch>
              <a:fillRect/>
            </a:stretch>
          </p:blipFill>
          <p:spPr>
            <a:xfrm>
              <a:off x="6502" y="3338"/>
              <a:ext cx="381" cy="333"/>
            </a:xfrm>
            <a:prstGeom prst="rect">
              <a:avLst/>
            </a:prstGeom>
          </p:spPr>
        </p:pic>
      </p:grpSp>
      <p:grpSp>
        <p:nvGrpSpPr>
          <p:cNvPr id="27" name="组合 26"/>
          <p:cNvGrpSpPr/>
          <p:nvPr/>
        </p:nvGrpSpPr>
        <p:grpSpPr>
          <a:xfrm>
            <a:off x="457200" y="2438400"/>
            <a:ext cx="8371840" cy="737870"/>
            <a:chOff x="720" y="3840"/>
            <a:chExt cx="13184" cy="1162"/>
          </a:xfrm>
        </p:grpSpPr>
        <p:graphicFrame>
          <p:nvGraphicFramePr>
            <p:cNvPr id="5" name="对象 733"/>
            <p:cNvGraphicFramePr>
              <a:graphicFrameLocks noChangeAspect="1"/>
            </p:cNvGraphicFramePr>
            <p:nvPr/>
          </p:nvGraphicFramePr>
          <p:xfrm>
            <a:off x="720" y="3840"/>
            <a:ext cx="13185" cy="631"/>
          </p:xfrm>
          <a:graphic>
            <a:graphicData uri="http://schemas.openxmlformats.org/presentationml/2006/ole">
              <mc:AlternateContent xmlns:mc="http://schemas.openxmlformats.org/markup-compatibility/2006">
                <mc:Choice xmlns:v="urn:schemas-microsoft-com:vml" Requires="v">
                  <p:oleObj spid="_x0000_s6" name="" r:id="rId6" imgW="4578985" imgH="215900" progId="Equation.DSMT4">
                    <p:embed/>
                  </p:oleObj>
                </mc:Choice>
                <mc:Fallback>
                  <p:oleObj name="" r:id="rId6" imgW="4578985" imgH="215900" progId="Equation.DSMT4">
                    <p:embed/>
                    <p:pic>
                      <p:nvPicPr>
                        <p:cNvPr id="0" name="图片 3"/>
                        <p:cNvPicPr/>
                        <p:nvPr/>
                      </p:nvPicPr>
                      <p:blipFill>
                        <a:blip r:embed="rId7"/>
                        <a:stretch>
                          <a:fillRect/>
                        </a:stretch>
                      </p:blipFill>
                      <p:spPr>
                        <a:xfrm>
                          <a:off x="720" y="3840"/>
                          <a:ext cx="13185" cy="631"/>
                        </a:xfrm>
                        <a:prstGeom prst="rect">
                          <a:avLst/>
                        </a:prstGeom>
                        <a:noFill/>
                        <a:ln w="38100">
                          <a:noFill/>
                          <a:miter/>
                        </a:ln>
                      </p:spPr>
                    </p:pic>
                  </p:oleObj>
                </mc:Fallback>
              </mc:AlternateContent>
            </a:graphicData>
          </a:graphic>
        </p:graphicFrame>
        <p:graphicFrame>
          <p:nvGraphicFramePr>
            <p:cNvPr id="17" name="对象 734"/>
            <p:cNvGraphicFramePr>
              <a:graphicFrameLocks noChangeAspect="1"/>
            </p:cNvGraphicFramePr>
            <p:nvPr/>
          </p:nvGraphicFramePr>
          <p:xfrm>
            <a:off x="1800" y="4440"/>
            <a:ext cx="6485" cy="563"/>
          </p:xfrm>
          <a:graphic>
            <a:graphicData uri="http://schemas.openxmlformats.org/presentationml/2006/ole">
              <mc:AlternateContent xmlns:mc="http://schemas.openxmlformats.org/markup-compatibility/2006">
                <mc:Choice xmlns:v="urn:schemas-microsoft-com:vml" Requires="v">
                  <p:oleObj spid="_x0000_s18" name="" r:id="rId8" imgW="2233930" imgH="190500" progId="Equation.DSMT4">
                    <p:embed/>
                  </p:oleObj>
                </mc:Choice>
                <mc:Fallback>
                  <p:oleObj name="" r:id="rId8" imgW="2233930" imgH="190500" progId="Equation.DSMT4">
                    <p:embed/>
                    <p:pic>
                      <p:nvPicPr>
                        <p:cNvPr id="0" name="图片 4"/>
                        <p:cNvPicPr/>
                        <p:nvPr/>
                      </p:nvPicPr>
                      <p:blipFill>
                        <a:blip r:embed="rId9"/>
                        <a:stretch>
                          <a:fillRect/>
                        </a:stretch>
                      </p:blipFill>
                      <p:spPr>
                        <a:xfrm>
                          <a:off x="1800" y="4440"/>
                          <a:ext cx="6485" cy="563"/>
                        </a:xfrm>
                        <a:prstGeom prst="rect">
                          <a:avLst/>
                        </a:prstGeom>
                        <a:noFill/>
                        <a:ln w="38100">
                          <a:noFill/>
                          <a:miter/>
                        </a:ln>
                      </p:spPr>
                    </p:pic>
                  </p:oleObj>
                </mc:Fallback>
              </mc:AlternateContent>
            </a:graphicData>
          </a:graphic>
        </p:graphicFrame>
        <p:pic>
          <p:nvPicPr>
            <p:cNvPr id="19" name="图片 18" descr="O{D`LH98A}6_F~8W(K$]_RW"/>
            <p:cNvPicPr>
              <a:picLocks noChangeAspect="1"/>
            </p:cNvPicPr>
            <p:nvPr/>
          </p:nvPicPr>
          <p:blipFill>
            <a:blip r:embed="rId5"/>
            <a:stretch>
              <a:fillRect/>
            </a:stretch>
          </p:blipFill>
          <p:spPr>
            <a:xfrm>
              <a:off x="3316" y="4026"/>
              <a:ext cx="381" cy="333"/>
            </a:xfrm>
            <a:prstGeom prst="rect">
              <a:avLst/>
            </a:prstGeom>
          </p:spPr>
        </p:pic>
        <p:pic>
          <p:nvPicPr>
            <p:cNvPr id="20" name="图片 19" descr="O{D`LH98A}6_F~8W(K$]_RW"/>
            <p:cNvPicPr>
              <a:picLocks noChangeAspect="1"/>
            </p:cNvPicPr>
            <p:nvPr/>
          </p:nvPicPr>
          <p:blipFill>
            <a:blip r:embed="rId5"/>
            <a:stretch>
              <a:fillRect/>
            </a:stretch>
          </p:blipFill>
          <p:spPr>
            <a:xfrm>
              <a:off x="5738" y="4036"/>
              <a:ext cx="381" cy="333"/>
            </a:xfrm>
            <a:prstGeom prst="rect">
              <a:avLst/>
            </a:prstGeom>
          </p:spPr>
        </p:pic>
        <p:pic>
          <p:nvPicPr>
            <p:cNvPr id="21" name="图片 20" descr="O{D`LH98A}6_F~8W(K$]_RW"/>
            <p:cNvPicPr>
              <a:picLocks noChangeAspect="1"/>
            </p:cNvPicPr>
            <p:nvPr/>
          </p:nvPicPr>
          <p:blipFill>
            <a:blip r:embed="rId5"/>
            <a:stretch>
              <a:fillRect/>
            </a:stretch>
          </p:blipFill>
          <p:spPr>
            <a:xfrm>
              <a:off x="7156" y="4036"/>
              <a:ext cx="381" cy="333"/>
            </a:xfrm>
            <a:prstGeom prst="rect">
              <a:avLst/>
            </a:prstGeom>
          </p:spPr>
        </p:pic>
        <p:pic>
          <p:nvPicPr>
            <p:cNvPr id="22" name="图片 21" descr="O{D`LH98A}6_F~8W(K$]_RW"/>
            <p:cNvPicPr>
              <a:picLocks noChangeAspect="1"/>
            </p:cNvPicPr>
            <p:nvPr/>
          </p:nvPicPr>
          <p:blipFill>
            <a:blip r:embed="rId5"/>
            <a:stretch>
              <a:fillRect/>
            </a:stretch>
          </p:blipFill>
          <p:spPr>
            <a:xfrm>
              <a:off x="9502" y="4026"/>
              <a:ext cx="381" cy="333"/>
            </a:xfrm>
            <a:prstGeom prst="rect">
              <a:avLst/>
            </a:prstGeom>
          </p:spPr>
        </p:pic>
        <p:pic>
          <p:nvPicPr>
            <p:cNvPr id="23" name="图片 22" descr="O{D`LH98A}6_F~8W(K$]_RW"/>
            <p:cNvPicPr>
              <a:picLocks noChangeAspect="1"/>
            </p:cNvPicPr>
            <p:nvPr/>
          </p:nvPicPr>
          <p:blipFill>
            <a:blip r:embed="rId5"/>
            <a:stretch>
              <a:fillRect/>
            </a:stretch>
          </p:blipFill>
          <p:spPr>
            <a:xfrm>
              <a:off x="10920" y="4026"/>
              <a:ext cx="381" cy="333"/>
            </a:xfrm>
            <a:prstGeom prst="rect">
              <a:avLst/>
            </a:prstGeom>
          </p:spPr>
        </p:pic>
        <p:pic>
          <p:nvPicPr>
            <p:cNvPr id="24" name="图片 23" descr="O{D`LH98A}6_F~8W(K$]_RW"/>
            <p:cNvPicPr>
              <a:picLocks noChangeAspect="1"/>
            </p:cNvPicPr>
            <p:nvPr/>
          </p:nvPicPr>
          <p:blipFill>
            <a:blip r:embed="rId5"/>
            <a:stretch>
              <a:fillRect/>
            </a:stretch>
          </p:blipFill>
          <p:spPr>
            <a:xfrm>
              <a:off x="12240" y="4036"/>
              <a:ext cx="381" cy="333"/>
            </a:xfrm>
            <a:prstGeom prst="rect">
              <a:avLst/>
            </a:prstGeom>
          </p:spPr>
        </p:pic>
        <p:pic>
          <p:nvPicPr>
            <p:cNvPr id="25" name="图片 24" descr="O{D`LH98A}6_F~8W(K$]_RW"/>
            <p:cNvPicPr>
              <a:picLocks noChangeAspect="1"/>
            </p:cNvPicPr>
            <p:nvPr/>
          </p:nvPicPr>
          <p:blipFill>
            <a:blip r:embed="rId5"/>
            <a:stretch>
              <a:fillRect/>
            </a:stretch>
          </p:blipFill>
          <p:spPr>
            <a:xfrm>
              <a:off x="2574" y="4560"/>
              <a:ext cx="381" cy="333"/>
            </a:xfrm>
            <a:prstGeom prst="rect">
              <a:avLst/>
            </a:prstGeom>
          </p:spPr>
        </p:pic>
        <p:pic>
          <p:nvPicPr>
            <p:cNvPr id="26" name="图片 25" descr="O{D`LH98A}6_F~8W(K$]_RW"/>
            <p:cNvPicPr>
              <a:picLocks noChangeAspect="1"/>
            </p:cNvPicPr>
            <p:nvPr/>
          </p:nvPicPr>
          <p:blipFill>
            <a:blip r:embed="rId5"/>
            <a:stretch>
              <a:fillRect/>
            </a:stretch>
          </p:blipFill>
          <p:spPr>
            <a:xfrm>
              <a:off x="3960" y="4560"/>
              <a:ext cx="381" cy="333"/>
            </a:xfrm>
            <a:prstGeom prst="rect">
              <a:avLst/>
            </a:prstGeom>
          </p:spPr>
        </p:pic>
        <p:pic>
          <p:nvPicPr>
            <p:cNvPr id="28" name="图片 27" descr="O{D`LH98A}6_F~8W(K$]_RW"/>
            <p:cNvPicPr>
              <a:picLocks noChangeAspect="1"/>
            </p:cNvPicPr>
            <p:nvPr/>
          </p:nvPicPr>
          <p:blipFill>
            <a:blip r:embed="rId5"/>
            <a:stretch>
              <a:fillRect/>
            </a:stretch>
          </p:blipFill>
          <p:spPr>
            <a:xfrm>
              <a:off x="5334" y="4560"/>
              <a:ext cx="381" cy="333"/>
            </a:xfrm>
            <a:prstGeom prst="rect">
              <a:avLst/>
            </a:prstGeom>
          </p:spPr>
        </p:pic>
        <p:pic>
          <p:nvPicPr>
            <p:cNvPr id="29" name="图片 28" descr="O{D`LH98A}6_F~8W(K$]_RW"/>
            <p:cNvPicPr>
              <a:picLocks noChangeAspect="1"/>
            </p:cNvPicPr>
            <p:nvPr/>
          </p:nvPicPr>
          <p:blipFill>
            <a:blip r:embed="rId5"/>
            <a:stretch>
              <a:fillRect/>
            </a:stretch>
          </p:blipFill>
          <p:spPr>
            <a:xfrm>
              <a:off x="6720" y="4560"/>
              <a:ext cx="381" cy="333"/>
            </a:xfrm>
            <a:prstGeom prst="rect">
              <a:avLst/>
            </a:prstGeom>
          </p:spPr>
        </p:pic>
      </p:grpSp>
      <p:grpSp>
        <p:nvGrpSpPr>
          <p:cNvPr id="32" name="组合 31"/>
          <p:cNvGrpSpPr/>
          <p:nvPr/>
        </p:nvGrpSpPr>
        <p:grpSpPr>
          <a:xfrm>
            <a:off x="457200" y="3276600"/>
            <a:ext cx="4612640" cy="355600"/>
            <a:chOff x="720" y="5040"/>
            <a:chExt cx="7264" cy="560"/>
          </a:xfrm>
        </p:grpSpPr>
        <p:graphicFrame>
          <p:nvGraphicFramePr>
            <p:cNvPr id="30" name="对象 735"/>
            <p:cNvGraphicFramePr>
              <a:graphicFrameLocks noChangeAspect="1"/>
            </p:cNvGraphicFramePr>
            <p:nvPr/>
          </p:nvGraphicFramePr>
          <p:xfrm>
            <a:off x="720" y="5040"/>
            <a:ext cx="7265" cy="560"/>
          </p:xfrm>
          <a:graphic>
            <a:graphicData uri="http://schemas.openxmlformats.org/presentationml/2006/ole">
              <mc:AlternateContent xmlns:mc="http://schemas.openxmlformats.org/markup-compatibility/2006">
                <mc:Choice xmlns:v="urn:schemas-microsoft-com:vml" Requires="v">
                  <p:oleObj spid="_x0000_s31" name="" r:id="rId10" imgW="2513330" imgH="190500" progId="Equation.DSMT4">
                    <p:embed/>
                  </p:oleObj>
                </mc:Choice>
                <mc:Fallback>
                  <p:oleObj name="" r:id="rId10" imgW="2513330" imgH="190500" progId="Equation.DSMT4">
                    <p:embed/>
                    <p:pic>
                      <p:nvPicPr>
                        <p:cNvPr id="0" name="图片 5"/>
                        <p:cNvPicPr/>
                        <p:nvPr/>
                      </p:nvPicPr>
                      <p:blipFill>
                        <a:blip r:embed="rId11"/>
                        <a:stretch>
                          <a:fillRect/>
                        </a:stretch>
                      </p:blipFill>
                      <p:spPr>
                        <a:xfrm>
                          <a:off x="720" y="5040"/>
                          <a:ext cx="7265" cy="560"/>
                        </a:xfrm>
                        <a:prstGeom prst="rect">
                          <a:avLst/>
                        </a:prstGeom>
                        <a:noFill/>
                        <a:ln w="38100">
                          <a:noFill/>
                          <a:miter/>
                        </a:ln>
                      </p:spPr>
                    </p:pic>
                  </p:oleObj>
                </mc:Fallback>
              </mc:AlternateContent>
            </a:graphicData>
          </a:graphic>
        </p:graphicFrame>
        <p:pic>
          <p:nvPicPr>
            <p:cNvPr id="33" name="图片 32" descr="O{D`LH98A}6_F~8W(K$]_RW"/>
            <p:cNvPicPr>
              <a:picLocks noChangeAspect="1"/>
            </p:cNvPicPr>
            <p:nvPr/>
          </p:nvPicPr>
          <p:blipFill>
            <a:blip r:embed="rId5"/>
            <a:stretch>
              <a:fillRect/>
            </a:stretch>
          </p:blipFill>
          <p:spPr>
            <a:xfrm>
              <a:off x="2312" y="5160"/>
              <a:ext cx="381" cy="333"/>
            </a:xfrm>
            <a:prstGeom prst="rect">
              <a:avLst/>
            </a:prstGeom>
          </p:spPr>
        </p:pic>
        <p:pic>
          <p:nvPicPr>
            <p:cNvPr id="34" name="图片 33" descr="O{D`LH98A}6_F~8W(K$]_RW"/>
            <p:cNvPicPr>
              <a:picLocks noChangeAspect="1"/>
            </p:cNvPicPr>
            <p:nvPr/>
          </p:nvPicPr>
          <p:blipFill>
            <a:blip r:embed="rId5"/>
            <a:stretch>
              <a:fillRect/>
            </a:stretch>
          </p:blipFill>
          <p:spPr>
            <a:xfrm>
              <a:off x="3654" y="5160"/>
              <a:ext cx="381" cy="333"/>
            </a:xfrm>
            <a:prstGeom prst="rect">
              <a:avLst/>
            </a:prstGeom>
          </p:spPr>
        </p:pic>
        <p:pic>
          <p:nvPicPr>
            <p:cNvPr id="35" name="图片 34" descr="O{D`LH98A}6_F~8W(K$]_RW"/>
            <p:cNvPicPr>
              <a:picLocks noChangeAspect="1"/>
            </p:cNvPicPr>
            <p:nvPr/>
          </p:nvPicPr>
          <p:blipFill>
            <a:blip r:embed="rId5"/>
            <a:stretch>
              <a:fillRect/>
            </a:stretch>
          </p:blipFill>
          <p:spPr>
            <a:xfrm>
              <a:off x="5094" y="5160"/>
              <a:ext cx="381" cy="333"/>
            </a:xfrm>
            <a:prstGeom prst="rect">
              <a:avLst/>
            </a:prstGeom>
          </p:spPr>
        </p:pic>
        <p:pic>
          <p:nvPicPr>
            <p:cNvPr id="36" name="图片 35" descr="O{D`LH98A}6_F~8W(K$]_RW"/>
            <p:cNvPicPr>
              <a:picLocks noChangeAspect="1"/>
            </p:cNvPicPr>
            <p:nvPr/>
          </p:nvPicPr>
          <p:blipFill>
            <a:blip r:embed="rId5"/>
            <a:stretch>
              <a:fillRect/>
            </a:stretch>
          </p:blipFill>
          <p:spPr>
            <a:xfrm>
              <a:off x="6436" y="5160"/>
              <a:ext cx="381" cy="333"/>
            </a:xfrm>
            <a:prstGeom prst="rect">
              <a:avLst/>
            </a:prstGeom>
          </p:spPr>
        </p:pic>
      </p:grpSp>
      <p:grpSp>
        <p:nvGrpSpPr>
          <p:cNvPr id="42" name="组合 41"/>
          <p:cNvGrpSpPr/>
          <p:nvPr/>
        </p:nvGrpSpPr>
        <p:grpSpPr>
          <a:xfrm>
            <a:off x="505460" y="3810000"/>
            <a:ext cx="8267700" cy="1559560"/>
            <a:chOff x="796" y="6000"/>
            <a:chExt cx="13020" cy="2456"/>
          </a:xfrm>
        </p:grpSpPr>
        <p:sp>
          <p:nvSpPr>
            <p:cNvPr id="37" name="Rectangle 3"/>
            <p:cNvSpPr>
              <a:spLocks noGrp="1"/>
            </p:cNvSpPr>
            <p:nvPr/>
          </p:nvSpPr>
          <p:spPr>
            <a:xfrm>
              <a:off x="796" y="6000"/>
              <a:ext cx="13020" cy="245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由上述输出表达式可知，当电路中只用一片74LS85时，需要将三个扩展输入端</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进行相应的处理，具体来说将</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均接入低电平，</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接入高电平。</a:t>
              </a:r>
              <a:endParaRPr sz="2400" b="1" kern="1200" dirty="0">
                <a:solidFill>
                  <a:srgbClr val="000066"/>
                </a:solidFill>
                <a:latin typeface="Arial" panose="020B0604020202020204" pitchFamily="34" charset="0"/>
                <a:ea typeface="楷体_GB2312" pitchFamily="49" charset="-122"/>
              </a:endParaRPr>
            </a:p>
          </p:txBody>
        </p:sp>
        <p:graphicFrame>
          <p:nvGraphicFramePr>
            <p:cNvPr id="38" name="对象 736"/>
            <p:cNvGraphicFramePr>
              <a:graphicFrameLocks noChangeAspect="1"/>
            </p:cNvGraphicFramePr>
            <p:nvPr/>
          </p:nvGraphicFramePr>
          <p:xfrm>
            <a:off x="5880" y="6840"/>
            <a:ext cx="831" cy="635"/>
          </p:xfrm>
          <a:graphic>
            <a:graphicData uri="http://schemas.openxmlformats.org/presentationml/2006/ole">
              <mc:AlternateContent xmlns:mc="http://schemas.openxmlformats.org/markup-compatibility/2006">
                <mc:Choice xmlns:v="urn:schemas-microsoft-com:vml" Requires="v">
                  <p:oleObj spid="_x0000_s39" name="" r:id="rId12" imgW="254000" imgH="190500" progId="Equation.DSMT4">
                    <p:embed/>
                  </p:oleObj>
                </mc:Choice>
                <mc:Fallback>
                  <p:oleObj name="" r:id="rId12" imgW="254000" imgH="190500" progId="Equation.DSMT4">
                    <p:embed/>
                    <p:pic>
                      <p:nvPicPr>
                        <p:cNvPr id="0" name="图片 32"/>
                        <p:cNvPicPr/>
                        <p:nvPr/>
                      </p:nvPicPr>
                      <p:blipFill>
                        <a:blip r:embed="rId13"/>
                        <a:stretch>
                          <a:fillRect/>
                        </a:stretch>
                      </p:blipFill>
                      <p:spPr>
                        <a:xfrm>
                          <a:off x="5880" y="6840"/>
                          <a:ext cx="831" cy="635"/>
                        </a:xfrm>
                        <a:prstGeom prst="rect">
                          <a:avLst/>
                        </a:prstGeom>
                        <a:noFill/>
                        <a:ln w="38100">
                          <a:noFill/>
                          <a:miter/>
                        </a:ln>
                      </p:spPr>
                    </p:pic>
                  </p:oleObj>
                </mc:Fallback>
              </mc:AlternateContent>
            </a:graphicData>
          </a:graphic>
        </p:graphicFrame>
        <p:graphicFrame>
          <p:nvGraphicFramePr>
            <p:cNvPr id="40" name="对象 737"/>
            <p:cNvGraphicFramePr>
              <a:graphicFrameLocks noChangeAspect="1"/>
            </p:cNvGraphicFramePr>
            <p:nvPr/>
          </p:nvGraphicFramePr>
          <p:xfrm>
            <a:off x="7244" y="6862"/>
            <a:ext cx="891" cy="681"/>
          </p:xfrm>
          <a:graphic>
            <a:graphicData uri="http://schemas.openxmlformats.org/presentationml/2006/ole">
              <mc:AlternateContent xmlns:mc="http://schemas.openxmlformats.org/markup-compatibility/2006">
                <mc:Choice xmlns:v="urn:schemas-microsoft-com:vml" Requires="v">
                  <p:oleObj spid="_x0000_s41" name="" r:id="rId14" imgW="254000" imgH="190500" progId="Equation.DSMT4">
                    <p:embed/>
                  </p:oleObj>
                </mc:Choice>
                <mc:Fallback>
                  <p:oleObj name="" r:id="rId14" imgW="254000" imgH="190500" progId="Equation.DSMT4">
                    <p:embed/>
                    <p:pic>
                      <p:nvPicPr>
                        <p:cNvPr id="0" name="图片 33"/>
                        <p:cNvPicPr/>
                        <p:nvPr/>
                      </p:nvPicPr>
                      <p:blipFill>
                        <a:blip r:embed="rId15"/>
                        <a:stretch>
                          <a:fillRect/>
                        </a:stretch>
                      </p:blipFill>
                      <p:spPr>
                        <a:xfrm>
                          <a:off x="7244" y="6862"/>
                          <a:ext cx="891" cy="681"/>
                        </a:xfrm>
                        <a:prstGeom prst="rect">
                          <a:avLst/>
                        </a:prstGeom>
                        <a:noFill/>
                        <a:ln w="38100">
                          <a:noFill/>
                          <a:miter/>
                        </a:ln>
                      </p:spPr>
                    </p:pic>
                  </p:oleObj>
                </mc:Fallback>
              </mc:AlternateContent>
            </a:graphicData>
          </a:graphic>
        </p:graphicFrame>
        <p:graphicFrame>
          <p:nvGraphicFramePr>
            <p:cNvPr id="43" name="对象 738"/>
            <p:cNvGraphicFramePr>
              <a:graphicFrameLocks noChangeAspect="1"/>
            </p:cNvGraphicFramePr>
            <p:nvPr/>
          </p:nvGraphicFramePr>
          <p:xfrm>
            <a:off x="8879" y="6842"/>
            <a:ext cx="875" cy="669"/>
          </p:xfrm>
          <a:graphic>
            <a:graphicData uri="http://schemas.openxmlformats.org/presentationml/2006/ole">
              <mc:AlternateContent xmlns:mc="http://schemas.openxmlformats.org/markup-compatibility/2006">
                <mc:Choice xmlns:v="urn:schemas-microsoft-com:vml" Requires="v">
                  <p:oleObj spid="_x0000_s44" name="" r:id="rId16" imgW="254000" imgH="190500" progId="Equation.DSMT4">
                    <p:embed/>
                  </p:oleObj>
                </mc:Choice>
                <mc:Fallback>
                  <p:oleObj name="" r:id="rId16" imgW="254000" imgH="190500" progId="Equation.DSMT4">
                    <p:embed/>
                    <p:pic>
                      <p:nvPicPr>
                        <p:cNvPr id="0" name="图片 34"/>
                        <p:cNvPicPr/>
                        <p:nvPr/>
                      </p:nvPicPr>
                      <p:blipFill>
                        <a:blip r:embed="rId17"/>
                        <a:stretch>
                          <a:fillRect/>
                        </a:stretch>
                      </p:blipFill>
                      <p:spPr>
                        <a:xfrm>
                          <a:off x="8879" y="6842"/>
                          <a:ext cx="875" cy="669"/>
                        </a:xfrm>
                        <a:prstGeom prst="rect">
                          <a:avLst/>
                        </a:prstGeom>
                        <a:noFill/>
                        <a:ln w="38100">
                          <a:noFill/>
                          <a:miter/>
                        </a:ln>
                      </p:spPr>
                    </p:pic>
                  </p:oleObj>
                </mc:Fallback>
              </mc:AlternateContent>
            </a:graphicData>
          </a:graphic>
        </p:graphicFrame>
        <p:graphicFrame>
          <p:nvGraphicFramePr>
            <p:cNvPr id="45" name="对象 736"/>
            <p:cNvGraphicFramePr>
              <a:graphicFrameLocks noChangeAspect="1"/>
            </p:cNvGraphicFramePr>
            <p:nvPr/>
          </p:nvGraphicFramePr>
          <p:xfrm>
            <a:off x="3408" y="7488"/>
            <a:ext cx="831" cy="635"/>
          </p:xfrm>
          <a:graphic>
            <a:graphicData uri="http://schemas.openxmlformats.org/presentationml/2006/ole">
              <mc:AlternateContent xmlns:mc="http://schemas.openxmlformats.org/markup-compatibility/2006">
                <mc:Choice xmlns:v="urn:schemas-microsoft-com:vml" Requires="v">
                  <p:oleObj spid="_x0000_s46" name="" r:id="rId18" imgW="254000" imgH="190500" progId="Equation.DSMT4">
                    <p:embed/>
                  </p:oleObj>
                </mc:Choice>
                <mc:Fallback>
                  <p:oleObj name="" r:id="rId18" imgW="254000" imgH="190500" progId="Equation.DSMT4">
                    <p:embed/>
                    <p:pic>
                      <p:nvPicPr>
                        <p:cNvPr id="0" name="图片 32"/>
                        <p:cNvPicPr/>
                        <p:nvPr/>
                      </p:nvPicPr>
                      <p:blipFill>
                        <a:blip r:embed="rId13"/>
                        <a:stretch>
                          <a:fillRect/>
                        </a:stretch>
                      </p:blipFill>
                      <p:spPr>
                        <a:xfrm>
                          <a:off x="3408" y="7488"/>
                          <a:ext cx="831" cy="635"/>
                        </a:xfrm>
                        <a:prstGeom prst="rect">
                          <a:avLst/>
                        </a:prstGeom>
                        <a:noFill/>
                        <a:ln w="38100">
                          <a:noFill/>
                          <a:miter/>
                        </a:ln>
                      </p:spPr>
                    </p:pic>
                  </p:oleObj>
                </mc:Fallback>
              </mc:AlternateContent>
            </a:graphicData>
          </a:graphic>
        </p:graphicFrame>
        <p:graphicFrame>
          <p:nvGraphicFramePr>
            <p:cNvPr id="47" name="对象 737"/>
            <p:cNvGraphicFramePr>
              <a:graphicFrameLocks noChangeAspect="1"/>
            </p:cNvGraphicFramePr>
            <p:nvPr/>
          </p:nvGraphicFramePr>
          <p:xfrm>
            <a:off x="4870" y="7488"/>
            <a:ext cx="891" cy="681"/>
          </p:xfrm>
          <a:graphic>
            <a:graphicData uri="http://schemas.openxmlformats.org/presentationml/2006/ole">
              <mc:AlternateContent xmlns:mc="http://schemas.openxmlformats.org/markup-compatibility/2006">
                <mc:Choice xmlns:v="urn:schemas-microsoft-com:vml" Requires="v">
                  <p:oleObj spid="_x0000_s48" name="" r:id="rId19" imgW="254000" imgH="190500" progId="Equation.DSMT4">
                    <p:embed/>
                  </p:oleObj>
                </mc:Choice>
                <mc:Fallback>
                  <p:oleObj name="" r:id="rId19" imgW="254000" imgH="190500" progId="Equation.DSMT4">
                    <p:embed/>
                    <p:pic>
                      <p:nvPicPr>
                        <p:cNvPr id="0" name="图片 33"/>
                        <p:cNvPicPr/>
                        <p:nvPr/>
                      </p:nvPicPr>
                      <p:blipFill>
                        <a:blip r:embed="rId15"/>
                        <a:stretch>
                          <a:fillRect/>
                        </a:stretch>
                      </p:blipFill>
                      <p:spPr>
                        <a:xfrm>
                          <a:off x="4870" y="7488"/>
                          <a:ext cx="891" cy="681"/>
                        </a:xfrm>
                        <a:prstGeom prst="rect">
                          <a:avLst/>
                        </a:prstGeom>
                        <a:noFill/>
                        <a:ln w="38100">
                          <a:noFill/>
                          <a:miter/>
                        </a:ln>
                      </p:spPr>
                    </p:pic>
                  </p:oleObj>
                </mc:Fallback>
              </mc:AlternateContent>
            </a:graphicData>
          </a:graphic>
        </p:graphicFrame>
        <p:graphicFrame>
          <p:nvGraphicFramePr>
            <p:cNvPr id="49" name="对象 738"/>
            <p:cNvGraphicFramePr>
              <a:graphicFrameLocks noChangeAspect="1"/>
            </p:cNvGraphicFramePr>
            <p:nvPr/>
          </p:nvGraphicFramePr>
          <p:xfrm>
            <a:off x="8880" y="7528"/>
            <a:ext cx="875" cy="669"/>
          </p:xfrm>
          <a:graphic>
            <a:graphicData uri="http://schemas.openxmlformats.org/presentationml/2006/ole">
              <mc:AlternateContent xmlns:mc="http://schemas.openxmlformats.org/markup-compatibility/2006">
                <mc:Choice xmlns:v="urn:schemas-microsoft-com:vml" Requires="v">
                  <p:oleObj spid="_x0000_s50" name="" r:id="rId20" imgW="254000" imgH="190500" progId="Equation.DSMT4">
                    <p:embed/>
                  </p:oleObj>
                </mc:Choice>
                <mc:Fallback>
                  <p:oleObj name="" r:id="rId20" imgW="254000" imgH="190500" progId="Equation.DSMT4">
                    <p:embed/>
                    <p:pic>
                      <p:nvPicPr>
                        <p:cNvPr id="0" name="图片 34"/>
                        <p:cNvPicPr/>
                        <p:nvPr/>
                      </p:nvPicPr>
                      <p:blipFill>
                        <a:blip r:embed="rId17"/>
                        <a:stretch>
                          <a:fillRect/>
                        </a:stretch>
                      </p:blipFill>
                      <p:spPr>
                        <a:xfrm>
                          <a:off x="8880" y="7528"/>
                          <a:ext cx="875" cy="669"/>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500" fill="hold">
                                          <p:stCondLst>
                                            <p:cond delay="0"/>
                                          </p:stCondLst>
                                        </p:cTn>
                                        <p:tgtEl>
                                          <p:spTgt spid="32"/>
                                        </p:tgtEl>
                                        <p:attrNameLst>
                                          <p:attrName>style.visibility</p:attrName>
                                        </p:attrNameLst>
                                      </p:cBhvr>
                                      <p:to>
                                        <p:strVal val="visible"/>
                                      </p:to>
                                    </p:set>
                                    <p:animEffect transition="in" filter="box(in)">
                                      <p:cBhvr>
                                        <p:cTn id="13" dur="500"/>
                                        <p:tgtEl>
                                          <p:spTgt spid="32"/>
                                        </p:tgtEl>
                                      </p:cBhvr>
                                    </p:animEffect>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nodeType="clickEffect">
                                  <p:stCondLst>
                                    <p:cond delay="0"/>
                                  </p:stCondLst>
                                  <p:childTnLst>
                                    <p:set>
                                      <p:cBhvr>
                                        <p:cTn id="17" dur="1" fill="hold">
                                          <p:stCondLst>
                                            <p:cond delay="0"/>
                                          </p:stCondLst>
                                        </p:cTn>
                                        <p:tgtEl>
                                          <p:spTgt spid="42"/>
                                        </p:tgtEl>
                                        <p:attrNameLst>
                                          <p:attrName>style.visibility</p:attrName>
                                        </p:attrNameLst>
                                      </p:cBhvr>
                                      <p:to>
                                        <p:strVal val="visible"/>
                                      </p:to>
                                    </p:set>
                                    <p:anim to="" calcmode="lin" valueType="num">
                                      <p:cBhvr>
                                        <p:cTn id="18" dur="1" fill="hold"/>
                                        <p:tgtEl>
                                          <p:spTgt spid="4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文本框 28"/>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3" name="Rectangle 3"/>
          <p:cNvSpPr>
            <a:spLocks noGrp="1"/>
          </p:cNvSpPr>
          <p:nvPr/>
        </p:nvSpPr>
        <p:spPr>
          <a:xfrm>
            <a:off x="1219200" y="1143000"/>
            <a:ext cx="3230245" cy="5378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a:t>
            </a:r>
            <a:r>
              <a:rPr sz="2400" b="1" kern="1200" dirty="0">
                <a:solidFill>
                  <a:srgbClr val="FE09D6"/>
                </a:solidFill>
                <a:latin typeface="Times New Roman" panose="02020603050405020304" charset="0"/>
                <a:ea typeface="楷体_GB2312" pitchFamily="49" charset="-122"/>
                <a:cs typeface="Times New Roman" panose="02020603050405020304" charset="0"/>
              </a:rPr>
              <a:t>数值比较器的级联</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2" name="Rectangle 3"/>
          <p:cNvSpPr>
            <a:spLocks noGrp="1"/>
          </p:cNvSpPr>
          <p:nvPr/>
        </p:nvSpPr>
        <p:spPr>
          <a:xfrm>
            <a:off x="632460" y="1498600"/>
            <a:ext cx="7992110" cy="14033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当用74LS85来比较四位以上的二进制数大小时，需要两片或两片以上的74LS85通过级联的方式才能实现。级联又可分为串联和并联两种方式。</a:t>
            </a:r>
            <a:endParaRPr sz="2400" b="1" kern="1200" dirty="0">
              <a:solidFill>
                <a:srgbClr val="000066"/>
              </a:solidFill>
              <a:latin typeface="Arial" panose="020B0604020202020204" pitchFamily="34" charset="0"/>
              <a:ea typeface="楷体_GB2312" pitchFamily="49" charset="-122"/>
            </a:endParaRPr>
          </a:p>
        </p:txBody>
      </p:sp>
      <p:sp>
        <p:nvSpPr>
          <p:cNvPr id="28" name="Rectangle 3"/>
          <p:cNvSpPr>
            <a:spLocks noGrp="1"/>
          </p:cNvSpPr>
          <p:nvPr/>
        </p:nvSpPr>
        <p:spPr>
          <a:xfrm>
            <a:off x="635000" y="2768600"/>
            <a:ext cx="7992110" cy="10560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【例4-10】试用两片74LS85通过串联方式构成一个八位二进制数值比较器，并简述其工作原理。</a:t>
            </a:r>
            <a:endParaRPr sz="2400" b="1" kern="1200" dirty="0">
              <a:solidFill>
                <a:srgbClr val="000066"/>
              </a:solidFill>
              <a:latin typeface="Arial" panose="020B0604020202020204" pitchFamily="34" charset="0"/>
              <a:ea typeface="楷体_GB2312" pitchFamily="49" charset="-122"/>
            </a:endParaRPr>
          </a:p>
        </p:txBody>
      </p:sp>
      <p:pic>
        <p:nvPicPr>
          <p:cNvPr id="9330" name="图片 2767"/>
          <p:cNvPicPr>
            <a:picLocks noChangeAspect="1"/>
          </p:cNvPicPr>
          <p:nvPr>
            <p:custDataLst>
              <p:tags r:id="rId1"/>
            </p:custDataLst>
          </p:nvPr>
        </p:nvPicPr>
        <p:blipFill>
          <a:blip r:embed="rId2"/>
          <a:stretch>
            <a:fillRect/>
          </a:stretch>
        </p:blipFill>
        <p:spPr>
          <a:xfrm>
            <a:off x="1219200" y="3733800"/>
            <a:ext cx="7182485" cy="29673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linds(horizontal)">
                                      <p:cBhvr>
                                        <p:cTn id="7" dur="500"/>
                                        <p:tgtEl>
                                          <p:spTgt spid="28"/>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9330"/>
                                        </p:tgtEl>
                                        <p:attrNameLst>
                                          <p:attrName>style.visibility</p:attrName>
                                        </p:attrNameLst>
                                      </p:cBhvr>
                                      <p:to>
                                        <p:strVal val="visible"/>
                                      </p:to>
                                    </p:set>
                                    <p:anim calcmode="lin" valueType="num">
                                      <p:cBhvr additive="base">
                                        <p:cTn id="11" dur="500" fill="hold"/>
                                        <p:tgtEl>
                                          <p:spTgt spid="9330"/>
                                        </p:tgtEl>
                                        <p:attrNameLst>
                                          <p:attrName>ppt_x</p:attrName>
                                        </p:attrNameLst>
                                      </p:cBhvr>
                                      <p:tavLst>
                                        <p:tav tm="0">
                                          <p:val>
                                            <p:strVal val="#ppt_x"/>
                                          </p:val>
                                        </p:tav>
                                        <p:tav tm="100000">
                                          <p:val>
                                            <p:strVal val="#ppt_x"/>
                                          </p:val>
                                        </p:tav>
                                      </p:tavLst>
                                    </p:anim>
                                    <p:anim calcmode="lin" valueType="num">
                                      <p:cBhvr additive="base">
                                        <p:cTn id="12" dur="500" fill="hold"/>
                                        <p:tgtEl>
                                          <p:spTgt spid="93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文本框 28"/>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28" name="Rectangle 3"/>
          <p:cNvSpPr>
            <a:spLocks noGrp="1"/>
          </p:cNvSpPr>
          <p:nvPr/>
        </p:nvSpPr>
        <p:spPr>
          <a:xfrm>
            <a:off x="609600" y="1170940"/>
            <a:ext cx="7992110" cy="10560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【例4-11】试用74LS85通过并联方式构成一个十六位二进制数值比较器，并简述其工作原理。</a:t>
            </a:r>
            <a:endParaRPr sz="2400" b="1" kern="1200" dirty="0">
              <a:solidFill>
                <a:srgbClr val="000066"/>
              </a:solidFill>
              <a:latin typeface="Arial" panose="020B0604020202020204" pitchFamily="34" charset="0"/>
              <a:ea typeface="楷体_GB2312" pitchFamily="49" charset="-122"/>
            </a:endParaRPr>
          </a:p>
        </p:txBody>
      </p:sp>
      <p:pic>
        <p:nvPicPr>
          <p:cNvPr id="9331" name="图片 2768"/>
          <p:cNvPicPr>
            <a:picLocks noChangeAspect="1"/>
          </p:cNvPicPr>
          <p:nvPr/>
        </p:nvPicPr>
        <p:blipFill>
          <a:blip r:embed="rId1"/>
          <a:stretch>
            <a:fillRect/>
          </a:stretch>
        </p:blipFill>
        <p:spPr>
          <a:xfrm>
            <a:off x="914400" y="2286000"/>
            <a:ext cx="7386320" cy="4343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500" fill="hold">
                                          <p:stCondLst>
                                            <p:cond delay="0"/>
                                          </p:stCondLst>
                                        </p:cTn>
                                        <p:tgtEl>
                                          <p:spTgt spid="9331"/>
                                        </p:tgtEl>
                                        <p:attrNameLst>
                                          <p:attrName>style.visibility</p:attrName>
                                        </p:attrNameLst>
                                      </p:cBhvr>
                                      <p:to>
                                        <p:strVal val="visible"/>
                                      </p:to>
                                    </p:set>
                                    <p:animEffect transition="in" filter="wheel(1)">
                                      <p:cBhvr>
                                        <p:cTn id="7" dur="500"/>
                                        <p:tgtEl>
                                          <p:spTgt spid="9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09600" y="2057400"/>
            <a:ext cx="8003540" cy="274828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对于某个逻辑门的一组输入信号而言，由于它们经过导线的长度或者路径上逻辑门的级数不同，这组信号到达该逻辑门输入端的时间有先后之分，这一现象称为竞争。竞争可能导致该逻辑门实际的输出与理想的输出不一致，从而导致输出端产生干扰脉冲。这种竞争导致的输出端产生干扰脉冲的现象称为冒险。</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682750" y="533400"/>
            <a:ext cx="637667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4.4 </a:t>
            </a:r>
            <a:r>
              <a:rPr b="1" dirty="0">
                <a:solidFill>
                  <a:srgbClr val="FF0000"/>
                </a:solidFill>
                <a:latin typeface="黑体" panose="02010609060101010101" pitchFamily="49" charset="-122"/>
                <a:ea typeface="黑体" panose="02010609060101010101" pitchFamily="49" charset="-122"/>
                <a:sym typeface="+mn-ea"/>
              </a:rPr>
              <a:t>组合逻辑电路的竞争-冒险</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6146" name="Rectangle 2"/>
          <p:cNvSpPr>
            <a:spLocks noGrp="1"/>
          </p:cNvSpPr>
          <p:nvPr>
            <p:ph type="title"/>
          </p:nvPr>
        </p:nvSpPr>
        <p:spPr>
          <a:xfrm>
            <a:off x="762000" y="1295400"/>
            <a:ext cx="584962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4.4.</a:t>
            </a:r>
            <a:r>
              <a:rPr sz="2800" i="0" dirty="0">
                <a:solidFill>
                  <a:srgbClr val="0070C0"/>
                </a:solidFill>
                <a:latin typeface="黑体" panose="02010609060101010101" pitchFamily="49" charset="-122"/>
                <a:ea typeface="黑体" panose="02010609060101010101" pitchFamily="49" charset="-122"/>
              </a:rPr>
              <a:t>1 竞争-冒险现象产生的原因</a:t>
            </a:r>
            <a:endParaRPr sz="2800" i="0" dirty="0">
              <a:solidFill>
                <a:srgbClr val="0070C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文本框 28"/>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682750" y="533400"/>
            <a:ext cx="637667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4.4 </a:t>
            </a:r>
            <a:r>
              <a:rPr b="1" dirty="0">
                <a:solidFill>
                  <a:srgbClr val="FF0000"/>
                </a:solidFill>
                <a:latin typeface="黑体" panose="02010609060101010101" pitchFamily="49" charset="-122"/>
                <a:ea typeface="黑体" panose="02010609060101010101" pitchFamily="49" charset="-122"/>
                <a:sym typeface="+mn-ea"/>
              </a:rPr>
              <a:t>组合逻辑电路的竞争-冒险</a:t>
            </a:r>
            <a:endParaRPr b="1" dirty="0">
              <a:solidFill>
                <a:srgbClr val="FF0000"/>
              </a:solidFill>
              <a:latin typeface="黑体" panose="02010609060101010101" pitchFamily="49" charset="-122"/>
              <a:ea typeface="黑体" panose="02010609060101010101" pitchFamily="49" charset="-122"/>
              <a:sym typeface="+mn-ea"/>
            </a:endParaRPr>
          </a:p>
        </p:txBody>
      </p:sp>
      <p:grpSp>
        <p:nvGrpSpPr>
          <p:cNvPr id="6" name="组合 5"/>
          <p:cNvGrpSpPr/>
          <p:nvPr/>
        </p:nvGrpSpPr>
        <p:grpSpPr>
          <a:xfrm>
            <a:off x="1143000" y="1447800"/>
            <a:ext cx="3474720" cy="3847465"/>
            <a:chOff x="1800" y="2400"/>
            <a:chExt cx="5472" cy="6059"/>
          </a:xfrm>
        </p:grpSpPr>
        <p:pic>
          <p:nvPicPr>
            <p:cNvPr id="9332" name="图片 2769"/>
            <p:cNvPicPr>
              <a:picLocks noChangeAspect="1"/>
            </p:cNvPicPr>
            <p:nvPr/>
          </p:nvPicPr>
          <p:blipFill>
            <a:blip r:embed="rId1"/>
            <a:stretch>
              <a:fillRect/>
            </a:stretch>
          </p:blipFill>
          <p:spPr>
            <a:xfrm>
              <a:off x="3000" y="2400"/>
              <a:ext cx="2593" cy="5491"/>
            </a:xfrm>
            <a:prstGeom prst="rect">
              <a:avLst/>
            </a:prstGeom>
            <a:noFill/>
            <a:ln>
              <a:noFill/>
            </a:ln>
          </p:spPr>
        </p:pic>
        <p:sp>
          <p:nvSpPr>
            <p:cNvPr id="100" name="文本框 99"/>
            <p:cNvSpPr txBox="1"/>
            <p:nvPr/>
          </p:nvSpPr>
          <p:spPr>
            <a:xfrm>
              <a:off x="1800" y="7929"/>
              <a:ext cx="5473" cy="531"/>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4-47 </a:t>
              </a:r>
              <a:r>
                <a:rPr lang="zh-CN" sz="1600">
                  <a:ea typeface="宋体" panose="02010600030101010101" pitchFamily="2" charset="-122"/>
                </a:rPr>
                <a:t>与门产生正脉冲的竞争</a:t>
              </a:r>
              <a:r>
                <a:rPr lang="en-US" sz="1600">
                  <a:latin typeface="Times New Roman" panose="02020603050405020304" charset="0"/>
                  <a:ea typeface="宋体" panose="02010600030101010101" pitchFamily="2" charset="-122"/>
                </a:rPr>
                <a:t>-</a:t>
              </a:r>
              <a:r>
                <a:rPr lang="zh-CN" sz="1600">
                  <a:ea typeface="宋体" panose="02010600030101010101" pitchFamily="2" charset="-122"/>
                </a:rPr>
                <a:t>冒险</a:t>
              </a:r>
              <a:endParaRPr lang="zh-CN" altLang="en-US" sz="1600"/>
            </a:p>
          </p:txBody>
        </p:sp>
      </p:grpSp>
      <p:grpSp>
        <p:nvGrpSpPr>
          <p:cNvPr id="7" name="组合 6"/>
          <p:cNvGrpSpPr/>
          <p:nvPr/>
        </p:nvGrpSpPr>
        <p:grpSpPr>
          <a:xfrm>
            <a:off x="4876800" y="1447800"/>
            <a:ext cx="3331210" cy="3872865"/>
            <a:chOff x="7680" y="2400"/>
            <a:chExt cx="5246" cy="6099"/>
          </a:xfrm>
        </p:grpSpPr>
        <p:pic>
          <p:nvPicPr>
            <p:cNvPr id="9333" name="图片 2770"/>
            <p:cNvPicPr>
              <a:picLocks noChangeAspect="1"/>
            </p:cNvPicPr>
            <p:nvPr/>
          </p:nvPicPr>
          <p:blipFill>
            <a:blip r:embed="rId2"/>
            <a:stretch>
              <a:fillRect/>
            </a:stretch>
          </p:blipFill>
          <p:spPr>
            <a:xfrm>
              <a:off x="8640" y="2400"/>
              <a:ext cx="2625" cy="5506"/>
            </a:xfrm>
            <a:prstGeom prst="rect">
              <a:avLst/>
            </a:prstGeom>
            <a:noFill/>
            <a:ln>
              <a:noFill/>
            </a:ln>
          </p:spPr>
        </p:pic>
        <p:sp>
          <p:nvSpPr>
            <p:cNvPr id="4" name="文本框 3"/>
            <p:cNvSpPr txBox="1"/>
            <p:nvPr/>
          </p:nvSpPr>
          <p:spPr>
            <a:xfrm>
              <a:off x="7680" y="7969"/>
              <a:ext cx="5246" cy="531"/>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4-48 </a:t>
              </a:r>
              <a:r>
                <a:rPr lang="zh-CN" sz="1600">
                  <a:ea typeface="宋体" panose="02010600030101010101" pitchFamily="2" charset="-122"/>
                </a:rPr>
                <a:t>或门产生负脉冲的竞争</a:t>
              </a:r>
              <a:r>
                <a:rPr lang="en-US" sz="1600">
                  <a:latin typeface="Times New Roman" panose="02020603050405020304" charset="0"/>
                  <a:ea typeface="宋体" panose="02010600030101010101" pitchFamily="2" charset="-122"/>
                </a:rPr>
                <a:t>-</a:t>
              </a:r>
              <a:r>
                <a:rPr lang="zh-CN" sz="1600">
                  <a:ea typeface="宋体" panose="02010600030101010101" pitchFamily="2" charset="-122"/>
                </a:rPr>
                <a:t>冒险</a:t>
              </a:r>
              <a:endParaRPr lang="zh-CN" altLang="en-US" sz="1600"/>
            </a:p>
          </p:txBody>
        </p:sp>
      </p:grpSp>
      <p:sp>
        <p:nvSpPr>
          <p:cNvPr id="8" name="Rectangle 3"/>
          <p:cNvSpPr>
            <a:spLocks noGrp="1"/>
          </p:cNvSpPr>
          <p:nvPr>
            <p:ph idx="1"/>
          </p:nvPr>
        </p:nvSpPr>
        <p:spPr>
          <a:xfrm>
            <a:off x="381000" y="5334000"/>
            <a:ext cx="8437880" cy="1474470"/>
          </a:xfrm>
        </p:spPr>
        <p:txBody>
          <a:bodyPr vert="horz" wrap="square" lIns="91440" tIns="45720" rIns="91440" bIns="45720" anchor="t" anchorCtr="0"/>
          <a:p>
            <a:pPr marL="0" indent="0" algn="di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一个逻辑电路是否存在竞争-冒险现象产生，可以通过简化后的表达式去判断。若简化后的表达式能表示成</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或</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的形式，则该逻辑电路存在竞争-冒险现象。</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2" name="对象 -2147481787"/>
          <p:cNvGraphicFramePr>
            <a:graphicFrameLocks noChangeAspect="1"/>
          </p:cNvGraphicFramePr>
          <p:nvPr/>
        </p:nvGraphicFramePr>
        <p:xfrm>
          <a:off x="7377430" y="5825490"/>
          <a:ext cx="1035050" cy="378460"/>
        </p:xfrm>
        <a:graphic>
          <a:graphicData uri="http://schemas.openxmlformats.org/presentationml/2006/ole">
            <mc:AlternateContent xmlns:mc="http://schemas.openxmlformats.org/markup-compatibility/2006">
              <mc:Choice xmlns:v="urn:schemas-microsoft-com:vml" Requires="v">
                <p:oleObj spid="_x0000_s3076" name="" r:id="rId3" imgW="494665" imgH="177800" progId="Equation.DSMT4">
                  <p:embed/>
                </p:oleObj>
              </mc:Choice>
              <mc:Fallback>
                <p:oleObj name="" r:id="rId3" imgW="494665" imgH="177800" progId="Equation.DSMT4">
                  <p:embed/>
                  <p:pic>
                    <p:nvPicPr>
                      <p:cNvPr id="0" name="图片 3075"/>
                      <p:cNvPicPr/>
                      <p:nvPr/>
                    </p:nvPicPr>
                    <p:blipFill>
                      <a:blip r:embed="rId4"/>
                      <a:stretch>
                        <a:fillRect/>
                      </a:stretch>
                    </p:blipFill>
                    <p:spPr>
                      <a:xfrm>
                        <a:off x="7377430" y="5825490"/>
                        <a:ext cx="1035050" cy="378460"/>
                      </a:xfrm>
                      <a:prstGeom prst="rect">
                        <a:avLst/>
                      </a:prstGeom>
                      <a:noFill/>
                      <a:ln w="38100">
                        <a:noFill/>
                        <a:miter/>
                      </a:ln>
                    </p:spPr>
                  </p:pic>
                </p:oleObj>
              </mc:Fallback>
            </mc:AlternateContent>
          </a:graphicData>
        </a:graphic>
      </p:graphicFrame>
      <p:graphicFrame>
        <p:nvGraphicFramePr>
          <p:cNvPr id="3" name="对象 -2147481786"/>
          <p:cNvGraphicFramePr>
            <a:graphicFrameLocks noChangeAspect="1"/>
          </p:cNvGraphicFramePr>
          <p:nvPr/>
        </p:nvGraphicFramePr>
        <p:xfrm>
          <a:off x="457200" y="6248400"/>
          <a:ext cx="1151255" cy="381635"/>
        </p:xfrm>
        <a:graphic>
          <a:graphicData uri="http://schemas.openxmlformats.org/presentationml/2006/ole">
            <mc:AlternateContent xmlns:mc="http://schemas.openxmlformats.org/markup-compatibility/2006">
              <mc:Choice xmlns:v="urn:schemas-microsoft-com:vml" Requires="v">
                <p:oleObj spid="_x0000_s9" name="" r:id="rId5" imgW="545465" imgH="177800" progId="Equation.DSMT4">
                  <p:embed/>
                </p:oleObj>
              </mc:Choice>
              <mc:Fallback>
                <p:oleObj name="" r:id="rId5" imgW="545465" imgH="177800" progId="Equation.DSMT4">
                  <p:embed/>
                  <p:pic>
                    <p:nvPicPr>
                      <p:cNvPr id="0" name="图片 8"/>
                      <p:cNvPicPr/>
                      <p:nvPr/>
                    </p:nvPicPr>
                    <p:blipFill>
                      <a:blip r:embed="rId6"/>
                      <a:stretch>
                        <a:fillRect/>
                      </a:stretch>
                    </p:blipFill>
                    <p:spPr>
                      <a:xfrm>
                        <a:off x="457200" y="6248400"/>
                        <a:ext cx="1151255" cy="38163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blinds(horizontal)">
                                      <p:cBhvr>
                                        <p:cTn id="15" dur="500"/>
                                        <p:tgtEl>
                                          <p:spTgt spid="8">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par>
                                <p:cTn id="19" presetID="3" presetClass="entr" presetSubtype="1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linds(horizontal)">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143000"/>
            <a:ext cx="8003540" cy="67564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判断电路</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是否存在竞争-冒险现象</a:t>
            </a:r>
            <a:r>
              <a:rPr lang="en-US" altLang="zh-CN" sz="2400" b="1" kern="1200" dirty="0">
                <a:solidFill>
                  <a:srgbClr val="000066"/>
                </a:solidFill>
                <a:latin typeface="Arial" panose="020B0604020202020204" pitchFamily="34" charset="0"/>
                <a:ea typeface="楷体_GB2312" pitchFamily="49" charset="-122"/>
              </a:rPr>
              <a:t>?</a:t>
            </a:r>
            <a:endParaRPr lang="en-US" altLang="zh-CN"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682750" y="533400"/>
            <a:ext cx="637667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4.4 </a:t>
            </a:r>
            <a:r>
              <a:rPr b="1" dirty="0">
                <a:solidFill>
                  <a:srgbClr val="FF0000"/>
                </a:solidFill>
                <a:latin typeface="黑体" panose="02010609060101010101" pitchFamily="49" charset="-122"/>
                <a:ea typeface="黑体" panose="02010609060101010101" pitchFamily="49" charset="-122"/>
                <a:sym typeface="+mn-ea"/>
              </a:rPr>
              <a:t>组合逻辑电路的竞争-冒险</a:t>
            </a:r>
            <a:endParaRPr b="1" dirty="0">
              <a:solidFill>
                <a:srgbClr val="FF0000"/>
              </a:solidFill>
              <a:latin typeface="黑体" panose="02010609060101010101" pitchFamily="49" charset="-122"/>
              <a:ea typeface="黑体" panose="02010609060101010101" pitchFamily="49" charset="-122"/>
              <a:sym typeface="+mn-ea"/>
            </a:endParaRPr>
          </a:p>
        </p:txBody>
      </p:sp>
      <p:graphicFrame>
        <p:nvGraphicFramePr>
          <p:cNvPr id="2" name="对象 -2147481785"/>
          <p:cNvGraphicFramePr>
            <a:graphicFrameLocks noChangeAspect="1"/>
          </p:cNvGraphicFramePr>
          <p:nvPr/>
        </p:nvGraphicFramePr>
        <p:xfrm>
          <a:off x="2528570" y="1170940"/>
          <a:ext cx="2357120" cy="480060"/>
        </p:xfrm>
        <a:graphic>
          <a:graphicData uri="http://schemas.openxmlformats.org/presentationml/2006/ole">
            <mc:AlternateContent xmlns:mc="http://schemas.openxmlformats.org/markup-compatibility/2006">
              <mc:Choice xmlns:v="urn:schemas-microsoft-com:vml" Requires="v">
                <p:oleObj spid="_x0000_s3076" name="" r:id="rId1" imgW="1078230" imgH="215900" progId="Equation.DSMT4">
                  <p:embed/>
                </p:oleObj>
              </mc:Choice>
              <mc:Fallback>
                <p:oleObj name="" r:id="rId1" imgW="1078230" imgH="215900" progId="Equation.DSMT4">
                  <p:embed/>
                  <p:pic>
                    <p:nvPicPr>
                      <p:cNvPr id="0" name="图片 3075"/>
                      <p:cNvPicPr/>
                      <p:nvPr/>
                    </p:nvPicPr>
                    <p:blipFill>
                      <a:blip r:embed="rId2"/>
                      <a:stretch>
                        <a:fillRect/>
                      </a:stretch>
                    </p:blipFill>
                    <p:spPr>
                      <a:xfrm>
                        <a:off x="2528570" y="1170940"/>
                        <a:ext cx="2357120" cy="480060"/>
                      </a:xfrm>
                      <a:prstGeom prst="rect">
                        <a:avLst/>
                      </a:prstGeom>
                      <a:noFill/>
                      <a:ln w="38100">
                        <a:noFill/>
                        <a:miter/>
                      </a:ln>
                    </p:spPr>
                  </p:pic>
                </p:oleObj>
              </mc:Fallback>
            </mc:AlternateContent>
          </a:graphicData>
        </a:graphic>
      </p:graphicFrame>
      <p:grpSp>
        <p:nvGrpSpPr>
          <p:cNvPr id="3" name="组合 2"/>
          <p:cNvGrpSpPr/>
          <p:nvPr/>
        </p:nvGrpSpPr>
        <p:grpSpPr>
          <a:xfrm>
            <a:off x="482600" y="1549400"/>
            <a:ext cx="7992110" cy="553720"/>
            <a:chOff x="760" y="2800"/>
            <a:chExt cx="12586" cy="872"/>
          </a:xfrm>
        </p:grpSpPr>
        <p:sp>
          <p:nvSpPr>
            <p:cNvPr id="28" name="Rectangle 3"/>
            <p:cNvSpPr>
              <a:spLocks noGrp="1"/>
            </p:cNvSpPr>
            <p:nvPr/>
          </p:nvSpPr>
          <p:spPr>
            <a:xfrm>
              <a:off x="760" y="2800"/>
              <a:ext cx="12586" cy="87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解：</a:t>
              </a:r>
              <a:r>
                <a:rPr sz="2400" b="1" kern="1200" dirty="0">
                  <a:solidFill>
                    <a:srgbClr val="000066"/>
                  </a:solidFill>
                  <a:latin typeface="Arial" panose="020B0604020202020204" pitchFamily="34" charset="0"/>
                  <a:ea typeface="楷体_GB2312" pitchFamily="49" charset="-122"/>
                </a:rPr>
                <a:t>若</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，则有</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，因此该电路存在竞争-冒险现象。</a:t>
              </a:r>
              <a:endParaRPr sz="2400" b="1" kern="1200" dirty="0">
                <a:solidFill>
                  <a:srgbClr val="000066"/>
                </a:solidFill>
                <a:latin typeface="Arial" panose="020B0604020202020204" pitchFamily="34" charset="0"/>
                <a:ea typeface="楷体_GB2312" pitchFamily="49" charset="-122"/>
              </a:endParaRPr>
            </a:p>
          </p:txBody>
        </p:sp>
        <p:pic>
          <p:nvPicPr>
            <p:cNvPr id="4" name="对象 841"/>
            <p:cNvPicPr>
              <a:picLocks noChangeAspect="1"/>
            </p:cNvPicPr>
            <p:nvPr/>
          </p:nvPicPr>
          <p:blipFill>
            <a:blip r:embed="rId3"/>
            <a:stretch>
              <a:fillRect/>
            </a:stretch>
          </p:blipFill>
          <p:spPr>
            <a:xfrm>
              <a:off x="3382" y="2990"/>
              <a:ext cx="1882" cy="536"/>
            </a:xfrm>
            <a:prstGeom prst="rect">
              <a:avLst/>
            </a:prstGeom>
            <a:noFill/>
            <a:ln w="9525">
              <a:noFill/>
            </a:ln>
          </p:spPr>
        </p:pic>
        <p:pic>
          <p:nvPicPr>
            <p:cNvPr id="5" name="对象 842"/>
            <p:cNvPicPr>
              <a:picLocks noChangeAspect="1"/>
            </p:cNvPicPr>
            <p:nvPr/>
          </p:nvPicPr>
          <p:blipFill>
            <a:blip r:embed="rId4"/>
            <a:stretch>
              <a:fillRect/>
            </a:stretch>
          </p:blipFill>
          <p:spPr>
            <a:xfrm>
              <a:off x="6720" y="2880"/>
              <a:ext cx="1654" cy="632"/>
            </a:xfrm>
            <a:prstGeom prst="rect">
              <a:avLst/>
            </a:prstGeom>
            <a:noFill/>
            <a:ln w="9525">
              <a:noFill/>
            </a:ln>
          </p:spPr>
        </p:pic>
      </p:grpSp>
      <p:sp>
        <p:nvSpPr>
          <p:cNvPr id="6" name="Rectangle 3"/>
          <p:cNvSpPr>
            <a:spLocks noGrp="1"/>
          </p:cNvSpPr>
          <p:nvPr/>
        </p:nvSpPr>
        <p:spPr>
          <a:xfrm>
            <a:off x="533400" y="3343910"/>
            <a:ext cx="8003540" cy="14801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在输入信号发生跳变的同时，对可能产生干扰脉冲输出的逻辑门引入一个脉冲信号将其封锁，在竞争-冒险时间过后再将封锁脉冲撤销。</a:t>
            </a:r>
            <a:endParaRPr lang="zh-CN" altLang="en-US" sz="2400" b="1" kern="1200" dirty="0">
              <a:solidFill>
                <a:srgbClr val="000066"/>
              </a:solidFill>
              <a:latin typeface="Arial" panose="020B0604020202020204" pitchFamily="34" charset="0"/>
              <a:ea typeface="楷体_GB2312" pitchFamily="49" charset="-122"/>
            </a:endParaRPr>
          </a:p>
        </p:txBody>
      </p:sp>
      <p:sp>
        <p:nvSpPr>
          <p:cNvPr id="7" name="Rectangle 2"/>
          <p:cNvSpPr>
            <a:spLocks noGrp="1"/>
          </p:cNvSpPr>
          <p:nvPr>
            <p:ph type="title"/>
          </p:nvPr>
        </p:nvSpPr>
        <p:spPr>
          <a:xfrm>
            <a:off x="533400" y="2430780"/>
            <a:ext cx="584962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4.4.</a:t>
            </a:r>
            <a:r>
              <a:rPr lang="en-US" sz="2800" i="0" dirty="0">
                <a:solidFill>
                  <a:srgbClr val="0070C0"/>
                </a:solidFill>
                <a:latin typeface="黑体" panose="02010609060101010101" pitchFamily="49" charset="-122"/>
                <a:ea typeface="黑体" panose="02010609060101010101" pitchFamily="49" charset="-122"/>
              </a:rPr>
              <a:t>2</a:t>
            </a:r>
            <a:r>
              <a:rPr sz="2800" i="0" dirty="0">
                <a:solidFill>
                  <a:srgbClr val="0070C0"/>
                </a:solidFill>
                <a:latin typeface="黑体" panose="02010609060101010101" pitchFamily="49" charset="-122"/>
                <a:ea typeface="黑体" panose="02010609060101010101" pitchFamily="49" charset="-122"/>
              </a:rPr>
              <a:t> 消除竞争-冒险现象的方法</a:t>
            </a:r>
            <a:endParaRPr sz="2800" i="0" dirty="0">
              <a:solidFill>
                <a:srgbClr val="0070C0"/>
              </a:solidFill>
              <a:latin typeface="黑体" panose="02010609060101010101" pitchFamily="49" charset="-122"/>
              <a:ea typeface="黑体" panose="02010609060101010101" pitchFamily="49" charset="-122"/>
            </a:endParaRPr>
          </a:p>
        </p:txBody>
      </p:sp>
      <p:sp>
        <p:nvSpPr>
          <p:cNvPr id="8" name="Rectangle 3"/>
          <p:cNvSpPr>
            <a:spLocks noGrp="1"/>
          </p:cNvSpPr>
          <p:nvPr/>
        </p:nvSpPr>
        <p:spPr>
          <a:xfrm>
            <a:off x="1143000" y="2928620"/>
            <a:ext cx="3230245" cy="5378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a:t>
            </a:r>
            <a:r>
              <a:rPr sz="2400" b="1" kern="1200" dirty="0">
                <a:solidFill>
                  <a:srgbClr val="FE09D6"/>
                </a:solidFill>
                <a:latin typeface="Times New Roman" panose="02020603050405020304" charset="0"/>
                <a:ea typeface="楷体_GB2312" pitchFamily="49" charset="-122"/>
                <a:cs typeface="Times New Roman" panose="02020603050405020304" charset="0"/>
              </a:rPr>
              <a:t>加封锁脉冲</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9" name="Rectangle 3"/>
          <p:cNvSpPr>
            <a:spLocks noGrp="1"/>
          </p:cNvSpPr>
          <p:nvPr/>
        </p:nvSpPr>
        <p:spPr>
          <a:xfrm>
            <a:off x="1137920" y="4683760"/>
            <a:ext cx="3230245" cy="5378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a:t>
            </a:r>
            <a:r>
              <a:rPr sz="2400" b="1" kern="1200" dirty="0">
                <a:solidFill>
                  <a:srgbClr val="FE09D6"/>
                </a:solidFill>
                <a:latin typeface="Times New Roman" panose="02020603050405020304" charset="0"/>
                <a:ea typeface="楷体_GB2312" pitchFamily="49" charset="-122"/>
                <a:cs typeface="Times New Roman" panose="02020603050405020304" charset="0"/>
              </a:rPr>
              <a:t>修改设计逻辑</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17" name="组合 16"/>
          <p:cNvGrpSpPr/>
          <p:nvPr/>
        </p:nvGrpSpPr>
        <p:grpSpPr>
          <a:xfrm>
            <a:off x="528320" y="5099050"/>
            <a:ext cx="8003540" cy="1479550"/>
            <a:chOff x="832" y="7670"/>
            <a:chExt cx="12604" cy="2330"/>
          </a:xfrm>
        </p:grpSpPr>
        <p:sp>
          <p:nvSpPr>
            <p:cNvPr id="10" name="Rectangle 3"/>
            <p:cNvSpPr>
              <a:spLocks noGrp="1"/>
            </p:cNvSpPr>
            <p:nvPr/>
          </p:nvSpPr>
          <p:spPr>
            <a:xfrm>
              <a:off x="832" y="7670"/>
              <a:ext cx="12604" cy="233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对输出逻辑表达式进行变换，使其不再出现</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或</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 </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的形式。具体来说，对于</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型采用消去互补相乘项来实现，对于</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型通过增加冗余项来实现。</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11" name="对象 -2147481787"/>
            <p:cNvGraphicFramePr>
              <a:graphicFrameLocks noChangeAspect="1"/>
            </p:cNvGraphicFramePr>
            <p:nvPr/>
          </p:nvGraphicFramePr>
          <p:xfrm>
            <a:off x="11134" y="7734"/>
            <a:ext cx="1630" cy="596"/>
          </p:xfrm>
          <a:graphic>
            <a:graphicData uri="http://schemas.openxmlformats.org/presentationml/2006/ole">
              <mc:AlternateContent xmlns:mc="http://schemas.openxmlformats.org/markup-compatibility/2006">
                <mc:Choice xmlns:v="urn:schemas-microsoft-com:vml" Requires="v">
                  <p:oleObj spid="_x0000_s12" name="" r:id="rId5" imgW="494665" imgH="177800" progId="Equation.DSMT4">
                    <p:embed/>
                  </p:oleObj>
                </mc:Choice>
                <mc:Fallback>
                  <p:oleObj name="" r:id="rId5" imgW="494665" imgH="177800" progId="Equation.DSMT4">
                    <p:embed/>
                    <p:pic>
                      <p:nvPicPr>
                        <p:cNvPr id="0" name="图片 3075"/>
                        <p:cNvPicPr/>
                        <p:nvPr/>
                      </p:nvPicPr>
                      <p:blipFill>
                        <a:blip r:embed="rId6"/>
                        <a:stretch>
                          <a:fillRect/>
                        </a:stretch>
                      </p:blipFill>
                      <p:spPr>
                        <a:xfrm>
                          <a:off x="11134" y="7734"/>
                          <a:ext cx="1630" cy="596"/>
                        </a:xfrm>
                        <a:prstGeom prst="rect">
                          <a:avLst/>
                        </a:prstGeom>
                        <a:noFill/>
                        <a:ln w="38100">
                          <a:noFill/>
                          <a:miter/>
                        </a:ln>
                      </p:spPr>
                    </p:pic>
                  </p:oleObj>
                </mc:Fallback>
              </mc:AlternateContent>
            </a:graphicData>
          </a:graphic>
        </p:graphicFrame>
        <p:graphicFrame>
          <p:nvGraphicFramePr>
            <p:cNvPr id="13" name="对象 -2147481786"/>
            <p:cNvGraphicFramePr>
              <a:graphicFrameLocks noChangeAspect="1"/>
            </p:cNvGraphicFramePr>
            <p:nvPr/>
          </p:nvGraphicFramePr>
          <p:xfrm>
            <a:off x="1090" y="8444"/>
            <a:ext cx="1813" cy="601"/>
          </p:xfrm>
          <a:graphic>
            <a:graphicData uri="http://schemas.openxmlformats.org/presentationml/2006/ole">
              <mc:AlternateContent xmlns:mc="http://schemas.openxmlformats.org/markup-compatibility/2006">
                <mc:Choice xmlns:v="urn:schemas-microsoft-com:vml" Requires="v">
                  <p:oleObj spid="_x0000_s14" name="" r:id="rId7" imgW="545465" imgH="177800" progId="Equation.DSMT4">
                    <p:embed/>
                  </p:oleObj>
                </mc:Choice>
                <mc:Fallback>
                  <p:oleObj name="" r:id="rId7" imgW="545465" imgH="177800" progId="Equation.DSMT4">
                    <p:embed/>
                    <p:pic>
                      <p:nvPicPr>
                        <p:cNvPr id="0" name="图片 8"/>
                        <p:cNvPicPr/>
                        <p:nvPr/>
                      </p:nvPicPr>
                      <p:blipFill>
                        <a:blip r:embed="rId8"/>
                        <a:stretch>
                          <a:fillRect/>
                        </a:stretch>
                      </p:blipFill>
                      <p:spPr>
                        <a:xfrm>
                          <a:off x="1090" y="8444"/>
                          <a:ext cx="1813" cy="601"/>
                        </a:xfrm>
                        <a:prstGeom prst="rect">
                          <a:avLst/>
                        </a:prstGeom>
                        <a:noFill/>
                        <a:ln w="38100">
                          <a:noFill/>
                          <a:miter/>
                        </a:ln>
                      </p:spPr>
                    </p:pic>
                  </p:oleObj>
                </mc:Fallback>
              </mc:AlternateContent>
            </a:graphicData>
          </a:graphic>
        </p:graphicFrame>
        <p:graphicFrame>
          <p:nvGraphicFramePr>
            <p:cNvPr id="15" name="对象 -2147481787"/>
            <p:cNvGraphicFramePr>
              <a:graphicFrameLocks noChangeAspect="1"/>
            </p:cNvGraphicFramePr>
            <p:nvPr/>
          </p:nvGraphicFramePr>
          <p:xfrm>
            <a:off x="8268" y="8432"/>
            <a:ext cx="1630" cy="596"/>
          </p:xfrm>
          <a:graphic>
            <a:graphicData uri="http://schemas.openxmlformats.org/presentationml/2006/ole">
              <mc:AlternateContent xmlns:mc="http://schemas.openxmlformats.org/markup-compatibility/2006">
                <mc:Choice xmlns:v="urn:schemas-microsoft-com:vml" Requires="v">
                  <p:oleObj spid="_x0000_s16" name="" r:id="rId9" imgW="494665" imgH="177800" progId="Equation.DSMT4">
                    <p:embed/>
                  </p:oleObj>
                </mc:Choice>
                <mc:Fallback>
                  <p:oleObj name="" r:id="rId9" imgW="494665" imgH="177800" progId="Equation.DSMT4">
                    <p:embed/>
                    <p:pic>
                      <p:nvPicPr>
                        <p:cNvPr id="0" name="图片 3075"/>
                        <p:cNvPicPr/>
                        <p:nvPr/>
                      </p:nvPicPr>
                      <p:blipFill>
                        <a:blip r:embed="rId6"/>
                        <a:stretch>
                          <a:fillRect/>
                        </a:stretch>
                      </p:blipFill>
                      <p:spPr>
                        <a:xfrm>
                          <a:off x="8268" y="8432"/>
                          <a:ext cx="1630" cy="596"/>
                        </a:xfrm>
                        <a:prstGeom prst="rect">
                          <a:avLst/>
                        </a:prstGeom>
                        <a:noFill/>
                        <a:ln w="38100">
                          <a:noFill/>
                          <a:miter/>
                        </a:ln>
                      </p:spPr>
                    </p:pic>
                  </p:oleObj>
                </mc:Fallback>
              </mc:AlternateContent>
            </a:graphicData>
          </a:graphic>
        </p:graphicFrame>
        <p:graphicFrame>
          <p:nvGraphicFramePr>
            <p:cNvPr id="18" name="对象 -2147481786"/>
            <p:cNvGraphicFramePr>
              <a:graphicFrameLocks noChangeAspect="1"/>
            </p:cNvGraphicFramePr>
            <p:nvPr/>
          </p:nvGraphicFramePr>
          <p:xfrm>
            <a:off x="5444" y="9130"/>
            <a:ext cx="1813" cy="601"/>
          </p:xfrm>
          <a:graphic>
            <a:graphicData uri="http://schemas.openxmlformats.org/presentationml/2006/ole">
              <mc:AlternateContent xmlns:mc="http://schemas.openxmlformats.org/markup-compatibility/2006">
                <mc:Choice xmlns:v="urn:schemas-microsoft-com:vml" Requires="v">
                  <p:oleObj spid="_x0000_s19" name="" r:id="rId10" imgW="545465" imgH="177800" progId="Equation.DSMT4">
                    <p:embed/>
                  </p:oleObj>
                </mc:Choice>
                <mc:Fallback>
                  <p:oleObj name="" r:id="rId10" imgW="545465" imgH="177800" progId="Equation.DSMT4">
                    <p:embed/>
                    <p:pic>
                      <p:nvPicPr>
                        <p:cNvPr id="0" name="图片 8"/>
                        <p:cNvPicPr/>
                        <p:nvPr/>
                      </p:nvPicPr>
                      <p:blipFill>
                        <a:blip r:embed="rId8"/>
                        <a:stretch>
                          <a:fillRect/>
                        </a:stretch>
                      </p:blipFill>
                      <p:spPr>
                        <a:xfrm>
                          <a:off x="5444" y="9130"/>
                          <a:ext cx="1813" cy="601"/>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par>
                          <p:cTn id="32" fill="hold">
                            <p:stCondLst>
                              <p:cond delay="500"/>
                            </p:stCondLst>
                            <p:childTnLst>
                              <p:par>
                                <p:cTn id="33" presetID="21" presetClass="entr" presetSubtype="1" fill="hold" grpId="0" nodeType="afterEffect">
                                  <p:stCondLst>
                                    <p:cond delay="0"/>
                                  </p:stCondLst>
                                  <p:childTnLst>
                                    <p:set>
                                      <p:cBhvr>
                                        <p:cTn id="34" dur="500" fill="hold">
                                          <p:stCondLst>
                                            <p:cond delay="0"/>
                                          </p:stCondLst>
                                        </p:cTn>
                                        <p:tgtEl>
                                          <p:spTgt spid="6"/>
                                        </p:tgtEl>
                                        <p:attrNameLst>
                                          <p:attrName>style.visibility</p:attrName>
                                        </p:attrNameLst>
                                      </p:cBhvr>
                                      <p:to>
                                        <p:strVal val="visible"/>
                                      </p:to>
                                    </p:set>
                                    <p:animEffect transition="in" filter="wheel(1)">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childTnLst>
                          </p:cTn>
                        </p:par>
                        <p:par>
                          <p:cTn id="42" fill="hold">
                            <p:stCondLst>
                              <p:cond delay="500"/>
                            </p:stCondLst>
                            <p:childTnLst>
                              <p:par>
                                <p:cTn id="43" presetID="22" presetClass="entr" presetSubtype="4"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down)">
                                      <p:cBhvr>
                                        <p:cTn id="4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 grpId="0"/>
      <p:bldP spid="9"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文本框 28"/>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83515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4.3 </a:t>
            </a:r>
            <a:r>
              <a:rPr b="1" dirty="0">
                <a:solidFill>
                  <a:srgbClr val="FF0000"/>
                </a:solidFill>
                <a:latin typeface="黑体" panose="02010609060101010101" pitchFamily="49" charset="-122"/>
                <a:ea typeface="黑体" panose="02010609060101010101" pitchFamily="49" charset="-122"/>
                <a:sym typeface="+mn-ea"/>
              </a:rPr>
              <a:t>典型的组合逻辑电路</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28" name="Rectangle 3"/>
          <p:cNvSpPr>
            <a:spLocks noGrp="1"/>
          </p:cNvSpPr>
          <p:nvPr/>
        </p:nvSpPr>
        <p:spPr>
          <a:xfrm>
            <a:off x="609600" y="1170940"/>
            <a:ext cx="7992110" cy="10560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【例4-12】试采用消去互补相乘项方法消除图4-49所示电路的竞争-冒险现象。</a:t>
            </a:r>
            <a:endParaRPr sz="2400" b="1" kern="1200" dirty="0">
              <a:solidFill>
                <a:srgbClr val="000066"/>
              </a:solidFill>
              <a:latin typeface="Arial" panose="020B0604020202020204" pitchFamily="34" charset="0"/>
              <a:ea typeface="楷体_GB2312" pitchFamily="49" charset="-122"/>
            </a:endParaRPr>
          </a:p>
        </p:txBody>
      </p:sp>
      <p:grpSp>
        <p:nvGrpSpPr>
          <p:cNvPr id="4" name="组合 3"/>
          <p:cNvGrpSpPr/>
          <p:nvPr/>
        </p:nvGrpSpPr>
        <p:grpSpPr>
          <a:xfrm>
            <a:off x="612140" y="4498340"/>
            <a:ext cx="7992110" cy="2105660"/>
            <a:chOff x="964" y="6844"/>
            <a:chExt cx="12586" cy="3316"/>
          </a:xfrm>
        </p:grpSpPr>
        <p:sp>
          <p:nvSpPr>
            <p:cNvPr id="2" name="Rectangle 3"/>
            <p:cNvSpPr>
              <a:spLocks noGrp="1"/>
            </p:cNvSpPr>
            <p:nvPr/>
          </p:nvSpPr>
          <p:spPr>
            <a:xfrm>
              <a:off x="964" y="6844"/>
              <a:ext cx="12586" cy="331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解：</a:t>
              </a:r>
              <a:r>
                <a:rPr lang="zh-CN" sz="2400" b="1" kern="1200" dirty="0">
                  <a:solidFill>
                    <a:srgbClr val="000066"/>
                  </a:solidFill>
                  <a:latin typeface="Arial" panose="020B0604020202020204" pitchFamily="34" charset="0"/>
                  <a:ea typeface="楷体_GB2312" pitchFamily="49" charset="-122"/>
                </a:rPr>
                <a:t>上</a:t>
              </a:r>
              <a:r>
                <a:rPr sz="2400" b="1" kern="1200" dirty="0">
                  <a:solidFill>
                    <a:srgbClr val="000066"/>
                  </a:solidFill>
                  <a:latin typeface="Arial" panose="020B0604020202020204" pitchFamily="34" charset="0"/>
                  <a:ea typeface="楷体_GB2312" pitchFamily="49" charset="-122"/>
                </a:rPr>
                <a:t>图输出表达式为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，当</a:t>
              </a:r>
              <a:r>
                <a:rPr lang="en-US" sz="2400" b="1" kern="1200" dirty="0">
                  <a:solidFill>
                    <a:srgbClr val="000066"/>
                  </a:solidFill>
                  <a:latin typeface="Arial" panose="020B0604020202020204" pitchFamily="34" charset="0"/>
                  <a:ea typeface="楷体_GB2312" pitchFamily="49" charset="-122"/>
                </a:rPr>
                <a:t>   </a:t>
              </a:r>
              <a:endParaRPr lang="en-US" sz="2400" b="1" kern="1200" dirty="0">
                <a:solidFill>
                  <a:srgbClr val="000066"/>
                </a:solidFill>
                <a:latin typeface="Arial" panose="020B0604020202020204" pitchFamily="34" charset="0"/>
                <a:ea typeface="楷体_GB2312" pitchFamily="49" charset="-122"/>
              </a:endParaRPr>
            </a:p>
            <a:p>
              <a:pPr marL="0" indent="0" algn="di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时，</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，该电路存在竞争-冒险</a:t>
              </a:r>
              <a:r>
                <a:rPr lang="zh-CN" sz="2400" b="1" kern="1200" dirty="0">
                  <a:solidFill>
                    <a:srgbClr val="000066"/>
                  </a:solidFill>
                  <a:latin typeface="Arial" panose="020B0604020202020204" pitchFamily="34" charset="0"/>
                  <a:ea typeface="楷体_GB2312" pitchFamily="49" charset="-122"/>
                </a:rPr>
                <a:t>现象</a:t>
              </a:r>
              <a:r>
                <a:rPr sz="2400" b="1" kern="1200" dirty="0">
                  <a:solidFill>
                    <a:srgbClr val="000066"/>
                  </a:solidFill>
                  <a:latin typeface="Arial" panose="020B0604020202020204" pitchFamily="34" charset="0"/>
                  <a:ea typeface="楷体_GB2312" pitchFamily="49" charset="-122"/>
                </a:rPr>
                <a:t>。当将输出表达式变为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时，由于消去了互补相乘项</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，若</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时，则</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，所以电路不存在竞争-冒险</a:t>
              </a:r>
              <a:r>
                <a:rPr lang="zh-CN" sz="2400" b="1" kern="1200" dirty="0">
                  <a:solidFill>
                    <a:srgbClr val="000066"/>
                  </a:solidFill>
                  <a:latin typeface="Arial" panose="020B0604020202020204" pitchFamily="34" charset="0"/>
                  <a:ea typeface="楷体_GB2312" pitchFamily="49" charset="-122"/>
                </a:rPr>
                <a:t>现象</a:t>
              </a:r>
              <a:r>
                <a:rPr sz="2400" b="1" kern="1200" dirty="0">
                  <a:solidFill>
                    <a:srgbClr val="000066"/>
                  </a:solidFill>
                  <a:latin typeface="Arial" panose="020B0604020202020204" pitchFamily="34" charset="0"/>
                  <a:ea typeface="楷体_GB2312" pitchFamily="49" charset="-122"/>
                </a:rPr>
                <a:t>。消除竞争-冒险现象之后的逻辑图如图4-50所示。</a:t>
              </a:r>
              <a:endParaRPr sz="2400" b="1" kern="1200" dirty="0">
                <a:solidFill>
                  <a:srgbClr val="000066"/>
                </a:solidFill>
                <a:latin typeface="Arial" panose="020B0604020202020204" pitchFamily="34" charset="0"/>
                <a:ea typeface="楷体_GB2312" pitchFamily="49" charset="-122"/>
              </a:endParaRPr>
            </a:p>
          </p:txBody>
        </p:sp>
        <p:pic>
          <p:nvPicPr>
            <p:cNvPr id="3" name="对象 847"/>
            <p:cNvPicPr>
              <a:picLocks noChangeAspect="1"/>
            </p:cNvPicPr>
            <p:nvPr/>
          </p:nvPicPr>
          <p:blipFill>
            <a:blip r:embed="rId1"/>
            <a:stretch>
              <a:fillRect/>
            </a:stretch>
          </p:blipFill>
          <p:spPr>
            <a:xfrm>
              <a:off x="6894" y="6970"/>
              <a:ext cx="3257" cy="671"/>
            </a:xfrm>
            <a:prstGeom prst="rect">
              <a:avLst/>
            </a:prstGeom>
            <a:noFill/>
            <a:ln w="9525">
              <a:noFill/>
            </a:ln>
          </p:spPr>
        </p:pic>
        <p:pic>
          <p:nvPicPr>
            <p:cNvPr id="5" name="图片 -2147479975"/>
            <p:cNvPicPr>
              <a:picLocks noChangeAspect="1"/>
            </p:cNvPicPr>
            <p:nvPr/>
          </p:nvPicPr>
          <p:blipFill>
            <a:blip r:embed="rId2"/>
            <a:stretch>
              <a:fillRect/>
            </a:stretch>
          </p:blipFill>
          <p:spPr>
            <a:xfrm>
              <a:off x="11072" y="6992"/>
              <a:ext cx="1917" cy="546"/>
            </a:xfrm>
            <a:prstGeom prst="rect">
              <a:avLst/>
            </a:prstGeom>
            <a:noFill/>
            <a:ln w="9525">
              <a:noFill/>
            </a:ln>
          </p:spPr>
        </p:pic>
        <p:pic>
          <p:nvPicPr>
            <p:cNvPr id="6" name="对象 849"/>
            <p:cNvPicPr>
              <a:picLocks noChangeAspect="1"/>
            </p:cNvPicPr>
            <p:nvPr/>
          </p:nvPicPr>
          <p:blipFill>
            <a:blip r:embed="rId3"/>
            <a:stretch>
              <a:fillRect/>
            </a:stretch>
          </p:blipFill>
          <p:spPr>
            <a:xfrm>
              <a:off x="1920" y="7670"/>
              <a:ext cx="1519" cy="555"/>
            </a:xfrm>
            <a:prstGeom prst="rect">
              <a:avLst/>
            </a:prstGeom>
            <a:noFill/>
            <a:ln w="9525">
              <a:noFill/>
            </a:ln>
          </p:spPr>
        </p:pic>
        <p:pic>
          <p:nvPicPr>
            <p:cNvPr id="7" name="图片 -2147479974"/>
            <p:cNvPicPr>
              <a:picLocks noChangeAspect="1"/>
            </p:cNvPicPr>
            <p:nvPr/>
          </p:nvPicPr>
          <p:blipFill>
            <a:blip r:embed="rId4"/>
            <a:stretch>
              <a:fillRect/>
            </a:stretch>
          </p:blipFill>
          <p:spPr>
            <a:xfrm>
              <a:off x="2280" y="8334"/>
              <a:ext cx="2963" cy="567"/>
            </a:xfrm>
            <a:prstGeom prst="rect">
              <a:avLst/>
            </a:prstGeom>
            <a:noFill/>
            <a:ln w="9525">
              <a:noFill/>
            </a:ln>
          </p:spPr>
        </p:pic>
        <p:pic>
          <p:nvPicPr>
            <p:cNvPr id="8" name="对象 851"/>
            <p:cNvPicPr>
              <a:picLocks noChangeAspect="1"/>
            </p:cNvPicPr>
            <p:nvPr/>
          </p:nvPicPr>
          <p:blipFill>
            <a:blip r:embed="rId5"/>
            <a:stretch>
              <a:fillRect/>
            </a:stretch>
          </p:blipFill>
          <p:spPr>
            <a:xfrm>
              <a:off x="11488" y="8368"/>
              <a:ext cx="854" cy="553"/>
            </a:xfrm>
            <a:prstGeom prst="rect">
              <a:avLst/>
            </a:prstGeom>
            <a:noFill/>
            <a:ln w="9525">
              <a:noFill/>
            </a:ln>
          </p:spPr>
        </p:pic>
        <p:pic>
          <p:nvPicPr>
            <p:cNvPr id="9" name="对象 852"/>
            <p:cNvPicPr>
              <a:picLocks noChangeAspect="1"/>
            </p:cNvPicPr>
            <p:nvPr/>
          </p:nvPicPr>
          <p:blipFill>
            <a:blip r:embed="rId2"/>
            <a:stretch>
              <a:fillRect/>
            </a:stretch>
          </p:blipFill>
          <p:spPr>
            <a:xfrm>
              <a:off x="1080" y="9120"/>
              <a:ext cx="1750" cy="498"/>
            </a:xfrm>
            <a:prstGeom prst="rect">
              <a:avLst/>
            </a:prstGeom>
            <a:noFill/>
            <a:ln w="9525">
              <a:noFill/>
            </a:ln>
          </p:spPr>
        </p:pic>
        <p:pic>
          <p:nvPicPr>
            <p:cNvPr id="10" name="对象 853"/>
            <p:cNvPicPr>
              <a:picLocks noChangeAspect="1"/>
            </p:cNvPicPr>
            <p:nvPr/>
          </p:nvPicPr>
          <p:blipFill>
            <a:blip r:embed="rId6"/>
            <a:stretch>
              <a:fillRect/>
            </a:stretch>
          </p:blipFill>
          <p:spPr>
            <a:xfrm>
              <a:off x="4320" y="9120"/>
              <a:ext cx="1027" cy="504"/>
            </a:xfrm>
            <a:prstGeom prst="rect">
              <a:avLst/>
            </a:prstGeom>
            <a:noFill/>
            <a:ln w="9525">
              <a:noFill/>
            </a:ln>
          </p:spPr>
        </p:pic>
      </p:grpSp>
      <p:grpSp>
        <p:nvGrpSpPr>
          <p:cNvPr id="11" name="组合 10"/>
          <p:cNvGrpSpPr/>
          <p:nvPr/>
        </p:nvGrpSpPr>
        <p:grpSpPr>
          <a:xfrm>
            <a:off x="4648200" y="2133600"/>
            <a:ext cx="4287520" cy="2372995"/>
            <a:chOff x="7320" y="3360"/>
            <a:chExt cx="6752" cy="3737"/>
          </a:xfrm>
        </p:grpSpPr>
        <p:pic>
          <p:nvPicPr>
            <p:cNvPr id="9335" name="图片 2772"/>
            <p:cNvPicPr>
              <a:picLocks noChangeAspect="1"/>
            </p:cNvPicPr>
            <p:nvPr/>
          </p:nvPicPr>
          <p:blipFill>
            <a:blip r:embed="rId7"/>
            <a:stretch>
              <a:fillRect/>
            </a:stretch>
          </p:blipFill>
          <p:spPr>
            <a:xfrm>
              <a:off x="7320" y="3360"/>
              <a:ext cx="6753" cy="3152"/>
            </a:xfrm>
            <a:prstGeom prst="rect">
              <a:avLst/>
            </a:prstGeom>
            <a:noFill/>
            <a:ln>
              <a:noFill/>
            </a:ln>
          </p:spPr>
        </p:pic>
        <p:sp>
          <p:nvSpPr>
            <p:cNvPr id="100" name="文本框 99"/>
            <p:cNvSpPr txBox="1"/>
            <p:nvPr/>
          </p:nvSpPr>
          <p:spPr>
            <a:xfrm>
              <a:off x="7440" y="6567"/>
              <a:ext cx="5950" cy="531"/>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4-50 </a:t>
              </a:r>
              <a:r>
                <a:rPr lang="zh-CN" sz="1600">
                  <a:ea typeface="宋体" panose="02010600030101010101" pitchFamily="2" charset="-122"/>
                </a:rPr>
                <a:t>例</a:t>
              </a:r>
              <a:r>
                <a:rPr lang="en-US" sz="1600">
                  <a:latin typeface="Times New Roman" panose="02020603050405020304" charset="0"/>
                  <a:ea typeface="宋体" panose="02010600030101010101" pitchFamily="2" charset="-122"/>
                </a:rPr>
                <a:t>4-12</a:t>
              </a:r>
              <a:r>
                <a:rPr lang="zh-CN" sz="1600">
                  <a:ea typeface="宋体" panose="02010600030101010101" pitchFamily="2" charset="-122"/>
                </a:rPr>
                <a:t>消除竞争</a:t>
              </a:r>
              <a:r>
                <a:rPr lang="en-US" sz="1600">
                  <a:latin typeface="Times New Roman" panose="02020603050405020304" charset="0"/>
                  <a:ea typeface="宋体" panose="02010600030101010101" pitchFamily="2" charset="-122"/>
                </a:rPr>
                <a:t>-</a:t>
              </a:r>
              <a:r>
                <a:rPr lang="zh-CN" sz="1600">
                  <a:ea typeface="宋体" panose="02010600030101010101" pitchFamily="2" charset="-122"/>
                </a:rPr>
                <a:t>冒险后的逻辑图</a:t>
              </a:r>
              <a:endParaRPr lang="zh-CN" altLang="en-US" sz="1600"/>
            </a:p>
          </p:txBody>
        </p:sp>
      </p:grpSp>
      <p:grpSp>
        <p:nvGrpSpPr>
          <p:cNvPr id="12" name="组合 11"/>
          <p:cNvGrpSpPr/>
          <p:nvPr/>
        </p:nvGrpSpPr>
        <p:grpSpPr>
          <a:xfrm>
            <a:off x="533400" y="2209800"/>
            <a:ext cx="3972560" cy="2355850"/>
            <a:chOff x="840" y="3480"/>
            <a:chExt cx="6256" cy="3710"/>
          </a:xfrm>
        </p:grpSpPr>
        <p:pic>
          <p:nvPicPr>
            <p:cNvPr id="9334" name="图片 2771"/>
            <p:cNvPicPr>
              <a:picLocks noChangeAspect="1"/>
            </p:cNvPicPr>
            <p:nvPr/>
          </p:nvPicPr>
          <p:blipFill>
            <a:blip r:embed="rId8"/>
            <a:stretch>
              <a:fillRect/>
            </a:stretch>
          </p:blipFill>
          <p:spPr>
            <a:xfrm>
              <a:off x="840" y="3480"/>
              <a:ext cx="6257" cy="3247"/>
            </a:xfrm>
            <a:prstGeom prst="rect">
              <a:avLst/>
            </a:prstGeom>
            <a:noFill/>
            <a:ln>
              <a:noFill/>
            </a:ln>
          </p:spPr>
        </p:pic>
        <p:sp>
          <p:nvSpPr>
            <p:cNvPr id="13" name="文本框 12"/>
            <p:cNvSpPr txBox="1"/>
            <p:nvPr/>
          </p:nvSpPr>
          <p:spPr>
            <a:xfrm>
              <a:off x="1920" y="6660"/>
              <a:ext cx="3191"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4-49</a:t>
              </a:r>
              <a:r>
                <a:rPr lang="zh-CN" sz="1600">
                  <a:latin typeface="Times New Roman" panose="02020603050405020304" charset="0"/>
                  <a:ea typeface="宋体" panose="02010600030101010101" pitchFamily="2" charset="-122"/>
                </a:rPr>
                <a:t>例</a:t>
              </a:r>
              <a:r>
                <a:rPr lang="en-US" sz="1600">
                  <a:latin typeface="Times New Roman" panose="02020603050405020304" charset="0"/>
                  <a:ea typeface="宋体" panose="02010600030101010101" pitchFamily="2" charset="-122"/>
                </a:rPr>
                <a:t>4-12</a:t>
              </a:r>
              <a:r>
                <a:rPr lang="zh-CN" sz="1600">
                  <a:latin typeface="Times New Roman" panose="02020603050405020304" charset="0"/>
                  <a:ea typeface="宋体" panose="02010600030101010101" pitchFamily="2" charset="-122"/>
                </a:rPr>
                <a:t>逻辑图</a:t>
              </a:r>
              <a:endParaRPr lang="zh-CN" altLang="en-US" sz="1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wheel(1)">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righ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8" name="Rectangle 3"/>
          <p:cNvSpPr>
            <a:spLocks noGrp="1"/>
          </p:cNvSpPr>
          <p:nvPr/>
        </p:nvSpPr>
        <p:spPr>
          <a:xfrm>
            <a:off x="609600" y="408940"/>
            <a:ext cx="7992110" cy="10560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【例4-13】试采用增加冗余项来消除图4-51所示电路的竞争-冒险现象。</a:t>
            </a:r>
            <a:endParaRPr sz="2400" b="1" kern="1200" dirty="0">
              <a:solidFill>
                <a:srgbClr val="000066"/>
              </a:solidFill>
              <a:latin typeface="Arial" panose="020B0604020202020204" pitchFamily="34" charset="0"/>
              <a:ea typeface="楷体_GB2312" pitchFamily="49" charset="-122"/>
            </a:endParaRPr>
          </a:p>
        </p:txBody>
      </p:sp>
      <p:sp>
        <p:nvSpPr>
          <p:cNvPr id="2" name="Rectangle 3"/>
          <p:cNvSpPr>
            <a:spLocks noGrp="1"/>
          </p:cNvSpPr>
          <p:nvPr/>
        </p:nvSpPr>
        <p:spPr>
          <a:xfrm>
            <a:off x="612140" y="4193540"/>
            <a:ext cx="7992110" cy="21056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解：</a:t>
            </a:r>
            <a:r>
              <a:rPr lang="zh-CN" sz="2400" b="1" kern="1200" dirty="0">
                <a:solidFill>
                  <a:srgbClr val="000066"/>
                </a:solidFill>
                <a:latin typeface="Arial" panose="020B0604020202020204" pitchFamily="34" charset="0"/>
                <a:ea typeface="楷体_GB2312" pitchFamily="49" charset="-122"/>
              </a:rPr>
              <a:t>上</a:t>
            </a:r>
            <a:r>
              <a:rPr sz="2400" b="1" kern="1200" dirty="0">
                <a:solidFill>
                  <a:srgbClr val="000066"/>
                </a:solidFill>
                <a:latin typeface="Arial" panose="020B0604020202020204" pitchFamily="34" charset="0"/>
                <a:ea typeface="楷体_GB2312" pitchFamily="49" charset="-122"/>
              </a:rPr>
              <a:t>图输出为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，当</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时</a:t>
            </a:r>
            <a:r>
              <a:rPr lang="zh-CN" sz="2400" b="1" kern="1200" dirty="0">
                <a:solidFill>
                  <a:srgbClr val="000066"/>
                </a:solidFill>
                <a:latin typeface="Arial" panose="020B0604020202020204" pitchFamily="34" charset="0"/>
                <a:ea typeface="楷体_GB2312" pitchFamily="49" charset="-122"/>
              </a:rPr>
              <a:t>，</a:t>
            </a: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endParaRPr sz="2400" b="1" kern="1200" dirty="0">
              <a:solidFill>
                <a:srgbClr val="000066"/>
              </a:solidFill>
              <a:latin typeface="Arial" panose="020B0604020202020204" pitchFamily="34" charset="0"/>
              <a:ea typeface="楷体_GB2312" pitchFamily="49" charset="-122"/>
            </a:endParaRPr>
          </a:p>
          <a:p>
            <a:pPr marL="0" indent="0" algn="di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该电路存在竞争-冒险</a:t>
            </a:r>
            <a:r>
              <a:rPr lang="zh-CN" sz="2400" b="1" kern="1200" dirty="0">
                <a:solidFill>
                  <a:srgbClr val="000066"/>
                </a:solidFill>
                <a:latin typeface="Arial" panose="020B0604020202020204" pitchFamily="34" charset="0"/>
                <a:ea typeface="楷体_GB2312" pitchFamily="49" charset="-122"/>
              </a:rPr>
              <a:t>现象</a:t>
            </a:r>
            <a:r>
              <a:rPr sz="2400" b="1" kern="1200" dirty="0">
                <a:solidFill>
                  <a:srgbClr val="000066"/>
                </a:solidFill>
                <a:latin typeface="Arial" panose="020B0604020202020204" pitchFamily="34" charset="0"/>
                <a:ea typeface="楷体_GB2312" pitchFamily="49" charset="-122"/>
              </a:rPr>
              <a:t>。画出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的卡诺图如图4-52所示，在表达式中增加冗余项</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时，原输出表达</a:t>
            </a:r>
            <a:r>
              <a:rPr lang="zh-CN" sz="2400" b="1" kern="1200" dirty="0">
                <a:solidFill>
                  <a:srgbClr val="000066"/>
                </a:solidFill>
                <a:latin typeface="Arial" panose="020B0604020202020204" pitchFamily="34" charset="0"/>
                <a:ea typeface="楷体_GB2312" pitchFamily="49" charset="-122"/>
              </a:rPr>
              <a:t>变</a:t>
            </a:r>
            <a:r>
              <a:rPr sz="2400" b="1" kern="1200" dirty="0">
                <a:solidFill>
                  <a:srgbClr val="000066"/>
                </a:solidFill>
                <a:latin typeface="Arial" panose="020B0604020202020204" pitchFamily="34" charset="0"/>
                <a:ea typeface="楷体_GB2312" pitchFamily="49" charset="-122"/>
              </a:rPr>
              <a:t>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。此时，若</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时，则</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，不会出现</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的形式，所以电路不存在竞争-冒险。</a:t>
            </a:r>
            <a:endParaRPr sz="2400" b="1" kern="1200" dirty="0">
              <a:solidFill>
                <a:srgbClr val="000066"/>
              </a:solidFill>
              <a:latin typeface="Arial" panose="020B0604020202020204" pitchFamily="34" charset="0"/>
              <a:ea typeface="楷体_GB2312" pitchFamily="49" charset="-122"/>
            </a:endParaRPr>
          </a:p>
        </p:txBody>
      </p:sp>
      <p:grpSp>
        <p:nvGrpSpPr>
          <p:cNvPr id="15" name="组合 14"/>
          <p:cNvGrpSpPr/>
          <p:nvPr/>
        </p:nvGrpSpPr>
        <p:grpSpPr>
          <a:xfrm>
            <a:off x="762000" y="1524000"/>
            <a:ext cx="4177030" cy="2546350"/>
            <a:chOff x="1200" y="1800"/>
            <a:chExt cx="6578" cy="4010"/>
          </a:xfrm>
        </p:grpSpPr>
        <p:sp>
          <p:nvSpPr>
            <p:cNvPr id="13" name="文本框 12"/>
            <p:cNvSpPr txBox="1"/>
            <p:nvPr/>
          </p:nvSpPr>
          <p:spPr>
            <a:xfrm>
              <a:off x="2160" y="5280"/>
              <a:ext cx="3191"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图4-51 例4-13逻辑图</a:t>
              </a:r>
              <a:endParaRPr sz="1600">
                <a:latin typeface="Times New Roman" panose="02020603050405020304" charset="0"/>
                <a:ea typeface="宋体" panose="02010600030101010101" pitchFamily="2" charset="-122"/>
              </a:endParaRPr>
            </a:p>
          </p:txBody>
        </p:sp>
        <p:pic>
          <p:nvPicPr>
            <p:cNvPr id="9336" name="图片 2773"/>
            <p:cNvPicPr>
              <a:picLocks noChangeAspect="1"/>
            </p:cNvPicPr>
            <p:nvPr/>
          </p:nvPicPr>
          <p:blipFill>
            <a:blip r:embed="rId1"/>
            <a:stretch>
              <a:fillRect/>
            </a:stretch>
          </p:blipFill>
          <p:spPr>
            <a:xfrm>
              <a:off x="1200" y="1800"/>
              <a:ext cx="6579" cy="3414"/>
            </a:xfrm>
            <a:prstGeom prst="rect">
              <a:avLst/>
            </a:prstGeom>
            <a:noFill/>
            <a:ln>
              <a:noFill/>
            </a:ln>
          </p:spPr>
        </p:pic>
      </p:grpSp>
      <p:pic>
        <p:nvPicPr>
          <p:cNvPr id="3" name="对象 854"/>
          <p:cNvPicPr>
            <a:picLocks noChangeAspect="1"/>
          </p:cNvPicPr>
          <p:nvPr/>
        </p:nvPicPr>
        <p:blipFill>
          <a:blip r:embed="rId2"/>
          <a:stretch>
            <a:fillRect/>
          </a:stretch>
        </p:blipFill>
        <p:spPr>
          <a:xfrm>
            <a:off x="3442970" y="4267200"/>
            <a:ext cx="1434465" cy="391795"/>
          </a:xfrm>
          <a:prstGeom prst="rect">
            <a:avLst/>
          </a:prstGeom>
          <a:noFill/>
          <a:ln w="9525">
            <a:noFill/>
          </a:ln>
        </p:spPr>
      </p:pic>
      <p:pic>
        <p:nvPicPr>
          <p:cNvPr id="4" name="对象 855"/>
          <p:cNvPicPr>
            <a:picLocks noChangeAspect="1"/>
          </p:cNvPicPr>
          <p:nvPr/>
        </p:nvPicPr>
        <p:blipFill>
          <a:blip r:embed="rId3"/>
          <a:stretch>
            <a:fillRect/>
          </a:stretch>
        </p:blipFill>
        <p:spPr>
          <a:xfrm>
            <a:off x="5507990" y="4349750"/>
            <a:ext cx="1023620" cy="304800"/>
          </a:xfrm>
          <a:prstGeom prst="rect">
            <a:avLst/>
          </a:prstGeom>
          <a:noFill/>
          <a:ln w="9525">
            <a:noFill/>
          </a:ln>
        </p:spPr>
      </p:pic>
      <p:pic>
        <p:nvPicPr>
          <p:cNvPr id="5" name="对象 856"/>
          <p:cNvPicPr>
            <a:picLocks noChangeAspect="1"/>
          </p:cNvPicPr>
          <p:nvPr/>
        </p:nvPicPr>
        <p:blipFill>
          <a:blip r:embed="rId4"/>
          <a:stretch>
            <a:fillRect/>
          </a:stretch>
        </p:blipFill>
        <p:spPr>
          <a:xfrm>
            <a:off x="7114540" y="4267200"/>
            <a:ext cx="1131570" cy="374650"/>
          </a:xfrm>
          <a:prstGeom prst="rect">
            <a:avLst/>
          </a:prstGeom>
          <a:noFill/>
          <a:ln w="9525">
            <a:noFill/>
          </a:ln>
        </p:spPr>
      </p:pic>
      <p:pic>
        <p:nvPicPr>
          <p:cNvPr id="6" name="对象 857"/>
          <p:cNvPicPr>
            <a:picLocks noChangeAspect="1"/>
          </p:cNvPicPr>
          <p:nvPr/>
        </p:nvPicPr>
        <p:blipFill>
          <a:blip r:embed="rId2"/>
          <a:stretch>
            <a:fillRect/>
          </a:stretch>
        </p:blipFill>
        <p:spPr>
          <a:xfrm>
            <a:off x="5209540" y="4724400"/>
            <a:ext cx="1440815" cy="393065"/>
          </a:xfrm>
          <a:prstGeom prst="rect">
            <a:avLst/>
          </a:prstGeom>
          <a:noFill/>
          <a:ln w="9525">
            <a:noFill/>
          </a:ln>
        </p:spPr>
      </p:pic>
      <p:pic>
        <p:nvPicPr>
          <p:cNvPr id="7" name="图片 -2147479973"/>
          <p:cNvPicPr>
            <a:picLocks noChangeAspect="1"/>
          </p:cNvPicPr>
          <p:nvPr/>
        </p:nvPicPr>
        <p:blipFill>
          <a:blip r:embed="rId5"/>
          <a:stretch>
            <a:fillRect/>
          </a:stretch>
        </p:blipFill>
        <p:spPr>
          <a:xfrm>
            <a:off x="5410200" y="5181600"/>
            <a:ext cx="509905" cy="347345"/>
          </a:xfrm>
          <a:prstGeom prst="rect">
            <a:avLst/>
          </a:prstGeom>
          <a:noFill/>
          <a:ln w="9525">
            <a:noFill/>
          </a:ln>
        </p:spPr>
      </p:pic>
      <p:pic>
        <p:nvPicPr>
          <p:cNvPr id="8" name="对象 859"/>
          <p:cNvPicPr>
            <a:picLocks noChangeAspect="1"/>
          </p:cNvPicPr>
          <p:nvPr/>
        </p:nvPicPr>
        <p:blipFill>
          <a:blip r:embed="rId6"/>
          <a:stretch>
            <a:fillRect/>
          </a:stretch>
        </p:blipFill>
        <p:spPr>
          <a:xfrm>
            <a:off x="1066800" y="5610860"/>
            <a:ext cx="1974215" cy="382270"/>
          </a:xfrm>
          <a:prstGeom prst="rect">
            <a:avLst/>
          </a:prstGeom>
          <a:noFill/>
          <a:ln w="9525">
            <a:noFill/>
          </a:ln>
        </p:spPr>
      </p:pic>
      <p:pic>
        <p:nvPicPr>
          <p:cNvPr id="9" name="对象 860"/>
          <p:cNvPicPr>
            <a:picLocks noChangeAspect="1"/>
          </p:cNvPicPr>
          <p:nvPr/>
        </p:nvPicPr>
        <p:blipFill>
          <a:blip r:embed="rId7"/>
          <a:stretch>
            <a:fillRect/>
          </a:stretch>
        </p:blipFill>
        <p:spPr>
          <a:xfrm>
            <a:off x="4724400" y="5638800"/>
            <a:ext cx="1012190" cy="301625"/>
          </a:xfrm>
          <a:prstGeom prst="rect">
            <a:avLst/>
          </a:prstGeom>
          <a:noFill/>
          <a:ln w="9525">
            <a:noFill/>
          </a:ln>
        </p:spPr>
      </p:pic>
      <p:pic>
        <p:nvPicPr>
          <p:cNvPr id="10" name="对象 861"/>
          <p:cNvPicPr>
            <a:picLocks noChangeAspect="1"/>
          </p:cNvPicPr>
          <p:nvPr/>
        </p:nvPicPr>
        <p:blipFill>
          <a:blip r:embed="rId8"/>
          <a:stretch>
            <a:fillRect/>
          </a:stretch>
        </p:blipFill>
        <p:spPr>
          <a:xfrm>
            <a:off x="6705600" y="5562600"/>
            <a:ext cx="1435735" cy="371475"/>
          </a:xfrm>
          <a:prstGeom prst="rect">
            <a:avLst/>
          </a:prstGeom>
          <a:noFill/>
          <a:ln w="9525">
            <a:noFill/>
          </a:ln>
        </p:spPr>
      </p:pic>
      <p:pic>
        <p:nvPicPr>
          <p:cNvPr id="11" name="对象 862"/>
          <p:cNvPicPr>
            <a:picLocks noChangeAspect="1"/>
          </p:cNvPicPr>
          <p:nvPr/>
        </p:nvPicPr>
        <p:blipFill>
          <a:blip r:embed="rId4"/>
          <a:stretch>
            <a:fillRect/>
          </a:stretch>
        </p:blipFill>
        <p:spPr>
          <a:xfrm>
            <a:off x="1981200" y="6019800"/>
            <a:ext cx="1149985" cy="381000"/>
          </a:xfrm>
          <a:prstGeom prst="rect">
            <a:avLst/>
          </a:prstGeom>
          <a:noFill/>
          <a:ln w="9525">
            <a:noFill/>
          </a:ln>
        </p:spPr>
      </p:pic>
      <p:grpSp>
        <p:nvGrpSpPr>
          <p:cNvPr id="14" name="组合 13"/>
          <p:cNvGrpSpPr/>
          <p:nvPr/>
        </p:nvGrpSpPr>
        <p:grpSpPr>
          <a:xfrm>
            <a:off x="5181600" y="1600200"/>
            <a:ext cx="2673350" cy="2372995"/>
            <a:chOff x="8160" y="1560"/>
            <a:chExt cx="4210" cy="3737"/>
          </a:xfrm>
        </p:grpSpPr>
        <p:sp>
          <p:nvSpPr>
            <p:cNvPr id="100" name="文本框 99"/>
            <p:cNvSpPr txBox="1"/>
            <p:nvPr/>
          </p:nvSpPr>
          <p:spPr>
            <a:xfrm>
              <a:off x="8880" y="4767"/>
              <a:ext cx="3323" cy="531"/>
            </a:xfrm>
            <a:prstGeom prst="rect">
              <a:avLst/>
            </a:prstGeom>
            <a:noFill/>
            <a:ln w="9525">
              <a:noFill/>
            </a:ln>
          </p:spPr>
          <p:txBody>
            <a:bodyPr wrap="square">
              <a:spAutoFit/>
            </a:bodyPr>
            <a:p>
              <a:r>
                <a:rPr sz="1600">
                  <a:ea typeface="宋体" panose="02010600030101010101" pitchFamily="2" charset="-122"/>
                </a:rPr>
                <a:t>图4-52例4-13卡诺图</a:t>
              </a:r>
              <a:endParaRPr sz="1600">
                <a:ea typeface="宋体" panose="02010600030101010101" pitchFamily="2" charset="-122"/>
              </a:endParaRPr>
            </a:p>
          </p:txBody>
        </p:sp>
        <p:pic>
          <p:nvPicPr>
            <p:cNvPr id="9337" name="图片 2774"/>
            <p:cNvPicPr>
              <a:picLocks noChangeAspect="1"/>
            </p:cNvPicPr>
            <p:nvPr/>
          </p:nvPicPr>
          <p:blipFill>
            <a:blip r:embed="rId9"/>
            <a:stretch>
              <a:fillRect/>
            </a:stretch>
          </p:blipFill>
          <p:spPr>
            <a:xfrm>
              <a:off x="8160" y="1560"/>
              <a:ext cx="4211" cy="3081"/>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animEffect transition="in" filter="wipe(down)">
                                      <p:cBhvr>
                                        <p:cTn id="7" dur="580">
                                          <p:stCondLst>
                                            <p:cond delay="0"/>
                                          </p:stCondLst>
                                        </p:cTn>
                                        <p:tgtEl>
                                          <p:spTgt spid="6150"/>
                                        </p:tgtEl>
                                      </p:cBhvr>
                                    </p:animEffect>
                                    <p:anim calcmode="lin" valueType="num">
                                      <p:cBhvr>
                                        <p:cTn id="8" dur="1822" tmFilter="0,0; 0.14,0.36; 0.43,0.73; 0.71,0.91; 1.0,1.0">
                                          <p:stCondLst>
                                            <p:cond delay="0"/>
                                          </p:stCondLst>
                                        </p:cTn>
                                        <p:tgtEl>
                                          <p:spTgt spid="615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15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15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15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150"/>
                                        </p:tgtEl>
                                        <p:attrNameLst>
                                          <p:attrName>ppt_y</p:attrName>
                                        </p:attrNameLst>
                                      </p:cBhvr>
                                      <p:tavLst>
                                        <p:tav tm="0" fmla="#ppt_y-sin(pi*$)/81">
                                          <p:val>
                                            <p:fltVal val="0"/>
                                          </p:val>
                                        </p:tav>
                                        <p:tav tm="100000">
                                          <p:val>
                                            <p:fltVal val="1"/>
                                          </p:val>
                                        </p:tav>
                                      </p:tavLst>
                                    </p:anim>
                                    <p:animScale>
                                      <p:cBhvr>
                                        <p:cTn id="13" dur="26">
                                          <p:stCondLst>
                                            <p:cond delay="650"/>
                                          </p:stCondLst>
                                        </p:cTn>
                                        <p:tgtEl>
                                          <p:spTgt spid="6150"/>
                                        </p:tgtEl>
                                      </p:cBhvr>
                                      <p:to x="100000" y="60000"/>
                                    </p:animScale>
                                    <p:animScale>
                                      <p:cBhvr>
                                        <p:cTn id="14" dur="166" decel="50000">
                                          <p:stCondLst>
                                            <p:cond delay="676"/>
                                          </p:stCondLst>
                                        </p:cTn>
                                        <p:tgtEl>
                                          <p:spTgt spid="6150"/>
                                        </p:tgtEl>
                                      </p:cBhvr>
                                      <p:to x="100000" y="100000"/>
                                    </p:animScale>
                                    <p:animScale>
                                      <p:cBhvr>
                                        <p:cTn id="15" dur="26">
                                          <p:stCondLst>
                                            <p:cond delay="1312"/>
                                          </p:stCondLst>
                                        </p:cTn>
                                        <p:tgtEl>
                                          <p:spTgt spid="6150"/>
                                        </p:tgtEl>
                                      </p:cBhvr>
                                      <p:to x="100000" y="80000"/>
                                    </p:animScale>
                                    <p:animScale>
                                      <p:cBhvr>
                                        <p:cTn id="16" dur="166" decel="50000">
                                          <p:stCondLst>
                                            <p:cond delay="1338"/>
                                          </p:stCondLst>
                                        </p:cTn>
                                        <p:tgtEl>
                                          <p:spTgt spid="6150"/>
                                        </p:tgtEl>
                                      </p:cBhvr>
                                      <p:to x="100000" y="100000"/>
                                    </p:animScale>
                                    <p:animScale>
                                      <p:cBhvr>
                                        <p:cTn id="17" dur="26">
                                          <p:stCondLst>
                                            <p:cond delay="1642"/>
                                          </p:stCondLst>
                                        </p:cTn>
                                        <p:tgtEl>
                                          <p:spTgt spid="6150"/>
                                        </p:tgtEl>
                                      </p:cBhvr>
                                      <p:to x="100000" y="90000"/>
                                    </p:animScale>
                                    <p:animScale>
                                      <p:cBhvr>
                                        <p:cTn id="18" dur="166" decel="50000">
                                          <p:stCondLst>
                                            <p:cond delay="1668"/>
                                          </p:stCondLst>
                                        </p:cTn>
                                        <p:tgtEl>
                                          <p:spTgt spid="6150"/>
                                        </p:tgtEl>
                                      </p:cBhvr>
                                      <p:to x="100000" y="100000"/>
                                    </p:animScale>
                                    <p:animScale>
                                      <p:cBhvr>
                                        <p:cTn id="19" dur="26">
                                          <p:stCondLst>
                                            <p:cond delay="1808"/>
                                          </p:stCondLst>
                                        </p:cTn>
                                        <p:tgtEl>
                                          <p:spTgt spid="6150"/>
                                        </p:tgtEl>
                                      </p:cBhvr>
                                      <p:to x="100000" y="95000"/>
                                    </p:animScale>
                                    <p:animScale>
                                      <p:cBhvr>
                                        <p:cTn id="20" dur="166" decel="50000">
                                          <p:stCondLst>
                                            <p:cond delay="1834"/>
                                          </p:stCondLst>
                                        </p:cTn>
                                        <p:tgtEl>
                                          <p:spTgt spid="6150"/>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80">
                                          <p:stCondLst>
                                            <p:cond delay="0"/>
                                          </p:stCondLst>
                                        </p:cTn>
                                        <p:tgtEl>
                                          <p:spTgt spid="2"/>
                                        </p:tgtEl>
                                      </p:cBhvr>
                                    </p:animEffect>
                                    <p:anim calcmode="lin" valueType="num">
                                      <p:cBhvr>
                                        <p:cTn id="24"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29" dur="26">
                                          <p:stCondLst>
                                            <p:cond delay="650"/>
                                          </p:stCondLst>
                                        </p:cTn>
                                        <p:tgtEl>
                                          <p:spTgt spid="2"/>
                                        </p:tgtEl>
                                      </p:cBhvr>
                                      <p:to x="100000" y="60000"/>
                                    </p:animScale>
                                    <p:animScale>
                                      <p:cBhvr>
                                        <p:cTn id="30" dur="166" decel="50000">
                                          <p:stCondLst>
                                            <p:cond delay="676"/>
                                          </p:stCondLst>
                                        </p:cTn>
                                        <p:tgtEl>
                                          <p:spTgt spid="2"/>
                                        </p:tgtEl>
                                      </p:cBhvr>
                                      <p:to x="100000" y="100000"/>
                                    </p:animScale>
                                    <p:animScale>
                                      <p:cBhvr>
                                        <p:cTn id="31" dur="26">
                                          <p:stCondLst>
                                            <p:cond delay="1312"/>
                                          </p:stCondLst>
                                        </p:cTn>
                                        <p:tgtEl>
                                          <p:spTgt spid="2"/>
                                        </p:tgtEl>
                                      </p:cBhvr>
                                      <p:to x="100000" y="80000"/>
                                    </p:animScale>
                                    <p:animScale>
                                      <p:cBhvr>
                                        <p:cTn id="32" dur="166" decel="50000">
                                          <p:stCondLst>
                                            <p:cond delay="1338"/>
                                          </p:stCondLst>
                                        </p:cTn>
                                        <p:tgtEl>
                                          <p:spTgt spid="2"/>
                                        </p:tgtEl>
                                      </p:cBhvr>
                                      <p:to x="100000" y="100000"/>
                                    </p:animScale>
                                    <p:animScale>
                                      <p:cBhvr>
                                        <p:cTn id="33" dur="26">
                                          <p:stCondLst>
                                            <p:cond delay="1642"/>
                                          </p:stCondLst>
                                        </p:cTn>
                                        <p:tgtEl>
                                          <p:spTgt spid="2"/>
                                        </p:tgtEl>
                                      </p:cBhvr>
                                      <p:to x="100000" y="90000"/>
                                    </p:animScale>
                                    <p:animScale>
                                      <p:cBhvr>
                                        <p:cTn id="34" dur="166" decel="50000">
                                          <p:stCondLst>
                                            <p:cond delay="1668"/>
                                          </p:stCondLst>
                                        </p:cTn>
                                        <p:tgtEl>
                                          <p:spTgt spid="2"/>
                                        </p:tgtEl>
                                      </p:cBhvr>
                                      <p:to x="100000" y="100000"/>
                                    </p:animScale>
                                    <p:animScale>
                                      <p:cBhvr>
                                        <p:cTn id="35" dur="26">
                                          <p:stCondLst>
                                            <p:cond delay="1808"/>
                                          </p:stCondLst>
                                        </p:cTn>
                                        <p:tgtEl>
                                          <p:spTgt spid="2"/>
                                        </p:tgtEl>
                                      </p:cBhvr>
                                      <p:to x="100000" y="95000"/>
                                    </p:animScale>
                                    <p:animScale>
                                      <p:cBhvr>
                                        <p:cTn id="36" dur="166" decel="50000">
                                          <p:stCondLst>
                                            <p:cond delay="1834"/>
                                          </p:stCondLst>
                                        </p:cTn>
                                        <p:tgtEl>
                                          <p:spTgt spid="2"/>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down)">
                                      <p:cBhvr>
                                        <p:cTn id="39" dur="580">
                                          <p:stCondLst>
                                            <p:cond delay="0"/>
                                          </p:stCondLst>
                                        </p:cTn>
                                        <p:tgtEl>
                                          <p:spTgt spid="3"/>
                                        </p:tgtEl>
                                      </p:cBhvr>
                                    </p:animEffect>
                                    <p:anim calcmode="lin" valueType="num">
                                      <p:cBhvr>
                                        <p:cTn id="40"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gtEl>
                                      </p:cBhvr>
                                      <p:to x="100000" y="60000"/>
                                    </p:animScale>
                                    <p:animScale>
                                      <p:cBhvr>
                                        <p:cTn id="46" dur="166" decel="50000">
                                          <p:stCondLst>
                                            <p:cond delay="676"/>
                                          </p:stCondLst>
                                        </p:cTn>
                                        <p:tgtEl>
                                          <p:spTgt spid="3"/>
                                        </p:tgtEl>
                                      </p:cBhvr>
                                      <p:to x="100000" y="100000"/>
                                    </p:animScale>
                                    <p:animScale>
                                      <p:cBhvr>
                                        <p:cTn id="47" dur="26">
                                          <p:stCondLst>
                                            <p:cond delay="1312"/>
                                          </p:stCondLst>
                                        </p:cTn>
                                        <p:tgtEl>
                                          <p:spTgt spid="3"/>
                                        </p:tgtEl>
                                      </p:cBhvr>
                                      <p:to x="100000" y="80000"/>
                                    </p:animScale>
                                    <p:animScale>
                                      <p:cBhvr>
                                        <p:cTn id="48" dur="166" decel="50000">
                                          <p:stCondLst>
                                            <p:cond delay="1338"/>
                                          </p:stCondLst>
                                        </p:cTn>
                                        <p:tgtEl>
                                          <p:spTgt spid="3"/>
                                        </p:tgtEl>
                                      </p:cBhvr>
                                      <p:to x="100000" y="100000"/>
                                    </p:animScale>
                                    <p:animScale>
                                      <p:cBhvr>
                                        <p:cTn id="49" dur="26">
                                          <p:stCondLst>
                                            <p:cond delay="1642"/>
                                          </p:stCondLst>
                                        </p:cTn>
                                        <p:tgtEl>
                                          <p:spTgt spid="3"/>
                                        </p:tgtEl>
                                      </p:cBhvr>
                                      <p:to x="100000" y="90000"/>
                                    </p:animScale>
                                    <p:animScale>
                                      <p:cBhvr>
                                        <p:cTn id="50" dur="166" decel="50000">
                                          <p:stCondLst>
                                            <p:cond delay="1668"/>
                                          </p:stCondLst>
                                        </p:cTn>
                                        <p:tgtEl>
                                          <p:spTgt spid="3"/>
                                        </p:tgtEl>
                                      </p:cBhvr>
                                      <p:to x="100000" y="100000"/>
                                    </p:animScale>
                                    <p:animScale>
                                      <p:cBhvr>
                                        <p:cTn id="51" dur="26">
                                          <p:stCondLst>
                                            <p:cond delay="1808"/>
                                          </p:stCondLst>
                                        </p:cTn>
                                        <p:tgtEl>
                                          <p:spTgt spid="3"/>
                                        </p:tgtEl>
                                      </p:cBhvr>
                                      <p:to x="100000" y="95000"/>
                                    </p:animScale>
                                    <p:animScale>
                                      <p:cBhvr>
                                        <p:cTn id="52" dur="166" decel="50000">
                                          <p:stCondLst>
                                            <p:cond delay="1834"/>
                                          </p:stCondLst>
                                        </p:cTn>
                                        <p:tgtEl>
                                          <p:spTgt spid="3"/>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wipe(down)">
                                      <p:cBhvr>
                                        <p:cTn id="55" dur="580">
                                          <p:stCondLst>
                                            <p:cond delay="0"/>
                                          </p:stCondLst>
                                        </p:cTn>
                                        <p:tgtEl>
                                          <p:spTgt spid="4"/>
                                        </p:tgtEl>
                                      </p:cBhvr>
                                    </p:animEffect>
                                    <p:anim calcmode="lin" valueType="num">
                                      <p:cBhvr>
                                        <p:cTn id="56"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61" dur="26">
                                          <p:stCondLst>
                                            <p:cond delay="650"/>
                                          </p:stCondLst>
                                        </p:cTn>
                                        <p:tgtEl>
                                          <p:spTgt spid="4"/>
                                        </p:tgtEl>
                                      </p:cBhvr>
                                      <p:to x="100000" y="60000"/>
                                    </p:animScale>
                                    <p:animScale>
                                      <p:cBhvr>
                                        <p:cTn id="62" dur="166" decel="50000">
                                          <p:stCondLst>
                                            <p:cond delay="676"/>
                                          </p:stCondLst>
                                        </p:cTn>
                                        <p:tgtEl>
                                          <p:spTgt spid="4"/>
                                        </p:tgtEl>
                                      </p:cBhvr>
                                      <p:to x="100000" y="100000"/>
                                    </p:animScale>
                                    <p:animScale>
                                      <p:cBhvr>
                                        <p:cTn id="63" dur="26">
                                          <p:stCondLst>
                                            <p:cond delay="1312"/>
                                          </p:stCondLst>
                                        </p:cTn>
                                        <p:tgtEl>
                                          <p:spTgt spid="4"/>
                                        </p:tgtEl>
                                      </p:cBhvr>
                                      <p:to x="100000" y="80000"/>
                                    </p:animScale>
                                    <p:animScale>
                                      <p:cBhvr>
                                        <p:cTn id="64" dur="166" decel="50000">
                                          <p:stCondLst>
                                            <p:cond delay="1338"/>
                                          </p:stCondLst>
                                        </p:cTn>
                                        <p:tgtEl>
                                          <p:spTgt spid="4"/>
                                        </p:tgtEl>
                                      </p:cBhvr>
                                      <p:to x="100000" y="100000"/>
                                    </p:animScale>
                                    <p:animScale>
                                      <p:cBhvr>
                                        <p:cTn id="65" dur="26">
                                          <p:stCondLst>
                                            <p:cond delay="1642"/>
                                          </p:stCondLst>
                                        </p:cTn>
                                        <p:tgtEl>
                                          <p:spTgt spid="4"/>
                                        </p:tgtEl>
                                      </p:cBhvr>
                                      <p:to x="100000" y="90000"/>
                                    </p:animScale>
                                    <p:animScale>
                                      <p:cBhvr>
                                        <p:cTn id="66" dur="166" decel="50000">
                                          <p:stCondLst>
                                            <p:cond delay="1668"/>
                                          </p:stCondLst>
                                        </p:cTn>
                                        <p:tgtEl>
                                          <p:spTgt spid="4"/>
                                        </p:tgtEl>
                                      </p:cBhvr>
                                      <p:to x="100000" y="100000"/>
                                    </p:animScale>
                                    <p:animScale>
                                      <p:cBhvr>
                                        <p:cTn id="67" dur="26">
                                          <p:stCondLst>
                                            <p:cond delay="1808"/>
                                          </p:stCondLst>
                                        </p:cTn>
                                        <p:tgtEl>
                                          <p:spTgt spid="4"/>
                                        </p:tgtEl>
                                      </p:cBhvr>
                                      <p:to x="100000" y="95000"/>
                                    </p:animScale>
                                    <p:animScale>
                                      <p:cBhvr>
                                        <p:cTn id="68" dur="166" decel="50000">
                                          <p:stCondLst>
                                            <p:cond delay="1834"/>
                                          </p:stCondLst>
                                        </p:cTn>
                                        <p:tgtEl>
                                          <p:spTgt spid="4"/>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wipe(down)">
                                      <p:cBhvr>
                                        <p:cTn id="71" dur="580">
                                          <p:stCondLst>
                                            <p:cond delay="0"/>
                                          </p:stCondLst>
                                        </p:cTn>
                                        <p:tgtEl>
                                          <p:spTgt spid="5"/>
                                        </p:tgtEl>
                                      </p:cBhvr>
                                    </p:animEffect>
                                    <p:anim calcmode="lin" valueType="num">
                                      <p:cBhvr>
                                        <p:cTn id="72"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77" dur="26">
                                          <p:stCondLst>
                                            <p:cond delay="650"/>
                                          </p:stCondLst>
                                        </p:cTn>
                                        <p:tgtEl>
                                          <p:spTgt spid="5"/>
                                        </p:tgtEl>
                                      </p:cBhvr>
                                      <p:to x="100000" y="60000"/>
                                    </p:animScale>
                                    <p:animScale>
                                      <p:cBhvr>
                                        <p:cTn id="78" dur="166" decel="50000">
                                          <p:stCondLst>
                                            <p:cond delay="676"/>
                                          </p:stCondLst>
                                        </p:cTn>
                                        <p:tgtEl>
                                          <p:spTgt spid="5"/>
                                        </p:tgtEl>
                                      </p:cBhvr>
                                      <p:to x="100000" y="100000"/>
                                    </p:animScale>
                                    <p:animScale>
                                      <p:cBhvr>
                                        <p:cTn id="79" dur="26">
                                          <p:stCondLst>
                                            <p:cond delay="1312"/>
                                          </p:stCondLst>
                                        </p:cTn>
                                        <p:tgtEl>
                                          <p:spTgt spid="5"/>
                                        </p:tgtEl>
                                      </p:cBhvr>
                                      <p:to x="100000" y="80000"/>
                                    </p:animScale>
                                    <p:animScale>
                                      <p:cBhvr>
                                        <p:cTn id="80" dur="166" decel="50000">
                                          <p:stCondLst>
                                            <p:cond delay="1338"/>
                                          </p:stCondLst>
                                        </p:cTn>
                                        <p:tgtEl>
                                          <p:spTgt spid="5"/>
                                        </p:tgtEl>
                                      </p:cBhvr>
                                      <p:to x="100000" y="100000"/>
                                    </p:animScale>
                                    <p:animScale>
                                      <p:cBhvr>
                                        <p:cTn id="81" dur="26">
                                          <p:stCondLst>
                                            <p:cond delay="1642"/>
                                          </p:stCondLst>
                                        </p:cTn>
                                        <p:tgtEl>
                                          <p:spTgt spid="5"/>
                                        </p:tgtEl>
                                      </p:cBhvr>
                                      <p:to x="100000" y="90000"/>
                                    </p:animScale>
                                    <p:animScale>
                                      <p:cBhvr>
                                        <p:cTn id="82" dur="166" decel="50000">
                                          <p:stCondLst>
                                            <p:cond delay="1668"/>
                                          </p:stCondLst>
                                        </p:cTn>
                                        <p:tgtEl>
                                          <p:spTgt spid="5"/>
                                        </p:tgtEl>
                                      </p:cBhvr>
                                      <p:to x="100000" y="100000"/>
                                    </p:animScale>
                                    <p:animScale>
                                      <p:cBhvr>
                                        <p:cTn id="83" dur="26">
                                          <p:stCondLst>
                                            <p:cond delay="1808"/>
                                          </p:stCondLst>
                                        </p:cTn>
                                        <p:tgtEl>
                                          <p:spTgt spid="5"/>
                                        </p:tgtEl>
                                      </p:cBhvr>
                                      <p:to x="100000" y="95000"/>
                                    </p:animScale>
                                    <p:animScale>
                                      <p:cBhvr>
                                        <p:cTn id="84" dur="166" decel="50000">
                                          <p:stCondLst>
                                            <p:cond delay="1834"/>
                                          </p:stCondLst>
                                        </p:cTn>
                                        <p:tgtEl>
                                          <p:spTgt spid="5"/>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6"/>
                                        </p:tgtEl>
                                        <p:attrNameLst>
                                          <p:attrName>style.visibility</p:attrName>
                                        </p:attrNameLst>
                                      </p:cBhvr>
                                      <p:to>
                                        <p:strVal val="visible"/>
                                      </p:to>
                                    </p:set>
                                    <p:animEffect transition="in" filter="wipe(down)">
                                      <p:cBhvr>
                                        <p:cTn id="87" dur="580">
                                          <p:stCondLst>
                                            <p:cond delay="0"/>
                                          </p:stCondLst>
                                        </p:cTn>
                                        <p:tgtEl>
                                          <p:spTgt spid="6"/>
                                        </p:tgtEl>
                                      </p:cBhvr>
                                    </p:animEffect>
                                    <p:anim calcmode="lin" valueType="num">
                                      <p:cBhvr>
                                        <p:cTn id="8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93" dur="26">
                                          <p:stCondLst>
                                            <p:cond delay="650"/>
                                          </p:stCondLst>
                                        </p:cTn>
                                        <p:tgtEl>
                                          <p:spTgt spid="6"/>
                                        </p:tgtEl>
                                      </p:cBhvr>
                                      <p:to x="100000" y="60000"/>
                                    </p:animScale>
                                    <p:animScale>
                                      <p:cBhvr>
                                        <p:cTn id="94" dur="166" decel="50000">
                                          <p:stCondLst>
                                            <p:cond delay="676"/>
                                          </p:stCondLst>
                                        </p:cTn>
                                        <p:tgtEl>
                                          <p:spTgt spid="6"/>
                                        </p:tgtEl>
                                      </p:cBhvr>
                                      <p:to x="100000" y="100000"/>
                                    </p:animScale>
                                    <p:animScale>
                                      <p:cBhvr>
                                        <p:cTn id="95" dur="26">
                                          <p:stCondLst>
                                            <p:cond delay="1312"/>
                                          </p:stCondLst>
                                        </p:cTn>
                                        <p:tgtEl>
                                          <p:spTgt spid="6"/>
                                        </p:tgtEl>
                                      </p:cBhvr>
                                      <p:to x="100000" y="80000"/>
                                    </p:animScale>
                                    <p:animScale>
                                      <p:cBhvr>
                                        <p:cTn id="96" dur="166" decel="50000">
                                          <p:stCondLst>
                                            <p:cond delay="1338"/>
                                          </p:stCondLst>
                                        </p:cTn>
                                        <p:tgtEl>
                                          <p:spTgt spid="6"/>
                                        </p:tgtEl>
                                      </p:cBhvr>
                                      <p:to x="100000" y="100000"/>
                                    </p:animScale>
                                    <p:animScale>
                                      <p:cBhvr>
                                        <p:cTn id="97" dur="26">
                                          <p:stCondLst>
                                            <p:cond delay="1642"/>
                                          </p:stCondLst>
                                        </p:cTn>
                                        <p:tgtEl>
                                          <p:spTgt spid="6"/>
                                        </p:tgtEl>
                                      </p:cBhvr>
                                      <p:to x="100000" y="90000"/>
                                    </p:animScale>
                                    <p:animScale>
                                      <p:cBhvr>
                                        <p:cTn id="98" dur="166" decel="50000">
                                          <p:stCondLst>
                                            <p:cond delay="1668"/>
                                          </p:stCondLst>
                                        </p:cTn>
                                        <p:tgtEl>
                                          <p:spTgt spid="6"/>
                                        </p:tgtEl>
                                      </p:cBhvr>
                                      <p:to x="100000" y="100000"/>
                                    </p:animScale>
                                    <p:animScale>
                                      <p:cBhvr>
                                        <p:cTn id="99" dur="26">
                                          <p:stCondLst>
                                            <p:cond delay="1808"/>
                                          </p:stCondLst>
                                        </p:cTn>
                                        <p:tgtEl>
                                          <p:spTgt spid="6"/>
                                        </p:tgtEl>
                                      </p:cBhvr>
                                      <p:to x="100000" y="95000"/>
                                    </p:animScale>
                                    <p:animScale>
                                      <p:cBhvr>
                                        <p:cTn id="100" dur="166" decel="50000">
                                          <p:stCondLst>
                                            <p:cond delay="1834"/>
                                          </p:stCondLst>
                                        </p:cTn>
                                        <p:tgtEl>
                                          <p:spTgt spid="6"/>
                                        </p:tgtEl>
                                      </p:cBhvr>
                                      <p:to x="100000" y="100000"/>
                                    </p:animScale>
                                  </p:childTnLst>
                                </p:cTn>
                              </p:par>
                              <p:par>
                                <p:cTn id="101" presetID="26" presetClass="entr" presetSubtype="0" fill="hold" nodeType="withEffect">
                                  <p:stCondLst>
                                    <p:cond delay="0"/>
                                  </p:stCondLst>
                                  <p:childTnLst>
                                    <p:set>
                                      <p:cBhvr>
                                        <p:cTn id="102" dur="1" fill="hold">
                                          <p:stCondLst>
                                            <p:cond delay="0"/>
                                          </p:stCondLst>
                                        </p:cTn>
                                        <p:tgtEl>
                                          <p:spTgt spid="7"/>
                                        </p:tgtEl>
                                        <p:attrNameLst>
                                          <p:attrName>style.visibility</p:attrName>
                                        </p:attrNameLst>
                                      </p:cBhvr>
                                      <p:to>
                                        <p:strVal val="visible"/>
                                      </p:to>
                                    </p:set>
                                    <p:animEffect transition="in" filter="wipe(down)">
                                      <p:cBhvr>
                                        <p:cTn id="103" dur="580">
                                          <p:stCondLst>
                                            <p:cond delay="0"/>
                                          </p:stCondLst>
                                        </p:cTn>
                                        <p:tgtEl>
                                          <p:spTgt spid="7"/>
                                        </p:tgtEl>
                                      </p:cBhvr>
                                    </p:animEffect>
                                    <p:anim calcmode="lin" valueType="num">
                                      <p:cBhvr>
                                        <p:cTn id="10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09" dur="26">
                                          <p:stCondLst>
                                            <p:cond delay="650"/>
                                          </p:stCondLst>
                                        </p:cTn>
                                        <p:tgtEl>
                                          <p:spTgt spid="7"/>
                                        </p:tgtEl>
                                      </p:cBhvr>
                                      <p:to x="100000" y="60000"/>
                                    </p:animScale>
                                    <p:animScale>
                                      <p:cBhvr>
                                        <p:cTn id="110" dur="166" decel="50000">
                                          <p:stCondLst>
                                            <p:cond delay="676"/>
                                          </p:stCondLst>
                                        </p:cTn>
                                        <p:tgtEl>
                                          <p:spTgt spid="7"/>
                                        </p:tgtEl>
                                      </p:cBhvr>
                                      <p:to x="100000" y="100000"/>
                                    </p:animScale>
                                    <p:animScale>
                                      <p:cBhvr>
                                        <p:cTn id="111" dur="26">
                                          <p:stCondLst>
                                            <p:cond delay="1312"/>
                                          </p:stCondLst>
                                        </p:cTn>
                                        <p:tgtEl>
                                          <p:spTgt spid="7"/>
                                        </p:tgtEl>
                                      </p:cBhvr>
                                      <p:to x="100000" y="80000"/>
                                    </p:animScale>
                                    <p:animScale>
                                      <p:cBhvr>
                                        <p:cTn id="112" dur="166" decel="50000">
                                          <p:stCondLst>
                                            <p:cond delay="1338"/>
                                          </p:stCondLst>
                                        </p:cTn>
                                        <p:tgtEl>
                                          <p:spTgt spid="7"/>
                                        </p:tgtEl>
                                      </p:cBhvr>
                                      <p:to x="100000" y="100000"/>
                                    </p:animScale>
                                    <p:animScale>
                                      <p:cBhvr>
                                        <p:cTn id="113" dur="26">
                                          <p:stCondLst>
                                            <p:cond delay="1642"/>
                                          </p:stCondLst>
                                        </p:cTn>
                                        <p:tgtEl>
                                          <p:spTgt spid="7"/>
                                        </p:tgtEl>
                                      </p:cBhvr>
                                      <p:to x="100000" y="90000"/>
                                    </p:animScale>
                                    <p:animScale>
                                      <p:cBhvr>
                                        <p:cTn id="114" dur="166" decel="50000">
                                          <p:stCondLst>
                                            <p:cond delay="1668"/>
                                          </p:stCondLst>
                                        </p:cTn>
                                        <p:tgtEl>
                                          <p:spTgt spid="7"/>
                                        </p:tgtEl>
                                      </p:cBhvr>
                                      <p:to x="100000" y="100000"/>
                                    </p:animScale>
                                    <p:animScale>
                                      <p:cBhvr>
                                        <p:cTn id="115" dur="26">
                                          <p:stCondLst>
                                            <p:cond delay="1808"/>
                                          </p:stCondLst>
                                        </p:cTn>
                                        <p:tgtEl>
                                          <p:spTgt spid="7"/>
                                        </p:tgtEl>
                                      </p:cBhvr>
                                      <p:to x="100000" y="95000"/>
                                    </p:animScale>
                                    <p:animScale>
                                      <p:cBhvr>
                                        <p:cTn id="116" dur="166" decel="50000">
                                          <p:stCondLst>
                                            <p:cond delay="1834"/>
                                          </p:stCondLst>
                                        </p:cTn>
                                        <p:tgtEl>
                                          <p:spTgt spid="7"/>
                                        </p:tgtEl>
                                      </p:cBhvr>
                                      <p:to x="100000" y="100000"/>
                                    </p:animScale>
                                  </p:childTnLst>
                                </p:cTn>
                              </p:par>
                              <p:par>
                                <p:cTn id="117" presetID="26" presetClass="entr" presetSubtype="0" fill="hold" nodeType="withEffect">
                                  <p:stCondLst>
                                    <p:cond delay="0"/>
                                  </p:stCondLst>
                                  <p:childTnLst>
                                    <p:set>
                                      <p:cBhvr>
                                        <p:cTn id="118" dur="1" fill="hold">
                                          <p:stCondLst>
                                            <p:cond delay="0"/>
                                          </p:stCondLst>
                                        </p:cTn>
                                        <p:tgtEl>
                                          <p:spTgt spid="8"/>
                                        </p:tgtEl>
                                        <p:attrNameLst>
                                          <p:attrName>style.visibility</p:attrName>
                                        </p:attrNameLst>
                                      </p:cBhvr>
                                      <p:to>
                                        <p:strVal val="visible"/>
                                      </p:to>
                                    </p:set>
                                    <p:animEffect transition="in" filter="wipe(down)">
                                      <p:cBhvr>
                                        <p:cTn id="119" dur="580">
                                          <p:stCondLst>
                                            <p:cond delay="0"/>
                                          </p:stCondLst>
                                        </p:cTn>
                                        <p:tgtEl>
                                          <p:spTgt spid="8"/>
                                        </p:tgtEl>
                                      </p:cBhvr>
                                    </p:animEffect>
                                    <p:anim calcmode="lin" valueType="num">
                                      <p:cBhvr>
                                        <p:cTn id="120"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25" dur="26">
                                          <p:stCondLst>
                                            <p:cond delay="650"/>
                                          </p:stCondLst>
                                        </p:cTn>
                                        <p:tgtEl>
                                          <p:spTgt spid="8"/>
                                        </p:tgtEl>
                                      </p:cBhvr>
                                      <p:to x="100000" y="60000"/>
                                    </p:animScale>
                                    <p:animScale>
                                      <p:cBhvr>
                                        <p:cTn id="126" dur="166" decel="50000">
                                          <p:stCondLst>
                                            <p:cond delay="676"/>
                                          </p:stCondLst>
                                        </p:cTn>
                                        <p:tgtEl>
                                          <p:spTgt spid="8"/>
                                        </p:tgtEl>
                                      </p:cBhvr>
                                      <p:to x="100000" y="100000"/>
                                    </p:animScale>
                                    <p:animScale>
                                      <p:cBhvr>
                                        <p:cTn id="127" dur="26">
                                          <p:stCondLst>
                                            <p:cond delay="1312"/>
                                          </p:stCondLst>
                                        </p:cTn>
                                        <p:tgtEl>
                                          <p:spTgt spid="8"/>
                                        </p:tgtEl>
                                      </p:cBhvr>
                                      <p:to x="100000" y="80000"/>
                                    </p:animScale>
                                    <p:animScale>
                                      <p:cBhvr>
                                        <p:cTn id="128" dur="166" decel="50000">
                                          <p:stCondLst>
                                            <p:cond delay="1338"/>
                                          </p:stCondLst>
                                        </p:cTn>
                                        <p:tgtEl>
                                          <p:spTgt spid="8"/>
                                        </p:tgtEl>
                                      </p:cBhvr>
                                      <p:to x="100000" y="100000"/>
                                    </p:animScale>
                                    <p:animScale>
                                      <p:cBhvr>
                                        <p:cTn id="129" dur="26">
                                          <p:stCondLst>
                                            <p:cond delay="1642"/>
                                          </p:stCondLst>
                                        </p:cTn>
                                        <p:tgtEl>
                                          <p:spTgt spid="8"/>
                                        </p:tgtEl>
                                      </p:cBhvr>
                                      <p:to x="100000" y="90000"/>
                                    </p:animScale>
                                    <p:animScale>
                                      <p:cBhvr>
                                        <p:cTn id="130" dur="166" decel="50000">
                                          <p:stCondLst>
                                            <p:cond delay="1668"/>
                                          </p:stCondLst>
                                        </p:cTn>
                                        <p:tgtEl>
                                          <p:spTgt spid="8"/>
                                        </p:tgtEl>
                                      </p:cBhvr>
                                      <p:to x="100000" y="100000"/>
                                    </p:animScale>
                                    <p:animScale>
                                      <p:cBhvr>
                                        <p:cTn id="131" dur="26">
                                          <p:stCondLst>
                                            <p:cond delay="1808"/>
                                          </p:stCondLst>
                                        </p:cTn>
                                        <p:tgtEl>
                                          <p:spTgt spid="8"/>
                                        </p:tgtEl>
                                      </p:cBhvr>
                                      <p:to x="100000" y="95000"/>
                                    </p:animScale>
                                    <p:animScale>
                                      <p:cBhvr>
                                        <p:cTn id="132" dur="166" decel="50000">
                                          <p:stCondLst>
                                            <p:cond delay="1834"/>
                                          </p:stCondLst>
                                        </p:cTn>
                                        <p:tgtEl>
                                          <p:spTgt spid="8"/>
                                        </p:tgtEl>
                                      </p:cBhvr>
                                      <p:to x="100000" y="100000"/>
                                    </p:animScale>
                                  </p:childTnLst>
                                </p:cTn>
                              </p:par>
                              <p:par>
                                <p:cTn id="133" presetID="26" presetClass="entr" presetSubtype="0" fill="hold" nodeType="withEffect">
                                  <p:stCondLst>
                                    <p:cond delay="0"/>
                                  </p:stCondLst>
                                  <p:childTnLst>
                                    <p:set>
                                      <p:cBhvr>
                                        <p:cTn id="134" dur="1" fill="hold">
                                          <p:stCondLst>
                                            <p:cond delay="0"/>
                                          </p:stCondLst>
                                        </p:cTn>
                                        <p:tgtEl>
                                          <p:spTgt spid="9"/>
                                        </p:tgtEl>
                                        <p:attrNameLst>
                                          <p:attrName>style.visibility</p:attrName>
                                        </p:attrNameLst>
                                      </p:cBhvr>
                                      <p:to>
                                        <p:strVal val="visible"/>
                                      </p:to>
                                    </p:set>
                                    <p:animEffect transition="in" filter="wipe(down)">
                                      <p:cBhvr>
                                        <p:cTn id="135" dur="580">
                                          <p:stCondLst>
                                            <p:cond delay="0"/>
                                          </p:stCondLst>
                                        </p:cTn>
                                        <p:tgtEl>
                                          <p:spTgt spid="9"/>
                                        </p:tgtEl>
                                      </p:cBhvr>
                                    </p:animEffect>
                                    <p:anim calcmode="lin" valueType="num">
                                      <p:cBhvr>
                                        <p:cTn id="136"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41" dur="26">
                                          <p:stCondLst>
                                            <p:cond delay="650"/>
                                          </p:stCondLst>
                                        </p:cTn>
                                        <p:tgtEl>
                                          <p:spTgt spid="9"/>
                                        </p:tgtEl>
                                      </p:cBhvr>
                                      <p:to x="100000" y="60000"/>
                                    </p:animScale>
                                    <p:animScale>
                                      <p:cBhvr>
                                        <p:cTn id="142" dur="166" decel="50000">
                                          <p:stCondLst>
                                            <p:cond delay="676"/>
                                          </p:stCondLst>
                                        </p:cTn>
                                        <p:tgtEl>
                                          <p:spTgt spid="9"/>
                                        </p:tgtEl>
                                      </p:cBhvr>
                                      <p:to x="100000" y="100000"/>
                                    </p:animScale>
                                    <p:animScale>
                                      <p:cBhvr>
                                        <p:cTn id="143" dur="26">
                                          <p:stCondLst>
                                            <p:cond delay="1312"/>
                                          </p:stCondLst>
                                        </p:cTn>
                                        <p:tgtEl>
                                          <p:spTgt spid="9"/>
                                        </p:tgtEl>
                                      </p:cBhvr>
                                      <p:to x="100000" y="80000"/>
                                    </p:animScale>
                                    <p:animScale>
                                      <p:cBhvr>
                                        <p:cTn id="144" dur="166" decel="50000">
                                          <p:stCondLst>
                                            <p:cond delay="1338"/>
                                          </p:stCondLst>
                                        </p:cTn>
                                        <p:tgtEl>
                                          <p:spTgt spid="9"/>
                                        </p:tgtEl>
                                      </p:cBhvr>
                                      <p:to x="100000" y="100000"/>
                                    </p:animScale>
                                    <p:animScale>
                                      <p:cBhvr>
                                        <p:cTn id="145" dur="26">
                                          <p:stCondLst>
                                            <p:cond delay="1642"/>
                                          </p:stCondLst>
                                        </p:cTn>
                                        <p:tgtEl>
                                          <p:spTgt spid="9"/>
                                        </p:tgtEl>
                                      </p:cBhvr>
                                      <p:to x="100000" y="90000"/>
                                    </p:animScale>
                                    <p:animScale>
                                      <p:cBhvr>
                                        <p:cTn id="146" dur="166" decel="50000">
                                          <p:stCondLst>
                                            <p:cond delay="1668"/>
                                          </p:stCondLst>
                                        </p:cTn>
                                        <p:tgtEl>
                                          <p:spTgt spid="9"/>
                                        </p:tgtEl>
                                      </p:cBhvr>
                                      <p:to x="100000" y="100000"/>
                                    </p:animScale>
                                    <p:animScale>
                                      <p:cBhvr>
                                        <p:cTn id="147" dur="26">
                                          <p:stCondLst>
                                            <p:cond delay="1808"/>
                                          </p:stCondLst>
                                        </p:cTn>
                                        <p:tgtEl>
                                          <p:spTgt spid="9"/>
                                        </p:tgtEl>
                                      </p:cBhvr>
                                      <p:to x="100000" y="95000"/>
                                    </p:animScale>
                                    <p:animScale>
                                      <p:cBhvr>
                                        <p:cTn id="148" dur="166" decel="50000">
                                          <p:stCondLst>
                                            <p:cond delay="1834"/>
                                          </p:stCondLst>
                                        </p:cTn>
                                        <p:tgtEl>
                                          <p:spTgt spid="9"/>
                                        </p:tgtEl>
                                      </p:cBhvr>
                                      <p:to x="100000" y="100000"/>
                                    </p:animScale>
                                  </p:childTnLst>
                                </p:cTn>
                              </p:par>
                              <p:par>
                                <p:cTn id="149" presetID="26" presetClass="entr" presetSubtype="0" fill="hold" nodeType="withEffect">
                                  <p:stCondLst>
                                    <p:cond delay="0"/>
                                  </p:stCondLst>
                                  <p:childTnLst>
                                    <p:set>
                                      <p:cBhvr>
                                        <p:cTn id="150" dur="1" fill="hold">
                                          <p:stCondLst>
                                            <p:cond delay="0"/>
                                          </p:stCondLst>
                                        </p:cTn>
                                        <p:tgtEl>
                                          <p:spTgt spid="10"/>
                                        </p:tgtEl>
                                        <p:attrNameLst>
                                          <p:attrName>style.visibility</p:attrName>
                                        </p:attrNameLst>
                                      </p:cBhvr>
                                      <p:to>
                                        <p:strVal val="visible"/>
                                      </p:to>
                                    </p:set>
                                    <p:animEffect transition="in" filter="wipe(down)">
                                      <p:cBhvr>
                                        <p:cTn id="151" dur="580">
                                          <p:stCondLst>
                                            <p:cond delay="0"/>
                                          </p:stCondLst>
                                        </p:cTn>
                                        <p:tgtEl>
                                          <p:spTgt spid="10"/>
                                        </p:tgtEl>
                                      </p:cBhvr>
                                    </p:animEffect>
                                    <p:anim calcmode="lin" valueType="num">
                                      <p:cBhvr>
                                        <p:cTn id="152"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57" dur="26">
                                          <p:stCondLst>
                                            <p:cond delay="650"/>
                                          </p:stCondLst>
                                        </p:cTn>
                                        <p:tgtEl>
                                          <p:spTgt spid="10"/>
                                        </p:tgtEl>
                                      </p:cBhvr>
                                      <p:to x="100000" y="60000"/>
                                    </p:animScale>
                                    <p:animScale>
                                      <p:cBhvr>
                                        <p:cTn id="158" dur="166" decel="50000">
                                          <p:stCondLst>
                                            <p:cond delay="676"/>
                                          </p:stCondLst>
                                        </p:cTn>
                                        <p:tgtEl>
                                          <p:spTgt spid="10"/>
                                        </p:tgtEl>
                                      </p:cBhvr>
                                      <p:to x="100000" y="100000"/>
                                    </p:animScale>
                                    <p:animScale>
                                      <p:cBhvr>
                                        <p:cTn id="159" dur="26">
                                          <p:stCondLst>
                                            <p:cond delay="1312"/>
                                          </p:stCondLst>
                                        </p:cTn>
                                        <p:tgtEl>
                                          <p:spTgt spid="10"/>
                                        </p:tgtEl>
                                      </p:cBhvr>
                                      <p:to x="100000" y="80000"/>
                                    </p:animScale>
                                    <p:animScale>
                                      <p:cBhvr>
                                        <p:cTn id="160" dur="166" decel="50000">
                                          <p:stCondLst>
                                            <p:cond delay="1338"/>
                                          </p:stCondLst>
                                        </p:cTn>
                                        <p:tgtEl>
                                          <p:spTgt spid="10"/>
                                        </p:tgtEl>
                                      </p:cBhvr>
                                      <p:to x="100000" y="100000"/>
                                    </p:animScale>
                                    <p:animScale>
                                      <p:cBhvr>
                                        <p:cTn id="161" dur="26">
                                          <p:stCondLst>
                                            <p:cond delay="1642"/>
                                          </p:stCondLst>
                                        </p:cTn>
                                        <p:tgtEl>
                                          <p:spTgt spid="10"/>
                                        </p:tgtEl>
                                      </p:cBhvr>
                                      <p:to x="100000" y="90000"/>
                                    </p:animScale>
                                    <p:animScale>
                                      <p:cBhvr>
                                        <p:cTn id="162" dur="166" decel="50000">
                                          <p:stCondLst>
                                            <p:cond delay="1668"/>
                                          </p:stCondLst>
                                        </p:cTn>
                                        <p:tgtEl>
                                          <p:spTgt spid="10"/>
                                        </p:tgtEl>
                                      </p:cBhvr>
                                      <p:to x="100000" y="100000"/>
                                    </p:animScale>
                                    <p:animScale>
                                      <p:cBhvr>
                                        <p:cTn id="163" dur="26">
                                          <p:stCondLst>
                                            <p:cond delay="1808"/>
                                          </p:stCondLst>
                                        </p:cTn>
                                        <p:tgtEl>
                                          <p:spTgt spid="10"/>
                                        </p:tgtEl>
                                      </p:cBhvr>
                                      <p:to x="100000" y="95000"/>
                                    </p:animScale>
                                    <p:animScale>
                                      <p:cBhvr>
                                        <p:cTn id="164" dur="166" decel="50000">
                                          <p:stCondLst>
                                            <p:cond delay="1834"/>
                                          </p:stCondLst>
                                        </p:cTn>
                                        <p:tgtEl>
                                          <p:spTgt spid="10"/>
                                        </p:tgtEl>
                                      </p:cBhvr>
                                      <p:to x="100000" y="100000"/>
                                    </p:animScale>
                                  </p:childTnLst>
                                </p:cTn>
                              </p:par>
                              <p:par>
                                <p:cTn id="165" presetID="26" presetClass="entr" presetSubtype="0" fill="hold" nodeType="withEffect">
                                  <p:stCondLst>
                                    <p:cond delay="0"/>
                                  </p:stCondLst>
                                  <p:childTnLst>
                                    <p:set>
                                      <p:cBhvr>
                                        <p:cTn id="166" dur="1" fill="hold">
                                          <p:stCondLst>
                                            <p:cond delay="0"/>
                                          </p:stCondLst>
                                        </p:cTn>
                                        <p:tgtEl>
                                          <p:spTgt spid="11"/>
                                        </p:tgtEl>
                                        <p:attrNameLst>
                                          <p:attrName>style.visibility</p:attrName>
                                        </p:attrNameLst>
                                      </p:cBhvr>
                                      <p:to>
                                        <p:strVal val="visible"/>
                                      </p:to>
                                    </p:set>
                                    <p:animEffect transition="in" filter="wipe(down)">
                                      <p:cBhvr>
                                        <p:cTn id="167" dur="580">
                                          <p:stCondLst>
                                            <p:cond delay="0"/>
                                          </p:stCondLst>
                                        </p:cTn>
                                        <p:tgtEl>
                                          <p:spTgt spid="11"/>
                                        </p:tgtEl>
                                      </p:cBhvr>
                                    </p:animEffect>
                                    <p:anim calcmode="lin" valueType="num">
                                      <p:cBhvr>
                                        <p:cTn id="168"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73" dur="26">
                                          <p:stCondLst>
                                            <p:cond delay="650"/>
                                          </p:stCondLst>
                                        </p:cTn>
                                        <p:tgtEl>
                                          <p:spTgt spid="11"/>
                                        </p:tgtEl>
                                      </p:cBhvr>
                                      <p:to x="100000" y="60000"/>
                                    </p:animScale>
                                    <p:animScale>
                                      <p:cBhvr>
                                        <p:cTn id="174" dur="166" decel="50000">
                                          <p:stCondLst>
                                            <p:cond delay="676"/>
                                          </p:stCondLst>
                                        </p:cTn>
                                        <p:tgtEl>
                                          <p:spTgt spid="11"/>
                                        </p:tgtEl>
                                      </p:cBhvr>
                                      <p:to x="100000" y="100000"/>
                                    </p:animScale>
                                    <p:animScale>
                                      <p:cBhvr>
                                        <p:cTn id="175" dur="26">
                                          <p:stCondLst>
                                            <p:cond delay="1312"/>
                                          </p:stCondLst>
                                        </p:cTn>
                                        <p:tgtEl>
                                          <p:spTgt spid="11"/>
                                        </p:tgtEl>
                                      </p:cBhvr>
                                      <p:to x="100000" y="80000"/>
                                    </p:animScale>
                                    <p:animScale>
                                      <p:cBhvr>
                                        <p:cTn id="176" dur="166" decel="50000">
                                          <p:stCondLst>
                                            <p:cond delay="1338"/>
                                          </p:stCondLst>
                                        </p:cTn>
                                        <p:tgtEl>
                                          <p:spTgt spid="11"/>
                                        </p:tgtEl>
                                      </p:cBhvr>
                                      <p:to x="100000" y="100000"/>
                                    </p:animScale>
                                    <p:animScale>
                                      <p:cBhvr>
                                        <p:cTn id="177" dur="26">
                                          <p:stCondLst>
                                            <p:cond delay="1642"/>
                                          </p:stCondLst>
                                        </p:cTn>
                                        <p:tgtEl>
                                          <p:spTgt spid="11"/>
                                        </p:tgtEl>
                                      </p:cBhvr>
                                      <p:to x="100000" y="90000"/>
                                    </p:animScale>
                                    <p:animScale>
                                      <p:cBhvr>
                                        <p:cTn id="178" dur="166" decel="50000">
                                          <p:stCondLst>
                                            <p:cond delay="1668"/>
                                          </p:stCondLst>
                                        </p:cTn>
                                        <p:tgtEl>
                                          <p:spTgt spid="11"/>
                                        </p:tgtEl>
                                      </p:cBhvr>
                                      <p:to x="100000" y="100000"/>
                                    </p:animScale>
                                    <p:animScale>
                                      <p:cBhvr>
                                        <p:cTn id="179" dur="26">
                                          <p:stCondLst>
                                            <p:cond delay="1808"/>
                                          </p:stCondLst>
                                        </p:cTn>
                                        <p:tgtEl>
                                          <p:spTgt spid="11"/>
                                        </p:tgtEl>
                                      </p:cBhvr>
                                      <p:to x="100000" y="95000"/>
                                    </p:animScale>
                                    <p:animScale>
                                      <p:cBhvr>
                                        <p:cTn id="180" dur="166" decel="50000">
                                          <p:stCondLst>
                                            <p:cond delay="1834"/>
                                          </p:stCondLst>
                                        </p:cTn>
                                        <p:tgtEl>
                                          <p:spTgt spid="11"/>
                                        </p:tgtEl>
                                      </p:cBhvr>
                                      <p:to x="100000" y="100000"/>
                                    </p:animScale>
                                  </p:childTnLst>
                                </p:cTn>
                              </p:par>
                            </p:childTnLst>
                          </p:cTn>
                        </p:par>
                      </p:childTnLst>
                    </p:cTn>
                  </p:par>
                  <p:par>
                    <p:cTn id="181" fill="hold">
                      <p:stCondLst>
                        <p:cond delay="indefinite"/>
                      </p:stCondLst>
                      <p:childTnLst>
                        <p:par>
                          <p:cTn id="182" fill="hold">
                            <p:stCondLst>
                              <p:cond delay="0"/>
                            </p:stCondLst>
                            <p:childTnLst>
                              <p:par>
                                <p:cTn id="183" presetID="3" presetClass="entr" presetSubtype="10" fill="hold" nodeType="clickEffect">
                                  <p:stCondLst>
                                    <p:cond delay="0"/>
                                  </p:stCondLst>
                                  <p:childTnLst>
                                    <p:set>
                                      <p:cBhvr>
                                        <p:cTn id="184" dur="1" fill="hold">
                                          <p:stCondLst>
                                            <p:cond delay="0"/>
                                          </p:stCondLst>
                                        </p:cTn>
                                        <p:tgtEl>
                                          <p:spTgt spid="14"/>
                                        </p:tgtEl>
                                        <p:attrNameLst>
                                          <p:attrName>style.visibility</p:attrName>
                                        </p:attrNameLst>
                                      </p:cBhvr>
                                      <p:to>
                                        <p:strVal val="visible"/>
                                      </p:to>
                                    </p:set>
                                    <p:animEffect transition="in" filter="blinds(horizontal)">
                                      <p:cBhvr>
                                        <p:cTn id="18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animBg="1"/>
      <p:bldP spid="2"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53720" y="2057400"/>
            <a:ext cx="8003540" cy="196469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当在产生竞争-冒险的逻辑门输出端并联一个电容器时，由于电容器两端的电压不能突变，短时间内产生的干扰脉冲对输出端电压的升高或降低作用不够明显，因而可以达到消除竞争-冒险现象</a:t>
            </a:r>
            <a:r>
              <a:rPr lang="zh-CN" altLang="en-US" sz="2400" b="1" kern="1200" dirty="0">
                <a:solidFill>
                  <a:srgbClr val="000066"/>
                </a:solidFill>
                <a:latin typeface="Arial" panose="020B0604020202020204" pitchFamily="34" charset="0"/>
                <a:ea typeface="楷体_GB2312" pitchFamily="49" charset="-122"/>
                <a:sym typeface="+mn-ea"/>
              </a:rPr>
              <a:t>的目的</a:t>
            </a:r>
            <a:r>
              <a:rPr lang="zh-CN" altLang="en-US" sz="2400" b="1" kern="1200"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1682750" y="533400"/>
            <a:ext cx="637667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4.4 </a:t>
            </a:r>
            <a:r>
              <a:rPr b="1" dirty="0">
                <a:solidFill>
                  <a:srgbClr val="FF0000"/>
                </a:solidFill>
                <a:latin typeface="黑体" panose="02010609060101010101" pitchFamily="49" charset="-122"/>
                <a:ea typeface="黑体" panose="02010609060101010101" pitchFamily="49" charset="-122"/>
                <a:sym typeface="+mn-ea"/>
              </a:rPr>
              <a:t>组合逻辑电路的竞争-冒险</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8" name="Rectangle 3"/>
          <p:cNvSpPr>
            <a:spLocks noGrp="1"/>
          </p:cNvSpPr>
          <p:nvPr/>
        </p:nvSpPr>
        <p:spPr>
          <a:xfrm>
            <a:off x="1219200" y="1404620"/>
            <a:ext cx="3230245" cy="5378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a:t>
            </a:r>
            <a:r>
              <a:rPr sz="2400" b="1" kern="1200" dirty="0">
                <a:solidFill>
                  <a:srgbClr val="FE09D6"/>
                </a:solidFill>
                <a:latin typeface="Times New Roman" panose="02020603050405020304" charset="0"/>
                <a:ea typeface="楷体_GB2312" pitchFamily="49" charset="-122"/>
                <a:cs typeface="Times New Roman" panose="02020603050405020304" charset="0"/>
              </a:rPr>
              <a:t>输出端并联电容器</a:t>
            </a:r>
            <a:endParaRPr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524000"/>
            <a:ext cx="8003540" cy="188277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1. 组合逻辑电路是指任何时刻输出信号的状态都只取决于该时刻输入信号的状态，而与之前的状态无关的电路。因此，组合逻辑电路中不包含具有记忆功能的元件，并且输出和输入之间无反馈通路。</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702310" y="3556000"/>
            <a:ext cx="8003540" cy="18827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2. 对一个组合逻辑电路进行分析时，可以根据给定的逻辑电路逐级写出每个门电路的逻辑表达式，然后对最终的输出逻辑表达式进行化简和变换，再列出真值表，最后根据真值表或最简逻辑表达式确定电路的逻辑功能。</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295400"/>
            <a:ext cx="8003540" cy="3205480"/>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3. 设计一个组合逻辑电路时，可以遵循一定的步骤进行。首先，对实际的问题进行逻辑抽象，确定输入、输出变量及各变量逻辑状态的含义；其次，根据逻辑描述列出真值表，由真值表再写出逻辑表达式；最后，对逻辑表达式进行化简和变换，画出逻辑图。对于实际的中规模 (MSI) 组合逻辑电路的设计，遵循的一般原则是使用MSI芯片的数量和种类最少，芯片之间的连线最少。</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685800" y="4495800"/>
            <a:ext cx="8003540" cy="18364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4. 典型的组合逻辑电路包括编码器、译码器、数据分配器、数据选择器、加法器、数值比较器。这些典型的集成组合逻辑电路通常有使能端或扩展端，便于它们构成更灵活、更复杂的电路。</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8340" y="1346200"/>
            <a:ext cx="8003540" cy="475932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5. 将数值、文字和符号等信息表示成二进制代码的过程称为编码，具有编码功能的电路称为编码器。根据编码方式的不同，编码器可分为二进制编码器和二-十进制编码器；根据输入信号是否具有优先编码的功能，编码器又可分为普通编码器和优先编码器。译码是编码的逆过程，它是将表示特定信息的二进制代码转换成相应的输出信号的过程，实现译码功能的逻辑电路称为译码器。译码器可以分为二进制译码器、二-十进制译码器和七段显示译码器。译码器的应用广泛，特别是二进制译码器，其除了实现译码功能外，还可以用来实现逻辑函数和构成数据分配器。</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0" y="60960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685800" y="1371600"/>
            <a:ext cx="8003540" cy="184467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6. 能将一路数据根据需要分配到指定通道上的电路称为数据分配器，而从多路数据中选择一路送到公共通道上的电路称为数据选择器。集成数据选择器可以方便地实现逻辑函数，也可以级联构成更复杂的数据选择器。</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685800" y="3200400"/>
            <a:ext cx="8003540" cy="36677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7. </a:t>
            </a:r>
            <a:r>
              <a:rPr lang="zh-CN" altLang="en-US" sz="2400" b="1" dirty="0">
                <a:solidFill>
                  <a:srgbClr val="000066"/>
                </a:solidFill>
                <a:latin typeface="Arial" panose="020B0604020202020204" pitchFamily="34" charset="0"/>
                <a:ea typeface="楷体_GB2312" pitchFamily="49" charset="-122"/>
                <a:sym typeface="+mn-ea"/>
              </a:rPr>
              <a:t>根据运算位数的多少，</a:t>
            </a:r>
            <a:r>
              <a:rPr lang="zh-CN" altLang="en-US" sz="2400" b="1" kern="1200" dirty="0">
                <a:solidFill>
                  <a:srgbClr val="000066"/>
                </a:solidFill>
                <a:latin typeface="Arial" panose="020B0604020202020204" pitchFamily="34" charset="0"/>
                <a:ea typeface="楷体_GB2312" pitchFamily="49" charset="-122"/>
              </a:rPr>
              <a:t>二进制加法器可以分为一位加法器和多位加法器。根据运算过程中是否考虑低位进位，二进制加法器又可分为半加器和全加器。只考虑两个一位二进制数本身相加的电路称为半加器；不仅考虑两个一位二进制数相加，而且还考虑低位进位相加的电路称为全加器。多个一位全加器可以构成串联进位加法器和超前进位加法器。超前进位加法器是一种并行运算的加法器，与串联进位加法器相比，其运算速度更快。</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447800"/>
            <a:ext cx="8003540" cy="2273300"/>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8. 数字电路中对两个二进制数的大小或相等关系进行判定的电路称为数值比较器，其根据运算位数的多少可以分为一位数值比较器和多位数值比较器。集成的多位数值比较器有三个扩展输入端</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和</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，运算时需要对它们进行相应的处理。</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685800" y="3886200"/>
            <a:ext cx="8003540" cy="20713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9. 若组合逻辑电路中存在竞争-冒险现象，则输出端会产生干扰脉冲。在电路设计过程中，可以通过加封锁脉冲、修改设计逻辑以及输出端并联电容器等方法来消除竞争</a:t>
            </a:r>
            <a:r>
              <a:rPr lang="en-US" altLang="zh-CN" sz="2400" b="1" kern="1200" dirty="0">
                <a:solidFill>
                  <a:srgbClr val="000066"/>
                </a:solidFill>
                <a:latin typeface="Arial" panose="020B0604020202020204" pitchFamily="34" charset="0"/>
                <a:ea typeface="楷体_GB2312" pitchFamily="49" charset="-122"/>
              </a:rPr>
              <a:t>-</a:t>
            </a:r>
            <a:r>
              <a:rPr lang="zh-CN" altLang="en-US" sz="2400" b="1" kern="1200" dirty="0">
                <a:solidFill>
                  <a:srgbClr val="000066"/>
                </a:solidFill>
                <a:latin typeface="Arial" panose="020B0604020202020204" pitchFamily="34" charset="0"/>
                <a:ea typeface="楷体_GB2312" pitchFamily="49" charset="-122"/>
              </a:rPr>
              <a:t>冒险现象。</a:t>
            </a:r>
            <a:endParaRPr lang="zh-CN" altLang="en-US" sz="2400" b="1" kern="1200" dirty="0">
              <a:solidFill>
                <a:srgbClr val="000066"/>
              </a:solidFill>
              <a:latin typeface="Arial" panose="020B0604020202020204" pitchFamily="34" charset="0"/>
              <a:ea typeface="楷体_GB2312" pitchFamily="49" charset="-122"/>
            </a:endParaRPr>
          </a:p>
        </p:txBody>
      </p:sp>
      <p:pic>
        <p:nvPicPr>
          <p:cNvPr id="3" name="对象 1572"/>
          <p:cNvPicPr>
            <a:picLocks noChangeAspect="1"/>
          </p:cNvPicPr>
          <p:nvPr/>
        </p:nvPicPr>
        <p:blipFill>
          <a:blip r:embed="rId1"/>
          <a:stretch>
            <a:fillRect/>
          </a:stretch>
        </p:blipFill>
        <p:spPr>
          <a:xfrm>
            <a:off x="4191000" y="2819400"/>
            <a:ext cx="562610" cy="429895"/>
          </a:xfrm>
          <a:prstGeom prst="rect">
            <a:avLst/>
          </a:prstGeom>
          <a:noFill/>
          <a:ln w="9525">
            <a:noFill/>
          </a:ln>
        </p:spPr>
      </p:pic>
      <p:pic>
        <p:nvPicPr>
          <p:cNvPr id="4" name="对象 1573"/>
          <p:cNvPicPr>
            <a:picLocks noChangeAspect="1"/>
          </p:cNvPicPr>
          <p:nvPr/>
        </p:nvPicPr>
        <p:blipFill>
          <a:blip r:embed="rId2"/>
          <a:stretch>
            <a:fillRect/>
          </a:stretch>
        </p:blipFill>
        <p:spPr>
          <a:xfrm>
            <a:off x="4953000" y="2819400"/>
            <a:ext cx="574675" cy="438785"/>
          </a:xfrm>
          <a:prstGeom prst="rect">
            <a:avLst/>
          </a:prstGeom>
          <a:noFill/>
          <a:ln w="9525">
            <a:noFill/>
          </a:ln>
        </p:spPr>
      </p:pic>
      <p:pic>
        <p:nvPicPr>
          <p:cNvPr id="5" name="对象 1574"/>
          <p:cNvPicPr>
            <a:picLocks noChangeAspect="1"/>
          </p:cNvPicPr>
          <p:nvPr/>
        </p:nvPicPr>
        <p:blipFill>
          <a:blip r:embed="rId3"/>
          <a:stretch>
            <a:fillRect/>
          </a:stretch>
        </p:blipFill>
        <p:spPr>
          <a:xfrm>
            <a:off x="5867400" y="2819400"/>
            <a:ext cx="571500" cy="43688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981200"/>
            <a:ext cx="8003540" cy="3556000"/>
          </a:xfrm>
        </p:spPr>
        <p:txBody>
          <a:bodyPr vert="horz" wrap="square" lIns="91440" tIns="45720" rIns="91440" bIns="45720" anchor="t" anchorCtr="0"/>
          <a:p>
            <a:pPr marL="0" indent="0" algn="ctr" eaLnBrk="1" latinLnBrk="0" hangingPunct="1">
              <a:lnSpc>
                <a:spcPct val="120000"/>
              </a:lnSpc>
              <a:spcBef>
                <a:spcPts val="0"/>
              </a:spcBef>
              <a:buNone/>
            </a:pPr>
            <a:r>
              <a:rPr lang="en-US" altLang="zh-CN" b="1" kern="1200" dirty="0">
                <a:solidFill>
                  <a:srgbClr val="000066"/>
                </a:solidFill>
                <a:latin typeface="Arial" panose="020B0604020202020204" pitchFamily="34" charset="0"/>
                <a:ea typeface="楷体_GB2312" pitchFamily="49" charset="-122"/>
              </a:rPr>
              <a:t>P111-73</a:t>
            </a:r>
            <a:endParaRPr lang="en-US" altLang="zh-CN"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spcAft>
                <a:spcPts val="600"/>
              </a:spcAft>
              <a:buNone/>
            </a:pPr>
            <a:r>
              <a:rPr lang="en-US" altLang="zh-CN" sz="2400" b="1" kern="1200" dirty="0">
                <a:solidFill>
                  <a:srgbClr val="000066"/>
                </a:solidFill>
                <a:latin typeface="Arial" panose="020B0604020202020204" pitchFamily="34" charset="0"/>
                <a:ea typeface="楷体_GB2312" pitchFamily="49" charset="-122"/>
              </a:rPr>
              <a:t>         </a:t>
            </a:r>
            <a:r>
              <a:rPr lang="en-US" altLang="zh-CN" sz="2800" b="1" kern="1200" dirty="0">
                <a:solidFill>
                  <a:srgbClr val="000066"/>
                </a:solidFill>
                <a:latin typeface="Arial" panose="020B0604020202020204" pitchFamily="34" charset="0"/>
                <a:ea typeface="楷体_GB2312" pitchFamily="49" charset="-122"/>
              </a:rPr>
              <a:t>  </a:t>
            </a:r>
            <a:r>
              <a:rPr lang="zh-CN" altLang="en-US" sz="2800" b="1" kern="1200" dirty="0">
                <a:solidFill>
                  <a:srgbClr val="000066"/>
                </a:solidFill>
                <a:latin typeface="Arial" panose="020B0604020202020204" pitchFamily="34" charset="0"/>
                <a:ea typeface="楷体_GB2312" pitchFamily="49" charset="-122"/>
              </a:rPr>
              <a:t>题</a:t>
            </a:r>
            <a:r>
              <a:rPr lang="en-US" altLang="zh-CN" sz="2800" b="1" kern="1200" dirty="0">
                <a:solidFill>
                  <a:srgbClr val="000066"/>
                </a:solidFill>
                <a:latin typeface="Arial" panose="020B0604020202020204" pitchFamily="34" charset="0"/>
                <a:ea typeface="楷体_GB2312" pitchFamily="49" charset="-122"/>
              </a:rPr>
              <a:t>4-</a:t>
            </a:r>
            <a:r>
              <a:rPr lang="en-US" sz="2800" b="1" kern="1200" dirty="0">
                <a:solidFill>
                  <a:srgbClr val="000066"/>
                </a:solidFill>
                <a:latin typeface="Arial" panose="020B0604020202020204" pitchFamily="34" charset="0"/>
                <a:ea typeface="楷体_GB2312" pitchFamily="49" charset="-122"/>
              </a:rPr>
              <a:t>2</a:t>
            </a:r>
            <a:r>
              <a:rPr lang="zh-CN" altLang="en-US" sz="2800" b="1" kern="1200" dirty="0">
                <a:solidFill>
                  <a:srgbClr val="000066"/>
                </a:solidFill>
                <a:latin typeface="Arial" panose="020B0604020202020204" pitchFamily="34" charset="0"/>
                <a:ea typeface="楷体_GB2312" pitchFamily="49" charset="-122"/>
              </a:rPr>
              <a:t>；</a:t>
            </a:r>
            <a:r>
              <a:rPr lang="en-US" altLang="zh-CN" sz="2800" b="1" kern="1200" dirty="0">
                <a:solidFill>
                  <a:srgbClr val="000066"/>
                </a:solidFill>
                <a:latin typeface="Arial" panose="020B0604020202020204" pitchFamily="34" charset="0"/>
                <a:ea typeface="楷体_GB2312" pitchFamily="49" charset="-122"/>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4</a:t>
            </a:r>
            <a:r>
              <a:rPr lang="en-US" altLang="zh-CN" sz="2800" b="1" kern="1200" dirty="0">
                <a:solidFill>
                  <a:srgbClr val="000066"/>
                </a:solidFill>
                <a:latin typeface="Arial" panose="020B0604020202020204" pitchFamily="34" charset="0"/>
                <a:ea typeface="楷体_GB2312" pitchFamily="49" charset="-122"/>
                <a:sym typeface="+mn-ea"/>
              </a:rPr>
              <a:t>-</a:t>
            </a:r>
            <a:r>
              <a:rPr lang="en-US" sz="2800" b="1" kern="1200" dirty="0">
                <a:solidFill>
                  <a:srgbClr val="000066"/>
                </a:solidFill>
                <a:latin typeface="Arial" panose="020B0604020202020204" pitchFamily="34" charset="0"/>
                <a:ea typeface="楷体_GB2312" pitchFamily="49" charset="-122"/>
                <a:sym typeface="+mn-ea"/>
              </a:rPr>
              <a:t>4</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4</a:t>
            </a:r>
            <a:r>
              <a:rPr lang="en-US" altLang="zh-CN" sz="2800" b="1" kern="1200" dirty="0">
                <a:solidFill>
                  <a:srgbClr val="000066"/>
                </a:solidFill>
                <a:latin typeface="Arial" panose="020B0604020202020204" pitchFamily="34" charset="0"/>
                <a:ea typeface="楷体_GB2312" pitchFamily="49" charset="-122"/>
                <a:sym typeface="+mn-ea"/>
              </a:rPr>
              <a:t>-6</a:t>
            </a:r>
            <a:r>
              <a:rPr lang="zh-CN" altLang="en-US" sz="2800" b="1" kern="1200" dirty="0">
                <a:solidFill>
                  <a:srgbClr val="000066"/>
                </a:solidFill>
                <a:latin typeface="Arial" panose="020B0604020202020204" pitchFamily="34" charset="0"/>
                <a:ea typeface="楷体_GB2312" pitchFamily="49" charset="-122"/>
                <a:sym typeface="+mn-ea"/>
              </a:rPr>
              <a:t>；</a:t>
            </a:r>
            <a:endParaRPr lang="zh-CN" alt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4-1</a:t>
            </a:r>
            <a:r>
              <a:rPr lang="en-US" sz="2800" b="1" kern="1200" dirty="0">
                <a:solidFill>
                  <a:srgbClr val="000066"/>
                </a:solidFill>
                <a:latin typeface="Arial" panose="020B0604020202020204" pitchFamily="34" charset="0"/>
                <a:ea typeface="楷体_GB2312" pitchFamily="49" charset="-122"/>
                <a:sym typeface="+mn-ea"/>
              </a:rPr>
              <a:t>0</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4-1</a:t>
            </a:r>
            <a:r>
              <a:rPr lang="en-US" sz="2800" b="1" kern="1200" dirty="0">
                <a:solidFill>
                  <a:srgbClr val="000066"/>
                </a:solidFill>
                <a:latin typeface="Arial" panose="020B0604020202020204" pitchFamily="34" charset="0"/>
                <a:ea typeface="楷体_GB2312" pitchFamily="49" charset="-122"/>
                <a:sym typeface="+mn-ea"/>
              </a:rPr>
              <a:t>2</a:t>
            </a: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4-15</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2</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  </a:t>
            </a:r>
            <a:endParaRPr lang="en-US" altLang="zh-CN"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4-18</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4</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4-21</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4-25</a:t>
            </a:r>
            <a:r>
              <a:rPr lang="zh-CN" altLang="en-US" sz="2800" b="1" kern="1200" dirty="0">
                <a:solidFill>
                  <a:srgbClr val="000066"/>
                </a:solidFill>
                <a:latin typeface="Arial" panose="020B0604020202020204" pitchFamily="34" charset="0"/>
                <a:ea typeface="楷体_GB2312" pitchFamily="49" charset="-122"/>
                <a:sym typeface="+mn-ea"/>
              </a:rPr>
              <a:t>；</a:t>
            </a:r>
            <a:endParaRPr lang="zh-CN" altLang="en-US" sz="28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4-27</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4</a:t>
            </a:r>
            <a:r>
              <a:rPr lang="zh-CN" altLang="en-US" sz="2800" b="1" kern="1200" dirty="0">
                <a:solidFill>
                  <a:srgbClr val="000066"/>
                </a:solidFill>
                <a:latin typeface="Arial" panose="020B0604020202020204" pitchFamily="34" charset="0"/>
                <a:ea typeface="楷体_GB2312" pitchFamily="49" charset="-122"/>
                <a:sym typeface="+mn-ea"/>
              </a:rPr>
              <a:t>）</a:t>
            </a:r>
            <a:endParaRPr lang="en-US" altLang="zh-CN" sz="2800" b="1" kern="1200" dirty="0">
              <a:solidFill>
                <a:srgbClr val="000066"/>
              </a:solidFill>
              <a:latin typeface="Arial" panose="020B0604020202020204" pitchFamily="34" charset="0"/>
              <a:ea typeface="楷体_GB2312" pitchFamily="49" charset="-122"/>
              <a:sym typeface="+mn-ea"/>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本章作业</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2400,&quot;width&quot;:10230}"/>
</p:tagLst>
</file>

<file path=ppt/tags/tag2.xml><?xml version="1.0" encoding="utf-8"?>
<p:tagLst xmlns:p="http://schemas.openxmlformats.org/presentationml/2006/main">
  <p:tag name="KSO_WM_UNIT_PLACING_PICTURE_USER_VIEWPORT" val="{&quot;height&quot;:2396,&quot;width&quot;:5184}"/>
</p:tagLst>
</file>

<file path=ppt/tags/tag3.xml><?xml version="1.0" encoding="utf-8"?>
<p:tagLst xmlns:p="http://schemas.openxmlformats.org/presentationml/2006/main">
  <p:tag name="KSO_WM_UNIT_PLACING_PICTURE_USER_VIEWPORT" val="{&quot;height&quot;:4830,&quot;width&quot;:10200}"/>
</p:tagLst>
</file>

<file path=ppt/tags/tag4.xml><?xml version="1.0" encoding="utf-8"?>
<p:tagLst xmlns:p="http://schemas.openxmlformats.org/presentationml/2006/main">
  <p:tag name="KSO_WM_UNIT_PLACING_PICTURE_USER_VIEWPORT" val="{&quot;height&quot;:3423,&quot;width&quot;:8287}"/>
</p:tagLst>
</file>

<file path=ppt/theme/theme1.xml><?xml version="1.0" encoding="utf-8"?>
<a:theme xmlns:a="http://schemas.openxmlformats.org/drawingml/2006/main" name="Default Design">
  <a:themeElements>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5F5F5F"/>
        </a:dk1>
        <a:lt1>
          <a:srgbClr val="FFFFFF"/>
        </a:lt1>
        <a:dk2>
          <a:srgbClr val="C36609"/>
        </a:dk2>
        <a:lt2>
          <a:srgbClr val="DDDDDD"/>
        </a:lt2>
        <a:accent1>
          <a:srgbClr val="D2B94E"/>
        </a:accent1>
        <a:accent2>
          <a:srgbClr val="2395B9"/>
        </a:accent2>
        <a:accent3>
          <a:srgbClr val="FFFFFF"/>
        </a:accent3>
        <a:accent4>
          <a:srgbClr val="505050"/>
        </a:accent4>
        <a:accent5>
          <a:srgbClr val="E5D9B2"/>
        </a:accent5>
        <a:accent6>
          <a:srgbClr val="1F87A7"/>
        </a:accent6>
        <a:hlink>
          <a:srgbClr val="5C984E"/>
        </a:hlink>
        <a:folHlink>
          <a:srgbClr val="B5C77B"/>
        </a:folHlink>
      </a:clrScheme>
      <a:clrMap bg1="lt1" tx1="dk1" bg2="lt2" tx2="dk2" accent1="accent1" accent2="accent2" accent3="accent3" accent4="accent4" accent5="accent5" accent6="accent6" hlink="hlink" folHlink="folHlink"/>
    </a:extraClrScheme>
    <a:extraClrScheme>
      <a:clrScheme name="Default Design 2">
        <a:dk1>
          <a:srgbClr val="5F5F5F"/>
        </a:dk1>
        <a:lt1>
          <a:srgbClr val="FFFFFF"/>
        </a:lt1>
        <a:dk2>
          <a:srgbClr val="9FC591"/>
        </a:dk2>
        <a:lt2>
          <a:srgbClr val="DDDDDD"/>
        </a:lt2>
        <a:accent1>
          <a:srgbClr val="7B82B7"/>
        </a:accent1>
        <a:accent2>
          <a:srgbClr val="8D337C"/>
        </a:accent2>
        <a:accent3>
          <a:srgbClr val="FFFFFF"/>
        </a:accent3>
        <a:accent4>
          <a:srgbClr val="505050"/>
        </a:accent4>
        <a:accent5>
          <a:srgbClr val="BFC1D8"/>
        </a:accent5>
        <a:accent6>
          <a:srgbClr val="7F2D70"/>
        </a:accent6>
        <a:hlink>
          <a:srgbClr val="CC87E1"/>
        </a:hlink>
        <a:folHlink>
          <a:srgbClr val="76C5D0"/>
        </a:folHlink>
      </a:clrScheme>
      <a:clrMap bg1="lt1" tx1="dk1" bg2="lt2" tx2="dk2" accent1="accent1" accent2="accent2" accent3="accent3" accent4="accent4" accent5="accent5" accent6="accent6" hlink="hlink" folHlink="folHlink"/>
    </a:extraClrScheme>
    <a:extraClrScheme>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14595</Words>
  <Application>WPS 演示</Application>
  <PresentationFormat>全屏显示(4:3)</PresentationFormat>
  <Paragraphs>1229</Paragraphs>
  <Slides>94</Slides>
  <Notes>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331</vt:i4>
      </vt:variant>
      <vt:variant>
        <vt:lpstr>幻灯片标题</vt:lpstr>
      </vt:variant>
      <vt:variant>
        <vt:i4>94</vt:i4>
      </vt:variant>
    </vt:vector>
  </HeadingPairs>
  <TitlesOfParts>
    <vt:vector size="438" baseType="lpstr">
      <vt:lpstr>Arial</vt:lpstr>
      <vt:lpstr>宋体</vt:lpstr>
      <vt:lpstr>Wingdings</vt:lpstr>
      <vt:lpstr>Calibri</vt:lpstr>
      <vt:lpstr>微软雅黑</vt:lpstr>
      <vt:lpstr>黑体</vt:lpstr>
      <vt:lpstr>楷体_GB2312</vt:lpstr>
      <vt:lpstr>新宋体</vt:lpstr>
      <vt:lpstr>Times New Roman</vt:lpstr>
      <vt:lpstr>Arial Unicode MS</vt:lpstr>
      <vt:lpstr>Symbol</vt:lpstr>
      <vt:lpstr>Tahoma</vt:lpstr>
      <vt:lpstr>Default Design</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Equation.KSEE3</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PBrush</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Equation.KSEE3</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PowerPoint 演示文稿</vt:lpstr>
      <vt:lpstr>第4章 组合逻辑电路</vt:lpstr>
      <vt:lpstr>4.1.1 组合逻辑电路的定义和特点</vt:lpstr>
      <vt:lpstr>4.1.2 组合逻辑电路分析步骤</vt:lpstr>
      <vt:lpstr>PowerPoint 演示文稿</vt:lpstr>
      <vt:lpstr>PowerPoint 演示文稿</vt:lpstr>
      <vt:lpstr>4.2.1 组合逻辑电路的设计步骤</vt:lpstr>
      <vt:lpstr>4.2.2 组合逻辑电路设计举例</vt:lpstr>
      <vt:lpstr>PowerPoint 演示文稿</vt:lpstr>
      <vt:lpstr>PowerPoint 演示文稿</vt:lpstr>
      <vt:lpstr>PowerPoint 演示文稿</vt:lpstr>
      <vt:lpstr>PowerPoint 演示文稿</vt:lpstr>
      <vt:lpstr>PowerPoint 演示文稿</vt:lpstr>
      <vt:lpstr>PowerPoint 演示文稿</vt:lpstr>
      <vt:lpstr>4.3.1 编码器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4.3.2 译码器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4.3.3 数据分配器</vt:lpstr>
      <vt:lpstr>PowerPoint 演示文稿</vt:lpstr>
      <vt:lpstr>PowerPoint 演示文稿</vt:lpstr>
      <vt:lpstr>4.3.4 数据选择器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4.3.5 加法器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4.3.6 数值比较器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4.4.1 竞争-冒险现象产生的原因</vt:lpstr>
      <vt:lpstr>PowerPoint 演示文稿</vt:lpstr>
      <vt:lpstr>4.4.2 消除竞争-冒险现象的方法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Guild Design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www.themegallery.com</dc:creator>
  <cp:lastModifiedBy>WPS_1632966238</cp:lastModifiedBy>
  <cp:revision>344</cp:revision>
  <dcterms:created xsi:type="dcterms:W3CDTF">2007-02-20T07:59:00Z</dcterms:created>
  <dcterms:modified xsi:type="dcterms:W3CDTF">2022-03-21T03:58:14Z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D7810DE3FFD04D61A08384750A2B3197</vt:lpwstr>
  </property>
  <property fmtid="{D5CDD505-2E9C-101B-9397-08002B2CF9AE}" pid="3" name="KSOProductBuildVer">
    <vt:lpwstr>2052-11.1.0.11365</vt:lpwstr>
  </property>
</Properties>
</file>