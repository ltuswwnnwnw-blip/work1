
<file path=[Content_Types].xml><?xml version="1.0" encoding="utf-8"?>
<Types xmlns="http://schemas.openxmlformats.org/package/2006/content-types">
  <Default Extension="jpeg" ContentType="image/jpeg"/>
  <Default Extension="JPG" ContentType="image/.jpg"/>
  <Default Extension="vml" ContentType="application/vnd.openxmlformats-officedocument.vmlDrawing"/>
  <Default Extension="bin" ContentType="application/vnd.openxmlformats-officedocument.oleObject"/>
  <Default Extension="wav" ContentType="audio/x-wav"/>
  <Default Extension="png" ContentType="image/png"/>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slideLayouts/slideLayout29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slideLayouts/slideLayout337.xml" ContentType="application/vnd.openxmlformats-officedocument.presentationml.slideLayout+xml"/>
  <Override PartName="/ppt/slideLayouts/slideLayout338.xml" ContentType="application/vnd.openxmlformats-officedocument.presentationml.slideLayout+xml"/>
  <Override PartName="/ppt/slideLayouts/slideLayout339.xml" ContentType="application/vnd.openxmlformats-officedocument.presentationml.slideLayout+xml"/>
  <Override PartName="/ppt/slideLayouts/slideLayout34.xml" ContentType="application/vnd.openxmlformats-officedocument.presentationml.slideLayout+xml"/>
  <Override PartName="/ppt/slideLayouts/slideLayout340.xml" ContentType="application/vnd.openxmlformats-officedocument.presentationml.slideLayout+xml"/>
  <Override PartName="/ppt/slideLayouts/slideLayout341.xml" ContentType="application/vnd.openxmlformats-officedocument.presentationml.slideLayout+xml"/>
  <Override PartName="/ppt/slideLayouts/slideLayout342.xml" ContentType="application/vnd.openxmlformats-officedocument.presentationml.slideLayout+xml"/>
  <Override PartName="/ppt/slideLayouts/slideLayout343.xml" ContentType="application/vnd.openxmlformats-officedocument.presentationml.slideLayout+xml"/>
  <Override PartName="/ppt/slideLayouts/slideLayout344.xml" ContentType="application/vnd.openxmlformats-officedocument.presentationml.slideLayout+xml"/>
  <Override PartName="/ppt/slideLayouts/slideLayout345.xml" ContentType="application/vnd.openxmlformats-officedocument.presentationml.slideLayout+xml"/>
  <Override PartName="/ppt/slideLayouts/slideLayout346.xml" ContentType="application/vnd.openxmlformats-officedocument.presentationml.slideLayout+xml"/>
  <Override PartName="/ppt/slideLayouts/slideLayout347.xml" ContentType="application/vnd.openxmlformats-officedocument.presentationml.slideLayout+xml"/>
  <Override PartName="/ppt/slideLayouts/slideLayout348.xml" ContentType="application/vnd.openxmlformats-officedocument.presentationml.slideLayout+xml"/>
  <Override PartName="/ppt/slideLayouts/slideLayout349.xml" ContentType="application/vnd.openxmlformats-officedocument.presentationml.slideLayout+xml"/>
  <Override PartName="/ppt/slideLayouts/slideLayout35.xml" ContentType="application/vnd.openxmlformats-officedocument.presentationml.slideLayout+xml"/>
  <Override PartName="/ppt/slideLayouts/slideLayout350.xml" ContentType="application/vnd.openxmlformats-officedocument.presentationml.slideLayout+xml"/>
  <Override PartName="/ppt/slideLayouts/slideLayout351.xml" ContentType="application/vnd.openxmlformats-officedocument.presentationml.slideLayout+xml"/>
  <Override PartName="/ppt/slideLayouts/slideLayout352.xml" ContentType="application/vnd.openxmlformats-officedocument.presentationml.slideLayout+xml"/>
  <Override PartName="/ppt/slideLayouts/slideLayout353.xml" ContentType="application/vnd.openxmlformats-officedocument.presentationml.slideLayout+xml"/>
  <Override PartName="/ppt/slideLayouts/slideLayout354.xml" ContentType="application/vnd.openxmlformats-officedocument.presentationml.slideLayout+xml"/>
  <Override PartName="/ppt/slideLayouts/slideLayout355.xml" ContentType="application/vnd.openxmlformats-officedocument.presentationml.slideLayout+xml"/>
  <Override PartName="/ppt/slideLayouts/slideLayout356.xml" ContentType="application/vnd.openxmlformats-officedocument.presentationml.slideLayout+xml"/>
  <Override PartName="/ppt/slideLayouts/slideLayout357.xml" ContentType="application/vnd.openxmlformats-officedocument.presentationml.slideLayout+xml"/>
  <Override PartName="/ppt/slideLayouts/slideLayout358.xml" ContentType="application/vnd.openxmlformats-officedocument.presentationml.slideLayout+xml"/>
  <Override PartName="/ppt/slideLayouts/slideLayout359.xml" ContentType="application/vnd.openxmlformats-officedocument.presentationml.slideLayout+xml"/>
  <Override PartName="/ppt/slideLayouts/slideLayout36.xml" ContentType="application/vnd.openxmlformats-officedocument.presentationml.slideLayout+xml"/>
  <Override PartName="/ppt/slideLayouts/slideLayout360.xml" ContentType="application/vnd.openxmlformats-officedocument.presentationml.slideLayout+xml"/>
  <Override PartName="/ppt/slideLayouts/slideLayout361.xml" ContentType="application/vnd.openxmlformats-officedocument.presentationml.slideLayout+xml"/>
  <Override PartName="/ppt/slideLayouts/slideLayout362.xml" ContentType="application/vnd.openxmlformats-officedocument.presentationml.slideLayout+xml"/>
  <Override PartName="/ppt/slideLayouts/slideLayout363.xml" ContentType="application/vnd.openxmlformats-officedocument.presentationml.slideLayout+xml"/>
  <Override PartName="/ppt/slideLayouts/slideLayout364.xml" ContentType="application/vnd.openxmlformats-officedocument.presentationml.slideLayout+xml"/>
  <Override PartName="/ppt/slideLayouts/slideLayout365.xml" ContentType="application/vnd.openxmlformats-officedocument.presentationml.slideLayout+xml"/>
  <Override PartName="/ppt/slideLayouts/slideLayout366.xml" ContentType="application/vnd.openxmlformats-officedocument.presentationml.slideLayout+xml"/>
  <Override PartName="/ppt/slideLayouts/slideLayout367.xml" ContentType="application/vnd.openxmlformats-officedocument.presentationml.slideLayout+xml"/>
  <Override PartName="/ppt/slideLayouts/slideLayout368.xml" ContentType="application/vnd.openxmlformats-officedocument.presentationml.slideLayout+xml"/>
  <Override PartName="/ppt/slideLayouts/slideLayout369.xml" ContentType="application/vnd.openxmlformats-officedocument.presentationml.slideLayout+xml"/>
  <Override PartName="/ppt/slideLayouts/slideLayout37.xml" ContentType="application/vnd.openxmlformats-officedocument.presentationml.slideLayout+xml"/>
  <Override PartName="/ppt/slideLayouts/slideLayout370.xml" ContentType="application/vnd.openxmlformats-officedocument.presentationml.slideLayout+xml"/>
  <Override PartName="/ppt/slideLayouts/slideLayout371.xml" ContentType="application/vnd.openxmlformats-officedocument.presentationml.slideLayout+xml"/>
  <Override PartName="/ppt/slideLayouts/slideLayout372.xml" ContentType="application/vnd.openxmlformats-officedocument.presentationml.slideLayout+xml"/>
  <Override PartName="/ppt/slideLayouts/slideLayout373.xml" ContentType="application/vnd.openxmlformats-officedocument.presentationml.slideLayout+xml"/>
  <Override PartName="/ppt/slideLayouts/slideLayout374.xml" ContentType="application/vnd.openxmlformats-officedocument.presentationml.slideLayout+xml"/>
  <Override PartName="/ppt/slideLayouts/slideLayout375.xml" ContentType="application/vnd.openxmlformats-officedocument.presentationml.slideLayout+xml"/>
  <Override PartName="/ppt/slideLayouts/slideLayout376.xml" ContentType="application/vnd.openxmlformats-officedocument.presentationml.slideLayout+xml"/>
  <Override PartName="/ppt/slideLayouts/slideLayout377.xml" ContentType="application/vnd.openxmlformats-officedocument.presentationml.slideLayout+xml"/>
  <Override PartName="/ppt/slideLayouts/slideLayout378.xml" ContentType="application/vnd.openxmlformats-officedocument.presentationml.slideLayout+xml"/>
  <Override PartName="/ppt/slideLayouts/slideLayout379.xml" ContentType="application/vnd.openxmlformats-officedocument.presentationml.slideLayout+xml"/>
  <Override PartName="/ppt/slideLayouts/slideLayout38.xml" ContentType="application/vnd.openxmlformats-officedocument.presentationml.slideLayout+xml"/>
  <Override PartName="/ppt/slideLayouts/slideLayout380.xml" ContentType="application/vnd.openxmlformats-officedocument.presentationml.slideLayout+xml"/>
  <Override PartName="/ppt/slideLayouts/slideLayout381.xml" ContentType="application/vnd.openxmlformats-officedocument.presentationml.slideLayout+xml"/>
  <Override PartName="/ppt/slideLayouts/slideLayout382.xml" ContentType="application/vnd.openxmlformats-officedocument.presentationml.slideLayout+xml"/>
  <Override PartName="/ppt/slideLayouts/slideLayout383.xml" ContentType="application/vnd.openxmlformats-officedocument.presentationml.slideLayout+xml"/>
  <Override PartName="/ppt/slideLayouts/slideLayout384.xml" ContentType="application/vnd.openxmlformats-officedocument.presentationml.slideLayout+xml"/>
  <Override PartName="/ppt/slideLayouts/slideLayout385.xml" ContentType="application/vnd.openxmlformats-officedocument.presentationml.slideLayout+xml"/>
  <Override PartName="/ppt/slideLayouts/slideLayout386.xml" ContentType="application/vnd.openxmlformats-officedocument.presentationml.slideLayout+xml"/>
  <Override PartName="/ppt/slideLayouts/slideLayout387.xml" ContentType="application/vnd.openxmlformats-officedocument.presentationml.slideLayout+xml"/>
  <Override PartName="/ppt/slideLayouts/slideLayout388.xml" ContentType="application/vnd.openxmlformats-officedocument.presentationml.slideLayout+xml"/>
  <Override PartName="/ppt/slideLayouts/slideLayout389.xml" ContentType="application/vnd.openxmlformats-officedocument.presentationml.slideLayout+xml"/>
  <Override PartName="/ppt/slideLayouts/slideLayout39.xml" ContentType="application/vnd.openxmlformats-officedocument.presentationml.slideLayout+xml"/>
  <Override PartName="/ppt/slideLayouts/slideLayout390.xml" ContentType="application/vnd.openxmlformats-officedocument.presentationml.slideLayout+xml"/>
  <Override PartName="/ppt/slideLayouts/slideLayout391.xml" ContentType="application/vnd.openxmlformats-officedocument.presentationml.slideLayout+xml"/>
  <Override PartName="/ppt/slideLayouts/slideLayout392.xml" ContentType="application/vnd.openxmlformats-officedocument.presentationml.slideLayout+xml"/>
  <Override PartName="/ppt/slideLayouts/slideLayout393.xml" ContentType="application/vnd.openxmlformats-officedocument.presentationml.slideLayout+xml"/>
  <Override PartName="/ppt/slideLayouts/slideLayout394.xml" ContentType="application/vnd.openxmlformats-officedocument.presentationml.slideLayout+xml"/>
  <Override PartName="/ppt/slideLayouts/slideLayout395.xml" ContentType="application/vnd.openxmlformats-officedocument.presentationml.slideLayout+xml"/>
  <Override PartName="/ppt/slideLayouts/slideLayout396.xml" ContentType="application/vnd.openxmlformats-officedocument.presentationml.slideLayout+xml"/>
  <Override PartName="/ppt/slideLayouts/slideLayout397.xml" ContentType="application/vnd.openxmlformats-officedocument.presentationml.slideLayout+xml"/>
  <Override PartName="/ppt/slideLayouts/slideLayout398.xml" ContentType="application/vnd.openxmlformats-officedocument.presentationml.slideLayout+xml"/>
  <Override PartName="/ppt/slideLayouts/slideLayout39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00.xml" ContentType="application/vnd.openxmlformats-officedocument.presentationml.slideLayout+xml"/>
  <Override PartName="/ppt/slideLayouts/slideLayout401.xml" ContentType="application/vnd.openxmlformats-officedocument.presentationml.slideLayout+xml"/>
  <Override PartName="/ppt/slideLayouts/slideLayout402.xml" ContentType="application/vnd.openxmlformats-officedocument.presentationml.slideLayout+xml"/>
  <Override PartName="/ppt/slideLayouts/slideLayout403.xml" ContentType="application/vnd.openxmlformats-officedocument.presentationml.slideLayout+xml"/>
  <Override PartName="/ppt/slideLayouts/slideLayout404.xml" ContentType="application/vnd.openxmlformats-officedocument.presentationml.slideLayout+xml"/>
  <Override PartName="/ppt/slideLayouts/slideLayout405.xml" ContentType="application/vnd.openxmlformats-officedocument.presentationml.slideLayout+xml"/>
  <Override PartName="/ppt/slideLayouts/slideLayout406.xml" ContentType="application/vnd.openxmlformats-officedocument.presentationml.slideLayout+xml"/>
  <Override PartName="/ppt/slideLayouts/slideLayout407.xml" ContentType="application/vnd.openxmlformats-officedocument.presentationml.slideLayout+xml"/>
  <Override PartName="/ppt/slideLayouts/slideLayout408.xml" ContentType="application/vnd.openxmlformats-officedocument.presentationml.slideLayout+xml"/>
  <Override PartName="/ppt/slideLayouts/slideLayout409.xml" ContentType="application/vnd.openxmlformats-officedocument.presentationml.slideLayout+xml"/>
  <Override PartName="/ppt/slideLayouts/slideLayout41.xml" ContentType="application/vnd.openxmlformats-officedocument.presentationml.slideLayout+xml"/>
  <Override PartName="/ppt/slideLayouts/slideLayout410.xml" ContentType="application/vnd.openxmlformats-officedocument.presentationml.slideLayout+xml"/>
  <Override PartName="/ppt/slideLayouts/slideLayout411.xml" ContentType="application/vnd.openxmlformats-officedocument.presentationml.slideLayout+xml"/>
  <Override PartName="/ppt/slideLayouts/slideLayout412.xml" ContentType="application/vnd.openxmlformats-officedocument.presentationml.slideLayout+xml"/>
  <Override PartName="/ppt/slideLayouts/slideLayout413.xml" ContentType="application/vnd.openxmlformats-officedocument.presentationml.slideLayout+xml"/>
  <Override PartName="/ppt/slideLayouts/slideLayout414.xml" ContentType="application/vnd.openxmlformats-officedocument.presentationml.slideLayout+xml"/>
  <Override PartName="/ppt/slideLayouts/slideLayout415.xml" ContentType="application/vnd.openxmlformats-officedocument.presentationml.slideLayout+xml"/>
  <Override PartName="/ppt/slideLayouts/slideLayout416.xml" ContentType="application/vnd.openxmlformats-officedocument.presentationml.slideLayout+xml"/>
  <Override PartName="/ppt/slideLayouts/slideLayout417.xml" ContentType="application/vnd.openxmlformats-officedocument.presentationml.slideLayout+xml"/>
  <Override PartName="/ppt/slideLayouts/slideLayout418.xml" ContentType="application/vnd.openxmlformats-officedocument.presentationml.slideLayout+xml"/>
  <Override PartName="/ppt/slideLayouts/slideLayout419.xml" ContentType="application/vnd.openxmlformats-officedocument.presentationml.slideLayout+xml"/>
  <Override PartName="/ppt/slideLayouts/slideLayout42.xml" ContentType="application/vnd.openxmlformats-officedocument.presentationml.slideLayout+xml"/>
  <Override PartName="/ppt/slideLayouts/slideLayout420.xml" ContentType="application/vnd.openxmlformats-officedocument.presentationml.slideLayout+xml"/>
  <Override PartName="/ppt/slideLayouts/slideLayout421.xml" ContentType="application/vnd.openxmlformats-officedocument.presentationml.slideLayout+xml"/>
  <Override PartName="/ppt/slideLayouts/slideLayout422.xml" ContentType="application/vnd.openxmlformats-officedocument.presentationml.slideLayout+xml"/>
  <Override PartName="/ppt/slideLayouts/slideLayout423.xml" ContentType="application/vnd.openxmlformats-officedocument.presentationml.slideLayout+xml"/>
  <Override PartName="/ppt/slideLayouts/slideLayout424.xml" ContentType="application/vnd.openxmlformats-officedocument.presentationml.slideLayout+xml"/>
  <Override PartName="/ppt/slideLayouts/slideLayout425.xml" ContentType="application/vnd.openxmlformats-officedocument.presentationml.slideLayout+xml"/>
  <Override PartName="/ppt/slideLayouts/slideLayout426.xml" ContentType="application/vnd.openxmlformats-officedocument.presentationml.slideLayout+xml"/>
  <Override PartName="/ppt/slideLayouts/slideLayout427.xml" ContentType="application/vnd.openxmlformats-officedocument.presentationml.slideLayout+xml"/>
  <Override PartName="/ppt/slideLayouts/slideLayout428.xml" ContentType="application/vnd.openxmlformats-officedocument.presentationml.slideLayout+xml"/>
  <Override PartName="/ppt/slideLayouts/slideLayout429.xml" ContentType="application/vnd.openxmlformats-officedocument.presentationml.slideLayout+xml"/>
  <Override PartName="/ppt/slideLayouts/slideLayout43.xml" ContentType="application/vnd.openxmlformats-officedocument.presentationml.slideLayout+xml"/>
  <Override PartName="/ppt/slideLayouts/slideLayout430.xml" ContentType="application/vnd.openxmlformats-officedocument.presentationml.slideLayout+xml"/>
  <Override PartName="/ppt/slideLayouts/slideLayout431.xml" ContentType="application/vnd.openxmlformats-officedocument.presentationml.slideLayout+xml"/>
  <Override PartName="/ppt/slideLayouts/slideLayout432.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Masters/slideMaster29.xml" ContentType="application/vnd.openxmlformats-officedocument.presentationml.slideMaster+xml"/>
  <Override PartName="/ppt/slideMasters/slideMaster3.xml" ContentType="application/vnd.openxmlformats-officedocument.presentationml.slideMaster+xml"/>
  <Override PartName="/ppt/slideMasters/slideMaster30.xml" ContentType="application/vnd.openxmlformats-officedocument.presentationml.slideMaster+xml"/>
  <Override PartName="/ppt/slideMasters/slideMaster31.xml" ContentType="application/vnd.openxmlformats-officedocument.presentationml.slideMaster+xml"/>
  <Override PartName="/ppt/slideMasters/slideMaster32.xml" ContentType="application/vnd.openxmlformats-officedocument.presentationml.slideMaster+xml"/>
  <Override PartName="/ppt/slideMasters/slideMaster33.xml" ContentType="application/vnd.openxmlformats-officedocument.presentationml.slideMaster+xml"/>
  <Override PartName="/ppt/slideMasters/slideMaster34.xml" ContentType="application/vnd.openxmlformats-officedocument.presentationml.slideMaster+xml"/>
  <Override PartName="/ppt/slideMasters/slideMaster35.xml" ContentType="application/vnd.openxmlformats-officedocument.presentationml.slideMaster+xml"/>
  <Override PartName="/ppt/slideMasters/slideMaster36.xml" ContentType="application/vnd.openxmlformats-officedocument.presentationml.slideMaster+xml"/>
  <Override PartName="/ppt/slideMasters/slideMaster37.xml" ContentType="application/vnd.openxmlformats-officedocument.presentationml.slideMaster+xml"/>
  <Override PartName="/ppt/slideMasters/slideMaster38.xml" ContentType="application/vnd.openxmlformats-officedocument.presentationml.slideMaster+xml"/>
  <Override PartName="/ppt/slideMasters/slideMaster39.xml" ContentType="application/vnd.openxmlformats-officedocument.presentationml.slideMaster+xml"/>
  <Override PartName="/ppt/slideMasters/slideMaster4.xml" ContentType="application/vnd.openxmlformats-officedocument.presentationml.slideMaster+xml"/>
  <Override PartName="/ppt/slideMasters/slideMaster40.xml" ContentType="application/vnd.openxmlformats-officedocument.presentationml.slideMaster+xml"/>
  <Override PartName="/ppt/slideMasters/slideMaster41.xml" ContentType="application/vnd.openxmlformats-officedocument.presentationml.slideMaster+xml"/>
  <Override PartName="/ppt/slideMasters/slideMaster42.xml" ContentType="application/vnd.openxmlformats-officedocument.presentationml.slideMaster+xml"/>
  <Override PartName="/ppt/slideMasters/slideMaster43.xml" ContentType="application/vnd.openxmlformats-officedocument.presentationml.slideMaster+xml"/>
  <Override PartName="/ppt/slideMasters/slideMaster44.xml" ContentType="application/vnd.openxmlformats-officedocument.presentationml.slideMaster+xml"/>
  <Override PartName="/ppt/slideMasters/slideMaster45.xml" ContentType="application/vnd.openxmlformats-officedocument.presentationml.slideMaster+xml"/>
  <Override PartName="/ppt/slideMasters/slideMaster46.xml" ContentType="application/vnd.openxmlformats-officedocument.presentationml.slideMaster+xml"/>
  <Override PartName="/ppt/slideMasters/slideMaster47.xml" ContentType="application/vnd.openxmlformats-officedocument.presentationml.slideMaster+xml"/>
  <Override PartName="/ppt/slideMasters/slideMaster48.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10.xml" ContentType="application/vnd.openxmlformats-officedocument.theme+xml"/>
  <Override PartName="/ppt/theme/theme11.xml" ContentType="application/vnd.openxmlformats-officedocument.theme+xml"/>
  <Override PartName="/ppt/theme/theme12.xml" ContentType="application/vnd.openxmlformats-officedocument.theme+xml"/>
  <Override PartName="/ppt/theme/theme13.xml" ContentType="application/vnd.openxmlformats-officedocument.theme+xml"/>
  <Override PartName="/ppt/theme/theme14.xml" ContentType="application/vnd.openxmlformats-officedocument.theme+xml"/>
  <Override PartName="/ppt/theme/theme15.xml" ContentType="application/vnd.openxmlformats-officedocument.theme+xml"/>
  <Override PartName="/ppt/theme/theme16.xml" ContentType="application/vnd.openxmlformats-officedocument.theme+xml"/>
  <Override PartName="/ppt/theme/theme17.xml" ContentType="application/vnd.openxmlformats-officedocument.theme+xml"/>
  <Override PartName="/ppt/theme/theme18.xml" ContentType="application/vnd.openxmlformats-officedocument.theme+xml"/>
  <Override PartName="/ppt/theme/theme19.xml" ContentType="application/vnd.openxmlformats-officedocument.theme+xml"/>
  <Override PartName="/ppt/theme/theme2.xml" ContentType="application/vnd.openxmlformats-officedocument.theme+xml"/>
  <Override PartName="/ppt/theme/theme20.xml" ContentType="application/vnd.openxmlformats-officedocument.theme+xml"/>
  <Override PartName="/ppt/theme/theme21.xml" ContentType="application/vnd.openxmlformats-officedocument.theme+xml"/>
  <Override PartName="/ppt/theme/theme22.xml" ContentType="application/vnd.openxmlformats-officedocument.theme+xml"/>
  <Override PartName="/ppt/theme/theme23.xml" ContentType="application/vnd.openxmlformats-officedocument.theme+xml"/>
  <Override PartName="/ppt/theme/theme24.xml" ContentType="application/vnd.openxmlformats-officedocument.theme+xml"/>
  <Override PartName="/ppt/theme/theme25.xml" ContentType="application/vnd.openxmlformats-officedocument.theme+xml"/>
  <Override PartName="/ppt/theme/theme26.xml" ContentType="application/vnd.openxmlformats-officedocument.theme+xml"/>
  <Override PartName="/ppt/theme/theme27.xml" ContentType="application/vnd.openxmlformats-officedocument.theme+xml"/>
  <Override PartName="/ppt/theme/theme28.xml" ContentType="application/vnd.openxmlformats-officedocument.theme+xml"/>
  <Override PartName="/ppt/theme/theme29.xml" ContentType="application/vnd.openxmlformats-officedocument.theme+xml"/>
  <Override PartName="/ppt/theme/theme3.xml" ContentType="application/vnd.openxmlformats-officedocument.theme+xml"/>
  <Override PartName="/ppt/theme/theme30.xml" ContentType="application/vnd.openxmlformats-officedocument.theme+xml"/>
  <Override PartName="/ppt/theme/theme31.xml" ContentType="application/vnd.openxmlformats-officedocument.theme+xml"/>
  <Override PartName="/ppt/theme/theme32.xml" ContentType="application/vnd.openxmlformats-officedocument.theme+xml"/>
  <Override PartName="/ppt/theme/theme33.xml" ContentType="application/vnd.openxmlformats-officedocument.theme+xml"/>
  <Override PartName="/ppt/theme/theme34.xml" ContentType="application/vnd.openxmlformats-officedocument.theme+xml"/>
  <Override PartName="/ppt/theme/theme35.xml" ContentType="application/vnd.openxmlformats-officedocument.theme+xml"/>
  <Override PartName="/ppt/theme/theme36.xml" ContentType="application/vnd.openxmlformats-officedocument.theme+xml"/>
  <Override PartName="/ppt/theme/theme37.xml" ContentType="application/vnd.openxmlformats-officedocument.theme+xml"/>
  <Override PartName="/ppt/theme/theme38.xml" ContentType="application/vnd.openxmlformats-officedocument.theme+xml"/>
  <Override PartName="/ppt/theme/theme39.xml" ContentType="application/vnd.openxmlformats-officedocument.theme+xml"/>
  <Override PartName="/ppt/theme/theme4.xml" ContentType="application/vnd.openxmlformats-officedocument.theme+xml"/>
  <Override PartName="/ppt/theme/theme40.xml" ContentType="application/vnd.openxmlformats-officedocument.theme+xml"/>
  <Override PartName="/ppt/theme/theme41.xml" ContentType="application/vnd.openxmlformats-officedocument.theme+xml"/>
  <Override PartName="/ppt/theme/theme42.xml" ContentType="application/vnd.openxmlformats-officedocument.theme+xml"/>
  <Override PartName="/ppt/theme/theme43.xml" ContentType="application/vnd.openxmlformats-officedocument.theme+xml"/>
  <Override PartName="/ppt/theme/theme44.xml" ContentType="application/vnd.openxmlformats-officedocument.theme+xml"/>
  <Override PartName="/ppt/theme/theme45.xml" ContentType="application/vnd.openxmlformats-officedocument.theme+xml"/>
  <Override PartName="/ppt/theme/theme46.xml" ContentType="application/vnd.openxmlformats-officedocument.theme+xml"/>
  <Override PartName="/ppt/theme/theme47.xml" ContentType="application/vnd.openxmlformats-officedocument.theme+xml"/>
  <Override PartName="/ppt/theme/theme48.xml" ContentType="application/vnd.openxmlformats-officedocument.theme+xml"/>
  <Override PartName="/ppt/theme/theme49.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8" r:id="rId3"/>
    <p:sldMasterId id="2147483668" r:id="rId4"/>
    <p:sldMasterId id="2147483678" r:id="rId5"/>
    <p:sldMasterId id="2147483688" r:id="rId6"/>
    <p:sldMasterId id="2147483698" r:id="rId7"/>
    <p:sldMasterId id="2147483708" r:id="rId8"/>
    <p:sldMasterId id="2147483718" r:id="rId9"/>
    <p:sldMasterId id="2147483728" r:id="rId10"/>
    <p:sldMasterId id="2147483738" r:id="rId11"/>
    <p:sldMasterId id="2147483748" r:id="rId12"/>
    <p:sldMasterId id="2147483758" r:id="rId13"/>
    <p:sldMasterId id="2147483768" r:id="rId14"/>
    <p:sldMasterId id="2147483778" r:id="rId15"/>
    <p:sldMasterId id="2147483788" r:id="rId16"/>
    <p:sldMasterId id="2147483798" r:id="rId17"/>
    <p:sldMasterId id="2147483808" r:id="rId18"/>
    <p:sldMasterId id="2147483818" r:id="rId19"/>
    <p:sldMasterId id="2147483828" r:id="rId20"/>
    <p:sldMasterId id="2147483838" r:id="rId21"/>
    <p:sldMasterId id="2147483848" r:id="rId22"/>
    <p:sldMasterId id="2147483858" r:id="rId23"/>
    <p:sldMasterId id="2147483868" r:id="rId24"/>
    <p:sldMasterId id="2147483878" r:id="rId25"/>
    <p:sldMasterId id="2147483888" r:id="rId26"/>
    <p:sldMasterId id="2147483898" r:id="rId27"/>
    <p:sldMasterId id="2147483908" r:id="rId28"/>
    <p:sldMasterId id="2147483918" r:id="rId29"/>
    <p:sldMasterId id="2147483928" r:id="rId30"/>
    <p:sldMasterId id="2147483938" r:id="rId31"/>
    <p:sldMasterId id="2147483948" r:id="rId32"/>
    <p:sldMasterId id="2147483958" r:id="rId33"/>
    <p:sldMasterId id="2147483968" r:id="rId34"/>
    <p:sldMasterId id="2147483978" r:id="rId35"/>
    <p:sldMasterId id="2147483988" r:id="rId36"/>
    <p:sldMasterId id="2147483998" r:id="rId37"/>
    <p:sldMasterId id="2147484008" r:id="rId38"/>
    <p:sldMasterId id="2147484018" r:id="rId39"/>
    <p:sldMasterId id="2147484028" r:id="rId40"/>
    <p:sldMasterId id="2147484038" r:id="rId41"/>
    <p:sldMasterId id="2147484048" r:id="rId42"/>
    <p:sldMasterId id="2147484058" r:id="rId43"/>
    <p:sldMasterId id="2147484068" r:id="rId44"/>
    <p:sldMasterId id="2147484078" r:id="rId45"/>
    <p:sldMasterId id="2147484088" r:id="rId46"/>
    <p:sldMasterId id="2147484098" r:id="rId47"/>
    <p:sldMasterId id="2147484108" r:id="rId48"/>
    <p:sldMasterId id="2147484118" r:id="rId49"/>
  </p:sldMasterIdLst>
  <p:notesMasterIdLst>
    <p:notesMasterId r:id="rId51"/>
  </p:notesMasterIdLst>
  <p:sldIdLst>
    <p:sldId id="256" r:id="rId50"/>
    <p:sldId id="664" r:id="rId52"/>
    <p:sldId id="668" r:id="rId53"/>
    <p:sldId id="500" r:id="rId54"/>
    <p:sldId id="501" r:id="rId55"/>
    <p:sldId id="439" r:id="rId56"/>
    <p:sldId id="634" r:id="rId57"/>
    <p:sldId id="536" r:id="rId58"/>
    <p:sldId id="635" r:id="rId59"/>
    <p:sldId id="636" r:id="rId60"/>
    <p:sldId id="665" r:id="rId61"/>
    <p:sldId id="637" r:id="rId62"/>
    <p:sldId id="666" r:id="rId63"/>
    <p:sldId id="667" r:id="rId64"/>
    <p:sldId id="669" r:id="rId65"/>
    <p:sldId id="670" r:id="rId66"/>
    <p:sldId id="671" r:id="rId67"/>
    <p:sldId id="674" r:id="rId68"/>
    <p:sldId id="675" r:id="rId69"/>
    <p:sldId id="672" r:id="rId70"/>
    <p:sldId id="641" r:id="rId71"/>
    <p:sldId id="673" r:id="rId72"/>
    <p:sldId id="638" r:id="rId73"/>
    <p:sldId id="639" r:id="rId74"/>
    <p:sldId id="640" r:id="rId75"/>
    <p:sldId id="677" r:id="rId76"/>
    <p:sldId id="678" r:id="rId77"/>
    <p:sldId id="537" r:id="rId78"/>
    <p:sldId id="642" r:id="rId79"/>
    <p:sldId id="643" r:id="rId80"/>
    <p:sldId id="644" r:id="rId81"/>
    <p:sldId id="679" r:id="rId82"/>
    <p:sldId id="680" r:id="rId83"/>
    <p:sldId id="682" r:id="rId84"/>
    <p:sldId id="683" r:id="rId85"/>
    <p:sldId id="684" r:id="rId86"/>
    <p:sldId id="685" r:id="rId87"/>
    <p:sldId id="686" r:id="rId88"/>
    <p:sldId id="645" r:id="rId89"/>
    <p:sldId id="687" r:id="rId90"/>
    <p:sldId id="546" r:id="rId91"/>
    <p:sldId id="647" r:id="rId92"/>
    <p:sldId id="688" r:id="rId93"/>
    <p:sldId id="648" r:id="rId94"/>
    <p:sldId id="689" r:id="rId95"/>
    <p:sldId id="649" r:id="rId96"/>
    <p:sldId id="650" r:id="rId97"/>
    <p:sldId id="691" r:id="rId98"/>
    <p:sldId id="692" r:id="rId99"/>
    <p:sldId id="693" r:id="rId100"/>
    <p:sldId id="727" r:id="rId101"/>
    <p:sldId id="728" r:id="rId102"/>
    <p:sldId id="729" r:id="rId103"/>
    <p:sldId id="690" r:id="rId104"/>
    <p:sldId id="651" r:id="rId105"/>
    <p:sldId id="652" r:id="rId106"/>
    <p:sldId id="730" r:id="rId107"/>
    <p:sldId id="731" r:id="rId108"/>
    <p:sldId id="732" r:id="rId109"/>
    <p:sldId id="733" r:id="rId110"/>
    <p:sldId id="734" r:id="rId111"/>
    <p:sldId id="656" r:id="rId112"/>
    <p:sldId id="735" r:id="rId113"/>
    <p:sldId id="736" r:id="rId114"/>
    <p:sldId id="738" r:id="rId115"/>
    <p:sldId id="739" r:id="rId116"/>
    <p:sldId id="737" r:id="rId117"/>
    <p:sldId id="742" r:id="rId118"/>
    <p:sldId id="740" r:id="rId119"/>
    <p:sldId id="741" r:id="rId120"/>
    <p:sldId id="657" r:id="rId121"/>
    <p:sldId id="658" r:id="rId122"/>
    <p:sldId id="659" r:id="rId123"/>
    <p:sldId id="743" r:id="rId124"/>
    <p:sldId id="744" r:id="rId125"/>
    <p:sldId id="271" r:id="rId126"/>
  </p:sldIdLst>
  <p:sldSz cx="12192000" cy="6858000"/>
  <p:notesSz cx="6858000" cy="9144000"/>
  <p:custDataLst>
    <p:tags r:id="rId130"/>
  </p:custDataLst>
  <p:defaultTextStyle>
    <a:defPPr>
      <a:defRPr lang="zh-CN"/>
    </a:defPPr>
    <a:lvl1pPr marL="0" lvl="0"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pitchFamily="34"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pitchFamily="34"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pitchFamily="34"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pitchFamily="34"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pitchFamily="34"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pitchFamily="34"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pitchFamily="34"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pitchFamily="34"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None/>
      <a:defRPr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70" userDrawn="1">
          <p15:clr>
            <a:srgbClr val="A4A3A4"/>
          </p15:clr>
        </p15:guide>
        <p15:guide id="2" pos="365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rgbClr val="FF0000"/>
    </p:penClr>
    <p:extLst>
      <p:ext uri="{2FDB2607-1784-4EEB-B798-7EB5836EED8A}">
        <p14:showMediaCtrls xmlns:p14="http://schemas.microsoft.com/office/powerpoint/2010/main" val="1"/>
      </p:ext>
    </p:extLst>
  </p:showPr>
  <p:clrMru>
    <a:srgbClr val="740000"/>
    <a:srgbClr val="CDD6DA"/>
    <a:srgbClr val="669900"/>
    <a:srgbClr val="E7EBF5"/>
    <a:srgbClr val="F5841C"/>
    <a:srgbClr val="083763"/>
    <a:srgbClr val="025AA2"/>
    <a:srgbClr val="1C1C1C"/>
    <a:srgbClr val="D16809"/>
    <a:srgbClr val="31909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9130"/>
    <p:restoredTop sz="83721"/>
  </p:normalViewPr>
  <p:slideViewPr>
    <p:cSldViewPr snapToGrid="0" showGuides="1">
      <p:cViewPr varScale="1">
        <p:scale>
          <a:sx n="95" d="100"/>
          <a:sy n="95" d="100"/>
        </p:scale>
        <p:origin x="954" y="96"/>
      </p:cViewPr>
      <p:guideLst>
        <p:guide orient="horz" pos="2170"/>
        <p:guide pos="3653"/>
      </p:guideLst>
    </p:cSldViewPr>
  </p:slideViewPr>
  <p:notesTextViewPr>
    <p:cViewPr>
      <p:scale>
        <a:sx n="1" d="1"/>
        <a:sy n="1" d="1"/>
      </p:scale>
      <p:origin x="0" y="0"/>
    </p:cViewPr>
  </p:notesTextViewPr>
  <p:sorterViewPr>
    <p:cViewPr>
      <p:scale>
        <a:sx n="100" d="100"/>
        <a:sy n="100" d="100"/>
      </p:scale>
      <p:origin x="0" y="2604"/>
    </p:cViewPr>
  </p:sorterViewPr>
  <p:gridSpacing cx="72005" cy="72005"/>
</p:viewPr>
</file>

<file path=ppt/_rels/presentation.xml.rels><?xml version="1.0" encoding="UTF-8" standalone="yes"?>
<Relationships xmlns="http://schemas.openxmlformats.org/package/2006/relationships"><Relationship Id="rId99" Type="http://schemas.openxmlformats.org/officeDocument/2006/relationships/slide" Target="slides/slide49.xml"/><Relationship Id="rId98" Type="http://schemas.openxmlformats.org/officeDocument/2006/relationships/slide" Target="slides/slide48.xml"/><Relationship Id="rId97" Type="http://schemas.openxmlformats.org/officeDocument/2006/relationships/slide" Target="slides/slide47.xml"/><Relationship Id="rId96" Type="http://schemas.openxmlformats.org/officeDocument/2006/relationships/slide" Target="slides/slide46.xml"/><Relationship Id="rId95" Type="http://schemas.openxmlformats.org/officeDocument/2006/relationships/slide" Target="slides/slide45.xml"/><Relationship Id="rId94" Type="http://schemas.openxmlformats.org/officeDocument/2006/relationships/slide" Target="slides/slide44.xml"/><Relationship Id="rId93" Type="http://schemas.openxmlformats.org/officeDocument/2006/relationships/slide" Target="slides/slide43.xml"/><Relationship Id="rId92" Type="http://schemas.openxmlformats.org/officeDocument/2006/relationships/slide" Target="slides/slide42.xml"/><Relationship Id="rId91" Type="http://schemas.openxmlformats.org/officeDocument/2006/relationships/slide" Target="slides/slide41.xml"/><Relationship Id="rId90" Type="http://schemas.openxmlformats.org/officeDocument/2006/relationships/slide" Target="slides/slide40.xml"/><Relationship Id="rId9" Type="http://schemas.openxmlformats.org/officeDocument/2006/relationships/slideMaster" Target="slideMasters/slideMaster8.xml"/><Relationship Id="rId89" Type="http://schemas.openxmlformats.org/officeDocument/2006/relationships/slide" Target="slides/slide39.xml"/><Relationship Id="rId88" Type="http://schemas.openxmlformats.org/officeDocument/2006/relationships/slide" Target="slides/slide38.xml"/><Relationship Id="rId87" Type="http://schemas.openxmlformats.org/officeDocument/2006/relationships/slide" Target="slides/slide37.xml"/><Relationship Id="rId86" Type="http://schemas.openxmlformats.org/officeDocument/2006/relationships/slide" Target="slides/slide36.xml"/><Relationship Id="rId85" Type="http://schemas.openxmlformats.org/officeDocument/2006/relationships/slide" Target="slides/slide35.xml"/><Relationship Id="rId84" Type="http://schemas.openxmlformats.org/officeDocument/2006/relationships/slide" Target="slides/slide34.xml"/><Relationship Id="rId83" Type="http://schemas.openxmlformats.org/officeDocument/2006/relationships/slide" Target="slides/slide33.xml"/><Relationship Id="rId82" Type="http://schemas.openxmlformats.org/officeDocument/2006/relationships/slide" Target="slides/slide32.xml"/><Relationship Id="rId81" Type="http://schemas.openxmlformats.org/officeDocument/2006/relationships/slide" Target="slides/slide31.xml"/><Relationship Id="rId80" Type="http://schemas.openxmlformats.org/officeDocument/2006/relationships/slide" Target="slides/slide30.xml"/><Relationship Id="rId8" Type="http://schemas.openxmlformats.org/officeDocument/2006/relationships/slideMaster" Target="slideMasters/slideMaster7.xml"/><Relationship Id="rId79" Type="http://schemas.openxmlformats.org/officeDocument/2006/relationships/slide" Target="slides/slide29.xml"/><Relationship Id="rId78" Type="http://schemas.openxmlformats.org/officeDocument/2006/relationships/slide" Target="slides/slide28.xml"/><Relationship Id="rId77" Type="http://schemas.openxmlformats.org/officeDocument/2006/relationships/slide" Target="slides/slide27.xml"/><Relationship Id="rId76" Type="http://schemas.openxmlformats.org/officeDocument/2006/relationships/slide" Target="slides/slide26.xml"/><Relationship Id="rId75" Type="http://schemas.openxmlformats.org/officeDocument/2006/relationships/slide" Target="slides/slide25.xml"/><Relationship Id="rId74" Type="http://schemas.openxmlformats.org/officeDocument/2006/relationships/slide" Target="slides/slide24.xml"/><Relationship Id="rId73" Type="http://schemas.openxmlformats.org/officeDocument/2006/relationships/slide" Target="slides/slide23.xml"/><Relationship Id="rId72" Type="http://schemas.openxmlformats.org/officeDocument/2006/relationships/slide" Target="slides/slide22.xml"/><Relationship Id="rId71" Type="http://schemas.openxmlformats.org/officeDocument/2006/relationships/slide" Target="slides/slide21.xml"/><Relationship Id="rId70" Type="http://schemas.openxmlformats.org/officeDocument/2006/relationships/slide" Target="slides/slide20.xml"/><Relationship Id="rId7" Type="http://schemas.openxmlformats.org/officeDocument/2006/relationships/slideMaster" Target="slideMasters/slideMaster6.xml"/><Relationship Id="rId69" Type="http://schemas.openxmlformats.org/officeDocument/2006/relationships/slide" Target="slides/slide19.xml"/><Relationship Id="rId68" Type="http://schemas.openxmlformats.org/officeDocument/2006/relationships/slide" Target="slides/slide18.xml"/><Relationship Id="rId67" Type="http://schemas.openxmlformats.org/officeDocument/2006/relationships/slide" Target="slides/slide17.xml"/><Relationship Id="rId66" Type="http://schemas.openxmlformats.org/officeDocument/2006/relationships/slide" Target="slides/slide16.xml"/><Relationship Id="rId65" Type="http://schemas.openxmlformats.org/officeDocument/2006/relationships/slide" Target="slides/slide15.xml"/><Relationship Id="rId64" Type="http://schemas.openxmlformats.org/officeDocument/2006/relationships/slide" Target="slides/slide14.xml"/><Relationship Id="rId63" Type="http://schemas.openxmlformats.org/officeDocument/2006/relationships/slide" Target="slides/slide13.xml"/><Relationship Id="rId62" Type="http://schemas.openxmlformats.org/officeDocument/2006/relationships/slide" Target="slides/slide12.xml"/><Relationship Id="rId61" Type="http://schemas.openxmlformats.org/officeDocument/2006/relationships/slide" Target="slides/slide11.xml"/><Relationship Id="rId60" Type="http://schemas.openxmlformats.org/officeDocument/2006/relationships/slide" Target="slides/slide10.xml"/><Relationship Id="rId6" Type="http://schemas.openxmlformats.org/officeDocument/2006/relationships/slideMaster" Target="slideMasters/slideMaster5.xml"/><Relationship Id="rId59" Type="http://schemas.openxmlformats.org/officeDocument/2006/relationships/slide" Target="slides/slide9.xml"/><Relationship Id="rId58" Type="http://schemas.openxmlformats.org/officeDocument/2006/relationships/slide" Target="slides/slide8.xml"/><Relationship Id="rId57" Type="http://schemas.openxmlformats.org/officeDocument/2006/relationships/slide" Target="slides/slide7.xml"/><Relationship Id="rId56" Type="http://schemas.openxmlformats.org/officeDocument/2006/relationships/slide" Target="slides/slide6.xml"/><Relationship Id="rId55" Type="http://schemas.openxmlformats.org/officeDocument/2006/relationships/slide" Target="slides/slide5.xml"/><Relationship Id="rId54" Type="http://schemas.openxmlformats.org/officeDocument/2006/relationships/slide" Target="slides/slide4.xml"/><Relationship Id="rId53" Type="http://schemas.openxmlformats.org/officeDocument/2006/relationships/slide" Target="slides/slide3.xml"/><Relationship Id="rId52" Type="http://schemas.openxmlformats.org/officeDocument/2006/relationships/slide" Target="slides/slide2.xml"/><Relationship Id="rId51" Type="http://schemas.openxmlformats.org/officeDocument/2006/relationships/notesMaster" Target="notesMasters/notesMaster1.xml"/><Relationship Id="rId50" Type="http://schemas.openxmlformats.org/officeDocument/2006/relationships/slide" Target="slides/slide1.xml"/><Relationship Id="rId5" Type="http://schemas.openxmlformats.org/officeDocument/2006/relationships/slideMaster" Target="slideMasters/slideMaster4.xml"/><Relationship Id="rId49" Type="http://schemas.openxmlformats.org/officeDocument/2006/relationships/slideMaster" Target="slideMasters/slideMaster48.xml"/><Relationship Id="rId48" Type="http://schemas.openxmlformats.org/officeDocument/2006/relationships/slideMaster" Target="slideMasters/slideMaster47.xml"/><Relationship Id="rId47" Type="http://schemas.openxmlformats.org/officeDocument/2006/relationships/slideMaster" Target="slideMasters/slideMaster46.xml"/><Relationship Id="rId46" Type="http://schemas.openxmlformats.org/officeDocument/2006/relationships/slideMaster" Target="slideMasters/slideMaster45.xml"/><Relationship Id="rId45" Type="http://schemas.openxmlformats.org/officeDocument/2006/relationships/slideMaster" Target="slideMasters/slideMaster44.xml"/><Relationship Id="rId44" Type="http://schemas.openxmlformats.org/officeDocument/2006/relationships/slideMaster" Target="slideMasters/slideMaster43.xml"/><Relationship Id="rId43" Type="http://schemas.openxmlformats.org/officeDocument/2006/relationships/slideMaster" Target="slideMasters/slideMaster42.xml"/><Relationship Id="rId42" Type="http://schemas.openxmlformats.org/officeDocument/2006/relationships/slideMaster" Target="slideMasters/slideMaster41.xml"/><Relationship Id="rId41" Type="http://schemas.openxmlformats.org/officeDocument/2006/relationships/slideMaster" Target="slideMasters/slideMaster40.xml"/><Relationship Id="rId40" Type="http://schemas.openxmlformats.org/officeDocument/2006/relationships/slideMaster" Target="slideMasters/slideMaster39.xml"/><Relationship Id="rId4" Type="http://schemas.openxmlformats.org/officeDocument/2006/relationships/slideMaster" Target="slideMasters/slideMaster3.xml"/><Relationship Id="rId39" Type="http://schemas.openxmlformats.org/officeDocument/2006/relationships/slideMaster" Target="slideMasters/slideMaster38.xml"/><Relationship Id="rId38" Type="http://schemas.openxmlformats.org/officeDocument/2006/relationships/slideMaster" Target="slideMasters/slideMaster37.xml"/><Relationship Id="rId37" Type="http://schemas.openxmlformats.org/officeDocument/2006/relationships/slideMaster" Target="slideMasters/slideMaster36.xml"/><Relationship Id="rId36" Type="http://schemas.openxmlformats.org/officeDocument/2006/relationships/slideMaster" Target="slideMasters/slideMaster35.xml"/><Relationship Id="rId35" Type="http://schemas.openxmlformats.org/officeDocument/2006/relationships/slideMaster" Target="slideMasters/slideMaster34.xml"/><Relationship Id="rId34" Type="http://schemas.openxmlformats.org/officeDocument/2006/relationships/slideMaster" Target="slideMasters/slideMaster33.xml"/><Relationship Id="rId33" Type="http://schemas.openxmlformats.org/officeDocument/2006/relationships/slideMaster" Target="slideMasters/slideMaster32.xml"/><Relationship Id="rId32" Type="http://schemas.openxmlformats.org/officeDocument/2006/relationships/slideMaster" Target="slideMasters/slideMaster31.xml"/><Relationship Id="rId31" Type="http://schemas.openxmlformats.org/officeDocument/2006/relationships/slideMaster" Target="slideMasters/slideMaster30.xml"/><Relationship Id="rId30" Type="http://schemas.openxmlformats.org/officeDocument/2006/relationships/slideMaster" Target="slideMasters/slideMaster29.xml"/><Relationship Id="rId3" Type="http://schemas.openxmlformats.org/officeDocument/2006/relationships/slideMaster" Target="slideMasters/slideMaster2.xml"/><Relationship Id="rId29" Type="http://schemas.openxmlformats.org/officeDocument/2006/relationships/slideMaster" Target="slideMasters/slideMaster28.xml"/><Relationship Id="rId28" Type="http://schemas.openxmlformats.org/officeDocument/2006/relationships/slideMaster" Target="slideMasters/slideMaster27.xml"/><Relationship Id="rId27" Type="http://schemas.openxmlformats.org/officeDocument/2006/relationships/slideMaster" Target="slideMasters/slideMaster26.xml"/><Relationship Id="rId26" Type="http://schemas.openxmlformats.org/officeDocument/2006/relationships/slideMaster" Target="slideMasters/slideMaster25.xml"/><Relationship Id="rId25" Type="http://schemas.openxmlformats.org/officeDocument/2006/relationships/slideMaster" Target="slideMasters/slideMaster24.xml"/><Relationship Id="rId24" Type="http://schemas.openxmlformats.org/officeDocument/2006/relationships/slideMaster" Target="slideMasters/slideMaster23.xml"/><Relationship Id="rId23" Type="http://schemas.openxmlformats.org/officeDocument/2006/relationships/slideMaster" Target="slideMasters/slideMaster22.xml"/><Relationship Id="rId22" Type="http://schemas.openxmlformats.org/officeDocument/2006/relationships/slideMaster" Target="slideMasters/slideMaster21.xml"/><Relationship Id="rId21" Type="http://schemas.openxmlformats.org/officeDocument/2006/relationships/slideMaster" Target="slideMasters/slideMaster20.xml"/><Relationship Id="rId20" Type="http://schemas.openxmlformats.org/officeDocument/2006/relationships/slideMaster" Target="slideMasters/slideMaster19.xml"/><Relationship Id="rId2" Type="http://schemas.openxmlformats.org/officeDocument/2006/relationships/theme" Target="theme/theme1.xml"/><Relationship Id="rId19" Type="http://schemas.openxmlformats.org/officeDocument/2006/relationships/slideMaster" Target="slideMasters/slideMaster18.xml"/><Relationship Id="rId18" Type="http://schemas.openxmlformats.org/officeDocument/2006/relationships/slideMaster" Target="slideMasters/slideMaster17.xml"/><Relationship Id="rId17" Type="http://schemas.openxmlformats.org/officeDocument/2006/relationships/slideMaster" Target="slideMasters/slideMaster16.xml"/><Relationship Id="rId16" Type="http://schemas.openxmlformats.org/officeDocument/2006/relationships/slideMaster" Target="slideMasters/slideMaster15.xml"/><Relationship Id="rId15" Type="http://schemas.openxmlformats.org/officeDocument/2006/relationships/slideMaster" Target="slideMasters/slideMaster14.xml"/><Relationship Id="rId14" Type="http://schemas.openxmlformats.org/officeDocument/2006/relationships/slideMaster" Target="slideMasters/slideMaster13.xml"/><Relationship Id="rId130" Type="http://schemas.openxmlformats.org/officeDocument/2006/relationships/tags" Target="tags/tag1.xml"/><Relationship Id="rId13" Type="http://schemas.openxmlformats.org/officeDocument/2006/relationships/slideMaster" Target="slideMasters/slideMaster12.xml"/><Relationship Id="rId129" Type="http://schemas.openxmlformats.org/officeDocument/2006/relationships/tableStyles" Target="tableStyles.xml"/><Relationship Id="rId128" Type="http://schemas.openxmlformats.org/officeDocument/2006/relationships/viewProps" Target="viewProps.xml"/><Relationship Id="rId127" Type="http://schemas.openxmlformats.org/officeDocument/2006/relationships/presProps" Target="presProps.xml"/><Relationship Id="rId126" Type="http://schemas.openxmlformats.org/officeDocument/2006/relationships/slide" Target="slides/slide76.xml"/><Relationship Id="rId125" Type="http://schemas.openxmlformats.org/officeDocument/2006/relationships/slide" Target="slides/slide75.xml"/><Relationship Id="rId124" Type="http://schemas.openxmlformats.org/officeDocument/2006/relationships/slide" Target="slides/slide74.xml"/><Relationship Id="rId123" Type="http://schemas.openxmlformats.org/officeDocument/2006/relationships/slide" Target="slides/slide73.xml"/><Relationship Id="rId122" Type="http://schemas.openxmlformats.org/officeDocument/2006/relationships/slide" Target="slides/slide72.xml"/><Relationship Id="rId121" Type="http://schemas.openxmlformats.org/officeDocument/2006/relationships/slide" Target="slides/slide71.xml"/><Relationship Id="rId120" Type="http://schemas.openxmlformats.org/officeDocument/2006/relationships/slide" Target="slides/slide70.xml"/><Relationship Id="rId12" Type="http://schemas.openxmlformats.org/officeDocument/2006/relationships/slideMaster" Target="slideMasters/slideMaster11.xml"/><Relationship Id="rId119" Type="http://schemas.openxmlformats.org/officeDocument/2006/relationships/slide" Target="slides/slide69.xml"/><Relationship Id="rId118" Type="http://schemas.openxmlformats.org/officeDocument/2006/relationships/slide" Target="slides/slide68.xml"/><Relationship Id="rId117" Type="http://schemas.openxmlformats.org/officeDocument/2006/relationships/slide" Target="slides/slide67.xml"/><Relationship Id="rId116" Type="http://schemas.openxmlformats.org/officeDocument/2006/relationships/slide" Target="slides/slide66.xml"/><Relationship Id="rId115" Type="http://schemas.openxmlformats.org/officeDocument/2006/relationships/slide" Target="slides/slide65.xml"/><Relationship Id="rId114" Type="http://schemas.openxmlformats.org/officeDocument/2006/relationships/slide" Target="slides/slide64.xml"/><Relationship Id="rId113" Type="http://schemas.openxmlformats.org/officeDocument/2006/relationships/slide" Target="slides/slide63.xml"/><Relationship Id="rId112" Type="http://schemas.openxmlformats.org/officeDocument/2006/relationships/slide" Target="slides/slide62.xml"/><Relationship Id="rId111" Type="http://schemas.openxmlformats.org/officeDocument/2006/relationships/slide" Target="slides/slide61.xml"/><Relationship Id="rId110" Type="http://schemas.openxmlformats.org/officeDocument/2006/relationships/slide" Target="slides/slide60.xml"/><Relationship Id="rId11" Type="http://schemas.openxmlformats.org/officeDocument/2006/relationships/slideMaster" Target="slideMasters/slideMaster10.xml"/><Relationship Id="rId109" Type="http://schemas.openxmlformats.org/officeDocument/2006/relationships/slide" Target="slides/slide59.xml"/><Relationship Id="rId108" Type="http://schemas.openxmlformats.org/officeDocument/2006/relationships/slide" Target="slides/slide58.xml"/><Relationship Id="rId107" Type="http://schemas.openxmlformats.org/officeDocument/2006/relationships/slide" Target="slides/slide57.xml"/><Relationship Id="rId106" Type="http://schemas.openxmlformats.org/officeDocument/2006/relationships/slide" Target="slides/slide56.xml"/><Relationship Id="rId105" Type="http://schemas.openxmlformats.org/officeDocument/2006/relationships/slide" Target="slides/slide55.xml"/><Relationship Id="rId104" Type="http://schemas.openxmlformats.org/officeDocument/2006/relationships/slide" Target="slides/slide54.xml"/><Relationship Id="rId103" Type="http://schemas.openxmlformats.org/officeDocument/2006/relationships/slide" Target="slides/slide53.xml"/><Relationship Id="rId102" Type="http://schemas.openxmlformats.org/officeDocument/2006/relationships/slide" Target="slides/slide52.xml"/><Relationship Id="rId101" Type="http://schemas.openxmlformats.org/officeDocument/2006/relationships/slide" Target="slides/slide51.xml"/><Relationship Id="rId100" Type="http://schemas.openxmlformats.org/officeDocument/2006/relationships/slide" Target="slides/slide50.xml"/><Relationship Id="rId10" Type="http://schemas.openxmlformats.org/officeDocument/2006/relationships/slideMaster" Target="slideMasters/slideMaster9.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2" Type="http://schemas.openxmlformats.org/officeDocument/2006/relationships/image" Target="../media/image4.wmf"/><Relationship Id="rId1" Type="http://schemas.openxmlformats.org/officeDocument/2006/relationships/image" Target="../media/image3.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auto"/>
            <a:endParaRPr lang="en-US" strike="noStrike" noProof="1"/>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auto"/>
            <a:fld id="{73FA7645-52C7-40DE-A730-3565A4F631A6}" type="datetimeFigureOut">
              <a:rPr lang="en-US" strike="noStrike" noProof="1" smtClean="0">
                <a:latin typeface="+mn-lt"/>
                <a:ea typeface="+mn-ea"/>
                <a:cs typeface="+mn-cs"/>
              </a:rPr>
            </a:fld>
            <a:endParaRPr lang="en-US" strike="noStrike" noProof="1"/>
          </a:p>
        </p:txBody>
      </p:sp>
      <p:sp>
        <p:nvSpPr>
          <p:cNvPr id="443396" name="Slide Image Placeholder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443397" name="Notes Placeholder 4"/>
          <p:cNvSpPr>
            <a:spLocks noGrp="1"/>
          </p:cNvSpPr>
          <p:nvPr>
            <p:ph type="body" sz="quarter"/>
          </p:nvPr>
        </p:nvSpPr>
        <p:spPr>
          <a:xfrm>
            <a:off x="685800" y="4400550"/>
            <a:ext cx="5486400" cy="3600450"/>
          </a:xfrm>
          <a:prstGeom prst="rect">
            <a:avLst/>
          </a:prstGeom>
          <a:noFill/>
          <a:ln w="9525">
            <a:noFill/>
          </a:ln>
        </p:spPr>
        <p:txBody>
          <a:bodyPr vert="horz" lIns="91440" tIns="45720" rIns="91440" bIns="45720" anchor="t" anchorCtr="0"/>
          <a:p>
            <a:pPr lvl="0"/>
            <a:r>
              <a:rPr lang="en-US" altLang="zh-CN"/>
              <a:t>Click to edit Master text styles</a:t>
            </a:r>
            <a:endParaRPr lang="en-US" altLang="zh-CN"/>
          </a:p>
          <a:p>
            <a:pPr lvl="1" indent="0"/>
            <a:r>
              <a:rPr lang="en-US" altLang="zh-CN"/>
              <a:t>Second level</a:t>
            </a:r>
            <a:endParaRPr lang="en-US" altLang="zh-CN"/>
          </a:p>
          <a:p>
            <a:pPr lvl="2" indent="0"/>
            <a:r>
              <a:rPr lang="en-US" altLang="zh-CN"/>
              <a:t>Third level</a:t>
            </a:r>
            <a:endParaRPr lang="en-US" altLang="zh-CN"/>
          </a:p>
          <a:p>
            <a:pPr lvl="3" indent="0"/>
            <a:r>
              <a:rPr lang="en-US" altLang="zh-CN"/>
              <a:t>Fourth level</a:t>
            </a:r>
            <a:endParaRPr lang="en-US" altLang="zh-CN"/>
          </a:p>
          <a:p>
            <a:pPr lvl="4" indent="0"/>
            <a:r>
              <a:rPr lang="en-US" altLang="zh-CN"/>
              <a:t>Fifth level</a:t>
            </a:r>
            <a:endParaRPr lang="en-US" altLang="zh-CN"/>
          </a:p>
        </p:txBody>
      </p:sp>
      <p:sp>
        <p:nvSpPr>
          <p:cNvPr id="6" name="Footer Placeholder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auto"/>
            <a:endParaRPr lang="en-US" strike="noStrike" noProof="1"/>
          </a:p>
        </p:txBody>
      </p:sp>
      <p:sp>
        <p:nvSpPr>
          <p:cNvPr id="7" name="Slide Number Placeholder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auto"/>
            <a:fld id="{B0009764-4815-4F90-93AA-0D9752993797}" type="slidenum">
              <a:rPr lang="en-US" strike="noStrike" noProof="1" smtClean="0">
                <a:latin typeface="+mn-lt"/>
                <a:ea typeface="+mn-ea"/>
                <a:cs typeface="+mn-cs"/>
              </a:rPr>
            </a:fld>
            <a:endParaRPr 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5441" name="Slide Image Placeholder 1"/>
          <p:cNvSpPr>
            <a:spLocks noGrp="1" noRot="1" noChangeAspect="1"/>
          </p:cNvSpPr>
          <p:nvPr>
            <p:ph type="sldImg"/>
          </p:nvPr>
        </p:nvSpPr>
        <p:spPr/>
      </p:sp>
      <p:sp>
        <p:nvSpPr>
          <p:cNvPr id="445442" name="Notes Placeholder 2"/>
          <p:cNvSpPr>
            <a:spLocks noGrp="1"/>
          </p:cNvSpPr>
          <p:nvPr>
            <p:ph type="body"/>
          </p:nvPr>
        </p:nvSpPr>
        <p:spPr/>
        <p:txBody>
          <a:bodyPr lIns="91440" tIns="45720" rIns="91440" bIns="45720" anchor="t" anchorCtr="0"/>
          <a:p>
            <a:pPr lvl="0"/>
            <a:endParaRPr lang="en-US" altLang="zh-CN" dirty="0"/>
          </a:p>
        </p:txBody>
      </p:sp>
      <p:sp>
        <p:nvSpPr>
          <p:cNvPr id="445443"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Calibri" panose="020F0502020204030204" pitchFamily="34" charset="0"/>
                <a:ea typeface="宋体" panose="02010600030101010101" pitchFamily="2" charset="-122"/>
              </a:rPr>
            </a:fld>
            <a:endParaRPr lang="en-US" altLang="zh-CN" sz="1200">
              <a:latin typeface="Calibri" panose="020F0502020204030204" pitchFamily="34" charset="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7489" name="Slide Image Placeholder 1"/>
          <p:cNvSpPr>
            <a:spLocks noGrp="1" noRot="1" noChangeAspect="1"/>
          </p:cNvSpPr>
          <p:nvPr>
            <p:ph type="sldImg"/>
          </p:nvPr>
        </p:nvSpPr>
        <p:spPr/>
      </p:sp>
      <p:sp>
        <p:nvSpPr>
          <p:cNvPr id="447490" name="Notes Placeholder 2"/>
          <p:cNvSpPr>
            <a:spLocks noGrp="1"/>
          </p:cNvSpPr>
          <p:nvPr>
            <p:ph type="body"/>
          </p:nvPr>
        </p:nvSpPr>
        <p:spPr/>
        <p:txBody>
          <a:bodyPr lIns="91440" tIns="45720" rIns="91440" bIns="45720" anchor="t" anchorCtr="0"/>
          <a:p>
            <a:pPr lvl="0"/>
            <a:endParaRPr lang="en-US" altLang="zh-CN" dirty="0"/>
          </a:p>
        </p:txBody>
      </p:sp>
      <p:sp>
        <p:nvSpPr>
          <p:cNvPr id="447491"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Calibri" panose="020F0502020204030204" pitchFamily="34" charset="0"/>
                <a:ea typeface="宋体" panose="02010600030101010101" pitchFamily="2" charset="-122"/>
              </a:rPr>
            </a:fld>
            <a:endParaRPr lang="en-US" altLang="zh-CN" sz="1200">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49537" name="Slide Image Placeholder 1"/>
          <p:cNvSpPr>
            <a:spLocks noGrp="1" noRot="1" noChangeAspect="1"/>
          </p:cNvSpPr>
          <p:nvPr>
            <p:ph type="sldImg"/>
          </p:nvPr>
        </p:nvSpPr>
        <p:spPr/>
      </p:sp>
      <p:sp>
        <p:nvSpPr>
          <p:cNvPr id="449538" name="Notes Placeholder 2"/>
          <p:cNvSpPr>
            <a:spLocks noGrp="1"/>
          </p:cNvSpPr>
          <p:nvPr>
            <p:ph type="body"/>
          </p:nvPr>
        </p:nvSpPr>
        <p:spPr/>
        <p:txBody>
          <a:bodyPr lIns="91440" tIns="45720" rIns="91440" bIns="45720" anchor="t" anchorCtr="0"/>
          <a:p>
            <a:pPr lvl="0"/>
            <a:endParaRPr lang="en-US" altLang="zh-CN" dirty="0"/>
          </a:p>
        </p:txBody>
      </p:sp>
      <p:sp>
        <p:nvSpPr>
          <p:cNvPr id="449539"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Calibri" panose="020F0502020204030204" pitchFamily="34" charset="0"/>
                <a:ea typeface="宋体" panose="02010600030101010101" pitchFamily="2" charset="-122"/>
              </a:rPr>
            </a:fld>
            <a:endParaRPr lang="en-US" altLang="zh-CN" sz="1200">
              <a:latin typeface="Calibri" panose="020F0502020204030204" pitchFamily="34" charset="0"/>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1585" name="Slide Image Placeholder 1"/>
          <p:cNvSpPr>
            <a:spLocks noGrp="1" noRot="1" noChangeAspect="1"/>
          </p:cNvSpPr>
          <p:nvPr>
            <p:ph type="sldImg"/>
          </p:nvPr>
        </p:nvSpPr>
        <p:spPr/>
      </p:sp>
      <p:sp>
        <p:nvSpPr>
          <p:cNvPr id="451586" name="Notes Placeholder 2"/>
          <p:cNvSpPr>
            <a:spLocks noGrp="1"/>
          </p:cNvSpPr>
          <p:nvPr>
            <p:ph type="body"/>
          </p:nvPr>
        </p:nvSpPr>
        <p:spPr/>
        <p:txBody>
          <a:bodyPr lIns="91440" tIns="45720" rIns="91440" bIns="45720" anchor="t" anchorCtr="0"/>
          <a:p>
            <a:pPr lvl="0"/>
            <a:endParaRPr lang="en-US" altLang="zh-CN"/>
          </a:p>
        </p:txBody>
      </p:sp>
      <p:sp>
        <p:nvSpPr>
          <p:cNvPr id="451587"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Calibri" panose="020F0502020204030204" pitchFamily="34" charset="0"/>
                <a:ea typeface="宋体" panose="02010600030101010101" pitchFamily="2" charset="-122"/>
              </a:rPr>
            </a:fld>
            <a:endParaRPr lang="en-US" altLang="zh-CN" sz="1200">
              <a:latin typeface="Calibri" panose="020F0502020204030204" pitchFamily="34" charset="0"/>
              <a:ea typeface="宋体" panose="02010600030101010101" pitchFamily="2" charset="-122"/>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4657" name="Slide Image Placeholder 1"/>
          <p:cNvSpPr>
            <a:spLocks noGrp="1" noRot="1" noChangeAspect="1"/>
          </p:cNvSpPr>
          <p:nvPr>
            <p:ph type="sldImg"/>
          </p:nvPr>
        </p:nvSpPr>
        <p:spPr/>
      </p:sp>
      <p:sp>
        <p:nvSpPr>
          <p:cNvPr id="454658" name="Notes Placeholder 2"/>
          <p:cNvSpPr>
            <a:spLocks noGrp="1"/>
          </p:cNvSpPr>
          <p:nvPr>
            <p:ph type="body"/>
          </p:nvPr>
        </p:nvSpPr>
        <p:spPr/>
        <p:txBody>
          <a:bodyPr lIns="91440" tIns="45720" rIns="91440" bIns="45720" anchor="t" anchorCtr="0"/>
          <a:p>
            <a:pPr lvl="0"/>
            <a:endParaRPr lang="en-US" altLang="zh-CN"/>
          </a:p>
        </p:txBody>
      </p:sp>
      <p:sp>
        <p:nvSpPr>
          <p:cNvPr id="454659"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Calibri" panose="020F0502020204030204" pitchFamily="34" charset="0"/>
                <a:ea typeface="宋体" panose="02010600030101010101" pitchFamily="2" charset="-122"/>
              </a:rPr>
            </a:fld>
            <a:endParaRPr lang="en-US" altLang="zh-CN" sz="1200">
              <a:latin typeface="Calibri" panose="020F0502020204030204" pitchFamily="34" charset="0"/>
              <a:ea typeface="宋体" panose="02010600030101010101" pitchFamily="2" charset="-122"/>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57729" name="Slide Image Placeholder 1"/>
          <p:cNvSpPr>
            <a:spLocks noGrp="1" noRot="1" noChangeAspect="1"/>
          </p:cNvSpPr>
          <p:nvPr>
            <p:ph type="sldImg"/>
          </p:nvPr>
        </p:nvSpPr>
        <p:spPr/>
      </p:sp>
      <p:sp>
        <p:nvSpPr>
          <p:cNvPr id="457730" name="Notes Placeholder 2"/>
          <p:cNvSpPr>
            <a:spLocks noGrp="1"/>
          </p:cNvSpPr>
          <p:nvPr>
            <p:ph type="body"/>
          </p:nvPr>
        </p:nvSpPr>
        <p:spPr/>
        <p:txBody>
          <a:bodyPr lIns="91440" tIns="45720" rIns="91440" bIns="45720" anchor="t" anchorCtr="0"/>
          <a:p>
            <a:pPr lvl="0"/>
            <a:endParaRPr lang="en-US" altLang="zh-CN"/>
          </a:p>
        </p:txBody>
      </p:sp>
      <p:sp>
        <p:nvSpPr>
          <p:cNvPr id="457731"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Calibri" panose="020F0502020204030204" pitchFamily="34" charset="0"/>
                <a:ea typeface="宋体" panose="02010600030101010101" pitchFamily="2" charset="-122"/>
              </a:rPr>
            </a:fld>
            <a:endParaRPr lang="en-US" altLang="zh-CN" sz="1200">
              <a:latin typeface="Calibri" panose="020F0502020204030204" pitchFamily="34" charset="0"/>
              <a:ea typeface="宋体" panose="02010600030101010101" pitchFamily="2" charset="-122"/>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79233" name="Slide Image Placeholder 1"/>
          <p:cNvSpPr>
            <a:spLocks noGrp="1" noRot="1" noChangeAspect="1"/>
          </p:cNvSpPr>
          <p:nvPr>
            <p:ph type="sldImg"/>
          </p:nvPr>
        </p:nvSpPr>
        <p:spPr/>
      </p:sp>
      <p:sp>
        <p:nvSpPr>
          <p:cNvPr id="479234" name="Notes Placeholder 2"/>
          <p:cNvSpPr>
            <a:spLocks noGrp="1"/>
          </p:cNvSpPr>
          <p:nvPr>
            <p:ph type="body"/>
          </p:nvPr>
        </p:nvSpPr>
        <p:spPr/>
        <p:txBody>
          <a:bodyPr lIns="91440" tIns="45720" rIns="91440" bIns="45720" anchor="t" anchorCtr="0"/>
          <a:p>
            <a:pPr lvl="0"/>
            <a:endParaRPr lang="en-US" altLang="zh-CN"/>
          </a:p>
        </p:txBody>
      </p:sp>
      <p:sp>
        <p:nvSpPr>
          <p:cNvPr id="479235"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Calibri" panose="020F0502020204030204" pitchFamily="34" charset="0"/>
                <a:ea typeface="宋体" panose="02010600030101010101" pitchFamily="2" charset="-122"/>
              </a:rPr>
            </a:fld>
            <a:endParaRPr lang="en-US" altLang="zh-CN" sz="1200">
              <a:latin typeface="Calibri" panose="020F0502020204030204" pitchFamily="34" charset="0"/>
              <a:ea typeface="宋体" panose="02010600030101010101" pitchFamily="2" charset="-122"/>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4353" name="灯片编号占位符 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dirty="0">
                <a:latin typeface="Calibri" panose="020F0502020204030204" pitchFamily="34" charset="0"/>
                <a:ea typeface="宋体" panose="02010600030101010101" pitchFamily="2" charset="-122"/>
              </a:rPr>
            </a:fld>
            <a:endParaRPr lang="en-US" altLang="zh-CN" sz="1200" dirty="0">
              <a:latin typeface="Calibri" panose="020F0502020204030204" pitchFamily="34" charset="0"/>
              <a:ea typeface="宋体" panose="02010600030101010101" pitchFamily="2" charset="-122"/>
            </a:endParaRPr>
          </a:p>
        </p:txBody>
      </p:sp>
      <p:sp>
        <p:nvSpPr>
          <p:cNvPr id="484354" name="幻灯片图像占位符 38913"/>
          <p:cNvSpPr>
            <a:spLocks noGrp="1" noRot="1" noTextEdit="1"/>
          </p:cNvSpPr>
          <p:nvPr>
            <p:ph type="sldImg"/>
          </p:nvPr>
        </p:nvSpPr>
        <p:spPr/>
      </p:sp>
      <p:sp>
        <p:nvSpPr>
          <p:cNvPr id="484355" name="文本占位符 38914"/>
          <p:cNvSpPr>
            <a:spLocks noGrp="1"/>
          </p:cNvSpPr>
          <p:nvPr>
            <p:ph type="body"/>
          </p:nvPr>
        </p:nvSpPr>
        <p:spPr/>
        <p:txBody>
          <a:bodyPr lIns="91440" tIns="45720" rIns="91440" bIns="45720" anchor="t" anchorCtr="0"/>
          <a:p>
            <a:pPr lvl="0"/>
            <a:endParaRPr lang="zh-CN" alt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6401" name="灯片编号占位符 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dirty="0">
                <a:latin typeface="Calibri" panose="020F0502020204030204" pitchFamily="34" charset="0"/>
                <a:ea typeface="宋体" panose="02010600030101010101" pitchFamily="2" charset="-122"/>
              </a:rPr>
            </a:fld>
            <a:endParaRPr lang="en-US" altLang="zh-CN" sz="1200" dirty="0">
              <a:latin typeface="Calibri" panose="020F0502020204030204" pitchFamily="34" charset="0"/>
              <a:ea typeface="宋体" panose="02010600030101010101" pitchFamily="2" charset="-122"/>
            </a:endParaRPr>
          </a:p>
        </p:txBody>
      </p:sp>
      <p:sp>
        <p:nvSpPr>
          <p:cNvPr id="486402" name="幻灯片图像占位符 38913"/>
          <p:cNvSpPr>
            <a:spLocks noGrp="1" noRot="1" noTextEdit="1"/>
          </p:cNvSpPr>
          <p:nvPr>
            <p:ph type="sldImg"/>
          </p:nvPr>
        </p:nvSpPr>
        <p:spPr/>
      </p:sp>
      <p:sp>
        <p:nvSpPr>
          <p:cNvPr id="486403" name="文本占位符 38914"/>
          <p:cNvSpPr>
            <a:spLocks noGrp="1"/>
          </p:cNvSpPr>
          <p:nvPr>
            <p:ph type="body"/>
          </p:nvPr>
        </p:nvSpPr>
        <p:spPr/>
        <p:txBody>
          <a:bodyPr lIns="91440" tIns="45720" rIns="91440" bIns="45720" anchor="t" anchorCtr="0"/>
          <a:p>
            <a:pPr lvl="0"/>
            <a:endParaRPr lang="zh-CN" alt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88449" name="灯片编号占位符 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dirty="0">
                <a:latin typeface="Calibri" panose="020F0502020204030204" pitchFamily="34" charset="0"/>
                <a:ea typeface="宋体" panose="02010600030101010101" pitchFamily="2" charset="-122"/>
              </a:rPr>
            </a:fld>
            <a:endParaRPr lang="en-US" altLang="zh-CN" sz="1200" dirty="0">
              <a:latin typeface="Calibri" panose="020F0502020204030204" pitchFamily="34" charset="0"/>
              <a:ea typeface="宋体" panose="02010600030101010101" pitchFamily="2" charset="-122"/>
            </a:endParaRPr>
          </a:p>
        </p:txBody>
      </p:sp>
      <p:sp>
        <p:nvSpPr>
          <p:cNvPr id="488450" name="幻灯片图像占位符 38913"/>
          <p:cNvSpPr>
            <a:spLocks noGrp="1" noRot="1" noTextEdit="1"/>
          </p:cNvSpPr>
          <p:nvPr>
            <p:ph type="sldImg"/>
          </p:nvPr>
        </p:nvSpPr>
        <p:spPr/>
      </p:sp>
      <p:sp>
        <p:nvSpPr>
          <p:cNvPr id="488451" name="文本占位符 38914"/>
          <p:cNvSpPr>
            <a:spLocks noGrp="1"/>
          </p:cNvSpPr>
          <p:nvPr>
            <p:ph type="body"/>
          </p:nvPr>
        </p:nvSpPr>
        <p:spPr/>
        <p:txBody>
          <a:bodyPr lIns="91440" tIns="45720" rIns="91440" bIns="45720" anchor="t" anchorCtr="0"/>
          <a:p>
            <a:pPr lvl="0"/>
            <a:endParaRPr lang="zh-CN" alt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0497" name="灯片编号占位符 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dirty="0">
                <a:latin typeface="Calibri" panose="020F0502020204030204" pitchFamily="34" charset="0"/>
                <a:ea typeface="宋体" panose="02010600030101010101" pitchFamily="2" charset="-122"/>
              </a:rPr>
            </a:fld>
            <a:endParaRPr lang="en-US" altLang="zh-CN" sz="1200" dirty="0">
              <a:latin typeface="Calibri" panose="020F0502020204030204" pitchFamily="34" charset="0"/>
              <a:ea typeface="宋体" panose="02010600030101010101" pitchFamily="2" charset="-122"/>
            </a:endParaRPr>
          </a:p>
        </p:txBody>
      </p:sp>
      <p:sp>
        <p:nvSpPr>
          <p:cNvPr id="490498" name="幻灯片图像占位符 38913"/>
          <p:cNvSpPr>
            <a:spLocks noGrp="1" noRot="1" noTextEdit="1"/>
          </p:cNvSpPr>
          <p:nvPr>
            <p:ph type="sldImg"/>
          </p:nvPr>
        </p:nvSpPr>
        <p:spPr/>
      </p:sp>
      <p:sp>
        <p:nvSpPr>
          <p:cNvPr id="490499" name="文本占位符 38914"/>
          <p:cNvSpPr>
            <a:spLocks noGrp="1"/>
          </p:cNvSpPr>
          <p:nvPr>
            <p:ph type="body"/>
          </p:nvPr>
        </p:nvSpPr>
        <p:spPr/>
        <p:txBody>
          <a:bodyPr lIns="91440" tIns="45720" rIns="91440" bIns="45720" anchor="t" anchorCtr="0"/>
          <a:p>
            <a:pPr lvl="0"/>
            <a:endParaRPr lang="zh-CN" alt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2545" name="灯片编号占位符 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dirty="0">
                <a:latin typeface="Calibri" panose="020F0502020204030204" pitchFamily="34" charset="0"/>
                <a:ea typeface="宋体" panose="02010600030101010101" pitchFamily="2" charset="-122"/>
              </a:rPr>
            </a:fld>
            <a:endParaRPr lang="en-US" altLang="zh-CN" sz="1200" dirty="0">
              <a:latin typeface="Calibri" panose="020F0502020204030204" pitchFamily="34" charset="0"/>
              <a:ea typeface="宋体" panose="02010600030101010101" pitchFamily="2" charset="-122"/>
            </a:endParaRPr>
          </a:p>
        </p:txBody>
      </p:sp>
      <p:sp>
        <p:nvSpPr>
          <p:cNvPr id="492546" name="幻灯片图像占位符 38913"/>
          <p:cNvSpPr>
            <a:spLocks noGrp="1" noRot="1" noTextEdit="1"/>
          </p:cNvSpPr>
          <p:nvPr>
            <p:ph type="sldImg"/>
          </p:nvPr>
        </p:nvSpPr>
        <p:spPr/>
      </p:sp>
      <p:sp>
        <p:nvSpPr>
          <p:cNvPr id="492547" name="文本占位符 38914"/>
          <p:cNvSpPr>
            <a:spLocks noGrp="1"/>
          </p:cNvSpPr>
          <p:nvPr>
            <p:ph type="body"/>
          </p:nvPr>
        </p:nvSpPr>
        <p:spPr/>
        <p:txBody>
          <a:bodyPr lIns="91440" tIns="45720" rIns="91440" bIns="45720" anchor="t" anchorCtr="0"/>
          <a:p>
            <a:pPr lvl="0"/>
            <a:endParaRPr lang="zh-CN" alt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4593" name="灯片编号占位符 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dirty="0">
                <a:latin typeface="Calibri" panose="020F0502020204030204" pitchFamily="34" charset="0"/>
                <a:ea typeface="宋体" panose="02010600030101010101" pitchFamily="2" charset="-122"/>
              </a:rPr>
            </a:fld>
            <a:endParaRPr lang="en-US" altLang="zh-CN" sz="1200" dirty="0">
              <a:latin typeface="Calibri" panose="020F0502020204030204" pitchFamily="34" charset="0"/>
              <a:ea typeface="宋体" panose="02010600030101010101" pitchFamily="2" charset="-122"/>
            </a:endParaRPr>
          </a:p>
        </p:txBody>
      </p:sp>
      <p:sp>
        <p:nvSpPr>
          <p:cNvPr id="494594" name="幻灯片图像占位符 38913"/>
          <p:cNvSpPr>
            <a:spLocks noGrp="1" noRot="1" noTextEdit="1"/>
          </p:cNvSpPr>
          <p:nvPr>
            <p:ph type="sldImg"/>
          </p:nvPr>
        </p:nvSpPr>
        <p:spPr/>
      </p:sp>
      <p:sp>
        <p:nvSpPr>
          <p:cNvPr id="494595" name="文本占位符 38914"/>
          <p:cNvSpPr>
            <a:spLocks noGrp="1"/>
          </p:cNvSpPr>
          <p:nvPr>
            <p:ph type="body"/>
          </p:nvPr>
        </p:nvSpPr>
        <p:spPr/>
        <p:txBody>
          <a:bodyPr lIns="91440" tIns="45720" rIns="91440" bIns="45720" anchor="t" anchorCtr="0"/>
          <a:p>
            <a:pPr lvl="0"/>
            <a:endParaRPr lang="zh-CN" altLang="zh-CN"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6641" name="灯片编号占位符 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dirty="0">
                <a:latin typeface="Calibri" panose="020F0502020204030204" pitchFamily="34" charset="0"/>
                <a:ea typeface="宋体" panose="02010600030101010101" pitchFamily="2" charset="-122"/>
              </a:rPr>
            </a:fld>
            <a:endParaRPr lang="en-US" altLang="zh-CN" sz="1200" dirty="0">
              <a:latin typeface="Calibri" panose="020F0502020204030204" pitchFamily="34" charset="0"/>
              <a:ea typeface="宋体" panose="02010600030101010101" pitchFamily="2" charset="-122"/>
            </a:endParaRPr>
          </a:p>
        </p:txBody>
      </p:sp>
      <p:sp>
        <p:nvSpPr>
          <p:cNvPr id="496642" name="幻灯片图像占位符 38913"/>
          <p:cNvSpPr>
            <a:spLocks noGrp="1" noRot="1" noTextEdit="1"/>
          </p:cNvSpPr>
          <p:nvPr>
            <p:ph type="sldImg"/>
          </p:nvPr>
        </p:nvSpPr>
        <p:spPr/>
      </p:sp>
      <p:sp>
        <p:nvSpPr>
          <p:cNvPr id="496643" name="文本占位符 38914"/>
          <p:cNvSpPr>
            <a:spLocks noGrp="1"/>
          </p:cNvSpPr>
          <p:nvPr>
            <p:ph type="body"/>
          </p:nvPr>
        </p:nvSpPr>
        <p:spPr/>
        <p:txBody>
          <a:bodyPr lIns="91440" tIns="45720" rIns="91440" bIns="45720" anchor="t" anchorCtr="0"/>
          <a:p>
            <a:pPr lvl="0"/>
            <a:endParaRPr lang="zh-CN" altLang="zh-CN"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498689" name="灯片编号占位符 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dirty="0">
                <a:latin typeface="Calibri" panose="020F0502020204030204" pitchFamily="34" charset="0"/>
                <a:ea typeface="宋体" panose="02010600030101010101" pitchFamily="2" charset="-122"/>
              </a:rPr>
            </a:fld>
            <a:endParaRPr lang="en-US" altLang="zh-CN" sz="1200" dirty="0">
              <a:latin typeface="Calibri" panose="020F0502020204030204" pitchFamily="34" charset="0"/>
              <a:ea typeface="宋体" panose="02010600030101010101" pitchFamily="2" charset="-122"/>
            </a:endParaRPr>
          </a:p>
        </p:txBody>
      </p:sp>
      <p:sp>
        <p:nvSpPr>
          <p:cNvPr id="498690" name="幻灯片图像占位符 38913"/>
          <p:cNvSpPr>
            <a:spLocks noGrp="1" noRot="1" noTextEdit="1"/>
          </p:cNvSpPr>
          <p:nvPr>
            <p:ph type="sldImg"/>
          </p:nvPr>
        </p:nvSpPr>
        <p:spPr/>
      </p:sp>
      <p:sp>
        <p:nvSpPr>
          <p:cNvPr id="498691" name="文本占位符 38914"/>
          <p:cNvSpPr>
            <a:spLocks noGrp="1"/>
          </p:cNvSpPr>
          <p:nvPr>
            <p:ph type="body"/>
          </p:nvPr>
        </p:nvSpPr>
        <p:spPr/>
        <p:txBody>
          <a:bodyPr lIns="91440" tIns="45720" rIns="91440" bIns="45720" anchor="t" anchorCtr="0"/>
          <a:p>
            <a:pPr lvl="0"/>
            <a:endParaRPr lang="zh-CN" altLang="zh-CN"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0737" name="灯片编号占位符 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dirty="0">
                <a:latin typeface="Calibri" panose="020F0502020204030204" pitchFamily="34" charset="0"/>
                <a:ea typeface="宋体" panose="02010600030101010101" pitchFamily="2" charset="-122"/>
              </a:rPr>
            </a:fld>
            <a:endParaRPr lang="en-US" altLang="zh-CN" sz="1200" dirty="0">
              <a:latin typeface="Calibri" panose="020F0502020204030204" pitchFamily="34" charset="0"/>
              <a:ea typeface="宋体" panose="02010600030101010101" pitchFamily="2" charset="-122"/>
            </a:endParaRPr>
          </a:p>
        </p:txBody>
      </p:sp>
      <p:sp>
        <p:nvSpPr>
          <p:cNvPr id="500738" name="幻灯片图像占位符 38913"/>
          <p:cNvSpPr>
            <a:spLocks noGrp="1" noRot="1" noTextEdit="1"/>
          </p:cNvSpPr>
          <p:nvPr>
            <p:ph type="sldImg"/>
          </p:nvPr>
        </p:nvSpPr>
        <p:spPr/>
      </p:sp>
      <p:sp>
        <p:nvSpPr>
          <p:cNvPr id="500739" name="文本占位符 38914"/>
          <p:cNvSpPr>
            <a:spLocks noGrp="1"/>
          </p:cNvSpPr>
          <p:nvPr>
            <p:ph type="body"/>
          </p:nvPr>
        </p:nvSpPr>
        <p:spPr/>
        <p:txBody>
          <a:bodyPr lIns="91440" tIns="45720" rIns="91440" bIns="45720" anchor="t" anchorCtr="0"/>
          <a:p>
            <a:pPr lvl="0"/>
            <a:endParaRPr lang="zh-CN" altLang="zh-CN"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502785" name="Slide Image Placeholder 1"/>
          <p:cNvSpPr>
            <a:spLocks noGrp="1" noRot="1" noChangeAspect="1"/>
          </p:cNvSpPr>
          <p:nvPr>
            <p:ph type="sldImg"/>
          </p:nvPr>
        </p:nvSpPr>
        <p:spPr/>
      </p:sp>
      <p:sp>
        <p:nvSpPr>
          <p:cNvPr id="502786" name="Notes Placeholder 2"/>
          <p:cNvSpPr>
            <a:spLocks noGrp="1"/>
          </p:cNvSpPr>
          <p:nvPr>
            <p:ph type="body"/>
          </p:nvPr>
        </p:nvSpPr>
        <p:spPr/>
        <p:txBody>
          <a:bodyPr lIns="91440" tIns="45720" rIns="91440" bIns="45720" anchor="t" anchorCtr="0"/>
          <a:p>
            <a:pPr lvl="0"/>
            <a:endParaRPr lang="en-US" altLang="zh-CN"/>
          </a:p>
        </p:txBody>
      </p:sp>
      <p:sp>
        <p:nvSpPr>
          <p:cNvPr id="502787" name="Slide Number Placeholder 3"/>
          <p:cNvSpPr>
            <a:spLocks noGrp="1"/>
          </p:cNvSpPr>
          <p:nvPr>
            <p:ph type="sldNum" sz="quarter"/>
          </p:nvPr>
        </p:nvSpPr>
        <p:spPr>
          <a:xfrm>
            <a:off x="3884613" y="8685213"/>
            <a:ext cx="2971800" cy="458787"/>
          </a:xfrm>
          <a:prstGeom prst="rect">
            <a:avLst/>
          </a:prstGeom>
          <a:noFill/>
          <a:ln w="9525">
            <a:noFill/>
          </a:ln>
        </p:spPr>
        <p:txBody>
          <a:bodyPr vert="horz" lIns="91440" tIns="45720" rIns="91440" bIns="45720" anchor="b" anchorCtr="0"/>
          <a:p>
            <a:pPr lvl="0" algn="r"/>
            <a:fld id="{9A0DB2DC-4C9A-4742-B13C-FB6460FD3503}" type="slidenum">
              <a:rPr lang="en-US" altLang="zh-CN" sz="1200">
                <a:latin typeface="Calibri" panose="020F0502020204030204" pitchFamily="34" charset="0"/>
                <a:ea typeface="宋体" panose="02010600030101010101" pitchFamily="2" charset="-122"/>
              </a:rPr>
            </a:fld>
            <a:endParaRPr lang="en-US" altLang="zh-CN" sz="1200">
              <a:latin typeface="Calibri" panose="020F0502020204030204" pitchFamily="34" charset="0"/>
              <a:ea typeface="宋体" panose="02010600030101010101" pitchFamily="2" charset="-122"/>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7.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9.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0.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1.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2.xml"/></Relationships>
</file>

<file path=ppt/slideLayouts/_rels/slideLayout10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2.xml"/></Relationships>
</file>

<file path=ppt/slideLayouts/_rels/slideLayout10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3.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3.xml"/></Relationships>
</file>

<file path=ppt/slideLayouts/_rels/slideLayout1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3.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4.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4.xml"/></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4.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5.xml"/></Relationships>
</file>

<file path=ppt/slideLayouts/_rels/slideLayout1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5.xml"/></Relationships>
</file>

<file path=ppt/slideLayouts/_rels/slideLayout1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6.xml"/></Relationships>
</file>

<file path=ppt/slideLayouts/_rels/slideLayout1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6.xml"/></Relationships>
</file>

<file path=ppt/slideLayouts/_rels/slideLayout1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7.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7.xml"/></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7.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8.xml"/></Relationships>
</file>

<file path=ppt/slideLayouts/_rels/slideLayout1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8.xml"/></Relationships>
</file>

<file path=ppt/slideLayouts/_rels/slideLayout1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8.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9.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9.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9.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0.xml"/></Relationships>
</file>

<file path=ppt/slideLayouts/_rels/slideLayout1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0.xml"/></Relationships>
</file>

<file path=ppt/slideLayouts/_rels/slideLayout1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0.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1.xml"/></Relationships>
</file>

<file path=ppt/slideLayouts/_rels/slideLayout18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1.xml"/></Relationships>
</file>

<file path=ppt/slideLayouts/_rels/slideLayout18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1.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2.xml"/></Relationships>
</file>

<file path=ppt/slideLayouts/_rels/slideLayout19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2.xml"/></Relationships>
</file>

<file path=ppt/slideLayouts/_rels/slideLayout19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2.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3.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3.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3.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4.xml"/></Relationships>
</file>

<file path=ppt/slideLayouts/_rels/slideLayout2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4.xml"/></Relationships>
</file>

<file path=ppt/slideLayouts/_rels/slideLayout2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4.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5.xml"/></Relationships>
</file>

<file path=ppt/slideLayouts/_rels/slideLayout2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5.xml"/></Relationships>
</file>

<file path=ppt/slideLayouts/_rels/slideLayout2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5.xml"/></Relationships>
</file>

<file path=ppt/slideLayouts/_rels/slideLayout2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5.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6.xm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6.xml"/></Relationships>
</file>

<file path=ppt/slideLayouts/_rels/slideLayout2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6.xml"/></Relationships>
</file>

<file path=ppt/slideLayouts/_rels/slideLayout2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6.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7.xml"/></Relationships>
</file>

<file path=ppt/slideLayouts/_rels/slideLayout2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7.xml"/></Relationships>
</file>

<file path=ppt/slideLayouts/_rels/slideLayout2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7.xml"/></Relationships>
</file>

<file path=ppt/slideLayouts/_rels/slideLayout24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7.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42.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43.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44.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8.xml"/></Relationships>
</file>

<file path=ppt/slideLayouts/_rels/slideLayout2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8.xml"/></Relationships>
</file>

<file path=ppt/slideLayouts/_rels/slideLayout2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8.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8.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52.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_rels/slideLayout253.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54.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9.xml"/></Relationships>
</file>

<file path=ppt/slideLayouts/_rels/slideLayout2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9.xml"/></Relationships>
</file>

<file path=ppt/slideLayouts/_rels/slideLayout2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9.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9.xml"/></Relationships>
</file>

<file path=ppt/slideLayouts/_rels/slideLayout259.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60.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61.xml.rels><?xml version="1.0" encoding="UTF-8" standalone="yes"?>
<Relationships xmlns="http://schemas.openxmlformats.org/package/2006/relationships"><Relationship Id="rId1" Type="http://schemas.openxmlformats.org/officeDocument/2006/relationships/slideMaster" Target="../slideMasters/slideMaster29.xml"/></Relationships>
</file>

<file path=ppt/slideLayouts/_rels/slideLayout262.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6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0.xml"/></Relationships>
</file>

<file path=ppt/slideLayouts/_rels/slideLayout2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0.xml"/></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0.xml"/></Relationships>
</file>

<file path=ppt/slideLayouts/_rels/slideLayout26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0.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70.xml.rels><?xml version="1.0" encoding="UTF-8" standalone="yes"?>
<Relationships xmlns="http://schemas.openxmlformats.org/package/2006/relationships"><Relationship Id="rId1" Type="http://schemas.openxmlformats.org/officeDocument/2006/relationships/slideMaster" Target="../slideMasters/slideMaster30.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72.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1.xml"/></Relationships>
</file>

<file path=ppt/slideLayouts/_rels/slideLayout2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1.xml"/></Relationships>
</file>

<file path=ppt/slideLayouts/_rels/slideLayout2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1.xml"/></Relationships>
</file>

<file path=ppt/slideLayouts/_rels/slideLayout27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1.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78.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31.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2.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2.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2.xml"/></Relationships>
</file>

<file path=ppt/slideLayouts/_rels/slideLayout28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2.xml"/></Relationships>
</file>

<file path=ppt/slideLayouts/_rels/slideLayout286.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87.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88.xml.rels><?xml version="1.0" encoding="UTF-8" standalone="yes"?>
<Relationships xmlns="http://schemas.openxmlformats.org/package/2006/relationships"><Relationship Id="rId1" Type="http://schemas.openxmlformats.org/officeDocument/2006/relationships/slideMaster" Target="../slideMasters/slideMaster32.xml"/></Relationships>
</file>

<file path=ppt/slideLayouts/_rels/slideLayout289.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290.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29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3.xml"/></Relationships>
</file>

<file path=ppt/slideLayouts/_rels/slideLayout2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3.xml"/></Relationships>
</file>

<file path=ppt/slideLayouts/_rels/slideLayout29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3.xml"/></Relationships>
</file>

<file path=ppt/slideLayouts/_rels/slideLayout29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3.xml"/></Relationships>
</file>

<file path=ppt/slideLayouts/_rels/slideLayout295.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297.xml.rels><?xml version="1.0" encoding="UTF-8" standalone="yes"?>
<Relationships xmlns="http://schemas.openxmlformats.org/package/2006/relationships"><Relationship Id="rId1" Type="http://schemas.openxmlformats.org/officeDocument/2006/relationships/slideMaster" Target="../slideMasters/slideMaster33.xml"/></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299.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0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4.xml"/></Relationships>
</file>

<file path=ppt/slideLayouts/_rels/slideLayout30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4.xml"/></Relationships>
</file>

<file path=ppt/slideLayouts/_rels/slideLayout30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4.xml"/></Relationships>
</file>

<file path=ppt/slideLayouts/_rels/slideLayout30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4.xml"/></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05.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34.xml"/></Relationships>
</file>

<file path=ppt/slideLayouts/_rels/slideLayout307.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08.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0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5.xml"/></Relationships>
</file>

<file path=ppt/slideLayouts/_rels/slideLayout3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5.xml"/></Relationships>
</file>

<file path=ppt/slideLayouts/_rels/slideLayout3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5.xml"/></Relationships>
</file>

<file path=ppt/slideLayouts/_rels/slideLayout3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5.xml"/></Relationships>
</file>

<file path=ppt/slideLayouts/_rels/slideLayout313.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35.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17.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6.xml"/></Relationships>
</file>

<file path=ppt/slideLayouts/_rels/slideLayout3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6.xml"/></Relationships>
</file>

<file path=ppt/slideLayouts/_rels/slideLayout3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6.xml"/></Relationships>
</file>

<file path=ppt/slideLayouts/_rels/slideLayout3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6.xml"/></Relationships>
</file>

<file path=ppt/slideLayouts/_rels/slideLayout322.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23.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24.xml.rels><?xml version="1.0" encoding="UTF-8" standalone="yes"?>
<Relationships xmlns="http://schemas.openxmlformats.org/package/2006/relationships"><Relationship Id="rId1" Type="http://schemas.openxmlformats.org/officeDocument/2006/relationships/slideMaster" Target="../slideMasters/slideMaster36.xml"/></Relationships>
</file>

<file path=ppt/slideLayouts/_rels/slideLayout325.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26.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7.xml"/></Relationships>
</file>

<file path=ppt/slideLayouts/_rels/slideLayout3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7.xml"/></Relationships>
</file>

<file path=ppt/slideLayouts/_rels/slideLayout3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7.xml"/></Relationships>
</file>

<file path=ppt/slideLayouts/_rels/slideLayout33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7.xml"/></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33.xml.rels><?xml version="1.0" encoding="UTF-8" standalone="yes"?>
<Relationships xmlns="http://schemas.openxmlformats.org/package/2006/relationships"><Relationship Id="rId1" Type="http://schemas.openxmlformats.org/officeDocument/2006/relationships/slideMaster" Target="../slideMasters/slideMaster37.xml"/></Relationships>
</file>

<file path=ppt/slideLayouts/_rels/slideLayout334.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35.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3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8.xml"/></Relationships>
</file>

<file path=ppt/slideLayouts/_rels/slideLayout33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8.xml"/></Relationships>
</file>

<file path=ppt/slideLayouts/_rels/slideLayout33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8.xml"/></Relationships>
</file>

<file path=ppt/slideLayouts/_rels/slideLayout33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8.xml"/></Relationships>
</file>

<file path=ppt/slideLayouts/_rels/slideLayout340.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41.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42.xml.rels><?xml version="1.0" encoding="UTF-8" standalone="yes"?>
<Relationships xmlns="http://schemas.openxmlformats.org/package/2006/relationships"><Relationship Id="rId1" Type="http://schemas.openxmlformats.org/officeDocument/2006/relationships/slideMaster" Target="../slideMasters/slideMaster38.xml"/></Relationships>
</file>

<file path=ppt/slideLayouts/_rels/slideLayout343.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44.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4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9.xml"/></Relationships>
</file>

<file path=ppt/slideLayouts/_rels/slideLayout34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9.xml"/></Relationships>
</file>

<file path=ppt/slideLayouts/_rels/slideLayout3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9.xml"/></Relationships>
</file>

<file path=ppt/slideLayouts/_rels/slideLayout34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39.xml"/></Relationships>
</file>

<file path=ppt/slideLayouts/_rels/slideLayout349.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50.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51.xml.rels><?xml version="1.0" encoding="UTF-8" standalone="yes"?>
<Relationships xmlns="http://schemas.openxmlformats.org/package/2006/relationships"><Relationship Id="rId1" Type="http://schemas.openxmlformats.org/officeDocument/2006/relationships/slideMaster" Target="../slideMasters/slideMaster39.xml"/></Relationships>
</file>

<file path=ppt/slideLayouts/_rels/slideLayout352.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353.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35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0.xml"/></Relationships>
</file>

<file path=ppt/slideLayouts/_rels/slideLayout35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0.xml"/></Relationships>
</file>

<file path=ppt/slideLayouts/_rels/slideLayout35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0.xml"/></Relationships>
</file>

<file path=ppt/slideLayouts/_rels/slideLayout35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0.xml"/></Relationships>
</file>

<file path=ppt/slideLayouts/_rels/slideLayout358.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359.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360.xml.rels><?xml version="1.0" encoding="UTF-8" standalone="yes"?>
<Relationships xmlns="http://schemas.openxmlformats.org/package/2006/relationships"><Relationship Id="rId1" Type="http://schemas.openxmlformats.org/officeDocument/2006/relationships/slideMaster" Target="../slideMasters/slideMaster40.xml"/></Relationships>
</file>

<file path=ppt/slideLayouts/_rels/slideLayout361.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362.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36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1.xml"/></Relationships>
</file>

<file path=ppt/slideLayouts/_rels/slideLayout36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1.xml"/></Relationships>
</file>

<file path=ppt/slideLayouts/_rels/slideLayout3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1.xml"/></Relationships>
</file>

<file path=ppt/slideLayouts/_rels/slideLayout36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1.xml"/></Relationships>
</file>

<file path=ppt/slideLayouts/_rels/slideLayout367.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368.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369.xml.rels><?xml version="1.0" encoding="UTF-8" standalone="yes"?>
<Relationships xmlns="http://schemas.openxmlformats.org/package/2006/relationships"><Relationship Id="rId1" Type="http://schemas.openxmlformats.org/officeDocument/2006/relationships/slideMaster" Target="../slideMasters/slideMaster41.xml"/></Relationships>
</file>

<file path=ppt/slideLayouts/_rels/slideLayout370.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71.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7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2.xml"/></Relationships>
</file>

<file path=ppt/slideLayouts/_rels/slideLayout37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2.xml"/></Relationships>
</file>

<file path=ppt/slideLayouts/_rels/slideLayout3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2.xml"/></Relationships>
</file>

<file path=ppt/slideLayouts/_rels/slideLayout37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2.xml"/></Relationships>
</file>

<file path=ppt/slideLayouts/_rels/slideLayout376.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77.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78.xml.rels><?xml version="1.0" encoding="UTF-8" standalone="yes"?>
<Relationships xmlns="http://schemas.openxmlformats.org/package/2006/relationships"><Relationship Id="rId1" Type="http://schemas.openxmlformats.org/officeDocument/2006/relationships/slideMaster" Target="../slideMasters/slideMaster42.xml"/></Relationships>
</file>

<file path=ppt/slideLayouts/_rels/slideLayout379.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80.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8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3.xml"/></Relationships>
</file>

<file path=ppt/slideLayouts/_rels/slideLayout38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3.xml"/></Relationships>
</file>

<file path=ppt/slideLayouts/_rels/slideLayout38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3.xml"/></Relationships>
</file>

<file path=ppt/slideLayouts/_rels/slideLayout38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3.xml"/></Relationships>
</file>

<file path=ppt/slideLayouts/_rels/slideLayout385.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86.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87.xml.rels><?xml version="1.0" encoding="UTF-8" standalone="yes"?>
<Relationships xmlns="http://schemas.openxmlformats.org/package/2006/relationships"><Relationship Id="rId1" Type="http://schemas.openxmlformats.org/officeDocument/2006/relationships/slideMaster" Target="../slideMasters/slideMaster43.xml"/></Relationships>
</file>

<file path=ppt/slideLayouts/_rels/slideLayout388.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389.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39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4.xml"/></Relationships>
</file>

<file path=ppt/slideLayouts/_rels/slideLayout39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4.xml"/></Relationships>
</file>

<file path=ppt/slideLayouts/_rels/slideLayout39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4.xml"/></Relationships>
</file>

<file path=ppt/slideLayouts/_rels/slideLayout39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4.xml"/></Relationships>
</file>

<file path=ppt/slideLayouts/_rels/slideLayout394.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395.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396.xml.rels><?xml version="1.0" encoding="UTF-8" standalone="yes"?>
<Relationships xmlns="http://schemas.openxmlformats.org/package/2006/relationships"><Relationship Id="rId1" Type="http://schemas.openxmlformats.org/officeDocument/2006/relationships/slideMaster" Target="../slideMasters/slideMaster44.xml"/></Relationships>
</file>

<file path=ppt/slideLayouts/_rels/slideLayout397.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398.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39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5.xml"/></Relationships>
</file>

<file path=ppt/slideLayouts/_rels/slideLayout40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5.xml"/></Relationships>
</file>

<file path=ppt/slideLayouts/_rels/slideLayout40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5.xml"/></Relationships>
</file>

<file path=ppt/slideLayouts/_rels/slideLayout40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5.xml"/></Relationships>
</file>

<file path=ppt/slideLayouts/_rels/slideLayout403.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04.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05.xml.rels><?xml version="1.0" encoding="UTF-8" standalone="yes"?>
<Relationships xmlns="http://schemas.openxmlformats.org/package/2006/relationships"><Relationship Id="rId1" Type="http://schemas.openxmlformats.org/officeDocument/2006/relationships/slideMaster" Target="../slideMasters/slideMaster45.xml"/></Relationships>
</file>

<file path=ppt/slideLayouts/_rels/slideLayout406.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07.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0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6.xml"/></Relationships>
</file>

<file path=ppt/slideLayouts/_rels/slideLayout40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6.xml"/></Relationships>
</file>

<file path=ppt/slideLayouts/_rels/slideLayout4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6.xml"/></Relationships>
</file>

<file path=ppt/slideLayouts/_rels/slideLayout4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6.xml"/></Relationships>
</file>

<file path=ppt/slideLayouts/_rels/slideLayout412.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13.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14.xml.rels><?xml version="1.0" encoding="UTF-8" standalone="yes"?>
<Relationships xmlns="http://schemas.openxmlformats.org/package/2006/relationships"><Relationship Id="rId1" Type="http://schemas.openxmlformats.org/officeDocument/2006/relationships/slideMaster" Target="../slideMasters/slideMaster46.xml"/></Relationships>
</file>

<file path=ppt/slideLayouts/_rels/slideLayout415.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416.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4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7.xml"/></Relationships>
</file>

<file path=ppt/slideLayouts/_rels/slideLayout4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7.xml"/></Relationships>
</file>

<file path=ppt/slideLayouts/_rels/slideLayout4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7.xml"/></Relationships>
</file>

<file path=ppt/slideLayouts/_rels/slideLayout4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7.xml"/></Relationships>
</file>

<file path=ppt/slideLayouts/_rels/slideLayout421.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422.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423.xml.rels><?xml version="1.0" encoding="UTF-8" standalone="yes"?>
<Relationships xmlns="http://schemas.openxmlformats.org/package/2006/relationships"><Relationship Id="rId1" Type="http://schemas.openxmlformats.org/officeDocument/2006/relationships/slideMaster" Target="../slideMasters/slideMaster47.xml"/></Relationships>
</file>

<file path=ppt/slideLayouts/_rels/slideLayout424.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425.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4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8.xml"/></Relationships>
</file>

<file path=ppt/slideLayouts/_rels/slideLayout4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8.xml"/></Relationships>
</file>

<file path=ppt/slideLayouts/_rels/slideLayout42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8.xml"/></Relationships>
</file>

<file path=ppt/slideLayouts/_rels/slideLayout42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48.xml"/></Relationships>
</file>

<file path=ppt/slideLayouts/_rels/slideLayout430.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431.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_rels/slideLayout432.xml.rels><?xml version="1.0" encoding="UTF-8" standalone="yes"?>
<Relationships xmlns="http://schemas.openxmlformats.org/package/2006/relationships"><Relationship Id="rId1" Type="http://schemas.openxmlformats.org/officeDocument/2006/relationships/slideMaster" Target="../slideMasters/slideMaster4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教学反思">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7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79.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8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88.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29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97.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298.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06.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1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15.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2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24.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3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34.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3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36.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37.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38.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39.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40.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4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4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43.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44.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45.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46.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47.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48.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49.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50.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51.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52.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5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54.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55.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56.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57.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58.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59.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60.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61.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6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63.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64.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65.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66.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67.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68.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69.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70.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7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72.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73.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74.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75.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76.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77.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78.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79.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80.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81.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82.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83.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84.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85.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86.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87.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88.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8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90.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91.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92.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93.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394.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395.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96.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397.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398.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399.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00.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01.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02.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03.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404.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405.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406.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407.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408.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09.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10.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11.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12.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413.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414.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415.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41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417.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18.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19.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20.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21.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422.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423.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424.xml><?xml version="1.0" encoding="utf-8"?>
<p:sldLayout xmlns:a="http://schemas.openxmlformats.org/drawingml/2006/main" xmlns:r="http://schemas.openxmlformats.org/officeDocument/2006/relationships" xmlns:p="http://schemas.openxmlformats.org/presentationml/2006/main" preserve="1" showMasterSp="0"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425.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426.xml><?xml version="1.0" encoding="utf-8"?>
<p:sldLayout xmlns:a="http://schemas.openxmlformats.org/drawingml/2006/main" xmlns:r="http://schemas.openxmlformats.org/officeDocument/2006/relationships" xmlns:p="http://schemas.openxmlformats.org/presentationml/2006/main" preserve="1" userDrawn="1">
  <p:cSld name="教学分析">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教学分析</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27.xml><?xml version="1.0" encoding="utf-8"?>
<p:sldLayout xmlns:a="http://schemas.openxmlformats.org/drawingml/2006/main" xmlns:r="http://schemas.openxmlformats.org/officeDocument/2006/relationships" xmlns:p="http://schemas.openxmlformats.org/presentationml/2006/main" preserve="1" userDrawn="1">
  <p:cSld name="教学设计">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教学设计</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28.xml><?xml version="1.0" encoding="utf-8"?>
<p:sldLayout xmlns:a="http://schemas.openxmlformats.org/drawingml/2006/main" xmlns:r="http://schemas.openxmlformats.org/officeDocument/2006/relationships" xmlns:p="http://schemas.openxmlformats.org/presentationml/2006/main" preserve="1" userDrawn="1">
  <p:cSld name="教学过程">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教学过程</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教学反思</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29.xml><?xml version="1.0" encoding="utf-8"?>
<p:sldLayout xmlns:a="http://schemas.openxmlformats.org/drawingml/2006/main" xmlns:r="http://schemas.openxmlformats.org/officeDocument/2006/relationships" xmlns:p="http://schemas.openxmlformats.org/presentationml/2006/main" preserve="1" userDrawn="1">
  <p:cSld name="教学反思">
    <p:bg>
      <p:bgPr>
        <a:blipFill rotWithShape="0">
          <a:blip r:embed="rId2"/>
          <a:stretch>
            <a:fillRect/>
          </a:stretch>
        </a:blipFill>
        <a:effectLst/>
      </p:bgPr>
    </p:bg>
    <p:spTree>
      <p:nvGrpSpPr>
        <p:cNvPr id="1" name=""/>
        <p:cNvGrpSpPr/>
        <p:nvPr/>
      </p:nvGrpSpPr>
      <p:grpSpPr>
        <a:xfrm>
          <a:off x="0" y="0"/>
          <a:ext cx="0" cy="0"/>
          <a:chOff x="0" y="0"/>
          <a:chExt cx="0" cy="0"/>
        </a:xfrm>
      </p:grpSpPr>
      <p:sp>
        <p:nvSpPr>
          <p:cNvPr id="8" name="矩形 7"/>
          <p:cNvSpPr/>
          <p:nvPr userDrawn="1"/>
        </p:nvSpPr>
        <p:spPr>
          <a:xfrm>
            <a:off x="5472113"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教学分析</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cxnSp>
        <p:nvCxnSpPr>
          <p:cNvPr id="12" name="直接连接符 11"/>
          <p:cNvCxnSpPr/>
          <p:nvPr userDrawn="1"/>
        </p:nvCxnSpPr>
        <p:spPr>
          <a:xfrm>
            <a:off x="7118350"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userDrawn="1"/>
        </p:nvCxnSpPr>
        <p:spPr>
          <a:xfrm>
            <a:off x="8764588"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userDrawn="1"/>
        </p:nvCxnSpPr>
        <p:spPr>
          <a:xfrm>
            <a:off x="10423525" y="195263"/>
            <a:ext cx="0" cy="360363"/>
          </a:xfrm>
          <a:prstGeom prst="line">
            <a:avLst/>
          </a:prstGeom>
          <a:ln w="1270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15" name="矩形 14"/>
          <p:cNvSpPr/>
          <p:nvPr userDrawn="1"/>
        </p:nvSpPr>
        <p:spPr>
          <a:xfrm>
            <a:off x="7118350"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教学设计</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6" name="矩形 15"/>
          <p:cNvSpPr/>
          <p:nvPr userDrawn="1"/>
        </p:nvSpPr>
        <p:spPr>
          <a:xfrm>
            <a:off x="8764588" y="69850"/>
            <a:ext cx="1646238"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r>
              <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rPr>
              <a:t>教学过程</a:t>
            </a:r>
            <a:endParaRPr lang="zh-CN" altLang="en-US" sz="2000" strike="noStrike" noProof="1" dirty="0">
              <a:solidFill>
                <a:schemeClr val="tx1">
                  <a:lumMod val="85000"/>
                  <a:lumOff val="15000"/>
                </a:schemeClr>
              </a:solidFill>
              <a:latin typeface="微软雅黑" panose="020B0503020204020204" pitchFamily="34" charset="-122"/>
              <a:ea typeface="微软雅黑" panose="020B0503020204020204" pitchFamily="34" charset="-122"/>
            </a:endParaRPr>
          </a:p>
        </p:txBody>
      </p:sp>
      <p:sp>
        <p:nvSpPr>
          <p:cNvPr id="17" name="矩形 16"/>
          <p:cNvSpPr/>
          <p:nvPr userDrawn="1"/>
        </p:nvSpPr>
        <p:spPr>
          <a:xfrm>
            <a:off x="10410825" y="69850"/>
            <a:ext cx="1644650" cy="6477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auto"/>
            <a:r>
              <a:rPr lang="zh-CN" altLang="en-US" sz="2400" b="1" strike="noStrike" noProof="1" dirty="0">
                <a:solidFill>
                  <a:schemeClr val="accent1"/>
                </a:solidFill>
                <a:latin typeface="微软雅黑" panose="020B0503020204020204" pitchFamily="34" charset="-122"/>
                <a:ea typeface="微软雅黑" panose="020B0503020204020204" pitchFamily="34" charset="-122"/>
              </a:rPr>
              <a:t>教学反思</a:t>
            </a:r>
            <a:endParaRPr lang="zh-CN" altLang="en-US" sz="2400" b="1" strike="noStrike"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sldLayout>
</file>

<file path=ppt/slideLayouts/slideLayout430.xml><?xml version="1.0" encoding="utf-8"?>
<p:sldLayout xmlns:a="http://schemas.openxmlformats.org/drawingml/2006/main" xmlns:r="http://schemas.openxmlformats.org/officeDocument/2006/relationships" xmlns:p="http://schemas.openxmlformats.org/presentationml/2006/main" preserve="1" showMasterSp="0" userDrawn="1">
  <p:cSld name="1_标题幻灯片">
    <p:spTree>
      <p:nvGrpSpPr>
        <p:cNvPr id="1" name=""/>
        <p:cNvGrpSpPr/>
        <p:nvPr/>
      </p:nvGrpSpPr>
      <p:grpSpPr>
        <a:xfrm>
          <a:off x="0" y="0"/>
          <a:ext cx="0" cy="0"/>
          <a:chOff x="0" y="0"/>
          <a:chExt cx="0" cy="0"/>
        </a:xfrm>
      </p:grpSpPr>
    </p:spTree>
  </p:cSld>
  <p:clrMapOvr>
    <a:masterClrMapping/>
  </p:clrMapOvr>
</p:sldLayout>
</file>

<file path=ppt/slideLayouts/slideLayout431.xml><?xml version="1.0" encoding="utf-8"?>
<p:sldLayout xmlns:a="http://schemas.openxmlformats.org/drawingml/2006/main" xmlns:r="http://schemas.openxmlformats.org/officeDocument/2006/relationships" xmlns:p="http://schemas.openxmlformats.org/presentationml/2006/main" type="blank">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3"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4"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BC105FA2-AA41-4187-886F-2EE35831F57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Layouts/slideLayout432.xml><?xml version="1.0" encoding="utf-8"?>
<p:sldLayout xmlns:a="http://schemas.openxmlformats.org/drawingml/2006/main" xmlns:r="http://schemas.openxmlformats.org/officeDocument/2006/relationships" xmlns:p="http://schemas.openxmlformats.org/presentationml/2006/main" type="obj">
  <p:cSld name="1_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914400" y="609600"/>
            <a:ext cx="10363200" cy="1143000"/>
          </a:xfrm>
          <a:prstGeom prst="rect">
            <a:avLst/>
          </a:prstGeom>
        </p:spPr>
        <p:txBody>
          <a:bodyPr/>
          <a:lstStyle/>
          <a:p>
            <a:pPr fontAlgn="auto"/>
            <a:r>
              <a:rPr lang="zh-CN" altLang="en-US" strike="noStrike" noProof="1"/>
              <a:t>单击此处编辑母版标题样式</a:t>
            </a:r>
            <a:endParaRPr lang="zh-CN" altLang="en-US" strike="noStrike" noProof="1"/>
          </a:p>
        </p:txBody>
      </p:sp>
      <p:sp>
        <p:nvSpPr>
          <p:cNvPr id="3" name="内容占位符 2"/>
          <p:cNvSpPr>
            <a:spLocks noGrp="1"/>
          </p:cNvSpPr>
          <p:nvPr>
            <p:ph idx="1"/>
          </p:nvPr>
        </p:nvSpPr>
        <p:spPr>
          <a:xfrm>
            <a:off x="914400" y="1981200"/>
            <a:ext cx="10363200" cy="4114800"/>
          </a:xfrm>
          <a:prstGeom prst="rect">
            <a:avLst/>
          </a:prstGeom>
        </p:spPr>
        <p:txBody>
          <a:bodyPr/>
          <a:lstStyle/>
          <a:p>
            <a:pPr lvl="0" fontAlgn="auto"/>
            <a:r>
              <a:rPr lang="zh-CN" altLang="en-US" strike="noStrike" noProof="1"/>
              <a:t>单击此处编辑母版文本样式</a:t>
            </a:r>
            <a:endParaRPr lang="zh-CN" altLang="en-US" strike="noStrike" noProof="1"/>
          </a:p>
          <a:p>
            <a:pPr lvl="1" fontAlgn="auto"/>
            <a:r>
              <a:rPr lang="zh-CN" altLang="en-US" strike="noStrike" noProof="1"/>
              <a:t>第二级</a:t>
            </a:r>
            <a:endParaRPr lang="zh-CN" altLang="en-US" strike="noStrike" noProof="1"/>
          </a:p>
          <a:p>
            <a:pPr lvl="2" fontAlgn="auto"/>
            <a:r>
              <a:rPr lang="zh-CN" altLang="en-US" strike="noStrike" noProof="1"/>
              <a:t>第三级</a:t>
            </a:r>
            <a:endParaRPr lang="zh-CN" altLang="en-US" strike="noStrike" noProof="1"/>
          </a:p>
          <a:p>
            <a:pPr lvl="3" fontAlgn="auto"/>
            <a:r>
              <a:rPr lang="zh-CN" altLang="en-US" strike="noStrike" noProof="1"/>
              <a:t>第四级</a:t>
            </a:r>
            <a:endParaRPr lang="zh-CN" altLang="en-US" strike="noStrike" noProof="1"/>
          </a:p>
          <a:p>
            <a:pPr lvl="4" fontAlgn="auto"/>
            <a:r>
              <a:rPr lang="zh-CN" altLang="en-US" strike="noStrike" noProof="1"/>
              <a:t>第五级</a:t>
            </a:r>
            <a:endParaRPr lang="zh-CN" altLang="en-US" strike="noStrike" noProof="1"/>
          </a:p>
        </p:txBody>
      </p:sp>
      <p:sp>
        <p:nvSpPr>
          <p:cNvPr id="4" name="Rectangle 4"/>
          <p:cNvSpPr>
            <a:spLocks noGrp="1" noChangeArrowheads="1"/>
          </p:cNvSpPr>
          <p:nvPr>
            <p:ph type="dt" sz="half" idx="10"/>
          </p:nvPr>
        </p:nvSpPr>
        <p:spPr>
          <a:xfrm>
            <a:off x="914400" y="6248400"/>
            <a:ext cx="2540000" cy="457200"/>
          </a:xfrm>
          <a:prstGeom prst="rect">
            <a:avLst/>
          </a:prstGeom>
        </p:spPr>
        <p:txBody>
          <a:bodyPr/>
          <a:lstStyle>
            <a:lvl1pPr>
              <a:defRPr/>
            </a:lvl1pPr>
          </a:lstStyle>
          <a:p>
            <a:pPr fontAlgn="auto">
              <a:defRPr/>
            </a:pPr>
            <a:endParaRPr lang="en-US" altLang="zh-CN" strike="noStrike" noProof="1"/>
          </a:p>
        </p:txBody>
      </p:sp>
      <p:sp>
        <p:nvSpPr>
          <p:cNvPr id="5" name="Rectangle 5"/>
          <p:cNvSpPr>
            <a:spLocks noGrp="1" noChangeArrowheads="1"/>
          </p:cNvSpPr>
          <p:nvPr>
            <p:ph type="ftr" sz="quarter" idx="11"/>
          </p:nvPr>
        </p:nvSpPr>
        <p:spPr>
          <a:xfrm>
            <a:off x="4165600" y="6248400"/>
            <a:ext cx="3860800" cy="457200"/>
          </a:xfrm>
          <a:prstGeom prst="rect">
            <a:avLst/>
          </a:prstGeom>
        </p:spPr>
        <p:txBody>
          <a:bodyPr/>
          <a:lstStyle>
            <a:lvl1pPr>
              <a:defRPr/>
            </a:lvl1pPr>
          </a:lstStyle>
          <a:p>
            <a:pPr fontAlgn="auto">
              <a:defRPr/>
            </a:pPr>
            <a:endParaRPr lang="en-US" altLang="zh-CN" strike="noStrike" noProof="1"/>
          </a:p>
        </p:txBody>
      </p:sp>
      <p:sp>
        <p:nvSpPr>
          <p:cNvPr id="6" name="Rectangle 6"/>
          <p:cNvSpPr>
            <a:spLocks noGrp="1" noChangeArrowheads="1"/>
          </p:cNvSpPr>
          <p:nvPr>
            <p:ph type="sldNum" sz="quarter" idx="12"/>
          </p:nvPr>
        </p:nvSpPr>
        <p:spPr>
          <a:xfrm>
            <a:off x="8737600" y="6248400"/>
            <a:ext cx="2540000" cy="457200"/>
          </a:xfrm>
          <a:prstGeom prst="rect">
            <a:avLst/>
          </a:prstGeom>
        </p:spPr>
        <p:txBody>
          <a:bodyPr/>
          <a:lstStyle>
            <a:lvl1pPr>
              <a:defRPr/>
            </a:lvl1pPr>
          </a:lstStyle>
          <a:p>
            <a:pPr fontAlgn="auto">
              <a:defRPr/>
            </a:pPr>
            <a:fld id="{A91AAA44-FFBF-4BFF-A791-81E2076B88FA}" type="slidenum">
              <a:rPr lang="en-US" altLang="zh-CN" strike="noStrike" noProof="1">
                <a:latin typeface="+mn-lt"/>
                <a:ea typeface="+mn-ea"/>
                <a:cs typeface="+mn-cs"/>
              </a:rPr>
            </a:fld>
            <a:endParaRPr lang="en-US" altLang="zh-CN"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image" Target="../media/image1.jpeg"/><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8.xml"/><Relationship Id="rId8" Type="http://schemas.openxmlformats.org/officeDocument/2006/relationships/slideLayout" Target="../slideLayouts/slideLayout17.xml"/><Relationship Id="rId7" Type="http://schemas.openxmlformats.org/officeDocument/2006/relationships/slideLayout" Target="../slideLayouts/slideLayout16.xml"/><Relationship Id="rId6" Type="http://schemas.openxmlformats.org/officeDocument/2006/relationships/slideLayout" Target="../slideLayouts/slideLayout15.xml"/><Relationship Id="rId5" Type="http://schemas.openxmlformats.org/officeDocument/2006/relationships/slideLayout" Target="../slideLayouts/slideLayout14.xml"/><Relationship Id="rId4" Type="http://schemas.openxmlformats.org/officeDocument/2006/relationships/slideLayout" Target="../slideLayouts/slideLayout13.xml"/><Relationship Id="rId3" Type="http://schemas.openxmlformats.org/officeDocument/2006/relationships/slideLayout" Target="../slideLayouts/slideLayout12.xml"/><Relationship Id="rId2" Type="http://schemas.openxmlformats.org/officeDocument/2006/relationships/slideLayout" Target="../slideLayouts/slideLayout11.xml"/><Relationship Id="rId11" Type="http://schemas.openxmlformats.org/officeDocument/2006/relationships/theme" Target="../theme/theme2.xml"/><Relationship Id="rId10" Type="http://schemas.openxmlformats.org/officeDocument/2006/relationships/image" Target="../media/image1.jpeg"/><Relationship Id="rId1"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27.xml"/><Relationship Id="rId8" Type="http://schemas.openxmlformats.org/officeDocument/2006/relationships/slideLayout" Target="../slideLayouts/slideLayout26.xml"/><Relationship Id="rId7" Type="http://schemas.openxmlformats.org/officeDocument/2006/relationships/slideLayout" Target="../slideLayouts/slideLayout25.xml"/><Relationship Id="rId6" Type="http://schemas.openxmlformats.org/officeDocument/2006/relationships/slideLayout" Target="../slideLayouts/slideLayout24.xml"/><Relationship Id="rId5" Type="http://schemas.openxmlformats.org/officeDocument/2006/relationships/slideLayout" Target="../slideLayouts/slideLayout23.xml"/><Relationship Id="rId4" Type="http://schemas.openxmlformats.org/officeDocument/2006/relationships/slideLayout" Target="../slideLayouts/slideLayout22.xml"/><Relationship Id="rId3" Type="http://schemas.openxmlformats.org/officeDocument/2006/relationships/slideLayout" Target="../slideLayouts/slideLayout21.xml"/><Relationship Id="rId2" Type="http://schemas.openxmlformats.org/officeDocument/2006/relationships/slideLayout" Target="../slideLayouts/slideLayout20.xml"/><Relationship Id="rId11" Type="http://schemas.openxmlformats.org/officeDocument/2006/relationships/theme" Target="../theme/theme3.xml"/><Relationship Id="rId10" Type="http://schemas.openxmlformats.org/officeDocument/2006/relationships/image" Target="../media/image1.jpeg"/><Relationship Id="rId1" Type="http://schemas.openxmlformats.org/officeDocument/2006/relationships/slideLayout" Target="../slideLayouts/slideLayout19.xml"/></Relationships>
</file>

<file path=ppt/slideMasters/_rels/slideMaster4.xml.rels><?xml version="1.0" encoding="UTF-8" standalone="yes"?>
<Relationships xmlns="http://schemas.openxmlformats.org/package/2006/relationships"><Relationship Id="rId9" Type="http://schemas.openxmlformats.org/officeDocument/2006/relationships/slideLayout" Target="../slideLayouts/slideLayout36.xml"/><Relationship Id="rId8" Type="http://schemas.openxmlformats.org/officeDocument/2006/relationships/slideLayout" Target="../slideLayouts/slideLayout35.xml"/><Relationship Id="rId7" Type="http://schemas.openxmlformats.org/officeDocument/2006/relationships/slideLayout" Target="../slideLayouts/slideLayout34.xml"/><Relationship Id="rId6" Type="http://schemas.openxmlformats.org/officeDocument/2006/relationships/slideLayout" Target="../slideLayouts/slideLayout33.xml"/><Relationship Id="rId5" Type="http://schemas.openxmlformats.org/officeDocument/2006/relationships/slideLayout" Target="../slideLayouts/slideLayout32.xml"/><Relationship Id="rId4" Type="http://schemas.openxmlformats.org/officeDocument/2006/relationships/slideLayout" Target="../slideLayouts/slideLayout31.xml"/><Relationship Id="rId3" Type="http://schemas.openxmlformats.org/officeDocument/2006/relationships/slideLayout" Target="../slideLayouts/slideLayout30.xml"/><Relationship Id="rId2" Type="http://schemas.openxmlformats.org/officeDocument/2006/relationships/slideLayout" Target="../slideLayouts/slideLayout29.xml"/><Relationship Id="rId11" Type="http://schemas.openxmlformats.org/officeDocument/2006/relationships/theme" Target="../theme/theme4.xml"/><Relationship Id="rId10" Type="http://schemas.openxmlformats.org/officeDocument/2006/relationships/image" Target="../media/image1.jpeg"/><Relationship Id="rId1" Type="http://schemas.openxmlformats.org/officeDocument/2006/relationships/slideLayout" Target="../slideLayouts/slideLayout28.xml"/></Relationships>
</file>

<file path=ppt/slideMasters/_rels/slideMaster5.xml.rels><?xml version="1.0" encoding="UTF-8" standalone="yes"?>
<Relationships xmlns="http://schemas.openxmlformats.org/package/2006/relationships"><Relationship Id="rId9" Type="http://schemas.openxmlformats.org/officeDocument/2006/relationships/slideLayout" Target="../slideLayouts/slideLayout45.xml"/><Relationship Id="rId8" Type="http://schemas.openxmlformats.org/officeDocument/2006/relationships/slideLayout" Target="../slideLayouts/slideLayout44.xml"/><Relationship Id="rId7" Type="http://schemas.openxmlformats.org/officeDocument/2006/relationships/slideLayout" Target="../slideLayouts/slideLayout43.xml"/><Relationship Id="rId6" Type="http://schemas.openxmlformats.org/officeDocument/2006/relationships/slideLayout" Target="../slideLayouts/slideLayout42.xml"/><Relationship Id="rId5" Type="http://schemas.openxmlformats.org/officeDocument/2006/relationships/slideLayout" Target="../slideLayouts/slideLayout41.xml"/><Relationship Id="rId4" Type="http://schemas.openxmlformats.org/officeDocument/2006/relationships/slideLayout" Target="../slideLayouts/slideLayout40.xml"/><Relationship Id="rId3" Type="http://schemas.openxmlformats.org/officeDocument/2006/relationships/slideLayout" Target="../slideLayouts/slideLayout39.xml"/><Relationship Id="rId2" Type="http://schemas.openxmlformats.org/officeDocument/2006/relationships/slideLayout" Target="../slideLayouts/slideLayout38.xml"/><Relationship Id="rId11" Type="http://schemas.openxmlformats.org/officeDocument/2006/relationships/theme" Target="../theme/theme5.xml"/><Relationship Id="rId10" Type="http://schemas.openxmlformats.org/officeDocument/2006/relationships/image" Target="../media/image1.jpeg"/><Relationship Id="rId1" Type="http://schemas.openxmlformats.org/officeDocument/2006/relationships/slideLayout" Target="../slideLayouts/slideLayout37.xml"/></Relationships>
</file>

<file path=ppt/slideMasters/_rels/slideMaster6.xml.rels><?xml version="1.0" encoding="UTF-8" standalone="yes"?>
<Relationships xmlns="http://schemas.openxmlformats.org/package/2006/relationships"><Relationship Id="rId9" Type="http://schemas.openxmlformats.org/officeDocument/2006/relationships/slideLayout" Target="../slideLayouts/slideLayout54.xml"/><Relationship Id="rId8" Type="http://schemas.openxmlformats.org/officeDocument/2006/relationships/slideLayout" Target="../slideLayouts/slideLayout53.xml"/><Relationship Id="rId7" Type="http://schemas.openxmlformats.org/officeDocument/2006/relationships/slideLayout" Target="../slideLayouts/slideLayout52.xml"/><Relationship Id="rId6" Type="http://schemas.openxmlformats.org/officeDocument/2006/relationships/slideLayout" Target="../slideLayouts/slideLayout51.xml"/><Relationship Id="rId5" Type="http://schemas.openxmlformats.org/officeDocument/2006/relationships/slideLayout" Target="../slideLayouts/slideLayout50.xml"/><Relationship Id="rId4" Type="http://schemas.openxmlformats.org/officeDocument/2006/relationships/slideLayout" Target="../slideLayouts/slideLayout49.xml"/><Relationship Id="rId3" Type="http://schemas.openxmlformats.org/officeDocument/2006/relationships/slideLayout" Target="../slideLayouts/slideLayout48.xml"/><Relationship Id="rId2" Type="http://schemas.openxmlformats.org/officeDocument/2006/relationships/slideLayout" Target="../slideLayouts/slideLayout47.xml"/><Relationship Id="rId11" Type="http://schemas.openxmlformats.org/officeDocument/2006/relationships/theme" Target="../theme/theme6.xml"/><Relationship Id="rId10" Type="http://schemas.openxmlformats.org/officeDocument/2006/relationships/image" Target="../media/image1.jpeg"/><Relationship Id="rId1" Type="http://schemas.openxmlformats.org/officeDocument/2006/relationships/slideLayout" Target="../slideLayouts/slideLayout46.xml"/></Relationships>
</file>

<file path=ppt/slideMasters/_rels/slideMaster7.xml.rels><?xml version="1.0" encoding="UTF-8" standalone="yes"?>
<Relationships xmlns="http://schemas.openxmlformats.org/package/2006/relationships"><Relationship Id="rId9" Type="http://schemas.openxmlformats.org/officeDocument/2006/relationships/slideLayout" Target="../slideLayouts/slideLayout63.xml"/><Relationship Id="rId8" Type="http://schemas.openxmlformats.org/officeDocument/2006/relationships/slideLayout" Target="../slideLayouts/slideLayout62.xml"/><Relationship Id="rId7" Type="http://schemas.openxmlformats.org/officeDocument/2006/relationships/slideLayout" Target="../slideLayouts/slideLayout61.xml"/><Relationship Id="rId6" Type="http://schemas.openxmlformats.org/officeDocument/2006/relationships/slideLayout" Target="../slideLayouts/slideLayout60.xml"/><Relationship Id="rId5" Type="http://schemas.openxmlformats.org/officeDocument/2006/relationships/slideLayout" Target="../slideLayouts/slideLayout59.xml"/><Relationship Id="rId4" Type="http://schemas.openxmlformats.org/officeDocument/2006/relationships/slideLayout" Target="../slideLayouts/slideLayout58.xml"/><Relationship Id="rId3" Type="http://schemas.openxmlformats.org/officeDocument/2006/relationships/slideLayout" Target="../slideLayouts/slideLayout57.xml"/><Relationship Id="rId2" Type="http://schemas.openxmlformats.org/officeDocument/2006/relationships/slideLayout" Target="../slideLayouts/slideLayout56.xml"/><Relationship Id="rId11" Type="http://schemas.openxmlformats.org/officeDocument/2006/relationships/theme" Target="../theme/theme7.xml"/><Relationship Id="rId10" Type="http://schemas.openxmlformats.org/officeDocument/2006/relationships/image" Target="../media/image1.jpeg"/><Relationship Id="rId1" Type="http://schemas.openxmlformats.org/officeDocument/2006/relationships/slideLayout" Target="../slideLayouts/slideLayout55.xml"/></Relationships>
</file>

<file path=ppt/slideMasters/_rels/slideMaster8.xml.rels><?xml version="1.0" encoding="UTF-8" standalone="yes"?>
<Relationships xmlns="http://schemas.openxmlformats.org/package/2006/relationships"><Relationship Id="rId9" Type="http://schemas.openxmlformats.org/officeDocument/2006/relationships/slideLayout" Target="../slideLayouts/slideLayout72.xml"/><Relationship Id="rId8" Type="http://schemas.openxmlformats.org/officeDocument/2006/relationships/slideLayout" Target="../slideLayouts/slideLayout71.xml"/><Relationship Id="rId7" Type="http://schemas.openxmlformats.org/officeDocument/2006/relationships/slideLayout" Target="../slideLayouts/slideLayout70.xml"/><Relationship Id="rId6" Type="http://schemas.openxmlformats.org/officeDocument/2006/relationships/slideLayout" Target="../slideLayouts/slideLayout69.xml"/><Relationship Id="rId5" Type="http://schemas.openxmlformats.org/officeDocument/2006/relationships/slideLayout" Target="../slideLayouts/slideLayout68.xml"/><Relationship Id="rId4" Type="http://schemas.openxmlformats.org/officeDocument/2006/relationships/slideLayout" Target="../slideLayouts/slideLayout67.xml"/><Relationship Id="rId3" Type="http://schemas.openxmlformats.org/officeDocument/2006/relationships/slideLayout" Target="../slideLayouts/slideLayout66.xml"/><Relationship Id="rId2" Type="http://schemas.openxmlformats.org/officeDocument/2006/relationships/slideLayout" Target="../slideLayouts/slideLayout65.xml"/><Relationship Id="rId11" Type="http://schemas.openxmlformats.org/officeDocument/2006/relationships/theme" Target="../theme/theme8.xml"/><Relationship Id="rId10" Type="http://schemas.openxmlformats.org/officeDocument/2006/relationships/image" Target="../media/image1.jpeg"/><Relationship Id="rId1" Type="http://schemas.openxmlformats.org/officeDocument/2006/relationships/slideLayout" Target="../slideLayouts/slideLayout64.xml"/></Relationships>
</file>

<file path=ppt/slideMasters/_rels/slideMaster9.xml.rels><?xml version="1.0" encoding="UTF-8" standalone="yes"?>
<Relationships xmlns="http://schemas.openxmlformats.org/package/2006/relationships"><Relationship Id="rId9" Type="http://schemas.openxmlformats.org/officeDocument/2006/relationships/slideLayout" Target="../slideLayouts/slideLayout81.xml"/><Relationship Id="rId8" Type="http://schemas.openxmlformats.org/officeDocument/2006/relationships/slideLayout" Target="../slideLayouts/slideLayout80.xml"/><Relationship Id="rId7" Type="http://schemas.openxmlformats.org/officeDocument/2006/relationships/slideLayout" Target="../slideLayouts/slideLayout79.xml"/><Relationship Id="rId6" Type="http://schemas.openxmlformats.org/officeDocument/2006/relationships/slideLayout" Target="../slideLayouts/slideLayout78.xml"/><Relationship Id="rId5" Type="http://schemas.openxmlformats.org/officeDocument/2006/relationships/slideLayout" Target="../slideLayouts/slideLayout77.xml"/><Relationship Id="rId4" Type="http://schemas.openxmlformats.org/officeDocument/2006/relationships/slideLayout" Target="../slideLayouts/slideLayout76.xml"/><Relationship Id="rId3" Type="http://schemas.openxmlformats.org/officeDocument/2006/relationships/slideLayout" Target="../slideLayouts/slideLayout75.xml"/><Relationship Id="rId2" Type="http://schemas.openxmlformats.org/officeDocument/2006/relationships/slideLayout" Target="../slideLayouts/slideLayout74.xml"/><Relationship Id="rId11" Type="http://schemas.openxmlformats.org/officeDocument/2006/relationships/theme" Target="../theme/theme9.xml"/><Relationship Id="rId10" Type="http://schemas.openxmlformats.org/officeDocument/2006/relationships/image" Target="../media/image1.jpeg"/><Relationship Id="rId1" Type="http://schemas.openxmlformats.org/officeDocument/2006/relationships/slideLayout" Target="../slideLayouts/slideLayout73.xml"/></Relationships>
</file>

<file path=ppt/slideMasters/_rels/slideMaster10.xml.rels><?xml version="1.0" encoding="UTF-8" standalone="yes"?>
<Relationships xmlns="http://schemas.openxmlformats.org/package/2006/relationships"><Relationship Id="rId9" Type="http://schemas.openxmlformats.org/officeDocument/2006/relationships/slideLayout" Target="../slideLayouts/slideLayout90.xml"/><Relationship Id="rId8" Type="http://schemas.openxmlformats.org/officeDocument/2006/relationships/slideLayout" Target="../slideLayouts/slideLayout89.xml"/><Relationship Id="rId7" Type="http://schemas.openxmlformats.org/officeDocument/2006/relationships/slideLayout" Target="../slideLayouts/slideLayout88.xml"/><Relationship Id="rId6" Type="http://schemas.openxmlformats.org/officeDocument/2006/relationships/slideLayout" Target="../slideLayouts/slideLayout87.xml"/><Relationship Id="rId5" Type="http://schemas.openxmlformats.org/officeDocument/2006/relationships/slideLayout" Target="../slideLayouts/slideLayout86.xml"/><Relationship Id="rId4" Type="http://schemas.openxmlformats.org/officeDocument/2006/relationships/slideLayout" Target="../slideLayouts/slideLayout85.xml"/><Relationship Id="rId3" Type="http://schemas.openxmlformats.org/officeDocument/2006/relationships/slideLayout" Target="../slideLayouts/slideLayout84.xml"/><Relationship Id="rId2" Type="http://schemas.openxmlformats.org/officeDocument/2006/relationships/slideLayout" Target="../slideLayouts/slideLayout83.xml"/><Relationship Id="rId11" Type="http://schemas.openxmlformats.org/officeDocument/2006/relationships/theme" Target="../theme/theme10.xml"/><Relationship Id="rId10" Type="http://schemas.openxmlformats.org/officeDocument/2006/relationships/image" Target="../media/image1.jpeg"/><Relationship Id="rId1" Type="http://schemas.openxmlformats.org/officeDocument/2006/relationships/slideLayout" Target="../slideLayouts/slideLayout82.xml"/></Relationships>
</file>

<file path=ppt/slideMasters/_rels/slideMaster11.xml.rels><?xml version="1.0" encoding="UTF-8" standalone="yes"?>
<Relationships xmlns="http://schemas.openxmlformats.org/package/2006/relationships"><Relationship Id="rId9" Type="http://schemas.openxmlformats.org/officeDocument/2006/relationships/slideLayout" Target="../slideLayouts/slideLayout99.xml"/><Relationship Id="rId8" Type="http://schemas.openxmlformats.org/officeDocument/2006/relationships/slideLayout" Target="../slideLayouts/slideLayout98.xml"/><Relationship Id="rId7" Type="http://schemas.openxmlformats.org/officeDocument/2006/relationships/slideLayout" Target="../slideLayouts/slideLayout97.xml"/><Relationship Id="rId6" Type="http://schemas.openxmlformats.org/officeDocument/2006/relationships/slideLayout" Target="../slideLayouts/slideLayout96.xml"/><Relationship Id="rId5" Type="http://schemas.openxmlformats.org/officeDocument/2006/relationships/slideLayout" Target="../slideLayouts/slideLayout95.xml"/><Relationship Id="rId4" Type="http://schemas.openxmlformats.org/officeDocument/2006/relationships/slideLayout" Target="../slideLayouts/slideLayout94.xml"/><Relationship Id="rId3" Type="http://schemas.openxmlformats.org/officeDocument/2006/relationships/slideLayout" Target="../slideLayouts/slideLayout93.xml"/><Relationship Id="rId2" Type="http://schemas.openxmlformats.org/officeDocument/2006/relationships/slideLayout" Target="../slideLayouts/slideLayout92.xml"/><Relationship Id="rId11" Type="http://schemas.openxmlformats.org/officeDocument/2006/relationships/theme" Target="../theme/theme11.xml"/><Relationship Id="rId10" Type="http://schemas.openxmlformats.org/officeDocument/2006/relationships/image" Target="../media/image1.jpeg"/><Relationship Id="rId1" Type="http://schemas.openxmlformats.org/officeDocument/2006/relationships/slideLayout" Target="../slideLayouts/slideLayout91.xml"/></Relationships>
</file>

<file path=ppt/slideMasters/_rels/slideMaster12.xml.rels><?xml version="1.0" encoding="UTF-8" standalone="yes"?>
<Relationships xmlns="http://schemas.openxmlformats.org/package/2006/relationships"><Relationship Id="rId9" Type="http://schemas.openxmlformats.org/officeDocument/2006/relationships/slideLayout" Target="../slideLayouts/slideLayout108.xml"/><Relationship Id="rId8" Type="http://schemas.openxmlformats.org/officeDocument/2006/relationships/slideLayout" Target="../slideLayouts/slideLayout107.xml"/><Relationship Id="rId7" Type="http://schemas.openxmlformats.org/officeDocument/2006/relationships/slideLayout" Target="../slideLayouts/slideLayout106.xml"/><Relationship Id="rId6" Type="http://schemas.openxmlformats.org/officeDocument/2006/relationships/slideLayout" Target="../slideLayouts/slideLayout105.xml"/><Relationship Id="rId5" Type="http://schemas.openxmlformats.org/officeDocument/2006/relationships/slideLayout" Target="../slideLayouts/slideLayout104.xml"/><Relationship Id="rId4" Type="http://schemas.openxmlformats.org/officeDocument/2006/relationships/slideLayout" Target="../slideLayouts/slideLayout103.xml"/><Relationship Id="rId3" Type="http://schemas.openxmlformats.org/officeDocument/2006/relationships/slideLayout" Target="../slideLayouts/slideLayout102.xml"/><Relationship Id="rId2" Type="http://schemas.openxmlformats.org/officeDocument/2006/relationships/slideLayout" Target="../slideLayouts/slideLayout101.xml"/><Relationship Id="rId11" Type="http://schemas.openxmlformats.org/officeDocument/2006/relationships/theme" Target="../theme/theme12.xml"/><Relationship Id="rId10" Type="http://schemas.openxmlformats.org/officeDocument/2006/relationships/image" Target="../media/image1.jpeg"/><Relationship Id="rId1" Type="http://schemas.openxmlformats.org/officeDocument/2006/relationships/slideLayout" Target="../slideLayouts/slideLayout100.xml"/></Relationships>
</file>

<file path=ppt/slideMasters/_rels/slideMaster13.xml.rels><?xml version="1.0" encoding="UTF-8" standalone="yes"?>
<Relationships xmlns="http://schemas.openxmlformats.org/package/2006/relationships"><Relationship Id="rId9" Type="http://schemas.openxmlformats.org/officeDocument/2006/relationships/slideLayout" Target="../slideLayouts/slideLayout117.xml"/><Relationship Id="rId8" Type="http://schemas.openxmlformats.org/officeDocument/2006/relationships/slideLayout" Target="../slideLayouts/slideLayout116.xml"/><Relationship Id="rId7" Type="http://schemas.openxmlformats.org/officeDocument/2006/relationships/slideLayout" Target="../slideLayouts/slideLayout115.xml"/><Relationship Id="rId6" Type="http://schemas.openxmlformats.org/officeDocument/2006/relationships/slideLayout" Target="../slideLayouts/slideLayout114.xml"/><Relationship Id="rId5" Type="http://schemas.openxmlformats.org/officeDocument/2006/relationships/slideLayout" Target="../slideLayouts/slideLayout113.xml"/><Relationship Id="rId4" Type="http://schemas.openxmlformats.org/officeDocument/2006/relationships/slideLayout" Target="../slideLayouts/slideLayout112.xml"/><Relationship Id="rId3" Type="http://schemas.openxmlformats.org/officeDocument/2006/relationships/slideLayout" Target="../slideLayouts/slideLayout111.xml"/><Relationship Id="rId2" Type="http://schemas.openxmlformats.org/officeDocument/2006/relationships/slideLayout" Target="../slideLayouts/slideLayout110.xml"/><Relationship Id="rId11" Type="http://schemas.openxmlformats.org/officeDocument/2006/relationships/theme" Target="../theme/theme13.xml"/><Relationship Id="rId10" Type="http://schemas.openxmlformats.org/officeDocument/2006/relationships/image" Target="../media/image1.jpeg"/><Relationship Id="rId1" Type="http://schemas.openxmlformats.org/officeDocument/2006/relationships/slideLayout" Target="../slideLayouts/slideLayout109.xml"/></Relationships>
</file>

<file path=ppt/slideMasters/_rels/slideMaster14.xml.rels><?xml version="1.0" encoding="UTF-8" standalone="yes"?>
<Relationships xmlns="http://schemas.openxmlformats.org/package/2006/relationships"><Relationship Id="rId9" Type="http://schemas.openxmlformats.org/officeDocument/2006/relationships/slideLayout" Target="../slideLayouts/slideLayout126.xml"/><Relationship Id="rId8" Type="http://schemas.openxmlformats.org/officeDocument/2006/relationships/slideLayout" Target="../slideLayouts/slideLayout125.xml"/><Relationship Id="rId7" Type="http://schemas.openxmlformats.org/officeDocument/2006/relationships/slideLayout" Target="../slideLayouts/slideLayout124.xml"/><Relationship Id="rId6" Type="http://schemas.openxmlformats.org/officeDocument/2006/relationships/slideLayout" Target="../slideLayouts/slideLayout123.xml"/><Relationship Id="rId5" Type="http://schemas.openxmlformats.org/officeDocument/2006/relationships/slideLayout" Target="../slideLayouts/slideLayout122.xml"/><Relationship Id="rId4" Type="http://schemas.openxmlformats.org/officeDocument/2006/relationships/slideLayout" Target="../slideLayouts/slideLayout121.xml"/><Relationship Id="rId3" Type="http://schemas.openxmlformats.org/officeDocument/2006/relationships/slideLayout" Target="../slideLayouts/slideLayout120.xml"/><Relationship Id="rId2" Type="http://schemas.openxmlformats.org/officeDocument/2006/relationships/slideLayout" Target="../slideLayouts/slideLayout119.xml"/><Relationship Id="rId11" Type="http://schemas.openxmlformats.org/officeDocument/2006/relationships/theme" Target="../theme/theme14.xml"/><Relationship Id="rId10" Type="http://schemas.openxmlformats.org/officeDocument/2006/relationships/image" Target="../media/image1.jpeg"/><Relationship Id="rId1" Type="http://schemas.openxmlformats.org/officeDocument/2006/relationships/slideLayout" Target="../slideLayouts/slideLayout118.xml"/></Relationships>
</file>

<file path=ppt/slideMasters/_rels/slideMaster15.xml.rels><?xml version="1.0" encoding="UTF-8" standalone="yes"?>
<Relationships xmlns="http://schemas.openxmlformats.org/package/2006/relationships"><Relationship Id="rId9" Type="http://schemas.openxmlformats.org/officeDocument/2006/relationships/slideLayout" Target="../slideLayouts/slideLayout135.xml"/><Relationship Id="rId8" Type="http://schemas.openxmlformats.org/officeDocument/2006/relationships/slideLayout" Target="../slideLayouts/slideLayout134.xml"/><Relationship Id="rId7" Type="http://schemas.openxmlformats.org/officeDocument/2006/relationships/slideLayout" Target="../slideLayouts/slideLayout133.xml"/><Relationship Id="rId6" Type="http://schemas.openxmlformats.org/officeDocument/2006/relationships/slideLayout" Target="../slideLayouts/slideLayout132.xml"/><Relationship Id="rId5" Type="http://schemas.openxmlformats.org/officeDocument/2006/relationships/slideLayout" Target="../slideLayouts/slideLayout131.xml"/><Relationship Id="rId4" Type="http://schemas.openxmlformats.org/officeDocument/2006/relationships/slideLayout" Target="../slideLayouts/slideLayout130.xml"/><Relationship Id="rId3" Type="http://schemas.openxmlformats.org/officeDocument/2006/relationships/slideLayout" Target="../slideLayouts/slideLayout129.xml"/><Relationship Id="rId2" Type="http://schemas.openxmlformats.org/officeDocument/2006/relationships/slideLayout" Target="../slideLayouts/slideLayout128.xml"/><Relationship Id="rId11" Type="http://schemas.openxmlformats.org/officeDocument/2006/relationships/theme" Target="../theme/theme15.xml"/><Relationship Id="rId10" Type="http://schemas.openxmlformats.org/officeDocument/2006/relationships/image" Target="../media/image1.jpeg"/><Relationship Id="rId1" Type="http://schemas.openxmlformats.org/officeDocument/2006/relationships/slideLayout" Target="../slideLayouts/slideLayout127.xml"/></Relationships>
</file>

<file path=ppt/slideMasters/_rels/slideMaster16.xml.rels><?xml version="1.0" encoding="UTF-8" standalone="yes"?>
<Relationships xmlns="http://schemas.openxmlformats.org/package/2006/relationships"><Relationship Id="rId9" Type="http://schemas.openxmlformats.org/officeDocument/2006/relationships/slideLayout" Target="../slideLayouts/slideLayout144.xml"/><Relationship Id="rId8" Type="http://schemas.openxmlformats.org/officeDocument/2006/relationships/slideLayout" Target="../slideLayouts/slideLayout143.xml"/><Relationship Id="rId7" Type="http://schemas.openxmlformats.org/officeDocument/2006/relationships/slideLayout" Target="../slideLayouts/slideLayout142.xml"/><Relationship Id="rId6" Type="http://schemas.openxmlformats.org/officeDocument/2006/relationships/slideLayout" Target="../slideLayouts/slideLayout141.xml"/><Relationship Id="rId5" Type="http://schemas.openxmlformats.org/officeDocument/2006/relationships/slideLayout" Target="../slideLayouts/slideLayout140.xml"/><Relationship Id="rId4" Type="http://schemas.openxmlformats.org/officeDocument/2006/relationships/slideLayout" Target="../slideLayouts/slideLayout139.xml"/><Relationship Id="rId3" Type="http://schemas.openxmlformats.org/officeDocument/2006/relationships/slideLayout" Target="../slideLayouts/slideLayout138.xml"/><Relationship Id="rId2" Type="http://schemas.openxmlformats.org/officeDocument/2006/relationships/slideLayout" Target="../slideLayouts/slideLayout137.xml"/><Relationship Id="rId11" Type="http://schemas.openxmlformats.org/officeDocument/2006/relationships/theme" Target="../theme/theme16.xml"/><Relationship Id="rId10" Type="http://schemas.openxmlformats.org/officeDocument/2006/relationships/image" Target="../media/image1.jpeg"/><Relationship Id="rId1" Type="http://schemas.openxmlformats.org/officeDocument/2006/relationships/slideLayout" Target="../slideLayouts/slideLayout136.xml"/></Relationships>
</file>

<file path=ppt/slideMasters/_rels/slideMaster17.xml.rels><?xml version="1.0" encoding="UTF-8" standalone="yes"?>
<Relationships xmlns="http://schemas.openxmlformats.org/package/2006/relationships"><Relationship Id="rId9" Type="http://schemas.openxmlformats.org/officeDocument/2006/relationships/slideLayout" Target="../slideLayouts/slideLayout153.xml"/><Relationship Id="rId8" Type="http://schemas.openxmlformats.org/officeDocument/2006/relationships/slideLayout" Target="../slideLayouts/slideLayout152.xml"/><Relationship Id="rId7" Type="http://schemas.openxmlformats.org/officeDocument/2006/relationships/slideLayout" Target="../slideLayouts/slideLayout151.xml"/><Relationship Id="rId6" Type="http://schemas.openxmlformats.org/officeDocument/2006/relationships/slideLayout" Target="../slideLayouts/slideLayout150.xml"/><Relationship Id="rId5" Type="http://schemas.openxmlformats.org/officeDocument/2006/relationships/slideLayout" Target="../slideLayouts/slideLayout149.xml"/><Relationship Id="rId4" Type="http://schemas.openxmlformats.org/officeDocument/2006/relationships/slideLayout" Target="../slideLayouts/slideLayout148.xml"/><Relationship Id="rId3" Type="http://schemas.openxmlformats.org/officeDocument/2006/relationships/slideLayout" Target="../slideLayouts/slideLayout147.xml"/><Relationship Id="rId2" Type="http://schemas.openxmlformats.org/officeDocument/2006/relationships/slideLayout" Target="../slideLayouts/slideLayout146.xml"/><Relationship Id="rId11" Type="http://schemas.openxmlformats.org/officeDocument/2006/relationships/theme" Target="../theme/theme17.xml"/><Relationship Id="rId10" Type="http://schemas.openxmlformats.org/officeDocument/2006/relationships/image" Target="../media/image1.jpeg"/><Relationship Id="rId1" Type="http://schemas.openxmlformats.org/officeDocument/2006/relationships/slideLayout" Target="../slideLayouts/slideLayout145.xml"/></Relationships>
</file>

<file path=ppt/slideMasters/_rels/slideMaster18.xml.rels><?xml version="1.0" encoding="UTF-8" standalone="yes"?>
<Relationships xmlns="http://schemas.openxmlformats.org/package/2006/relationships"><Relationship Id="rId9" Type="http://schemas.openxmlformats.org/officeDocument/2006/relationships/slideLayout" Target="../slideLayouts/slideLayout162.xml"/><Relationship Id="rId8" Type="http://schemas.openxmlformats.org/officeDocument/2006/relationships/slideLayout" Target="../slideLayouts/slideLayout161.xml"/><Relationship Id="rId7" Type="http://schemas.openxmlformats.org/officeDocument/2006/relationships/slideLayout" Target="../slideLayouts/slideLayout160.xml"/><Relationship Id="rId6" Type="http://schemas.openxmlformats.org/officeDocument/2006/relationships/slideLayout" Target="../slideLayouts/slideLayout159.xml"/><Relationship Id="rId5" Type="http://schemas.openxmlformats.org/officeDocument/2006/relationships/slideLayout" Target="../slideLayouts/slideLayout158.xml"/><Relationship Id="rId4" Type="http://schemas.openxmlformats.org/officeDocument/2006/relationships/slideLayout" Target="../slideLayouts/slideLayout157.xml"/><Relationship Id="rId3" Type="http://schemas.openxmlformats.org/officeDocument/2006/relationships/slideLayout" Target="../slideLayouts/slideLayout156.xml"/><Relationship Id="rId2" Type="http://schemas.openxmlformats.org/officeDocument/2006/relationships/slideLayout" Target="../slideLayouts/slideLayout155.xml"/><Relationship Id="rId11" Type="http://schemas.openxmlformats.org/officeDocument/2006/relationships/theme" Target="../theme/theme18.xml"/><Relationship Id="rId10" Type="http://schemas.openxmlformats.org/officeDocument/2006/relationships/image" Target="../media/image1.jpeg"/><Relationship Id="rId1" Type="http://schemas.openxmlformats.org/officeDocument/2006/relationships/slideLayout" Target="../slideLayouts/slideLayout154.xml"/></Relationships>
</file>

<file path=ppt/slideMasters/_rels/slideMaster19.xml.rels><?xml version="1.0" encoding="UTF-8" standalone="yes"?>
<Relationships xmlns="http://schemas.openxmlformats.org/package/2006/relationships"><Relationship Id="rId9" Type="http://schemas.openxmlformats.org/officeDocument/2006/relationships/slideLayout" Target="../slideLayouts/slideLayout171.xml"/><Relationship Id="rId8" Type="http://schemas.openxmlformats.org/officeDocument/2006/relationships/slideLayout" Target="../slideLayouts/slideLayout170.xml"/><Relationship Id="rId7" Type="http://schemas.openxmlformats.org/officeDocument/2006/relationships/slideLayout" Target="../slideLayouts/slideLayout169.xml"/><Relationship Id="rId6" Type="http://schemas.openxmlformats.org/officeDocument/2006/relationships/slideLayout" Target="../slideLayouts/slideLayout168.xml"/><Relationship Id="rId5" Type="http://schemas.openxmlformats.org/officeDocument/2006/relationships/slideLayout" Target="../slideLayouts/slideLayout167.xml"/><Relationship Id="rId4" Type="http://schemas.openxmlformats.org/officeDocument/2006/relationships/slideLayout" Target="../slideLayouts/slideLayout166.xml"/><Relationship Id="rId3" Type="http://schemas.openxmlformats.org/officeDocument/2006/relationships/slideLayout" Target="../slideLayouts/slideLayout165.xml"/><Relationship Id="rId2" Type="http://schemas.openxmlformats.org/officeDocument/2006/relationships/slideLayout" Target="../slideLayouts/slideLayout164.xml"/><Relationship Id="rId11" Type="http://schemas.openxmlformats.org/officeDocument/2006/relationships/theme" Target="../theme/theme19.xml"/><Relationship Id="rId10" Type="http://schemas.openxmlformats.org/officeDocument/2006/relationships/image" Target="../media/image1.jpeg"/><Relationship Id="rId1" Type="http://schemas.openxmlformats.org/officeDocument/2006/relationships/slideLayout" Target="../slideLayouts/slideLayout163.xml"/></Relationships>
</file>

<file path=ppt/slideMasters/_rels/slideMaster20.xml.rels><?xml version="1.0" encoding="UTF-8" standalone="yes"?>
<Relationships xmlns="http://schemas.openxmlformats.org/package/2006/relationships"><Relationship Id="rId9" Type="http://schemas.openxmlformats.org/officeDocument/2006/relationships/slideLayout" Target="../slideLayouts/slideLayout180.xml"/><Relationship Id="rId8" Type="http://schemas.openxmlformats.org/officeDocument/2006/relationships/slideLayout" Target="../slideLayouts/slideLayout179.xml"/><Relationship Id="rId7" Type="http://schemas.openxmlformats.org/officeDocument/2006/relationships/slideLayout" Target="../slideLayouts/slideLayout178.xml"/><Relationship Id="rId6" Type="http://schemas.openxmlformats.org/officeDocument/2006/relationships/slideLayout" Target="../slideLayouts/slideLayout177.xml"/><Relationship Id="rId5" Type="http://schemas.openxmlformats.org/officeDocument/2006/relationships/slideLayout" Target="../slideLayouts/slideLayout176.xml"/><Relationship Id="rId4" Type="http://schemas.openxmlformats.org/officeDocument/2006/relationships/slideLayout" Target="../slideLayouts/slideLayout175.xml"/><Relationship Id="rId3" Type="http://schemas.openxmlformats.org/officeDocument/2006/relationships/slideLayout" Target="../slideLayouts/slideLayout174.xml"/><Relationship Id="rId2" Type="http://schemas.openxmlformats.org/officeDocument/2006/relationships/slideLayout" Target="../slideLayouts/slideLayout173.xml"/><Relationship Id="rId11" Type="http://schemas.openxmlformats.org/officeDocument/2006/relationships/theme" Target="../theme/theme20.xml"/><Relationship Id="rId10" Type="http://schemas.openxmlformats.org/officeDocument/2006/relationships/image" Target="../media/image1.jpeg"/><Relationship Id="rId1" Type="http://schemas.openxmlformats.org/officeDocument/2006/relationships/slideLayout" Target="../slideLayouts/slideLayout172.xml"/></Relationships>
</file>

<file path=ppt/slideMasters/_rels/slideMaster21.xml.rels><?xml version="1.0" encoding="UTF-8" standalone="yes"?>
<Relationships xmlns="http://schemas.openxmlformats.org/package/2006/relationships"><Relationship Id="rId9" Type="http://schemas.openxmlformats.org/officeDocument/2006/relationships/slideLayout" Target="../slideLayouts/slideLayout189.xml"/><Relationship Id="rId8" Type="http://schemas.openxmlformats.org/officeDocument/2006/relationships/slideLayout" Target="../slideLayouts/slideLayout188.xml"/><Relationship Id="rId7" Type="http://schemas.openxmlformats.org/officeDocument/2006/relationships/slideLayout" Target="../slideLayouts/slideLayout187.xml"/><Relationship Id="rId6" Type="http://schemas.openxmlformats.org/officeDocument/2006/relationships/slideLayout" Target="../slideLayouts/slideLayout186.xml"/><Relationship Id="rId5" Type="http://schemas.openxmlformats.org/officeDocument/2006/relationships/slideLayout" Target="../slideLayouts/slideLayout185.xml"/><Relationship Id="rId4" Type="http://schemas.openxmlformats.org/officeDocument/2006/relationships/slideLayout" Target="../slideLayouts/slideLayout184.xml"/><Relationship Id="rId3" Type="http://schemas.openxmlformats.org/officeDocument/2006/relationships/slideLayout" Target="../slideLayouts/slideLayout183.xml"/><Relationship Id="rId2" Type="http://schemas.openxmlformats.org/officeDocument/2006/relationships/slideLayout" Target="../slideLayouts/slideLayout182.xml"/><Relationship Id="rId11" Type="http://schemas.openxmlformats.org/officeDocument/2006/relationships/theme" Target="../theme/theme21.xml"/><Relationship Id="rId10" Type="http://schemas.openxmlformats.org/officeDocument/2006/relationships/image" Target="../media/image1.jpeg"/><Relationship Id="rId1" Type="http://schemas.openxmlformats.org/officeDocument/2006/relationships/slideLayout" Target="../slideLayouts/slideLayout181.xml"/></Relationships>
</file>

<file path=ppt/slideMasters/_rels/slideMaster22.xml.rels><?xml version="1.0" encoding="UTF-8" standalone="yes"?>
<Relationships xmlns="http://schemas.openxmlformats.org/package/2006/relationships"><Relationship Id="rId9" Type="http://schemas.openxmlformats.org/officeDocument/2006/relationships/slideLayout" Target="../slideLayouts/slideLayout198.xml"/><Relationship Id="rId8" Type="http://schemas.openxmlformats.org/officeDocument/2006/relationships/slideLayout" Target="../slideLayouts/slideLayout197.xml"/><Relationship Id="rId7" Type="http://schemas.openxmlformats.org/officeDocument/2006/relationships/slideLayout" Target="../slideLayouts/slideLayout196.xml"/><Relationship Id="rId6" Type="http://schemas.openxmlformats.org/officeDocument/2006/relationships/slideLayout" Target="../slideLayouts/slideLayout195.xml"/><Relationship Id="rId5" Type="http://schemas.openxmlformats.org/officeDocument/2006/relationships/slideLayout" Target="../slideLayouts/slideLayout194.xml"/><Relationship Id="rId4" Type="http://schemas.openxmlformats.org/officeDocument/2006/relationships/slideLayout" Target="../slideLayouts/slideLayout193.xml"/><Relationship Id="rId3" Type="http://schemas.openxmlformats.org/officeDocument/2006/relationships/slideLayout" Target="../slideLayouts/slideLayout192.xml"/><Relationship Id="rId2" Type="http://schemas.openxmlformats.org/officeDocument/2006/relationships/slideLayout" Target="../slideLayouts/slideLayout191.xml"/><Relationship Id="rId11" Type="http://schemas.openxmlformats.org/officeDocument/2006/relationships/theme" Target="../theme/theme22.xml"/><Relationship Id="rId10" Type="http://schemas.openxmlformats.org/officeDocument/2006/relationships/image" Target="../media/image1.jpeg"/><Relationship Id="rId1" Type="http://schemas.openxmlformats.org/officeDocument/2006/relationships/slideLayout" Target="../slideLayouts/slideLayout190.xml"/></Relationships>
</file>

<file path=ppt/slideMasters/_rels/slideMaster23.xml.rels><?xml version="1.0" encoding="UTF-8" standalone="yes"?>
<Relationships xmlns="http://schemas.openxmlformats.org/package/2006/relationships"><Relationship Id="rId9" Type="http://schemas.openxmlformats.org/officeDocument/2006/relationships/slideLayout" Target="../slideLayouts/slideLayout207.xml"/><Relationship Id="rId8" Type="http://schemas.openxmlformats.org/officeDocument/2006/relationships/slideLayout" Target="../slideLayouts/slideLayout206.xml"/><Relationship Id="rId7" Type="http://schemas.openxmlformats.org/officeDocument/2006/relationships/slideLayout" Target="../slideLayouts/slideLayout205.xml"/><Relationship Id="rId6" Type="http://schemas.openxmlformats.org/officeDocument/2006/relationships/slideLayout" Target="../slideLayouts/slideLayout204.xml"/><Relationship Id="rId5" Type="http://schemas.openxmlformats.org/officeDocument/2006/relationships/slideLayout" Target="../slideLayouts/slideLayout203.xml"/><Relationship Id="rId4" Type="http://schemas.openxmlformats.org/officeDocument/2006/relationships/slideLayout" Target="../slideLayouts/slideLayout202.xml"/><Relationship Id="rId3" Type="http://schemas.openxmlformats.org/officeDocument/2006/relationships/slideLayout" Target="../slideLayouts/slideLayout201.xml"/><Relationship Id="rId2" Type="http://schemas.openxmlformats.org/officeDocument/2006/relationships/slideLayout" Target="../slideLayouts/slideLayout200.xml"/><Relationship Id="rId11" Type="http://schemas.openxmlformats.org/officeDocument/2006/relationships/theme" Target="../theme/theme23.xml"/><Relationship Id="rId10" Type="http://schemas.openxmlformats.org/officeDocument/2006/relationships/image" Target="../media/image1.jpeg"/><Relationship Id="rId1" Type="http://schemas.openxmlformats.org/officeDocument/2006/relationships/slideLayout" Target="../slideLayouts/slideLayout199.xml"/></Relationships>
</file>

<file path=ppt/slideMasters/_rels/slideMaster24.xml.rels><?xml version="1.0" encoding="UTF-8" standalone="yes"?>
<Relationships xmlns="http://schemas.openxmlformats.org/package/2006/relationships"><Relationship Id="rId9" Type="http://schemas.openxmlformats.org/officeDocument/2006/relationships/slideLayout" Target="../slideLayouts/slideLayout216.xml"/><Relationship Id="rId8" Type="http://schemas.openxmlformats.org/officeDocument/2006/relationships/slideLayout" Target="../slideLayouts/slideLayout215.xml"/><Relationship Id="rId7" Type="http://schemas.openxmlformats.org/officeDocument/2006/relationships/slideLayout" Target="../slideLayouts/slideLayout214.xml"/><Relationship Id="rId6" Type="http://schemas.openxmlformats.org/officeDocument/2006/relationships/slideLayout" Target="../slideLayouts/slideLayout213.xml"/><Relationship Id="rId5" Type="http://schemas.openxmlformats.org/officeDocument/2006/relationships/slideLayout" Target="../slideLayouts/slideLayout212.xml"/><Relationship Id="rId4" Type="http://schemas.openxmlformats.org/officeDocument/2006/relationships/slideLayout" Target="../slideLayouts/slideLayout211.xml"/><Relationship Id="rId3" Type="http://schemas.openxmlformats.org/officeDocument/2006/relationships/slideLayout" Target="../slideLayouts/slideLayout210.xml"/><Relationship Id="rId2" Type="http://schemas.openxmlformats.org/officeDocument/2006/relationships/slideLayout" Target="../slideLayouts/slideLayout209.xml"/><Relationship Id="rId11" Type="http://schemas.openxmlformats.org/officeDocument/2006/relationships/theme" Target="../theme/theme24.xml"/><Relationship Id="rId10" Type="http://schemas.openxmlformats.org/officeDocument/2006/relationships/image" Target="../media/image1.jpeg"/><Relationship Id="rId1" Type="http://schemas.openxmlformats.org/officeDocument/2006/relationships/slideLayout" Target="../slideLayouts/slideLayout208.xml"/></Relationships>
</file>

<file path=ppt/slideMasters/_rels/slideMaster25.xml.rels><?xml version="1.0" encoding="UTF-8" standalone="yes"?>
<Relationships xmlns="http://schemas.openxmlformats.org/package/2006/relationships"><Relationship Id="rId9" Type="http://schemas.openxmlformats.org/officeDocument/2006/relationships/slideLayout" Target="../slideLayouts/slideLayout225.xml"/><Relationship Id="rId8" Type="http://schemas.openxmlformats.org/officeDocument/2006/relationships/slideLayout" Target="../slideLayouts/slideLayout224.xml"/><Relationship Id="rId7" Type="http://schemas.openxmlformats.org/officeDocument/2006/relationships/slideLayout" Target="../slideLayouts/slideLayout223.xml"/><Relationship Id="rId6" Type="http://schemas.openxmlformats.org/officeDocument/2006/relationships/slideLayout" Target="../slideLayouts/slideLayout222.xml"/><Relationship Id="rId5" Type="http://schemas.openxmlformats.org/officeDocument/2006/relationships/slideLayout" Target="../slideLayouts/slideLayout221.xml"/><Relationship Id="rId4" Type="http://schemas.openxmlformats.org/officeDocument/2006/relationships/slideLayout" Target="../slideLayouts/slideLayout220.xml"/><Relationship Id="rId3" Type="http://schemas.openxmlformats.org/officeDocument/2006/relationships/slideLayout" Target="../slideLayouts/slideLayout219.xml"/><Relationship Id="rId2" Type="http://schemas.openxmlformats.org/officeDocument/2006/relationships/slideLayout" Target="../slideLayouts/slideLayout218.xml"/><Relationship Id="rId11" Type="http://schemas.openxmlformats.org/officeDocument/2006/relationships/theme" Target="../theme/theme25.xml"/><Relationship Id="rId10" Type="http://schemas.openxmlformats.org/officeDocument/2006/relationships/image" Target="../media/image1.jpeg"/><Relationship Id="rId1" Type="http://schemas.openxmlformats.org/officeDocument/2006/relationships/slideLayout" Target="../slideLayouts/slideLayout217.xml"/></Relationships>
</file>

<file path=ppt/slideMasters/_rels/slideMaster26.xml.rels><?xml version="1.0" encoding="UTF-8" standalone="yes"?>
<Relationships xmlns="http://schemas.openxmlformats.org/package/2006/relationships"><Relationship Id="rId9" Type="http://schemas.openxmlformats.org/officeDocument/2006/relationships/slideLayout" Target="../slideLayouts/slideLayout234.xml"/><Relationship Id="rId8" Type="http://schemas.openxmlformats.org/officeDocument/2006/relationships/slideLayout" Target="../slideLayouts/slideLayout233.xml"/><Relationship Id="rId7" Type="http://schemas.openxmlformats.org/officeDocument/2006/relationships/slideLayout" Target="../slideLayouts/slideLayout232.xml"/><Relationship Id="rId6" Type="http://schemas.openxmlformats.org/officeDocument/2006/relationships/slideLayout" Target="../slideLayouts/slideLayout231.xml"/><Relationship Id="rId5" Type="http://schemas.openxmlformats.org/officeDocument/2006/relationships/slideLayout" Target="../slideLayouts/slideLayout230.xml"/><Relationship Id="rId4" Type="http://schemas.openxmlformats.org/officeDocument/2006/relationships/slideLayout" Target="../slideLayouts/slideLayout229.xml"/><Relationship Id="rId3" Type="http://schemas.openxmlformats.org/officeDocument/2006/relationships/slideLayout" Target="../slideLayouts/slideLayout228.xml"/><Relationship Id="rId2" Type="http://schemas.openxmlformats.org/officeDocument/2006/relationships/slideLayout" Target="../slideLayouts/slideLayout227.xml"/><Relationship Id="rId11" Type="http://schemas.openxmlformats.org/officeDocument/2006/relationships/theme" Target="../theme/theme26.xml"/><Relationship Id="rId10" Type="http://schemas.openxmlformats.org/officeDocument/2006/relationships/image" Target="../media/image1.jpeg"/><Relationship Id="rId1" Type="http://schemas.openxmlformats.org/officeDocument/2006/relationships/slideLayout" Target="../slideLayouts/slideLayout226.xml"/></Relationships>
</file>

<file path=ppt/slideMasters/_rels/slideMaster27.xml.rels><?xml version="1.0" encoding="UTF-8" standalone="yes"?>
<Relationships xmlns="http://schemas.openxmlformats.org/package/2006/relationships"><Relationship Id="rId9" Type="http://schemas.openxmlformats.org/officeDocument/2006/relationships/slideLayout" Target="../slideLayouts/slideLayout243.xml"/><Relationship Id="rId8" Type="http://schemas.openxmlformats.org/officeDocument/2006/relationships/slideLayout" Target="../slideLayouts/slideLayout242.xml"/><Relationship Id="rId7" Type="http://schemas.openxmlformats.org/officeDocument/2006/relationships/slideLayout" Target="../slideLayouts/slideLayout241.xml"/><Relationship Id="rId6" Type="http://schemas.openxmlformats.org/officeDocument/2006/relationships/slideLayout" Target="../slideLayouts/slideLayout240.xml"/><Relationship Id="rId5" Type="http://schemas.openxmlformats.org/officeDocument/2006/relationships/slideLayout" Target="../slideLayouts/slideLayout239.xml"/><Relationship Id="rId4" Type="http://schemas.openxmlformats.org/officeDocument/2006/relationships/slideLayout" Target="../slideLayouts/slideLayout238.xml"/><Relationship Id="rId3" Type="http://schemas.openxmlformats.org/officeDocument/2006/relationships/slideLayout" Target="../slideLayouts/slideLayout237.xml"/><Relationship Id="rId2" Type="http://schemas.openxmlformats.org/officeDocument/2006/relationships/slideLayout" Target="../slideLayouts/slideLayout236.xml"/><Relationship Id="rId11" Type="http://schemas.openxmlformats.org/officeDocument/2006/relationships/theme" Target="../theme/theme27.xml"/><Relationship Id="rId10" Type="http://schemas.openxmlformats.org/officeDocument/2006/relationships/image" Target="../media/image1.jpeg"/><Relationship Id="rId1" Type="http://schemas.openxmlformats.org/officeDocument/2006/relationships/slideLayout" Target="../slideLayouts/slideLayout235.xml"/></Relationships>
</file>

<file path=ppt/slideMasters/_rels/slideMaster28.xml.rels><?xml version="1.0" encoding="UTF-8" standalone="yes"?>
<Relationships xmlns="http://schemas.openxmlformats.org/package/2006/relationships"><Relationship Id="rId9" Type="http://schemas.openxmlformats.org/officeDocument/2006/relationships/slideLayout" Target="../slideLayouts/slideLayout252.xml"/><Relationship Id="rId8" Type="http://schemas.openxmlformats.org/officeDocument/2006/relationships/slideLayout" Target="../slideLayouts/slideLayout251.xml"/><Relationship Id="rId7" Type="http://schemas.openxmlformats.org/officeDocument/2006/relationships/slideLayout" Target="../slideLayouts/slideLayout250.xml"/><Relationship Id="rId6" Type="http://schemas.openxmlformats.org/officeDocument/2006/relationships/slideLayout" Target="../slideLayouts/slideLayout249.xml"/><Relationship Id="rId5" Type="http://schemas.openxmlformats.org/officeDocument/2006/relationships/slideLayout" Target="../slideLayouts/slideLayout248.xml"/><Relationship Id="rId4" Type="http://schemas.openxmlformats.org/officeDocument/2006/relationships/slideLayout" Target="../slideLayouts/slideLayout247.xml"/><Relationship Id="rId3" Type="http://schemas.openxmlformats.org/officeDocument/2006/relationships/slideLayout" Target="../slideLayouts/slideLayout246.xml"/><Relationship Id="rId2" Type="http://schemas.openxmlformats.org/officeDocument/2006/relationships/slideLayout" Target="../slideLayouts/slideLayout245.xml"/><Relationship Id="rId11" Type="http://schemas.openxmlformats.org/officeDocument/2006/relationships/theme" Target="../theme/theme28.xml"/><Relationship Id="rId10" Type="http://schemas.openxmlformats.org/officeDocument/2006/relationships/image" Target="../media/image1.jpeg"/><Relationship Id="rId1" Type="http://schemas.openxmlformats.org/officeDocument/2006/relationships/slideLayout" Target="../slideLayouts/slideLayout244.xml"/></Relationships>
</file>

<file path=ppt/slideMasters/_rels/slideMaster29.xml.rels><?xml version="1.0" encoding="UTF-8" standalone="yes"?>
<Relationships xmlns="http://schemas.openxmlformats.org/package/2006/relationships"><Relationship Id="rId9" Type="http://schemas.openxmlformats.org/officeDocument/2006/relationships/slideLayout" Target="../slideLayouts/slideLayout261.xml"/><Relationship Id="rId8" Type="http://schemas.openxmlformats.org/officeDocument/2006/relationships/slideLayout" Target="../slideLayouts/slideLayout260.xml"/><Relationship Id="rId7" Type="http://schemas.openxmlformats.org/officeDocument/2006/relationships/slideLayout" Target="../slideLayouts/slideLayout259.xml"/><Relationship Id="rId6" Type="http://schemas.openxmlformats.org/officeDocument/2006/relationships/slideLayout" Target="../slideLayouts/slideLayout258.xml"/><Relationship Id="rId5" Type="http://schemas.openxmlformats.org/officeDocument/2006/relationships/slideLayout" Target="../slideLayouts/slideLayout257.xml"/><Relationship Id="rId4" Type="http://schemas.openxmlformats.org/officeDocument/2006/relationships/slideLayout" Target="../slideLayouts/slideLayout256.xml"/><Relationship Id="rId3" Type="http://schemas.openxmlformats.org/officeDocument/2006/relationships/slideLayout" Target="../slideLayouts/slideLayout255.xml"/><Relationship Id="rId2" Type="http://schemas.openxmlformats.org/officeDocument/2006/relationships/slideLayout" Target="../slideLayouts/slideLayout254.xml"/><Relationship Id="rId11" Type="http://schemas.openxmlformats.org/officeDocument/2006/relationships/theme" Target="../theme/theme29.xml"/><Relationship Id="rId10" Type="http://schemas.openxmlformats.org/officeDocument/2006/relationships/image" Target="../media/image1.jpeg"/><Relationship Id="rId1" Type="http://schemas.openxmlformats.org/officeDocument/2006/relationships/slideLayout" Target="../slideLayouts/slideLayout253.xml"/></Relationships>
</file>

<file path=ppt/slideMasters/_rels/slideMaster30.xml.rels><?xml version="1.0" encoding="UTF-8" standalone="yes"?>
<Relationships xmlns="http://schemas.openxmlformats.org/package/2006/relationships"><Relationship Id="rId9" Type="http://schemas.openxmlformats.org/officeDocument/2006/relationships/slideLayout" Target="../slideLayouts/slideLayout270.xml"/><Relationship Id="rId8" Type="http://schemas.openxmlformats.org/officeDocument/2006/relationships/slideLayout" Target="../slideLayouts/slideLayout269.xml"/><Relationship Id="rId7" Type="http://schemas.openxmlformats.org/officeDocument/2006/relationships/slideLayout" Target="../slideLayouts/slideLayout268.xml"/><Relationship Id="rId6" Type="http://schemas.openxmlformats.org/officeDocument/2006/relationships/slideLayout" Target="../slideLayouts/slideLayout267.xml"/><Relationship Id="rId5" Type="http://schemas.openxmlformats.org/officeDocument/2006/relationships/slideLayout" Target="../slideLayouts/slideLayout266.xml"/><Relationship Id="rId4" Type="http://schemas.openxmlformats.org/officeDocument/2006/relationships/slideLayout" Target="../slideLayouts/slideLayout265.xml"/><Relationship Id="rId3" Type="http://schemas.openxmlformats.org/officeDocument/2006/relationships/slideLayout" Target="../slideLayouts/slideLayout264.xml"/><Relationship Id="rId2" Type="http://schemas.openxmlformats.org/officeDocument/2006/relationships/slideLayout" Target="../slideLayouts/slideLayout263.xml"/><Relationship Id="rId11" Type="http://schemas.openxmlformats.org/officeDocument/2006/relationships/theme" Target="../theme/theme30.xml"/><Relationship Id="rId10" Type="http://schemas.openxmlformats.org/officeDocument/2006/relationships/image" Target="../media/image1.jpeg"/><Relationship Id="rId1" Type="http://schemas.openxmlformats.org/officeDocument/2006/relationships/slideLayout" Target="../slideLayouts/slideLayout262.xml"/></Relationships>
</file>

<file path=ppt/slideMasters/_rels/slideMaster31.xml.rels><?xml version="1.0" encoding="UTF-8" standalone="yes"?>
<Relationships xmlns="http://schemas.openxmlformats.org/package/2006/relationships"><Relationship Id="rId9" Type="http://schemas.openxmlformats.org/officeDocument/2006/relationships/slideLayout" Target="../slideLayouts/slideLayout279.xml"/><Relationship Id="rId8" Type="http://schemas.openxmlformats.org/officeDocument/2006/relationships/slideLayout" Target="../slideLayouts/slideLayout278.xml"/><Relationship Id="rId7" Type="http://schemas.openxmlformats.org/officeDocument/2006/relationships/slideLayout" Target="../slideLayouts/slideLayout277.xml"/><Relationship Id="rId6" Type="http://schemas.openxmlformats.org/officeDocument/2006/relationships/slideLayout" Target="../slideLayouts/slideLayout276.xml"/><Relationship Id="rId5" Type="http://schemas.openxmlformats.org/officeDocument/2006/relationships/slideLayout" Target="../slideLayouts/slideLayout275.xml"/><Relationship Id="rId4" Type="http://schemas.openxmlformats.org/officeDocument/2006/relationships/slideLayout" Target="../slideLayouts/slideLayout274.xml"/><Relationship Id="rId3" Type="http://schemas.openxmlformats.org/officeDocument/2006/relationships/slideLayout" Target="../slideLayouts/slideLayout273.xml"/><Relationship Id="rId2" Type="http://schemas.openxmlformats.org/officeDocument/2006/relationships/slideLayout" Target="../slideLayouts/slideLayout272.xml"/><Relationship Id="rId11" Type="http://schemas.openxmlformats.org/officeDocument/2006/relationships/theme" Target="../theme/theme31.xml"/><Relationship Id="rId10" Type="http://schemas.openxmlformats.org/officeDocument/2006/relationships/image" Target="../media/image1.jpeg"/><Relationship Id="rId1" Type="http://schemas.openxmlformats.org/officeDocument/2006/relationships/slideLayout" Target="../slideLayouts/slideLayout271.xml"/></Relationships>
</file>

<file path=ppt/slideMasters/_rels/slideMaster32.xml.rels><?xml version="1.0" encoding="UTF-8" standalone="yes"?>
<Relationships xmlns="http://schemas.openxmlformats.org/package/2006/relationships"><Relationship Id="rId9" Type="http://schemas.openxmlformats.org/officeDocument/2006/relationships/slideLayout" Target="../slideLayouts/slideLayout288.xml"/><Relationship Id="rId8" Type="http://schemas.openxmlformats.org/officeDocument/2006/relationships/slideLayout" Target="../slideLayouts/slideLayout287.xml"/><Relationship Id="rId7" Type="http://schemas.openxmlformats.org/officeDocument/2006/relationships/slideLayout" Target="../slideLayouts/slideLayout286.xml"/><Relationship Id="rId6" Type="http://schemas.openxmlformats.org/officeDocument/2006/relationships/slideLayout" Target="../slideLayouts/slideLayout285.xml"/><Relationship Id="rId5" Type="http://schemas.openxmlformats.org/officeDocument/2006/relationships/slideLayout" Target="../slideLayouts/slideLayout284.xml"/><Relationship Id="rId4" Type="http://schemas.openxmlformats.org/officeDocument/2006/relationships/slideLayout" Target="../slideLayouts/slideLayout283.xml"/><Relationship Id="rId3" Type="http://schemas.openxmlformats.org/officeDocument/2006/relationships/slideLayout" Target="../slideLayouts/slideLayout282.xml"/><Relationship Id="rId2" Type="http://schemas.openxmlformats.org/officeDocument/2006/relationships/slideLayout" Target="../slideLayouts/slideLayout281.xml"/><Relationship Id="rId11" Type="http://schemas.openxmlformats.org/officeDocument/2006/relationships/theme" Target="../theme/theme32.xml"/><Relationship Id="rId10" Type="http://schemas.openxmlformats.org/officeDocument/2006/relationships/image" Target="../media/image1.jpeg"/><Relationship Id="rId1" Type="http://schemas.openxmlformats.org/officeDocument/2006/relationships/slideLayout" Target="../slideLayouts/slideLayout280.xml"/></Relationships>
</file>

<file path=ppt/slideMasters/_rels/slideMaster33.xml.rels><?xml version="1.0" encoding="UTF-8" standalone="yes"?>
<Relationships xmlns="http://schemas.openxmlformats.org/package/2006/relationships"><Relationship Id="rId9" Type="http://schemas.openxmlformats.org/officeDocument/2006/relationships/slideLayout" Target="../slideLayouts/slideLayout297.xml"/><Relationship Id="rId8" Type="http://schemas.openxmlformats.org/officeDocument/2006/relationships/slideLayout" Target="../slideLayouts/slideLayout296.xml"/><Relationship Id="rId7" Type="http://schemas.openxmlformats.org/officeDocument/2006/relationships/slideLayout" Target="../slideLayouts/slideLayout295.xml"/><Relationship Id="rId6" Type="http://schemas.openxmlformats.org/officeDocument/2006/relationships/slideLayout" Target="../slideLayouts/slideLayout294.xml"/><Relationship Id="rId5" Type="http://schemas.openxmlformats.org/officeDocument/2006/relationships/slideLayout" Target="../slideLayouts/slideLayout293.xml"/><Relationship Id="rId4" Type="http://schemas.openxmlformats.org/officeDocument/2006/relationships/slideLayout" Target="../slideLayouts/slideLayout292.xml"/><Relationship Id="rId3" Type="http://schemas.openxmlformats.org/officeDocument/2006/relationships/slideLayout" Target="../slideLayouts/slideLayout291.xml"/><Relationship Id="rId2" Type="http://schemas.openxmlformats.org/officeDocument/2006/relationships/slideLayout" Target="../slideLayouts/slideLayout290.xml"/><Relationship Id="rId11" Type="http://schemas.openxmlformats.org/officeDocument/2006/relationships/theme" Target="../theme/theme33.xml"/><Relationship Id="rId10" Type="http://schemas.openxmlformats.org/officeDocument/2006/relationships/image" Target="../media/image1.jpeg"/><Relationship Id="rId1" Type="http://schemas.openxmlformats.org/officeDocument/2006/relationships/slideLayout" Target="../slideLayouts/slideLayout289.xml"/></Relationships>
</file>

<file path=ppt/slideMasters/_rels/slideMaster34.xml.rels><?xml version="1.0" encoding="UTF-8" standalone="yes"?>
<Relationships xmlns="http://schemas.openxmlformats.org/package/2006/relationships"><Relationship Id="rId9" Type="http://schemas.openxmlformats.org/officeDocument/2006/relationships/slideLayout" Target="../slideLayouts/slideLayout306.xml"/><Relationship Id="rId8" Type="http://schemas.openxmlformats.org/officeDocument/2006/relationships/slideLayout" Target="../slideLayouts/slideLayout305.xml"/><Relationship Id="rId7" Type="http://schemas.openxmlformats.org/officeDocument/2006/relationships/slideLayout" Target="../slideLayouts/slideLayout304.xml"/><Relationship Id="rId6" Type="http://schemas.openxmlformats.org/officeDocument/2006/relationships/slideLayout" Target="../slideLayouts/slideLayout303.xml"/><Relationship Id="rId5" Type="http://schemas.openxmlformats.org/officeDocument/2006/relationships/slideLayout" Target="../slideLayouts/slideLayout302.xml"/><Relationship Id="rId4" Type="http://schemas.openxmlformats.org/officeDocument/2006/relationships/slideLayout" Target="../slideLayouts/slideLayout301.xml"/><Relationship Id="rId3" Type="http://schemas.openxmlformats.org/officeDocument/2006/relationships/slideLayout" Target="../slideLayouts/slideLayout300.xml"/><Relationship Id="rId2" Type="http://schemas.openxmlformats.org/officeDocument/2006/relationships/slideLayout" Target="../slideLayouts/slideLayout299.xml"/><Relationship Id="rId11" Type="http://schemas.openxmlformats.org/officeDocument/2006/relationships/theme" Target="../theme/theme34.xml"/><Relationship Id="rId10" Type="http://schemas.openxmlformats.org/officeDocument/2006/relationships/image" Target="../media/image1.jpeg"/><Relationship Id="rId1" Type="http://schemas.openxmlformats.org/officeDocument/2006/relationships/slideLayout" Target="../slideLayouts/slideLayout298.xml"/></Relationships>
</file>

<file path=ppt/slideMasters/_rels/slideMaster35.xml.rels><?xml version="1.0" encoding="UTF-8" standalone="yes"?>
<Relationships xmlns="http://schemas.openxmlformats.org/package/2006/relationships"><Relationship Id="rId9" Type="http://schemas.openxmlformats.org/officeDocument/2006/relationships/slideLayout" Target="../slideLayouts/slideLayout315.xml"/><Relationship Id="rId8" Type="http://schemas.openxmlformats.org/officeDocument/2006/relationships/slideLayout" Target="../slideLayouts/slideLayout314.xml"/><Relationship Id="rId7" Type="http://schemas.openxmlformats.org/officeDocument/2006/relationships/slideLayout" Target="../slideLayouts/slideLayout313.xml"/><Relationship Id="rId6" Type="http://schemas.openxmlformats.org/officeDocument/2006/relationships/slideLayout" Target="../slideLayouts/slideLayout312.xml"/><Relationship Id="rId5" Type="http://schemas.openxmlformats.org/officeDocument/2006/relationships/slideLayout" Target="../slideLayouts/slideLayout311.xml"/><Relationship Id="rId4" Type="http://schemas.openxmlformats.org/officeDocument/2006/relationships/slideLayout" Target="../slideLayouts/slideLayout310.xml"/><Relationship Id="rId3" Type="http://schemas.openxmlformats.org/officeDocument/2006/relationships/slideLayout" Target="../slideLayouts/slideLayout309.xml"/><Relationship Id="rId2" Type="http://schemas.openxmlformats.org/officeDocument/2006/relationships/slideLayout" Target="../slideLayouts/slideLayout308.xml"/><Relationship Id="rId11" Type="http://schemas.openxmlformats.org/officeDocument/2006/relationships/theme" Target="../theme/theme35.xml"/><Relationship Id="rId10" Type="http://schemas.openxmlformats.org/officeDocument/2006/relationships/image" Target="../media/image1.jpeg"/><Relationship Id="rId1" Type="http://schemas.openxmlformats.org/officeDocument/2006/relationships/slideLayout" Target="../slideLayouts/slideLayout307.xml"/></Relationships>
</file>

<file path=ppt/slideMasters/_rels/slideMaster36.xml.rels><?xml version="1.0" encoding="UTF-8" standalone="yes"?>
<Relationships xmlns="http://schemas.openxmlformats.org/package/2006/relationships"><Relationship Id="rId9" Type="http://schemas.openxmlformats.org/officeDocument/2006/relationships/slideLayout" Target="../slideLayouts/slideLayout324.xml"/><Relationship Id="rId8" Type="http://schemas.openxmlformats.org/officeDocument/2006/relationships/slideLayout" Target="../slideLayouts/slideLayout323.xml"/><Relationship Id="rId7" Type="http://schemas.openxmlformats.org/officeDocument/2006/relationships/slideLayout" Target="../slideLayouts/slideLayout322.xml"/><Relationship Id="rId6" Type="http://schemas.openxmlformats.org/officeDocument/2006/relationships/slideLayout" Target="../slideLayouts/slideLayout321.xml"/><Relationship Id="rId5" Type="http://schemas.openxmlformats.org/officeDocument/2006/relationships/slideLayout" Target="../slideLayouts/slideLayout320.xml"/><Relationship Id="rId4" Type="http://schemas.openxmlformats.org/officeDocument/2006/relationships/slideLayout" Target="../slideLayouts/slideLayout319.xml"/><Relationship Id="rId3" Type="http://schemas.openxmlformats.org/officeDocument/2006/relationships/slideLayout" Target="../slideLayouts/slideLayout318.xml"/><Relationship Id="rId2" Type="http://schemas.openxmlformats.org/officeDocument/2006/relationships/slideLayout" Target="../slideLayouts/slideLayout317.xml"/><Relationship Id="rId11" Type="http://schemas.openxmlformats.org/officeDocument/2006/relationships/theme" Target="../theme/theme36.xml"/><Relationship Id="rId10" Type="http://schemas.openxmlformats.org/officeDocument/2006/relationships/image" Target="../media/image1.jpeg"/><Relationship Id="rId1" Type="http://schemas.openxmlformats.org/officeDocument/2006/relationships/slideLayout" Target="../slideLayouts/slideLayout316.xml"/></Relationships>
</file>

<file path=ppt/slideMasters/_rels/slideMaster37.xml.rels><?xml version="1.0" encoding="UTF-8" standalone="yes"?>
<Relationships xmlns="http://schemas.openxmlformats.org/package/2006/relationships"><Relationship Id="rId9" Type="http://schemas.openxmlformats.org/officeDocument/2006/relationships/slideLayout" Target="../slideLayouts/slideLayout333.xml"/><Relationship Id="rId8" Type="http://schemas.openxmlformats.org/officeDocument/2006/relationships/slideLayout" Target="../slideLayouts/slideLayout332.xml"/><Relationship Id="rId7" Type="http://schemas.openxmlformats.org/officeDocument/2006/relationships/slideLayout" Target="../slideLayouts/slideLayout331.xml"/><Relationship Id="rId6" Type="http://schemas.openxmlformats.org/officeDocument/2006/relationships/slideLayout" Target="../slideLayouts/slideLayout330.xml"/><Relationship Id="rId5" Type="http://schemas.openxmlformats.org/officeDocument/2006/relationships/slideLayout" Target="../slideLayouts/slideLayout329.xml"/><Relationship Id="rId4" Type="http://schemas.openxmlformats.org/officeDocument/2006/relationships/slideLayout" Target="../slideLayouts/slideLayout328.xml"/><Relationship Id="rId3" Type="http://schemas.openxmlformats.org/officeDocument/2006/relationships/slideLayout" Target="../slideLayouts/slideLayout327.xml"/><Relationship Id="rId2" Type="http://schemas.openxmlformats.org/officeDocument/2006/relationships/slideLayout" Target="../slideLayouts/slideLayout326.xml"/><Relationship Id="rId11" Type="http://schemas.openxmlformats.org/officeDocument/2006/relationships/theme" Target="../theme/theme37.xml"/><Relationship Id="rId10" Type="http://schemas.openxmlformats.org/officeDocument/2006/relationships/image" Target="../media/image1.jpeg"/><Relationship Id="rId1" Type="http://schemas.openxmlformats.org/officeDocument/2006/relationships/slideLayout" Target="../slideLayouts/slideLayout325.xml"/></Relationships>
</file>

<file path=ppt/slideMasters/_rels/slideMaster38.xml.rels><?xml version="1.0" encoding="UTF-8" standalone="yes"?>
<Relationships xmlns="http://schemas.openxmlformats.org/package/2006/relationships"><Relationship Id="rId9" Type="http://schemas.openxmlformats.org/officeDocument/2006/relationships/slideLayout" Target="../slideLayouts/slideLayout342.xml"/><Relationship Id="rId8" Type="http://schemas.openxmlformats.org/officeDocument/2006/relationships/slideLayout" Target="../slideLayouts/slideLayout341.xml"/><Relationship Id="rId7" Type="http://schemas.openxmlformats.org/officeDocument/2006/relationships/slideLayout" Target="../slideLayouts/slideLayout340.xml"/><Relationship Id="rId6" Type="http://schemas.openxmlformats.org/officeDocument/2006/relationships/slideLayout" Target="../slideLayouts/slideLayout339.xml"/><Relationship Id="rId5" Type="http://schemas.openxmlformats.org/officeDocument/2006/relationships/slideLayout" Target="../slideLayouts/slideLayout338.xml"/><Relationship Id="rId4" Type="http://schemas.openxmlformats.org/officeDocument/2006/relationships/slideLayout" Target="../slideLayouts/slideLayout337.xml"/><Relationship Id="rId3" Type="http://schemas.openxmlformats.org/officeDocument/2006/relationships/slideLayout" Target="../slideLayouts/slideLayout336.xml"/><Relationship Id="rId2" Type="http://schemas.openxmlformats.org/officeDocument/2006/relationships/slideLayout" Target="../slideLayouts/slideLayout335.xml"/><Relationship Id="rId11" Type="http://schemas.openxmlformats.org/officeDocument/2006/relationships/theme" Target="../theme/theme38.xml"/><Relationship Id="rId10" Type="http://schemas.openxmlformats.org/officeDocument/2006/relationships/image" Target="../media/image1.jpeg"/><Relationship Id="rId1" Type="http://schemas.openxmlformats.org/officeDocument/2006/relationships/slideLayout" Target="../slideLayouts/slideLayout334.xml"/></Relationships>
</file>

<file path=ppt/slideMasters/_rels/slideMaster39.xml.rels><?xml version="1.0" encoding="UTF-8" standalone="yes"?>
<Relationships xmlns="http://schemas.openxmlformats.org/package/2006/relationships"><Relationship Id="rId9" Type="http://schemas.openxmlformats.org/officeDocument/2006/relationships/slideLayout" Target="../slideLayouts/slideLayout351.xml"/><Relationship Id="rId8" Type="http://schemas.openxmlformats.org/officeDocument/2006/relationships/slideLayout" Target="../slideLayouts/slideLayout350.xml"/><Relationship Id="rId7" Type="http://schemas.openxmlformats.org/officeDocument/2006/relationships/slideLayout" Target="../slideLayouts/slideLayout349.xml"/><Relationship Id="rId6" Type="http://schemas.openxmlformats.org/officeDocument/2006/relationships/slideLayout" Target="../slideLayouts/slideLayout348.xml"/><Relationship Id="rId5" Type="http://schemas.openxmlformats.org/officeDocument/2006/relationships/slideLayout" Target="../slideLayouts/slideLayout347.xml"/><Relationship Id="rId4" Type="http://schemas.openxmlformats.org/officeDocument/2006/relationships/slideLayout" Target="../slideLayouts/slideLayout346.xml"/><Relationship Id="rId3" Type="http://schemas.openxmlformats.org/officeDocument/2006/relationships/slideLayout" Target="../slideLayouts/slideLayout345.xml"/><Relationship Id="rId2" Type="http://schemas.openxmlformats.org/officeDocument/2006/relationships/slideLayout" Target="../slideLayouts/slideLayout344.xml"/><Relationship Id="rId11" Type="http://schemas.openxmlformats.org/officeDocument/2006/relationships/theme" Target="../theme/theme39.xml"/><Relationship Id="rId10" Type="http://schemas.openxmlformats.org/officeDocument/2006/relationships/image" Target="../media/image1.jpeg"/><Relationship Id="rId1" Type="http://schemas.openxmlformats.org/officeDocument/2006/relationships/slideLayout" Target="../slideLayouts/slideLayout343.xml"/></Relationships>
</file>

<file path=ppt/slideMasters/_rels/slideMaster40.xml.rels><?xml version="1.0" encoding="UTF-8" standalone="yes"?>
<Relationships xmlns="http://schemas.openxmlformats.org/package/2006/relationships"><Relationship Id="rId9" Type="http://schemas.openxmlformats.org/officeDocument/2006/relationships/slideLayout" Target="../slideLayouts/slideLayout360.xml"/><Relationship Id="rId8" Type="http://schemas.openxmlformats.org/officeDocument/2006/relationships/slideLayout" Target="../slideLayouts/slideLayout359.xml"/><Relationship Id="rId7" Type="http://schemas.openxmlformats.org/officeDocument/2006/relationships/slideLayout" Target="../slideLayouts/slideLayout358.xml"/><Relationship Id="rId6" Type="http://schemas.openxmlformats.org/officeDocument/2006/relationships/slideLayout" Target="../slideLayouts/slideLayout357.xml"/><Relationship Id="rId5" Type="http://schemas.openxmlformats.org/officeDocument/2006/relationships/slideLayout" Target="../slideLayouts/slideLayout356.xml"/><Relationship Id="rId4" Type="http://schemas.openxmlformats.org/officeDocument/2006/relationships/slideLayout" Target="../slideLayouts/slideLayout355.xml"/><Relationship Id="rId3" Type="http://schemas.openxmlformats.org/officeDocument/2006/relationships/slideLayout" Target="../slideLayouts/slideLayout354.xml"/><Relationship Id="rId2" Type="http://schemas.openxmlformats.org/officeDocument/2006/relationships/slideLayout" Target="../slideLayouts/slideLayout353.xml"/><Relationship Id="rId11" Type="http://schemas.openxmlformats.org/officeDocument/2006/relationships/theme" Target="../theme/theme40.xml"/><Relationship Id="rId10" Type="http://schemas.openxmlformats.org/officeDocument/2006/relationships/image" Target="../media/image1.jpeg"/><Relationship Id="rId1" Type="http://schemas.openxmlformats.org/officeDocument/2006/relationships/slideLayout" Target="../slideLayouts/slideLayout352.xml"/></Relationships>
</file>

<file path=ppt/slideMasters/_rels/slideMaster41.xml.rels><?xml version="1.0" encoding="UTF-8" standalone="yes"?>
<Relationships xmlns="http://schemas.openxmlformats.org/package/2006/relationships"><Relationship Id="rId9" Type="http://schemas.openxmlformats.org/officeDocument/2006/relationships/slideLayout" Target="../slideLayouts/slideLayout369.xml"/><Relationship Id="rId8" Type="http://schemas.openxmlformats.org/officeDocument/2006/relationships/slideLayout" Target="../slideLayouts/slideLayout368.xml"/><Relationship Id="rId7" Type="http://schemas.openxmlformats.org/officeDocument/2006/relationships/slideLayout" Target="../slideLayouts/slideLayout367.xml"/><Relationship Id="rId6" Type="http://schemas.openxmlformats.org/officeDocument/2006/relationships/slideLayout" Target="../slideLayouts/slideLayout366.xml"/><Relationship Id="rId5" Type="http://schemas.openxmlformats.org/officeDocument/2006/relationships/slideLayout" Target="../slideLayouts/slideLayout365.xml"/><Relationship Id="rId4" Type="http://schemas.openxmlformats.org/officeDocument/2006/relationships/slideLayout" Target="../slideLayouts/slideLayout364.xml"/><Relationship Id="rId3" Type="http://schemas.openxmlformats.org/officeDocument/2006/relationships/slideLayout" Target="../slideLayouts/slideLayout363.xml"/><Relationship Id="rId2" Type="http://schemas.openxmlformats.org/officeDocument/2006/relationships/slideLayout" Target="../slideLayouts/slideLayout362.xml"/><Relationship Id="rId11" Type="http://schemas.openxmlformats.org/officeDocument/2006/relationships/theme" Target="../theme/theme41.xml"/><Relationship Id="rId10" Type="http://schemas.openxmlformats.org/officeDocument/2006/relationships/image" Target="../media/image1.jpeg"/><Relationship Id="rId1" Type="http://schemas.openxmlformats.org/officeDocument/2006/relationships/slideLayout" Target="../slideLayouts/slideLayout361.xml"/></Relationships>
</file>

<file path=ppt/slideMasters/_rels/slideMaster42.xml.rels><?xml version="1.0" encoding="UTF-8" standalone="yes"?>
<Relationships xmlns="http://schemas.openxmlformats.org/package/2006/relationships"><Relationship Id="rId9" Type="http://schemas.openxmlformats.org/officeDocument/2006/relationships/slideLayout" Target="../slideLayouts/slideLayout378.xml"/><Relationship Id="rId8" Type="http://schemas.openxmlformats.org/officeDocument/2006/relationships/slideLayout" Target="../slideLayouts/slideLayout377.xml"/><Relationship Id="rId7" Type="http://schemas.openxmlformats.org/officeDocument/2006/relationships/slideLayout" Target="../slideLayouts/slideLayout376.xml"/><Relationship Id="rId6" Type="http://schemas.openxmlformats.org/officeDocument/2006/relationships/slideLayout" Target="../slideLayouts/slideLayout375.xml"/><Relationship Id="rId5" Type="http://schemas.openxmlformats.org/officeDocument/2006/relationships/slideLayout" Target="../slideLayouts/slideLayout374.xml"/><Relationship Id="rId4" Type="http://schemas.openxmlformats.org/officeDocument/2006/relationships/slideLayout" Target="../slideLayouts/slideLayout373.xml"/><Relationship Id="rId3" Type="http://schemas.openxmlformats.org/officeDocument/2006/relationships/slideLayout" Target="../slideLayouts/slideLayout372.xml"/><Relationship Id="rId2" Type="http://schemas.openxmlformats.org/officeDocument/2006/relationships/slideLayout" Target="../slideLayouts/slideLayout371.xml"/><Relationship Id="rId11" Type="http://schemas.openxmlformats.org/officeDocument/2006/relationships/theme" Target="../theme/theme42.xml"/><Relationship Id="rId10" Type="http://schemas.openxmlformats.org/officeDocument/2006/relationships/image" Target="../media/image1.jpeg"/><Relationship Id="rId1" Type="http://schemas.openxmlformats.org/officeDocument/2006/relationships/slideLayout" Target="../slideLayouts/slideLayout370.xml"/></Relationships>
</file>

<file path=ppt/slideMasters/_rels/slideMaster43.xml.rels><?xml version="1.0" encoding="UTF-8" standalone="yes"?>
<Relationships xmlns="http://schemas.openxmlformats.org/package/2006/relationships"><Relationship Id="rId9" Type="http://schemas.openxmlformats.org/officeDocument/2006/relationships/slideLayout" Target="../slideLayouts/slideLayout387.xml"/><Relationship Id="rId8" Type="http://schemas.openxmlformats.org/officeDocument/2006/relationships/slideLayout" Target="../slideLayouts/slideLayout386.xml"/><Relationship Id="rId7" Type="http://schemas.openxmlformats.org/officeDocument/2006/relationships/slideLayout" Target="../slideLayouts/slideLayout385.xml"/><Relationship Id="rId6" Type="http://schemas.openxmlformats.org/officeDocument/2006/relationships/slideLayout" Target="../slideLayouts/slideLayout384.xml"/><Relationship Id="rId5" Type="http://schemas.openxmlformats.org/officeDocument/2006/relationships/slideLayout" Target="../slideLayouts/slideLayout383.xml"/><Relationship Id="rId4" Type="http://schemas.openxmlformats.org/officeDocument/2006/relationships/slideLayout" Target="../slideLayouts/slideLayout382.xml"/><Relationship Id="rId3" Type="http://schemas.openxmlformats.org/officeDocument/2006/relationships/slideLayout" Target="../slideLayouts/slideLayout381.xml"/><Relationship Id="rId2" Type="http://schemas.openxmlformats.org/officeDocument/2006/relationships/slideLayout" Target="../slideLayouts/slideLayout380.xml"/><Relationship Id="rId11" Type="http://schemas.openxmlformats.org/officeDocument/2006/relationships/theme" Target="../theme/theme43.xml"/><Relationship Id="rId10" Type="http://schemas.openxmlformats.org/officeDocument/2006/relationships/image" Target="../media/image1.jpeg"/><Relationship Id="rId1" Type="http://schemas.openxmlformats.org/officeDocument/2006/relationships/slideLayout" Target="../slideLayouts/slideLayout379.xml"/></Relationships>
</file>

<file path=ppt/slideMasters/_rels/slideMaster44.xml.rels><?xml version="1.0" encoding="UTF-8" standalone="yes"?>
<Relationships xmlns="http://schemas.openxmlformats.org/package/2006/relationships"><Relationship Id="rId9" Type="http://schemas.openxmlformats.org/officeDocument/2006/relationships/slideLayout" Target="../slideLayouts/slideLayout396.xml"/><Relationship Id="rId8" Type="http://schemas.openxmlformats.org/officeDocument/2006/relationships/slideLayout" Target="../slideLayouts/slideLayout395.xml"/><Relationship Id="rId7" Type="http://schemas.openxmlformats.org/officeDocument/2006/relationships/slideLayout" Target="../slideLayouts/slideLayout394.xml"/><Relationship Id="rId6" Type="http://schemas.openxmlformats.org/officeDocument/2006/relationships/slideLayout" Target="../slideLayouts/slideLayout393.xml"/><Relationship Id="rId5" Type="http://schemas.openxmlformats.org/officeDocument/2006/relationships/slideLayout" Target="../slideLayouts/slideLayout392.xml"/><Relationship Id="rId4" Type="http://schemas.openxmlformats.org/officeDocument/2006/relationships/slideLayout" Target="../slideLayouts/slideLayout391.xml"/><Relationship Id="rId3" Type="http://schemas.openxmlformats.org/officeDocument/2006/relationships/slideLayout" Target="../slideLayouts/slideLayout390.xml"/><Relationship Id="rId2" Type="http://schemas.openxmlformats.org/officeDocument/2006/relationships/slideLayout" Target="../slideLayouts/slideLayout389.xml"/><Relationship Id="rId11" Type="http://schemas.openxmlformats.org/officeDocument/2006/relationships/theme" Target="../theme/theme44.xml"/><Relationship Id="rId10" Type="http://schemas.openxmlformats.org/officeDocument/2006/relationships/image" Target="../media/image1.jpeg"/><Relationship Id="rId1" Type="http://schemas.openxmlformats.org/officeDocument/2006/relationships/slideLayout" Target="../slideLayouts/slideLayout388.xml"/></Relationships>
</file>

<file path=ppt/slideMasters/_rels/slideMaster45.xml.rels><?xml version="1.0" encoding="UTF-8" standalone="yes"?>
<Relationships xmlns="http://schemas.openxmlformats.org/package/2006/relationships"><Relationship Id="rId9" Type="http://schemas.openxmlformats.org/officeDocument/2006/relationships/slideLayout" Target="../slideLayouts/slideLayout405.xml"/><Relationship Id="rId8" Type="http://schemas.openxmlformats.org/officeDocument/2006/relationships/slideLayout" Target="../slideLayouts/slideLayout404.xml"/><Relationship Id="rId7" Type="http://schemas.openxmlformats.org/officeDocument/2006/relationships/slideLayout" Target="../slideLayouts/slideLayout403.xml"/><Relationship Id="rId6" Type="http://schemas.openxmlformats.org/officeDocument/2006/relationships/slideLayout" Target="../slideLayouts/slideLayout402.xml"/><Relationship Id="rId5" Type="http://schemas.openxmlformats.org/officeDocument/2006/relationships/slideLayout" Target="../slideLayouts/slideLayout401.xml"/><Relationship Id="rId4" Type="http://schemas.openxmlformats.org/officeDocument/2006/relationships/slideLayout" Target="../slideLayouts/slideLayout400.xml"/><Relationship Id="rId3" Type="http://schemas.openxmlformats.org/officeDocument/2006/relationships/slideLayout" Target="../slideLayouts/slideLayout399.xml"/><Relationship Id="rId2" Type="http://schemas.openxmlformats.org/officeDocument/2006/relationships/slideLayout" Target="../slideLayouts/slideLayout398.xml"/><Relationship Id="rId11" Type="http://schemas.openxmlformats.org/officeDocument/2006/relationships/theme" Target="../theme/theme45.xml"/><Relationship Id="rId10" Type="http://schemas.openxmlformats.org/officeDocument/2006/relationships/image" Target="../media/image1.jpeg"/><Relationship Id="rId1" Type="http://schemas.openxmlformats.org/officeDocument/2006/relationships/slideLayout" Target="../slideLayouts/slideLayout397.xml"/></Relationships>
</file>

<file path=ppt/slideMasters/_rels/slideMaster46.xml.rels><?xml version="1.0" encoding="UTF-8" standalone="yes"?>
<Relationships xmlns="http://schemas.openxmlformats.org/package/2006/relationships"><Relationship Id="rId9" Type="http://schemas.openxmlformats.org/officeDocument/2006/relationships/slideLayout" Target="../slideLayouts/slideLayout414.xml"/><Relationship Id="rId8" Type="http://schemas.openxmlformats.org/officeDocument/2006/relationships/slideLayout" Target="../slideLayouts/slideLayout413.xml"/><Relationship Id="rId7" Type="http://schemas.openxmlformats.org/officeDocument/2006/relationships/slideLayout" Target="../slideLayouts/slideLayout412.xml"/><Relationship Id="rId6" Type="http://schemas.openxmlformats.org/officeDocument/2006/relationships/slideLayout" Target="../slideLayouts/slideLayout411.xml"/><Relationship Id="rId5" Type="http://schemas.openxmlformats.org/officeDocument/2006/relationships/slideLayout" Target="../slideLayouts/slideLayout410.xml"/><Relationship Id="rId4" Type="http://schemas.openxmlformats.org/officeDocument/2006/relationships/slideLayout" Target="../slideLayouts/slideLayout409.xml"/><Relationship Id="rId3" Type="http://schemas.openxmlformats.org/officeDocument/2006/relationships/slideLayout" Target="../slideLayouts/slideLayout408.xml"/><Relationship Id="rId2" Type="http://schemas.openxmlformats.org/officeDocument/2006/relationships/slideLayout" Target="../slideLayouts/slideLayout407.xml"/><Relationship Id="rId11" Type="http://schemas.openxmlformats.org/officeDocument/2006/relationships/theme" Target="../theme/theme46.xml"/><Relationship Id="rId10" Type="http://schemas.openxmlformats.org/officeDocument/2006/relationships/image" Target="../media/image1.jpeg"/><Relationship Id="rId1" Type="http://schemas.openxmlformats.org/officeDocument/2006/relationships/slideLayout" Target="../slideLayouts/slideLayout406.xml"/></Relationships>
</file>

<file path=ppt/slideMasters/_rels/slideMaster47.xml.rels><?xml version="1.0" encoding="UTF-8" standalone="yes"?>
<Relationships xmlns="http://schemas.openxmlformats.org/package/2006/relationships"><Relationship Id="rId9" Type="http://schemas.openxmlformats.org/officeDocument/2006/relationships/slideLayout" Target="../slideLayouts/slideLayout423.xml"/><Relationship Id="rId8" Type="http://schemas.openxmlformats.org/officeDocument/2006/relationships/slideLayout" Target="../slideLayouts/slideLayout422.xml"/><Relationship Id="rId7" Type="http://schemas.openxmlformats.org/officeDocument/2006/relationships/slideLayout" Target="../slideLayouts/slideLayout421.xml"/><Relationship Id="rId6" Type="http://schemas.openxmlformats.org/officeDocument/2006/relationships/slideLayout" Target="../slideLayouts/slideLayout420.xml"/><Relationship Id="rId5" Type="http://schemas.openxmlformats.org/officeDocument/2006/relationships/slideLayout" Target="../slideLayouts/slideLayout419.xml"/><Relationship Id="rId4" Type="http://schemas.openxmlformats.org/officeDocument/2006/relationships/slideLayout" Target="../slideLayouts/slideLayout418.xml"/><Relationship Id="rId3" Type="http://schemas.openxmlformats.org/officeDocument/2006/relationships/slideLayout" Target="../slideLayouts/slideLayout417.xml"/><Relationship Id="rId2" Type="http://schemas.openxmlformats.org/officeDocument/2006/relationships/slideLayout" Target="../slideLayouts/slideLayout416.xml"/><Relationship Id="rId11" Type="http://schemas.openxmlformats.org/officeDocument/2006/relationships/theme" Target="../theme/theme47.xml"/><Relationship Id="rId10" Type="http://schemas.openxmlformats.org/officeDocument/2006/relationships/image" Target="../media/image1.jpeg"/><Relationship Id="rId1" Type="http://schemas.openxmlformats.org/officeDocument/2006/relationships/slideLayout" Target="../slideLayouts/slideLayout415.xml"/></Relationships>
</file>

<file path=ppt/slideMasters/_rels/slideMaster48.xml.rels><?xml version="1.0" encoding="UTF-8" standalone="yes"?>
<Relationships xmlns="http://schemas.openxmlformats.org/package/2006/relationships"><Relationship Id="rId9" Type="http://schemas.openxmlformats.org/officeDocument/2006/relationships/slideLayout" Target="../slideLayouts/slideLayout432.xml"/><Relationship Id="rId8" Type="http://schemas.openxmlformats.org/officeDocument/2006/relationships/slideLayout" Target="../slideLayouts/slideLayout431.xml"/><Relationship Id="rId7" Type="http://schemas.openxmlformats.org/officeDocument/2006/relationships/slideLayout" Target="../slideLayouts/slideLayout430.xml"/><Relationship Id="rId6" Type="http://schemas.openxmlformats.org/officeDocument/2006/relationships/slideLayout" Target="../slideLayouts/slideLayout429.xml"/><Relationship Id="rId5" Type="http://schemas.openxmlformats.org/officeDocument/2006/relationships/slideLayout" Target="../slideLayouts/slideLayout428.xml"/><Relationship Id="rId4" Type="http://schemas.openxmlformats.org/officeDocument/2006/relationships/slideLayout" Target="../slideLayouts/slideLayout427.xml"/><Relationship Id="rId3" Type="http://schemas.openxmlformats.org/officeDocument/2006/relationships/slideLayout" Target="../slideLayouts/slideLayout426.xml"/><Relationship Id="rId2" Type="http://schemas.openxmlformats.org/officeDocument/2006/relationships/slideLayout" Target="../slideLayouts/slideLayout425.xml"/><Relationship Id="rId11" Type="http://schemas.openxmlformats.org/officeDocument/2006/relationships/theme" Target="../theme/theme48.xml"/><Relationship Id="rId10" Type="http://schemas.openxmlformats.org/officeDocument/2006/relationships/image" Target="../media/image1.jpeg"/><Relationship Id="rId1" Type="http://schemas.openxmlformats.org/officeDocument/2006/relationships/slideLayout" Target="../slideLayouts/slideLayout42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27"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1028"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1029"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1030"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0"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051"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2052"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2053"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2054"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0"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075"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3076"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3077"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3078"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099"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4100"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4101"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4102"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5123"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5124"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5125"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5126"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6147"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6148"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6149"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6150"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7171"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7172"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7173"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7174"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8195"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8196"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8197"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8198"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219"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9220"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9221"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9222"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729" r:id="rId1"/>
    <p:sldLayoutId id="2147483730" r:id="rId2"/>
    <p:sldLayoutId id="2147483731" r:id="rId3"/>
    <p:sldLayoutId id="2147483732" r:id="rId4"/>
    <p:sldLayoutId id="2147483733" r:id="rId5"/>
    <p:sldLayoutId id="2147483734" r:id="rId6"/>
    <p:sldLayoutId id="2147483735" r:id="rId7"/>
    <p:sldLayoutId id="2147483736" r:id="rId8"/>
    <p:sldLayoutId id="214748373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243"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10244"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10245"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10246"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739" r:id="rId1"/>
    <p:sldLayoutId id="2147483740" r:id="rId2"/>
    <p:sldLayoutId id="2147483741" r:id="rId3"/>
    <p:sldLayoutId id="2147483742" r:id="rId4"/>
    <p:sldLayoutId id="2147483743" r:id="rId5"/>
    <p:sldLayoutId id="2147483744" r:id="rId6"/>
    <p:sldLayoutId id="2147483745" r:id="rId7"/>
    <p:sldLayoutId id="2147483746" r:id="rId8"/>
    <p:sldLayoutId id="214748374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267"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11268"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11269"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11270"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749" r:id="rId1"/>
    <p:sldLayoutId id="2147483750" r:id="rId2"/>
    <p:sldLayoutId id="2147483751" r:id="rId3"/>
    <p:sldLayoutId id="2147483752" r:id="rId4"/>
    <p:sldLayoutId id="2147483753" r:id="rId5"/>
    <p:sldLayoutId id="2147483754" r:id="rId6"/>
    <p:sldLayoutId id="2147483755" r:id="rId7"/>
    <p:sldLayoutId id="2147483756" r:id="rId8"/>
    <p:sldLayoutId id="214748375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291"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12292"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12293"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12294"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315"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13316"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13317"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13318"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769" r:id="rId1"/>
    <p:sldLayoutId id="2147483770" r:id="rId2"/>
    <p:sldLayoutId id="2147483771" r:id="rId3"/>
    <p:sldLayoutId id="2147483772" r:id="rId4"/>
    <p:sldLayoutId id="2147483773" r:id="rId5"/>
    <p:sldLayoutId id="2147483774" r:id="rId6"/>
    <p:sldLayoutId id="2147483775" r:id="rId7"/>
    <p:sldLayoutId id="2147483776" r:id="rId8"/>
    <p:sldLayoutId id="214748377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4339"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14340"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14341"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14342"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779" r:id="rId1"/>
    <p:sldLayoutId id="2147483780" r:id="rId2"/>
    <p:sldLayoutId id="2147483781" r:id="rId3"/>
    <p:sldLayoutId id="2147483782" r:id="rId4"/>
    <p:sldLayoutId id="2147483783" r:id="rId5"/>
    <p:sldLayoutId id="2147483784" r:id="rId6"/>
    <p:sldLayoutId id="2147483785" r:id="rId7"/>
    <p:sldLayoutId id="2147483786" r:id="rId8"/>
    <p:sldLayoutId id="214748378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5363"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15364"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15365"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15366"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789" r:id="rId1"/>
    <p:sldLayoutId id="2147483790" r:id="rId2"/>
    <p:sldLayoutId id="2147483791" r:id="rId3"/>
    <p:sldLayoutId id="2147483792" r:id="rId4"/>
    <p:sldLayoutId id="2147483793" r:id="rId5"/>
    <p:sldLayoutId id="2147483794" r:id="rId6"/>
    <p:sldLayoutId id="2147483795" r:id="rId7"/>
    <p:sldLayoutId id="2147483796" r:id="rId8"/>
    <p:sldLayoutId id="214748379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6387"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16388"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16389"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16390"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7411"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17412"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17413"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17414"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809" r:id="rId1"/>
    <p:sldLayoutId id="2147483810" r:id="rId2"/>
    <p:sldLayoutId id="2147483811" r:id="rId3"/>
    <p:sldLayoutId id="2147483812" r:id="rId4"/>
    <p:sldLayoutId id="2147483813" r:id="rId5"/>
    <p:sldLayoutId id="2147483814" r:id="rId6"/>
    <p:sldLayoutId id="2147483815" r:id="rId7"/>
    <p:sldLayoutId id="2147483816" r:id="rId8"/>
    <p:sldLayoutId id="214748381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8435"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18436"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18437"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18438"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819" r:id="rId1"/>
    <p:sldLayoutId id="2147483820" r:id="rId2"/>
    <p:sldLayoutId id="2147483821" r:id="rId3"/>
    <p:sldLayoutId id="2147483822" r:id="rId4"/>
    <p:sldLayoutId id="2147483823" r:id="rId5"/>
    <p:sldLayoutId id="2147483824" r:id="rId6"/>
    <p:sldLayoutId id="2147483825" r:id="rId7"/>
    <p:sldLayoutId id="2147483826" r:id="rId8"/>
    <p:sldLayoutId id="214748382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9459"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19460"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19461"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19462"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829" r:id="rId1"/>
    <p:sldLayoutId id="2147483830" r:id="rId2"/>
    <p:sldLayoutId id="2147483831" r:id="rId3"/>
    <p:sldLayoutId id="2147483832" r:id="rId4"/>
    <p:sldLayoutId id="2147483833" r:id="rId5"/>
    <p:sldLayoutId id="2147483834" r:id="rId6"/>
    <p:sldLayoutId id="2147483835" r:id="rId7"/>
    <p:sldLayoutId id="2147483836" r:id="rId8"/>
    <p:sldLayoutId id="214748383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0483"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20484"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20485"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20486"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839" r:id="rId1"/>
    <p:sldLayoutId id="2147483840" r:id="rId2"/>
    <p:sldLayoutId id="2147483841" r:id="rId3"/>
    <p:sldLayoutId id="2147483842" r:id="rId4"/>
    <p:sldLayoutId id="2147483843" r:id="rId5"/>
    <p:sldLayoutId id="2147483844" r:id="rId6"/>
    <p:sldLayoutId id="2147483845" r:id="rId7"/>
    <p:sldLayoutId id="2147483846" r:id="rId8"/>
    <p:sldLayoutId id="214748384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1507"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21508"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21509"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21510"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849" r:id="rId1"/>
    <p:sldLayoutId id="2147483850" r:id="rId2"/>
    <p:sldLayoutId id="2147483851" r:id="rId3"/>
    <p:sldLayoutId id="2147483852" r:id="rId4"/>
    <p:sldLayoutId id="2147483853" r:id="rId5"/>
    <p:sldLayoutId id="2147483854" r:id="rId6"/>
    <p:sldLayoutId id="2147483855" r:id="rId7"/>
    <p:sldLayoutId id="2147483856" r:id="rId8"/>
    <p:sldLayoutId id="214748385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2531"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22532"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22533"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22534"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859" r:id="rId1"/>
    <p:sldLayoutId id="2147483860" r:id="rId2"/>
    <p:sldLayoutId id="2147483861" r:id="rId3"/>
    <p:sldLayoutId id="2147483862" r:id="rId4"/>
    <p:sldLayoutId id="2147483863" r:id="rId5"/>
    <p:sldLayoutId id="2147483864" r:id="rId6"/>
    <p:sldLayoutId id="2147483865" r:id="rId7"/>
    <p:sldLayoutId id="2147483866" r:id="rId8"/>
    <p:sldLayoutId id="214748386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3555"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23556"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23557"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23558"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869" r:id="rId1"/>
    <p:sldLayoutId id="2147483870" r:id="rId2"/>
    <p:sldLayoutId id="2147483871" r:id="rId3"/>
    <p:sldLayoutId id="2147483872" r:id="rId4"/>
    <p:sldLayoutId id="2147483873" r:id="rId5"/>
    <p:sldLayoutId id="2147483874" r:id="rId6"/>
    <p:sldLayoutId id="2147483875" r:id="rId7"/>
    <p:sldLayoutId id="2147483876" r:id="rId8"/>
    <p:sldLayoutId id="214748387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4579"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24580"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24581"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24582"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879" r:id="rId1"/>
    <p:sldLayoutId id="2147483880" r:id="rId2"/>
    <p:sldLayoutId id="2147483881" r:id="rId3"/>
    <p:sldLayoutId id="2147483882" r:id="rId4"/>
    <p:sldLayoutId id="2147483883" r:id="rId5"/>
    <p:sldLayoutId id="2147483884" r:id="rId6"/>
    <p:sldLayoutId id="2147483885" r:id="rId7"/>
    <p:sldLayoutId id="2147483886" r:id="rId8"/>
    <p:sldLayoutId id="214748388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5603"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25604"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25605"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25606"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889" r:id="rId1"/>
    <p:sldLayoutId id="2147483890" r:id="rId2"/>
    <p:sldLayoutId id="2147483891" r:id="rId3"/>
    <p:sldLayoutId id="2147483892" r:id="rId4"/>
    <p:sldLayoutId id="2147483893" r:id="rId5"/>
    <p:sldLayoutId id="2147483894" r:id="rId6"/>
    <p:sldLayoutId id="2147483895" r:id="rId7"/>
    <p:sldLayoutId id="2147483896" r:id="rId8"/>
    <p:sldLayoutId id="214748389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6627"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26628"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26629"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26630"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899" r:id="rId1"/>
    <p:sldLayoutId id="2147483900" r:id="rId2"/>
    <p:sldLayoutId id="2147483901" r:id="rId3"/>
    <p:sldLayoutId id="2147483902" r:id="rId4"/>
    <p:sldLayoutId id="2147483903" r:id="rId5"/>
    <p:sldLayoutId id="2147483904" r:id="rId6"/>
    <p:sldLayoutId id="2147483905" r:id="rId7"/>
    <p:sldLayoutId id="2147483906" r:id="rId8"/>
    <p:sldLayoutId id="214748390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7651"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27652"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27653"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27654"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909" r:id="rId1"/>
    <p:sldLayoutId id="2147483910" r:id="rId2"/>
    <p:sldLayoutId id="2147483911" r:id="rId3"/>
    <p:sldLayoutId id="2147483912" r:id="rId4"/>
    <p:sldLayoutId id="2147483913" r:id="rId5"/>
    <p:sldLayoutId id="2147483914" r:id="rId6"/>
    <p:sldLayoutId id="2147483915" r:id="rId7"/>
    <p:sldLayoutId id="2147483916" r:id="rId8"/>
    <p:sldLayoutId id="214748391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8675"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28676"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28677"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28678"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919" r:id="rId1"/>
    <p:sldLayoutId id="2147483920" r:id="rId2"/>
    <p:sldLayoutId id="2147483921" r:id="rId3"/>
    <p:sldLayoutId id="2147483922" r:id="rId4"/>
    <p:sldLayoutId id="2147483923" r:id="rId5"/>
    <p:sldLayoutId id="2147483924" r:id="rId6"/>
    <p:sldLayoutId id="2147483925" r:id="rId7"/>
    <p:sldLayoutId id="2147483926" r:id="rId8"/>
    <p:sldLayoutId id="214748392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9.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9699"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29700"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29701"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29702"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929" r:id="rId1"/>
    <p:sldLayoutId id="2147483930" r:id="rId2"/>
    <p:sldLayoutId id="2147483931" r:id="rId3"/>
    <p:sldLayoutId id="2147483932" r:id="rId4"/>
    <p:sldLayoutId id="2147483933" r:id="rId5"/>
    <p:sldLayoutId id="2147483934" r:id="rId6"/>
    <p:sldLayoutId id="2147483935" r:id="rId7"/>
    <p:sldLayoutId id="2147483936" r:id="rId8"/>
    <p:sldLayoutId id="214748393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0.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0723"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30724"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30725"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30726"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939" r:id="rId1"/>
    <p:sldLayoutId id="2147483940" r:id="rId2"/>
    <p:sldLayoutId id="2147483941" r:id="rId3"/>
    <p:sldLayoutId id="2147483942" r:id="rId4"/>
    <p:sldLayoutId id="2147483943" r:id="rId5"/>
    <p:sldLayoutId id="2147483944" r:id="rId6"/>
    <p:sldLayoutId id="2147483945" r:id="rId7"/>
    <p:sldLayoutId id="2147483946" r:id="rId8"/>
    <p:sldLayoutId id="214748394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1747"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31748"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31749"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31750"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2"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949" r:id="rId1"/>
    <p:sldLayoutId id="2147483950" r:id="rId2"/>
    <p:sldLayoutId id="2147483951" r:id="rId3"/>
    <p:sldLayoutId id="2147483952" r:id="rId4"/>
    <p:sldLayoutId id="2147483953" r:id="rId5"/>
    <p:sldLayoutId id="2147483954" r:id="rId6"/>
    <p:sldLayoutId id="2147483955" r:id="rId7"/>
    <p:sldLayoutId id="2147483956" r:id="rId8"/>
    <p:sldLayoutId id="214748395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2771"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32772"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32773"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32774"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2"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959" r:id="rId1"/>
    <p:sldLayoutId id="2147483960" r:id="rId2"/>
    <p:sldLayoutId id="2147483961" r:id="rId3"/>
    <p:sldLayoutId id="2147483962" r:id="rId4"/>
    <p:sldLayoutId id="2147483963" r:id="rId5"/>
    <p:sldLayoutId id="2147483964" r:id="rId6"/>
    <p:sldLayoutId id="2147483965" r:id="rId7"/>
    <p:sldLayoutId id="2147483966" r:id="rId8"/>
    <p:sldLayoutId id="214748396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3.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3795"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33796"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33797"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33798"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2"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969" r:id="rId1"/>
    <p:sldLayoutId id="2147483970" r:id="rId2"/>
    <p:sldLayoutId id="2147483971" r:id="rId3"/>
    <p:sldLayoutId id="2147483972" r:id="rId4"/>
    <p:sldLayoutId id="2147483973" r:id="rId5"/>
    <p:sldLayoutId id="2147483974" r:id="rId6"/>
    <p:sldLayoutId id="2147483975" r:id="rId7"/>
    <p:sldLayoutId id="2147483976" r:id="rId8"/>
    <p:sldLayoutId id="214748397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4.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4819"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34820"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34821"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34822"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979" r:id="rId1"/>
    <p:sldLayoutId id="2147483980" r:id="rId2"/>
    <p:sldLayoutId id="2147483981" r:id="rId3"/>
    <p:sldLayoutId id="2147483982" r:id="rId4"/>
    <p:sldLayoutId id="2147483983" r:id="rId5"/>
    <p:sldLayoutId id="2147483984" r:id="rId6"/>
    <p:sldLayoutId id="2147483985" r:id="rId7"/>
    <p:sldLayoutId id="2147483986" r:id="rId8"/>
    <p:sldLayoutId id="214748398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5.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5843"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35844"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35845"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35846"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989" r:id="rId1"/>
    <p:sldLayoutId id="2147483990" r:id="rId2"/>
    <p:sldLayoutId id="2147483991" r:id="rId3"/>
    <p:sldLayoutId id="2147483992" r:id="rId4"/>
    <p:sldLayoutId id="2147483993" r:id="rId5"/>
    <p:sldLayoutId id="2147483994" r:id="rId6"/>
    <p:sldLayoutId id="2147483995" r:id="rId7"/>
    <p:sldLayoutId id="2147483996" r:id="rId8"/>
    <p:sldLayoutId id="214748399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6.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6867"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36868"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36869"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36870"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7.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7891"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37892"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37893"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37894"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4009" r:id="rId1"/>
    <p:sldLayoutId id="2147484010" r:id="rId2"/>
    <p:sldLayoutId id="2147484011" r:id="rId3"/>
    <p:sldLayoutId id="2147484012" r:id="rId4"/>
    <p:sldLayoutId id="2147484013" r:id="rId5"/>
    <p:sldLayoutId id="2147484014" r:id="rId6"/>
    <p:sldLayoutId id="2147484015" r:id="rId7"/>
    <p:sldLayoutId id="2147484016" r:id="rId8"/>
    <p:sldLayoutId id="214748401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8.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8915"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38916"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38917"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38918"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4019" r:id="rId1"/>
    <p:sldLayoutId id="2147484020" r:id="rId2"/>
    <p:sldLayoutId id="2147484021" r:id="rId3"/>
    <p:sldLayoutId id="2147484022" r:id="rId4"/>
    <p:sldLayoutId id="2147484023" r:id="rId5"/>
    <p:sldLayoutId id="2147484024" r:id="rId6"/>
    <p:sldLayoutId id="2147484025" r:id="rId7"/>
    <p:sldLayoutId id="2147484026" r:id="rId8"/>
    <p:sldLayoutId id="214748402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9.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9939"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39940"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39941"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39942"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4029" r:id="rId1"/>
    <p:sldLayoutId id="2147484030" r:id="rId2"/>
    <p:sldLayoutId id="2147484031" r:id="rId3"/>
    <p:sldLayoutId id="2147484032" r:id="rId4"/>
    <p:sldLayoutId id="2147484033" r:id="rId5"/>
    <p:sldLayoutId id="2147484034" r:id="rId6"/>
    <p:sldLayoutId id="2147484035" r:id="rId7"/>
    <p:sldLayoutId id="2147484036" r:id="rId8"/>
    <p:sldLayoutId id="214748403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0.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0963"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40964"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40965"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40966"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4039" r:id="rId1"/>
    <p:sldLayoutId id="2147484040" r:id="rId2"/>
    <p:sldLayoutId id="2147484041" r:id="rId3"/>
    <p:sldLayoutId id="2147484042" r:id="rId4"/>
    <p:sldLayoutId id="2147484043" r:id="rId5"/>
    <p:sldLayoutId id="2147484044" r:id="rId6"/>
    <p:sldLayoutId id="2147484045" r:id="rId7"/>
    <p:sldLayoutId id="2147484046" r:id="rId8"/>
    <p:sldLayoutId id="214748404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1.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1987"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41988"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41989"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41990"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4049" r:id="rId1"/>
    <p:sldLayoutId id="2147484050" r:id="rId2"/>
    <p:sldLayoutId id="2147484051" r:id="rId3"/>
    <p:sldLayoutId id="2147484052" r:id="rId4"/>
    <p:sldLayoutId id="2147484053" r:id="rId5"/>
    <p:sldLayoutId id="2147484054" r:id="rId6"/>
    <p:sldLayoutId id="2147484055" r:id="rId7"/>
    <p:sldLayoutId id="2147484056" r:id="rId8"/>
    <p:sldLayoutId id="214748405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2.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3011"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43012"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43013"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43014"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4059" r:id="rId1"/>
    <p:sldLayoutId id="2147484060" r:id="rId2"/>
    <p:sldLayoutId id="2147484061" r:id="rId3"/>
    <p:sldLayoutId id="2147484062" r:id="rId4"/>
    <p:sldLayoutId id="2147484063" r:id="rId5"/>
    <p:sldLayoutId id="2147484064" r:id="rId6"/>
    <p:sldLayoutId id="2147484065" r:id="rId7"/>
    <p:sldLayoutId id="2147484066" r:id="rId8"/>
    <p:sldLayoutId id="214748406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3.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4035"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44036"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44037"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44038"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4069" r:id="rId1"/>
    <p:sldLayoutId id="2147484070" r:id="rId2"/>
    <p:sldLayoutId id="2147484071" r:id="rId3"/>
    <p:sldLayoutId id="2147484072" r:id="rId4"/>
    <p:sldLayoutId id="2147484073" r:id="rId5"/>
    <p:sldLayoutId id="2147484074" r:id="rId6"/>
    <p:sldLayoutId id="2147484075" r:id="rId7"/>
    <p:sldLayoutId id="2147484076" r:id="rId8"/>
    <p:sldLayoutId id="214748407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4.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5059"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45060"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45061"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45062"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4079" r:id="rId1"/>
    <p:sldLayoutId id="2147484080" r:id="rId2"/>
    <p:sldLayoutId id="2147484081" r:id="rId3"/>
    <p:sldLayoutId id="2147484082" r:id="rId4"/>
    <p:sldLayoutId id="2147484083" r:id="rId5"/>
    <p:sldLayoutId id="2147484084" r:id="rId6"/>
    <p:sldLayoutId id="2147484085" r:id="rId7"/>
    <p:sldLayoutId id="2147484086" r:id="rId8"/>
    <p:sldLayoutId id="214748408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5.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6083"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46084"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46085"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46086"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4089" r:id="rId1"/>
    <p:sldLayoutId id="2147484090" r:id="rId2"/>
    <p:sldLayoutId id="2147484091" r:id="rId3"/>
    <p:sldLayoutId id="2147484092" r:id="rId4"/>
    <p:sldLayoutId id="2147484093" r:id="rId5"/>
    <p:sldLayoutId id="2147484094" r:id="rId6"/>
    <p:sldLayoutId id="2147484095" r:id="rId7"/>
    <p:sldLayoutId id="2147484096" r:id="rId8"/>
    <p:sldLayoutId id="214748409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6.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7107"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47108"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47109"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47110"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4099" r:id="rId1"/>
    <p:sldLayoutId id="2147484100" r:id="rId2"/>
    <p:sldLayoutId id="2147484101" r:id="rId3"/>
    <p:sldLayoutId id="2147484102" r:id="rId4"/>
    <p:sldLayoutId id="2147484103" r:id="rId5"/>
    <p:sldLayoutId id="2147484104" r:id="rId6"/>
    <p:sldLayoutId id="2147484105" r:id="rId7"/>
    <p:sldLayoutId id="2147484106" r:id="rId8"/>
    <p:sldLayoutId id="214748410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7.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8131"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48132"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48133"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48134"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4109" r:id="rId1"/>
    <p:sldLayoutId id="2147484110" r:id="rId2"/>
    <p:sldLayoutId id="2147484111" r:id="rId3"/>
    <p:sldLayoutId id="2147484112" r:id="rId4"/>
    <p:sldLayoutId id="2147484113" r:id="rId5"/>
    <p:sldLayoutId id="2147484114" r:id="rId6"/>
    <p:sldLayoutId id="2147484115" r:id="rId7"/>
    <p:sldLayoutId id="2147484116" r:id="rId8"/>
    <p:sldLayoutId id="214748411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8.xml><?xml version="1.0" encoding="utf-8"?>
<p:sldMaster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cxnSp>
        <p:nvCxnSpPr>
          <p:cNvPr id="7" name="直接连接符 6"/>
          <p:cNvCxnSpPr/>
          <p:nvPr userDrawn="1"/>
        </p:nvCxnSpPr>
        <p:spPr>
          <a:xfrm>
            <a:off x="26988" y="654050"/>
            <a:ext cx="12204700" cy="0"/>
          </a:xfrm>
          <a:prstGeom prst="line">
            <a:avLst/>
          </a:prstGeom>
          <a:gradFill>
            <a:gsLst>
              <a:gs pos="0">
                <a:srgbClr val="007BD3"/>
              </a:gs>
              <a:gs pos="100000">
                <a:srgbClr val="034373"/>
              </a:gs>
            </a:gsLst>
            <a:lin ang="5400000" scaled="0"/>
          </a:gradFill>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49155" name="组合 7"/>
          <p:cNvPicPr>
            <a:picLocks noGrp="1" noChangeAspect="1"/>
          </p:cNvPicPr>
          <p:nvPr userDrawn="1"/>
        </p:nvPicPr>
        <p:blipFill>
          <a:blip r:embed="rId10"/>
          <a:stretch>
            <a:fillRect/>
          </a:stretch>
        </p:blipFill>
        <p:spPr>
          <a:xfrm>
            <a:off x="11379200" y="6072188"/>
            <a:ext cx="1311275" cy="1347787"/>
          </a:xfrm>
          <a:prstGeom prst="rect">
            <a:avLst/>
          </a:prstGeom>
          <a:noFill/>
          <a:ln w="9525">
            <a:noFill/>
          </a:ln>
        </p:spPr>
      </p:pic>
      <p:pic>
        <p:nvPicPr>
          <p:cNvPr id="49156" name="组合 11"/>
          <p:cNvPicPr>
            <a:picLocks noGrp="1" noChangeAspect="1"/>
          </p:cNvPicPr>
          <p:nvPr userDrawn="1"/>
        </p:nvPicPr>
        <p:blipFill>
          <a:blip r:embed="rId10"/>
          <a:stretch>
            <a:fillRect/>
          </a:stretch>
        </p:blipFill>
        <p:spPr>
          <a:xfrm>
            <a:off x="-115887" y="-168275"/>
            <a:ext cx="1271587" cy="1230313"/>
          </a:xfrm>
          <a:prstGeom prst="rect">
            <a:avLst/>
          </a:prstGeom>
          <a:noFill/>
          <a:ln w="9525">
            <a:noFill/>
          </a:ln>
        </p:spPr>
      </p:pic>
      <p:pic>
        <p:nvPicPr>
          <p:cNvPr id="49157" name="组合 15"/>
          <p:cNvPicPr>
            <a:picLocks noGrp="1" noChangeAspect="1"/>
          </p:cNvPicPr>
          <p:nvPr userDrawn="1"/>
        </p:nvPicPr>
        <p:blipFill>
          <a:blip r:embed="rId10"/>
          <a:stretch>
            <a:fillRect/>
          </a:stretch>
        </p:blipFill>
        <p:spPr>
          <a:xfrm>
            <a:off x="-6350" y="-15875"/>
            <a:ext cx="466725" cy="611188"/>
          </a:xfrm>
          <a:prstGeom prst="rect">
            <a:avLst/>
          </a:prstGeom>
          <a:noFill/>
          <a:ln w="9525">
            <a:noFill/>
          </a:ln>
        </p:spPr>
      </p:pic>
      <p:pic>
        <p:nvPicPr>
          <p:cNvPr id="49158" name="组合 23"/>
          <p:cNvPicPr>
            <a:picLocks noGrp="1" noChangeAspect="1"/>
          </p:cNvPicPr>
          <p:nvPr userDrawn="1"/>
        </p:nvPicPr>
        <p:blipFill>
          <a:blip r:embed="rId10"/>
          <a:stretch>
            <a:fillRect/>
          </a:stretch>
        </p:blipFill>
        <p:spPr>
          <a:xfrm>
            <a:off x="11920538" y="407988"/>
            <a:ext cx="485775" cy="557212"/>
          </a:xfrm>
          <a:prstGeom prst="rect">
            <a:avLst/>
          </a:prstGeom>
          <a:noFill/>
          <a:ln w="9525">
            <a:noFill/>
          </a:ln>
        </p:spPr>
      </p:pic>
      <p:grpSp>
        <p:nvGrpSpPr>
          <p:cNvPr id="8" name="组合 7"/>
          <p:cNvGrpSpPr/>
          <p:nvPr userDrawn="1"/>
        </p:nvGrpSpPr>
        <p:grpSpPr>
          <a:xfrm rot="13450455">
            <a:off x="11576089" y="5919853"/>
            <a:ext cx="661486" cy="1681203"/>
            <a:chOff x="11762339" y="3746221"/>
            <a:chExt cx="406107" cy="1155987"/>
          </a:xfrm>
          <a:gradFill>
            <a:gsLst>
              <a:gs pos="0">
                <a:srgbClr val="007BD3"/>
              </a:gs>
              <a:gs pos="100000">
                <a:srgbClr val="034373"/>
              </a:gs>
            </a:gsLst>
            <a:lin ang="5400000" scaled="0"/>
          </a:gradFill>
        </p:grpSpPr>
        <p:sp>
          <p:nvSpPr>
            <p:cNvPr id="9" name="Freeform 16"/>
            <p:cNvSpPr/>
            <p:nvPr/>
          </p:nvSpPr>
          <p:spPr bwMode="auto">
            <a:xfrm flipV="1">
              <a:off x="11767353" y="3746221"/>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0" name="Freeform 30"/>
            <p:cNvSpPr/>
            <p:nvPr/>
          </p:nvSpPr>
          <p:spPr bwMode="auto">
            <a:xfrm rot="15296182">
              <a:off x="11830602" y="4196908"/>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1" name="Freeform 12"/>
            <p:cNvSpPr/>
            <p:nvPr/>
          </p:nvSpPr>
          <p:spPr bwMode="auto">
            <a:xfrm rot="7160246">
              <a:off x="11692179" y="4425941"/>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2" name="组合 11"/>
          <p:cNvGrpSpPr/>
          <p:nvPr userDrawn="1"/>
        </p:nvGrpSpPr>
        <p:grpSpPr>
          <a:xfrm rot="2731254">
            <a:off x="328816" y="-354741"/>
            <a:ext cx="566181" cy="1611634"/>
            <a:chOff x="4454660" y="3810474"/>
            <a:chExt cx="406107" cy="1155987"/>
          </a:xfrm>
          <a:gradFill>
            <a:gsLst>
              <a:gs pos="0">
                <a:srgbClr val="007BD3"/>
              </a:gs>
              <a:gs pos="100000">
                <a:srgbClr val="034373"/>
              </a:gs>
            </a:gsLst>
            <a:lin ang="5400000" scaled="0"/>
          </a:gradFill>
        </p:grpSpPr>
        <p:sp>
          <p:nvSpPr>
            <p:cNvPr id="13"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4"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5"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16" name="组合 15"/>
          <p:cNvGrpSpPr/>
          <p:nvPr userDrawn="1"/>
        </p:nvGrpSpPr>
        <p:grpSpPr>
          <a:xfrm rot="23880000" flipV="1">
            <a:off x="98385" y="-35479"/>
            <a:ext cx="212642" cy="605290"/>
            <a:chOff x="4454660" y="3810474"/>
            <a:chExt cx="406107" cy="1155987"/>
          </a:xfrm>
          <a:gradFill>
            <a:gsLst>
              <a:gs pos="0">
                <a:srgbClr val="007BD3"/>
              </a:gs>
              <a:gs pos="100000">
                <a:srgbClr val="034373"/>
              </a:gs>
            </a:gsLst>
            <a:lin ang="5400000" scaled="0"/>
          </a:gradFill>
        </p:grpSpPr>
        <p:sp>
          <p:nvSpPr>
            <p:cNvPr id="17"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8"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19"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grpSp>
        <p:nvGrpSpPr>
          <p:cNvPr id="24" name="组合 23"/>
          <p:cNvGrpSpPr/>
          <p:nvPr userDrawn="1"/>
        </p:nvGrpSpPr>
        <p:grpSpPr>
          <a:xfrm rot="19500000" flipH="1" flipV="1">
            <a:off x="12018551" y="388789"/>
            <a:ext cx="212642" cy="605301"/>
            <a:chOff x="4454660" y="3810474"/>
            <a:chExt cx="406107" cy="1155987"/>
          </a:xfrm>
          <a:gradFill>
            <a:gsLst>
              <a:gs pos="0">
                <a:srgbClr val="007BD3"/>
              </a:gs>
              <a:gs pos="100000">
                <a:srgbClr val="034373"/>
              </a:gs>
            </a:gsLst>
            <a:lin ang="5400000" scaled="0"/>
          </a:gradFill>
        </p:grpSpPr>
        <p:sp>
          <p:nvSpPr>
            <p:cNvPr id="25" name="Freeform 16"/>
            <p:cNvSpPr/>
            <p:nvPr/>
          </p:nvSpPr>
          <p:spPr bwMode="auto">
            <a:xfrm flipV="1">
              <a:off x="4459674" y="3810474"/>
              <a:ext cx="396080" cy="564858"/>
            </a:xfrm>
            <a:custGeom>
              <a:avLst/>
              <a:gdLst>
                <a:gd name="T0" fmla="*/ 284 w 758"/>
                <a:gd name="T1" fmla="*/ 1081 h 1081"/>
                <a:gd name="T2" fmla="*/ 758 w 758"/>
                <a:gd name="T3" fmla="*/ 0 h 1081"/>
                <a:gd name="T4" fmla="*/ 0 w 758"/>
                <a:gd name="T5" fmla="*/ 288 h 1081"/>
                <a:gd name="T6" fmla="*/ 284 w 758"/>
                <a:gd name="T7" fmla="*/ 1081 h 1081"/>
              </a:gdLst>
              <a:ahLst/>
              <a:cxnLst>
                <a:cxn ang="0">
                  <a:pos x="T0" y="T1"/>
                </a:cxn>
                <a:cxn ang="0">
                  <a:pos x="T2" y="T3"/>
                </a:cxn>
                <a:cxn ang="0">
                  <a:pos x="T4" y="T5"/>
                </a:cxn>
                <a:cxn ang="0">
                  <a:pos x="T6" y="T7"/>
                </a:cxn>
              </a:cxnLst>
              <a:rect l="0" t="0" r="r" b="b"/>
              <a:pathLst>
                <a:path w="758" h="1081">
                  <a:moveTo>
                    <a:pt x="284" y="1081"/>
                  </a:moveTo>
                  <a:lnTo>
                    <a:pt x="758" y="0"/>
                  </a:lnTo>
                  <a:lnTo>
                    <a:pt x="0" y="288"/>
                  </a:lnTo>
                  <a:lnTo>
                    <a:pt x="284" y="1081"/>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6" name="Freeform 30"/>
            <p:cNvSpPr/>
            <p:nvPr/>
          </p:nvSpPr>
          <p:spPr bwMode="auto">
            <a:xfrm rot="15296182">
              <a:off x="4522923" y="4261161"/>
              <a:ext cx="275725" cy="329602"/>
            </a:xfrm>
            <a:custGeom>
              <a:avLst/>
              <a:gdLst>
                <a:gd name="T0" fmla="*/ 0 w 261"/>
                <a:gd name="T1" fmla="*/ 0 h 312"/>
                <a:gd name="T2" fmla="*/ 119 w 261"/>
                <a:gd name="T3" fmla="*/ 312 h 312"/>
                <a:gd name="T4" fmla="*/ 119 w 261"/>
                <a:gd name="T5" fmla="*/ 312 h 312"/>
                <a:gd name="T6" fmla="*/ 261 w 261"/>
                <a:gd name="T7" fmla="*/ 0 h 312"/>
                <a:gd name="T8" fmla="*/ 0 w 261"/>
                <a:gd name="T9" fmla="*/ 0 h 312"/>
              </a:gdLst>
              <a:ahLst/>
              <a:cxnLst>
                <a:cxn ang="0">
                  <a:pos x="T0" y="T1"/>
                </a:cxn>
                <a:cxn ang="0">
                  <a:pos x="T2" y="T3"/>
                </a:cxn>
                <a:cxn ang="0">
                  <a:pos x="T4" y="T5"/>
                </a:cxn>
                <a:cxn ang="0">
                  <a:pos x="T6" y="T7"/>
                </a:cxn>
                <a:cxn ang="0">
                  <a:pos x="T8" y="T9"/>
                </a:cxn>
              </a:cxnLst>
              <a:rect l="0" t="0" r="r" b="b"/>
              <a:pathLst>
                <a:path w="261" h="312">
                  <a:moveTo>
                    <a:pt x="0" y="0"/>
                  </a:moveTo>
                  <a:lnTo>
                    <a:pt x="119" y="312"/>
                  </a:lnTo>
                  <a:lnTo>
                    <a:pt x="119" y="312"/>
                  </a:lnTo>
                  <a:lnTo>
                    <a:pt x="261" y="0"/>
                  </a:lnTo>
                  <a:lnTo>
                    <a:pt x="0"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sp>
          <p:nvSpPr>
            <p:cNvPr id="27" name="Freeform 12"/>
            <p:cNvSpPr/>
            <p:nvPr/>
          </p:nvSpPr>
          <p:spPr bwMode="auto">
            <a:xfrm rot="7160246">
              <a:off x="4384500" y="4490194"/>
              <a:ext cx="546427" cy="406107"/>
            </a:xfrm>
            <a:custGeom>
              <a:avLst/>
              <a:gdLst>
                <a:gd name="T0" fmla="*/ 782 w 1067"/>
                <a:gd name="T1" fmla="*/ 0 h 793"/>
                <a:gd name="T2" fmla="*/ 0 w 1067"/>
                <a:gd name="T3" fmla="*/ 288 h 793"/>
                <a:gd name="T4" fmla="*/ 1067 w 1067"/>
                <a:gd name="T5" fmla="*/ 793 h 793"/>
                <a:gd name="T6" fmla="*/ 782 w 1067"/>
                <a:gd name="T7" fmla="*/ 0 h 793"/>
              </a:gdLst>
              <a:ahLst/>
              <a:cxnLst>
                <a:cxn ang="0">
                  <a:pos x="T0" y="T1"/>
                </a:cxn>
                <a:cxn ang="0">
                  <a:pos x="T2" y="T3"/>
                </a:cxn>
                <a:cxn ang="0">
                  <a:pos x="T4" y="T5"/>
                </a:cxn>
                <a:cxn ang="0">
                  <a:pos x="T6" y="T7"/>
                </a:cxn>
              </a:cxnLst>
              <a:rect l="0" t="0" r="r" b="b"/>
              <a:pathLst>
                <a:path w="1067" h="793">
                  <a:moveTo>
                    <a:pt x="782" y="0"/>
                  </a:moveTo>
                  <a:lnTo>
                    <a:pt x="0" y="288"/>
                  </a:lnTo>
                  <a:lnTo>
                    <a:pt x="1067" y="793"/>
                  </a:lnTo>
                  <a:lnTo>
                    <a:pt x="782" y="0"/>
                  </a:ln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p>
              <a:pPr fontAlgn="auto"/>
              <a:endParaRPr lang="zh-CN" altLang="en-US" strike="noStrike" noProof="1"/>
            </a:p>
          </p:txBody>
        </p:sp>
      </p:grpSp>
    </p:spTree>
  </p:cSld>
  <p:clrMap bg1="lt1" tx1="dk1" bg2="lt2" tx2="dk2" accent1="accent1" accent2="accent2" accent3="accent3" accent4="accent4" accent5="accent5" accent6="accent6" hlink="hlink" folHlink="folHlink"/>
  <p:sldLayoutIdLst>
    <p:sldLayoutId id="2147484119" r:id="rId1"/>
    <p:sldLayoutId id="2147484120" r:id="rId2"/>
    <p:sldLayoutId id="2147484121" r:id="rId3"/>
    <p:sldLayoutId id="2147484122" r:id="rId4"/>
    <p:sldLayoutId id="2147484123" r:id="rId5"/>
    <p:sldLayoutId id="2147484124" r:id="rId6"/>
    <p:sldLayoutId id="2147484125" r:id="rId7"/>
    <p:sldLayoutId id="2147484126" r:id="rId8"/>
    <p:sldLayoutId id="2147484127" r:id="rId9"/>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19.xml"/><Relationship Id="rId2" Type="http://schemas.openxmlformats.org/officeDocument/2006/relationships/image" Target="../media/image1.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9" Type="http://schemas.openxmlformats.org/officeDocument/2006/relationships/notesSlide" Target="../notesSlides/notesSlide3.xml"/><Relationship Id="rId8" Type="http://schemas.openxmlformats.org/officeDocument/2006/relationships/vmlDrawing" Target="../drawings/vmlDrawing1.vml"/><Relationship Id="rId7" Type="http://schemas.openxmlformats.org/officeDocument/2006/relationships/slideLayout" Target="../slideLayouts/slideLayout55.xml"/><Relationship Id="rId6" Type="http://schemas.openxmlformats.org/officeDocument/2006/relationships/image" Target="../media/image4.wmf"/><Relationship Id="rId5" Type="http://schemas.openxmlformats.org/officeDocument/2006/relationships/oleObject" Target="../embeddings/oleObject2.bin"/><Relationship Id="rId4" Type="http://schemas.openxmlformats.org/officeDocument/2006/relationships/image" Target="../media/image3.wmf"/><Relationship Id="rId3" Type="http://schemas.openxmlformats.org/officeDocument/2006/relationships/oleObject" Target="../embeddings/oleObject1.bin"/><Relationship Id="rId2" Type="http://schemas.openxmlformats.org/officeDocument/2006/relationships/image" Target="../media/image1.jpe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1.xml"/><Relationship Id="rId2" Type="http://schemas.openxmlformats.org/officeDocument/2006/relationships/image" Target="../media/image1.jpeg"/><Relationship Id="rId1" Type="http://schemas.openxmlformats.org/officeDocument/2006/relationships/slide" Target="slide6.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8.xml"/><Relationship Id="rId4" Type="http://schemas.openxmlformats.org/officeDocument/2006/relationships/audio" Target="../media/audio3.wav"/><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 Target="slide1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audio1.wav"/><Relationship Id="rId1" Type="http://schemas.openxmlformats.org/officeDocument/2006/relationships/audio" Target="../media/audio4.wav"/></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35.xml"/><Relationship Id="rId1" Type="http://schemas.openxmlformats.org/officeDocument/2006/relationships/audio" Target="../media/audio1.wav"/></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audio" Target="../media/audio1.wav"/></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44.xml"/><Relationship Id="rId1" Type="http://schemas.openxmlformats.org/officeDocument/2006/relationships/audio" Target="../media/audio1.wav"/></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53.xml"/><Relationship Id="rId1" Type="http://schemas.openxmlformats.org/officeDocument/2006/relationships/audio" Target="../media/audio1.wav"/></Relationships>
</file>

<file path=ppt/slides/_rels/slide15.xml.rels><?xml version="1.0" encoding="UTF-8" standalone="yes"?>
<Relationships xmlns="http://schemas.openxmlformats.org/package/2006/relationships"><Relationship Id="rId4" Type="http://schemas.openxmlformats.org/officeDocument/2006/relationships/slideLayout" Target="../slideLayouts/slideLayout71.xml"/><Relationship Id="rId3" Type="http://schemas.openxmlformats.org/officeDocument/2006/relationships/audio" Target="../media/audio1.wav"/><Relationship Id="rId2" Type="http://schemas.openxmlformats.org/officeDocument/2006/relationships/audio" Target="../media/audio2.wav"/><Relationship Id="rId1" Type="http://schemas.openxmlformats.org/officeDocument/2006/relationships/slide" Target="slide12.xml"/></Relationships>
</file>

<file path=ppt/slides/_rels/slide16.xml.rels><?xml version="1.0" encoding="UTF-8" standalone="yes"?>
<Relationships xmlns="http://schemas.openxmlformats.org/package/2006/relationships"><Relationship Id="rId7" Type="http://schemas.openxmlformats.org/officeDocument/2006/relationships/vmlDrawing" Target="../drawings/vmlDrawing2.vml"/><Relationship Id="rId6" Type="http://schemas.openxmlformats.org/officeDocument/2006/relationships/slideLayout" Target="../slideLayouts/slideLayout80.xml"/><Relationship Id="rId5" Type="http://schemas.openxmlformats.org/officeDocument/2006/relationships/audio" Target="../media/audio1.wav"/><Relationship Id="rId4" Type="http://schemas.openxmlformats.org/officeDocument/2006/relationships/audio" Target="../media/audio2.wav"/><Relationship Id="rId3" Type="http://schemas.openxmlformats.org/officeDocument/2006/relationships/image" Target="../media/image6.wmf"/><Relationship Id="rId2" Type="http://schemas.openxmlformats.org/officeDocument/2006/relationships/oleObject" Target="../embeddings/oleObject3.bin"/><Relationship Id="rId1" Type="http://schemas.openxmlformats.org/officeDocument/2006/relationships/slide" Target="slide12.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89.xml"/><Relationship Id="rId2" Type="http://schemas.openxmlformats.org/officeDocument/2006/relationships/audio" Target="../media/audio2.wav"/><Relationship Id="rId1" Type="http://schemas.openxmlformats.org/officeDocument/2006/relationships/slide" Target="slide12.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116.xml"/><Relationship Id="rId2" Type="http://schemas.openxmlformats.org/officeDocument/2006/relationships/audio" Target="../media/audio1.wav"/><Relationship Id="rId1" Type="http://schemas.openxmlformats.org/officeDocument/2006/relationships/slide" Target="slide12.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125.xml"/><Relationship Id="rId2" Type="http://schemas.openxmlformats.org/officeDocument/2006/relationships/audio" Target="../media/audio1.wav"/><Relationship Id="rId1" Type="http://schemas.openxmlformats.org/officeDocument/2006/relationships/slide" Target="slide12.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98.xml"/><Relationship Id="rId2" Type="http://schemas.openxmlformats.org/officeDocument/2006/relationships/audio" Target="../media/audio2.wav"/><Relationship Id="rId1" Type="http://schemas.openxmlformats.org/officeDocument/2006/relationships/slide" Target="slide12.xml"/></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audio1.wav"/><Relationship Id="rId1" Type="http://schemas.openxmlformats.org/officeDocument/2006/relationships/slide" Target="slide12.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107.xml"/><Relationship Id="rId2" Type="http://schemas.openxmlformats.org/officeDocument/2006/relationships/audio" Target="../media/audio1.wav"/><Relationship Id="rId1" Type="http://schemas.openxmlformats.org/officeDocument/2006/relationships/slide" Target="slide12.xml"/></Relationships>
</file>

<file path=ppt/slides/_rels/slide23.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audio" Target="../media/audio1.wav"/><Relationship Id="rId2" Type="http://schemas.openxmlformats.org/officeDocument/2006/relationships/audio" Target="../media/audio2.wav"/><Relationship Id="rId1" Type="http://schemas.openxmlformats.org/officeDocument/2006/relationships/slide" Target="slide12.xml"/></Relationships>
</file>

<file path=ppt/slides/_rels/slide24.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audio" Target="../media/audio1.wav"/><Relationship Id="rId2" Type="http://schemas.openxmlformats.org/officeDocument/2006/relationships/audio" Target="../media/audio5.wav"/><Relationship Id="rId1" Type="http://schemas.openxmlformats.org/officeDocument/2006/relationships/slide" Target="slide12.xml"/></Relationships>
</file>

<file path=ppt/slides/_rels/slide25.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audio1.wav"/><Relationship Id="rId1" Type="http://schemas.openxmlformats.org/officeDocument/2006/relationships/slide" Target="slide12.xml"/></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134.xml"/><Relationship Id="rId2" Type="http://schemas.openxmlformats.org/officeDocument/2006/relationships/audio" Target="../media/audio1.wav"/><Relationship Id="rId1" Type="http://schemas.openxmlformats.org/officeDocument/2006/relationships/slide" Target="slide12.xml"/></Relationships>
</file>

<file path=ppt/slides/_rels/slide27.xml.rels><?xml version="1.0" encoding="UTF-8" standalone="yes"?>
<Relationships xmlns="http://schemas.openxmlformats.org/package/2006/relationships"><Relationship Id="rId3" Type="http://schemas.openxmlformats.org/officeDocument/2006/relationships/slideLayout" Target="../slideLayouts/slideLayout143.xml"/><Relationship Id="rId2" Type="http://schemas.openxmlformats.org/officeDocument/2006/relationships/audio" Target="../media/audio1.wav"/><Relationship Id="rId1" Type="http://schemas.openxmlformats.org/officeDocument/2006/relationships/slide" Target="slide1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image" Target="../media/image1.jpeg"/></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8.xml"/><Relationship Id="rId2" Type="http://schemas.openxmlformats.org/officeDocument/2006/relationships/audio" Target="../media/audio2.wav"/><Relationship Id="rId1" Type="http://schemas.openxmlformats.org/officeDocument/2006/relationships/audio" Target="../media/audio1.wav"/></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8.xml"/><Relationship Id="rId1" Type="http://schemas.openxmlformats.org/officeDocument/2006/relationships/audio" Target="../media/audio1.wav"/></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8.xml"/><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slide" Target="slide12.xml"/></Relationships>
</file>

<file path=ppt/slides/_rels/slide32.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152.xml"/><Relationship Id="rId2" Type="http://schemas.openxmlformats.org/officeDocument/2006/relationships/audio" Target="../media/audio2.wav"/><Relationship Id="rId1" Type="http://schemas.openxmlformats.org/officeDocument/2006/relationships/audio" Target="../media/audio1.wav"/></Relationships>
</file>

<file path=ppt/slides/_rels/slide33.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161.xml"/><Relationship Id="rId2" Type="http://schemas.openxmlformats.org/officeDocument/2006/relationships/audio" Target="../media/audio2.wav"/><Relationship Id="rId1" Type="http://schemas.openxmlformats.org/officeDocument/2006/relationships/audio" Target="../media/audio1.wav"/></Relationships>
</file>

<file path=ppt/slides/_rels/slide34.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70.xml"/><Relationship Id="rId2" Type="http://schemas.openxmlformats.org/officeDocument/2006/relationships/audio" Target="../media/audio2.wav"/><Relationship Id="rId1" Type="http://schemas.openxmlformats.org/officeDocument/2006/relationships/audio" Target="../media/audio1.wav"/></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79.xml"/><Relationship Id="rId2" Type="http://schemas.openxmlformats.org/officeDocument/2006/relationships/audio" Target="../media/audio2.wav"/><Relationship Id="rId1" Type="http://schemas.openxmlformats.org/officeDocument/2006/relationships/audio" Target="../media/audio1.wav"/></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188.xml"/><Relationship Id="rId1" Type="http://schemas.openxmlformats.org/officeDocument/2006/relationships/audio" Target="../media/audio1.wav"/></Relationships>
</file>

<file path=ppt/slides/_rels/slide37.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197.xml"/><Relationship Id="rId2" Type="http://schemas.openxmlformats.org/officeDocument/2006/relationships/audio" Target="../media/audio2.wav"/><Relationship Id="rId1" Type="http://schemas.openxmlformats.org/officeDocument/2006/relationships/audio" Target="../media/audio1.wav"/></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06.xml"/><Relationship Id="rId1" Type="http://schemas.openxmlformats.org/officeDocument/2006/relationships/audio" Target="../media/audio1.wav"/></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8.xml"/><Relationship Id="rId1" Type="http://schemas.openxmlformats.org/officeDocument/2006/relationships/audio" Target="../media/audio1.wav"/></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15.xml"/><Relationship Id="rId1" Type="http://schemas.openxmlformats.org/officeDocument/2006/relationships/audio" Target="../media/audio1.wav"/></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0.xml"/><Relationship Id="rId1" Type="http://schemas.openxmlformats.org/officeDocument/2006/relationships/image" Target="../media/image1.jpe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audio" Target="../media/audio1.wav"/><Relationship Id="rId1" Type="http://schemas.openxmlformats.org/officeDocument/2006/relationships/slide" Target="slide12.xml"/></Relationships>
</file>

<file path=ppt/slides/_rels/slide43.xml.rels><?xml version="1.0" encoding="UTF-8" standalone="yes"?>
<Relationships xmlns="http://schemas.openxmlformats.org/package/2006/relationships"><Relationship Id="rId3" Type="http://schemas.openxmlformats.org/officeDocument/2006/relationships/slideLayout" Target="../slideLayouts/slideLayout224.xml"/><Relationship Id="rId2" Type="http://schemas.openxmlformats.org/officeDocument/2006/relationships/audio" Target="../media/audio1.wav"/><Relationship Id="rId1" Type="http://schemas.openxmlformats.org/officeDocument/2006/relationships/slide" Target="slide12.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audio" Target="../media/audio1.wav"/></Relationships>
</file>

<file path=ppt/slides/_rels/slide45.xml.rels><?xml version="1.0" encoding="UTF-8" standalone="yes"?>
<Relationships xmlns="http://schemas.openxmlformats.org/package/2006/relationships"><Relationship Id="rId2" Type="http://schemas.openxmlformats.org/officeDocument/2006/relationships/slideLayout" Target="../slideLayouts/slideLayout233.xml"/><Relationship Id="rId1" Type="http://schemas.openxmlformats.org/officeDocument/2006/relationships/audio" Target="../media/audio1.wav"/></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17.xml"/><Relationship Id="rId1" Type="http://schemas.openxmlformats.org/officeDocument/2006/relationships/audio" Target="../media/audio1.wav"/></Relationships>
</file>

<file path=ppt/slides/_rels/slide47.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audio" Target="../media/audio2.wav"/><Relationship Id="rId1" Type="http://schemas.openxmlformats.org/officeDocument/2006/relationships/audio" Target="../media/audio1.wav"/></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51.xml"/><Relationship Id="rId2" Type="http://schemas.openxmlformats.org/officeDocument/2006/relationships/audio" Target="../media/audio2.wav"/><Relationship Id="rId1" Type="http://schemas.openxmlformats.org/officeDocument/2006/relationships/audio" Target="../media/audio1.wav"/></Relationships>
</file>

<file path=ppt/slides/_rels/slide49.xml.rels><?xml version="1.0" encoding="UTF-8" standalone="yes"?>
<Relationships xmlns="http://schemas.openxmlformats.org/package/2006/relationships"><Relationship Id="rId3" Type="http://schemas.openxmlformats.org/officeDocument/2006/relationships/slideLayout" Target="../slideLayouts/slideLayout260.xml"/><Relationship Id="rId2" Type="http://schemas.openxmlformats.org/officeDocument/2006/relationships/audio" Target="../media/audio2.wav"/><Relationship Id="rId1" Type="http://schemas.openxmlformats.org/officeDocument/2006/relationships/audio" Target="../media/audio1.wav"/></Relationships>
</file>

<file path=ppt/slides/_rels/slide50.xml.rels><?xml version="1.0" encoding="UTF-8" standalone="yes"?>
<Relationships xmlns="http://schemas.openxmlformats.org/package/2006/relationships"><Relationship Id="rId2" Type="http://schemas.openxmlformats.org/officeDocument/2006/relationships/slideLayout" Target="../slideLayouts/slideLayout269.xml"/><Relationship Id="rId1" Type="http://schemas.openxmlformats.org/officeDocument/2006/relationships/audio" Target="../media/audio1.wav"/></Relationships>
</file>

<file path=ppt/slides/_rels/slide51.xml.rels><?xml version="1.0" encoding="UTF-8" standalone="yes"?>
<Relationships xmlns="http://schemas.openxmlformats.org/package/2006/relationships"><Relationship Id="rId2" Type="http://schemas.openxmlformats.org/officeDocument/2006/relationships/slideLayout" Target="../slideLayouts/slideLayout278.xml"/><Relationship Id="rId1" Type="http://schemas.openxmlformats.org/officeDocument/2006/relationships/audio" Target="../media/audio1.wav"/></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287.xml"/><Relationship Id="rId1" Type="http://schemas.openxmlformats.org/officeDocument/2006/relationships/audio" Target="../media/audio1.wav"/></Relationships>
</file>

<file path=ppt/slides/_rels/slide53.xml.rels><?xml version="1.0" encoding="UTF-8" standalone="yes"?>
<Relationships xmlns="http://schemas.openxmlformats.org/package/2006/relationships"><Relationship Id="rId2" Type="http://schemas.openxmlformats.org/officeDocument/2006/relationships/slideLayout" Target="../slideLayouts/slideLayout296.xml"/><Relationship Id="rId1" Type="http://schemas.openxmlformats.org/officeDocument/2006/relationships/audio" Target="../media/audio1.wav"/></Relationships>
</file>

<file path=ppt/slides/_rels/slide54.xml.rels><?xml version="1.0" encoding="UTF-8" standalone="yes"?>
<Relationships xmlns="http://schemas.openxmlformats.org/package/2006/relationships"><Relationship Id="rId3" Type="http://schemas.openxmlformats.org/officeDocument/2006/relationships/slideLayout" Target="../slideLayouts/slideLayout242.xml"/><Relationship Id="rId2" Type="http://schemas.openxmlformats.org/officeDocument/2006/relationships/audio" Target="../media/audio2.wav"/><Relationship Id="rId1" Type="http://schemas.openxmlformats.org/officeDocument/2006/relationships/audio" Target="../media/audio1.wav"/></Relationships>
</file>

<file path=ppt/slides/_rels/slide55.xml.rels><?xml version="1.0" encoding="UTF-8" standalone="yes"?>
<Relationships xmlns="http://schemas.openxmlformats.org/package/2006/relationships"><Relationship Id="rId4" Type="http://schemas.openxmlformats.org/officeDocument/2006/relationships/slideLayout" Target="../slideLayouts/slideLayout17.xml"/><Relationship Id="rId3" Type="http://schemas.openxmlformats.org/officeDocument/2006/relationships/audio" Target="../media/audio2.wav"/><Relationship Id="rId2" Type="http://schemas.openxmlformats.org/officeDocument/2006/relationships/audio" Target="../media/audio1.wav"/><Relationship Id="rId1" Type="http://schemas.openxmlformats.org/officeDocument/2006/relationships/hyperlink" Target="file:///D:\TC\TC.EXE" TargetMode="External"/></Relationships>
</file>

<file path=ppt/slides/_rels/slide56.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audio" Target="../media/audio1.wav"/><Relationship Id="rId1" Type="http://schemas.openxmlformats.org/officeDocument/2006/relationships/slide" Target="slide12.xml"/></Relationships>
</file>

<file path=ppt/slides/_rels/slide57.xml.rels><?xml version="1.0" encoding="UTF-8" standalone="yes"?>
<Relationships xmlns="http://schemas.openxmlformats.org/package/2006/relationships"><Relationship Id="rId2" Type="http://schemas.openxmlformats.org/officeDocument/2006/relationships/slideLayout" Target="../slideLayouts/slideLayout305.xml"/><Relationship Id="rId1" Type="http://schemas.openxmlformats.org/officeDocument/2006/relationships/audio" Target="../media/audio1.wav"/></Relationships>
</file>

<file path=ppt/slides/_rels/slide58.xml.rels><?xml version="1.0" encoding="UTF-8" standalone="yes"?>
<Relationships xmlns="http://schemas.openxmlformats.org/package/2006/relationships"><Relationship Id="rId2" Type="http://schemas.openxmlformats.org/officeDocument/2006/relationships/slideLayout" Target="../slideLayouts/slideLayout314.xml"/><Relationship Id="rId1" Type="http://schemas.openxmlformats.org/officeDocument/2006/relationships/audio" Target="../media/audio1.wav"/></Relationships>
</file>

<file path=ppt/slides/_rels/slide59.xml.rels><?xml version="1.0" encoding="UTF-8" standalone="yes"?>
<Relationships xmlns="http://schemas.openxmlformats.org/package/2006/relationships"><Relationship Id="rId2" Type="http://schemas.openxmlformats.org/officeDocument/2006/relationships/slideLayout" Target="../slideLayouts/slideLayout323.xml"/><Relationship Id="rId1" Type="http://schemas.openxmlformats.org/officeDocument/2006/relationships/audio" Target="../media/audio1.wav"/></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332.xml"/><Relationship Id="rId1" Type="http://schemas.openxmlformats.org/officeDocument/2006/relationships/audio" Target="../media/audio1.wav"/></Relationships>
</file>

<file path=ppt/slides/_rels/slide61.xml.rels><?xml version="1.0" encoding="UTF-8" standalone="yes"?>
<Relationships xmlns="http://schemas.openxmlformats.org/package/2006/relationships"><Relationship Id="rId2" Type="http://schemas.openxmlformats.org/officeDocument/2006/relationships/slideLayout" Target="../slideLayouts/slideLayout341.xml"/><Relationship Id="rId1" Type="http://schemas.openxmlformats.org/officeDocument/2006/relationships/audio" Target="../media/audio1.wav"/></Relationships>
</file>

<file path=ppt/slides/_rels/slide62.xml.rels><?xml version="1.0" encoding="UTF-8" standalone="yes"?>
<Relationships xmlns="http://schemas.openxmlformats.org/package/2006/relationships"><Relationship Id="rId5" Type="http://schemas.openxmlformats.org/officeDocument/2006/relationships/vmlDrawing" Target="../drawings/vmlDrawing3.vml"/><Relationship Id="rId4" Type="http://schemas.openxmlformats.org/officeDocument/2006/relationships/slideLayout" Target="../slideLayouts/slideLayout17.xml"/><Relationship Id="rId3" Type="http://schemas.openxmlformats.org/officeDocument/2006/relationships/audio" Target="../media/audio1.wav"/><Relationship Id="rId2" Type="http://schemas.openxmlformats.org/officeDocument/2006/relationships/image" Target="../media/image7.wmf"/><Relationship Id="rId1" Type="http://schemas.openxmlformats.org/officeDocument/2006/relationships/oleObject" Target="../embeddings/oleObject4.bin"/></Relationships>
</file>

<file path=ppt/slides/_rels/slide63.xml.rels><?xml version="1.0" encoding="UTF-8" standalone="yes"?>
<Relationships xmlns="http://schemas.openxmlformats.org/package/2006/relationships"><Relationship Id="rId2" Type="http://schemas.openxmlformats.org/officeDocument/2006/relationships/slideLayout" Target="../slideLayouts/slideLayout350.xml"/><Relationship Id="rId1" Type="http://schemas.openxmlformats.org/officeDocument/2006/relationships/audio" Target="../media/audio1.wav"/></Relationships>
</file>

<file path=ppt/slides/_rels/slide64.xml.rels><?xml version="1.0" encoding="UTF-8" standalone="yes"?>
<Relationships xmlns="http://schemas.openxmlformats.org/package/2006/relationships"><Relationship Id="rId2" Type="http://schemas.openxmlformats.org/officeDocument/2006/relationships/slideLayout" Target="../slideLayouts/slideLayout359.xml"/><Relationship Id="rId1" Type="http://schemas.openxmlformats.org/officeDocument/2006/relationships/audio" Target="../media/audio1.wav"/></Relationships>
</file>

<file path=ppt/slides/_rels/slide65.xml.rels><?xml version="1.0" encoding="UTF-8" standalone="yes"?>
<Relationships xmlns="http://schemas.openxmlformats.org/package/2006/relationships"><Relationship Id="rId3" Type="http://schemas.openxmlformats.org/officeDocument/2006/relationships/slideLayout" Target="../slideLayouts/slideLayout377.xml"/><Relationship Id="rId2" Type="http://schemas.openxmlformats.org/officeDocument/2006/relationships/audio" Target="../media/audio2.wav"/><Relationship Id="rId1" Type="http://schemas.openxmlformats.org/officeDocument/2006/relationships/audio" Target="../media/audio1.wav"/></Relationships>
</file>

<file path=ppt/slides/_rels/slide66.xml.rels><?xml version="1.0" encoding="UTF-8" standalone="yes"?>
<Relationships xmlns="http://schemas.openxmlformats.org/package/2006/relationships"><Relationship Id="rId3" Type="http://schemas.openxmlformats.org/officeDocument/2006/relationships/slideLayout" Target="../slideLayouts/slideLayout386.xml"/><Relationship Id="rId2" Type="http://schemas.openxmlformats.org/officeDocument/2006/relationships/audio" Target="../media/audio2.wav"/><Relationship Id="rId1" Type="http://schemas.openxmlformats.org/officeDocument/2006/relationships/audio" Target="../media/audio1.wav"/></Relationships>
</file>

<file path=ppt/slides/_rels/slide67.xml.rels><?xml version="1.0" encoding="UTF-8" standalone="yes"?>
<Relationships xmlns="http://schemas.openxmlformats.org/package/2006/relationships"><Relationship Id="rId3" Type="http://schemas.openxmlformats.org/officeDocument/2006/relationships/slideLayout" Target="../slideLayouts/slideLayout368.xml"/><Relationship Id="rId2" Type="http://schemas.openxmlformats.org/officeDocument/2006/relationships/audio" Target="../media/audio2.wav"/><Relationship Id="rId1" Type="http://schemas.openxmlformats.org/officeDocument/2006/relationships/audio" Target="../media/audio1.wav"/></Relationships>
</file>

<file path=ppt/slides/_rels/slide68.xml.rels><?xml version="1.0" encoding="UTF-8" standalone="yes"?>
<Relationships xmlns="http://schemas.openxmlformats.org/package/2006/relationships"><Relationship Id="rId3" Type="http://schemas.openxmlformats.org/officeDocument/2006/relationships/slideLayout" Target="../slideLayouts/slideLayout413.xml"/><Relationship Id="rId2" Type="http://schemas.openxmlformats.org/officeDocument/2006/relationships/audio" Target="../media/audio2.wav"/><Relationship Id="rId1" Type="http://schemas.openxmlformats.org/officeDocument/2006/relationships/audio" Target="../media/audio1.wav"/></Relationships>
</file>

<file path=ppt/slides/_rels/slide69.xml.rels><?xml version="1.0" encoding="UTF-8" standalone="yes"?>
<Relationships xmlns="http://schemas.openxmlformats.org/package/2006/relationships"><Relationship Id="rId3" Type="http://schemas.openxmlformats.org/officeDocument/2006/relationships/slideLayout" Target="../slideLayouts/slideLayout395.xml"/><Relationship Id="rId2" Type="http://schemas.openxmlformats.org/officeDocument/2006/relationships/audio" Target="../media/audio2.wav"/><Relationship Id="rId1" Type="http://schemas.openxmlformats.org/officeDocument/2006/relationships/audio" Target="../media/audio1.wav"/></Relationships>
</file>

<file path=ppt/slides/_rels/slide70.xml.rels><?xml version="1.0" encoding="UTF-8" standalone="yes"?>
<Relationships xmlns="http://schemas.openxmlformats.org/package/2006/relationships"><Relationship Id="rId3" Type="http://schemas.openxmlformats.org/officeDocument/2006/relationships/slideLayout" Target="../slideLayouts/slideLayout404.xml"/><Relationship Id="rId2" Type="http://schemas.openxmlformats.org/officeDocument/2006/relationships/audio" Target="../media/audio2.wav"/><Relationship Id="rId1" Type="http://schemas.openxmlformats.org/officeDocument/2006/relationships/audio" Target="../media/audio1.wav"/></Relationships>
</file>

<file path=ppt/slides/_rels/slide71.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audio" Target="../media/audio2.wav"/><Relationship Id="rId1" Type="http://schemas.openxmlformats.org/officeDocument/2006/relationships/audio" Target="../media/audio1.wav"/></Relationships>
</file>

<file path=ppt/slides/_rels/slide72.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audio" Target="../media/audio1.wav"/><Relationship Id="rId1" Type="http://schemas.openxmlformats.org/officeDocument/2006/relationships/slide" Target="slide12.xml"/></Relationships>
</file>

<file path=ppt/slides/_rels/slide73.xml.rels><?xml version="1.0" encoding="UTF-8" standalone="yes"?>
<Relationships xmlns="http://schemas.openxmlformats.org/package/2006/relationships"><Relationship Id="rId3" Type="http://schemas.openxmlformats.org/officeDocument/2006/relationships/slideLayout" Target="../slideLayouts/slideLayout17.xml"/><Relationship Id="rId2" Type="http://schemas.openxmlformats.org/officeDocument/2006/relationships/audio" Target="../media/audio1.wav"/><Relationship Id="rId1" Type="http://schemas.openxmlformats.org/officeDocument/2006/relationships/slide" Target="slide12.xml"/></Relationships>
</file>

<file path=ppt/slides/_rels/slide74.xml.rels><?xml version="1.0" encoding="UTF-8" standalone="yes"?>
<Relationships xmlns="http://schemas.openxmlformats.org/package/2006/relationships"><Relationship Id="rId2" Type="http://schemas.openxmlformats.org/officeDocument/2006/relationships/slideLayout" Target="../slideLayouts/slideLayout422.xml"/><Relationship Id="rId1" Type="http://schemas.openxmlformats.org/officeDocument/2006/relationships/slide" Target="slide12.xml"/></Relationships>
</file>

<file path=ppt/slides/_rels/slide75.xml.rels><?xml version="1.0" encoding="UTF-8" standalone="yes"?>
<Relationships xmlns="http://schemas.openxmlformats.org/package/2006/relationships"><Relationship Id="rId2" Type="http://schemas.openxmlformats.org/officeDocument/2006/relationships/slideLayout" Target="../slideLayouts/slideLayout431.xml"/><Relationship Id="rId1" Type="http://schemas.openxmlformats.org/officeDocument/2006/relationships/slide" Target="slide12.xml"/></Relationships>
</file>

<file path=ppt/slides/_rels/slide7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hemeOverride" Target="../theme/themeOverride1.xml"/><Relationship Id="rId1" Type="http://schemas.openxmlformats.org/officeDocument/2006/relationships/image" Target="../media/image8.jpe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rotWithShape="0">
          <a:blip r:embed="rId1"/>
          <a:stretch>
            <a:fillRect/>
          </a:stretch>
        </a:blipFill>
        <a:effectLst/>
      </p:bgPr>
    </p:bg>
    <p:spTree>
      <p:nvGrpSpPr>
        <p:cNvPr id="1" name=""/>
        <p:cNvGrpSpPr/>
        <p:nvPr/>
      </p:nvGrpSpPr>
      <p:grpSpPr/>
      <p:pic>
        <p:nvPicPr>
          <p:cNvPr id="444418" name="media1.mp3">
            <a:hlinkClick r:id="" action="ppaction://media"/>
          </p:cNvPr>
          <p:cNvPicPr>
            <a:picLocks noChangeAspect="1"/>
          </p:cNvPicPr>
          <p:nvPr/>
        </p:nvPicPr>
        <p:blipFill>
          <a:blip r:embed="rId2"/>
          <a:stretch>
            <a:fillRect/>
          </a:stretch>
        </p:blipFill>
        <p:spPr>
          <a:xfrm>
            <a:off x="-1135062" y="61913"/>
            <a:ext cx="609600" cy="609600"/>
          </a:xfrm>
          <a:prstGeom prst="rect">
            <a:avLst/>
          </a:prstGeom>
          <a:noFill/>
          <a:ln w="9525">
            <a:noFill/>
          </a:ln>
        </p:spPr>
      </p:pic>
      <p:sp>
        <p:nvSpPr>
          <p:cNvPr id="444419" name="文本框 41"/>
          <p:cNvSpPr txBox="1"/>
          <p:nvPr/>
        </p:nvSpPr>
        <p:spPr>
          <a:xfrm flipH="1">
            <a:off x="3789363" y="1927225"/>
            <a:ext cx="4251325" cy="830263"/>
          </a:xfrm>
          <a:prstGeom prst="rect">
            <a:avLst/>
          </a:prstGeom>
          <a:noFill/>
          <a:ln w="9525">
            <a:noFill/>
          </a:ln>
        </p:spPr>
        <p:txBody>
          <a:bodyPr wrap="none" anchor="t" anchorCtr="0">
            <a:spAutoFit/>
          </a:bodyPr>
          <a:p>
            <a:pPr algn="ctr"/>
            <a:r>
              <a:rPr lang="en-US" altLang="zh-CN" sz="4800" b="1" dirty="0">
                <a:solidFill>
                  <a:srgbClr val="083863"/>
                </a:solidFill>
                <a:latin typeface="微软雅黑" panose="020B0503020204020204" pitchFamily="34" charset="-122"/>
                <a:ea typeface="微软雅黑" panose="020B0503020204020204" pitchFamily="34" charset="-122"/>
              </a:rPr>
              <a:t>C</a:t>
            </a:r>
            <a:r>
              <a:rPr lang="zh-CN" altLang="en-US" sz="4800" b="1" dirty="0">
                <a:solidFill>
                  <a:srgbClr val="083863"/>
                </a:solidFill>
                <a:latin typeface="微软雅黑" panose="020B0503020204020204" pitchFamily="34" charset="-122"/>
                <a:ea typeface="微软雅黑" panose="020B0503020204020204" pitchFamily="34" charset="-122"/>
              </a:rPr>
              <a:t>语言程序设计</a:t>
            </a:r>
            <a:endParaRPr lang="zh-CN" altLang="en-US" sz="4800" b="1" dirty="0">
              <a:solidFill>
                <a:srgbClr val="083863"/>
              </a:solidFill>
              <a:latin typeface="微软雅黑" panose="020B0503020204020204" pitchFamily="34" charset="-122"/>
              <a:ea typeface="微软雅黑" panose="020B0503020204020204" pitchFamily="34" charset="-122"/>
            </a:endParaRPr>
          </a:p>
        </p:txBody>
      </p:sp>
      <p:sp>
        <p:nvSpPr>
          <p:cNvPr id="20" name="Rectangle 395"/>
          <p:cNvSpPr>
            <a:spLocks noChangeArrowheads="1"/>
          </p:cNvSpPr>
          <p:nvPr/>
        </p:nvSpPr>
        <p:spPr bwMode="auto">
          <a:xfrm>
            <a:off x="4235450" y="2997200"/>
            <a:ext cx="3475038" cy="434975"/>
          </a:xfrm>
          <a:prstGeom prst="rect">
            <a:avLst/>
          </a:prstGeom>
          <a:solidFill>
            <a:schemeClr val="accent1">
              <a:lumMod val="50000"/>
            </a:schemeClr>
          </a:solidFill>
          <a:ln>
            <a:noFill/>
          </a:ln>
          <a:effectLst>
            <a:outerShdw blurRad="50800" dist="38100" dir="2700000" algn="tl" rotWithShape="0">
              <a:prstClr val="black">
                <a:alpha val="40000"/>
              </a:prstClr>
            </a:outerShdw>
          </a:effec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fontAlgn="auto" hangingPunct="1">
              <a:spcBef>
                <a:spcPct val="0"/>
              </a:spcBef>
              <a:buFontTx/>
              <a:buNone/>
            </a:pPr>
            <a:r>
              <a:rPr lang="en-US" altLang="zh-CN" sz="2000" b="1" strike="noStrike" noProof="1" dirty="0">
                <a:solidFill>
                  <a:schemeClr val="bg1"/>
                </a:solidFill>
                <a:latin typeface="微软雅黑" panose="020B0503020204020204" pitchFamily="34" charset="-122"/>
                <a:ea typeface="微软雅黑" panose="020B0503020204020204" pitchFamily="34" charset="-122"/>
                <a:cs typeface="+mn-cs"/>
              </a:rPr>
              <a:t>5</a:t>
            </a:r>
            <a:r>
              <a:rPr lang="zh-CN" altLang="en-US" sz="2000" b="1" strike="noStrike" noProof="1" dirty="0">
                <a:solidFill>
                  <a:schemeClr val="bg1"/>
                </a:solidFill>
                <a:latin typeface="微软雅黑" panose="020B0503020204020204" pitchFamily="34" charset="-122"/>
                <a:ea typeface="微软雅黑" panose="020B0503020204020204" pitchFamily="34" charset="-122"/>
                <a:cs typeface="+mn-cs"/>
              </a:rPr>
              <a:t>、数组</a:t>
            </a:r>
            <a:endParaRPr lang="zh-CN" altLang="en-US" sz="2000" b="1" strike="noStrike" noProof="1" dirty="0">
              <a:solidFill>
                <a:schemeClr val="bg1"/>
              </a:solidFill>
              <a:latin typeface="微软雅黑" panose="020B0503020204020204" pitchFamily="34" charset="-122"/>
              <a:ea typeface="微软雅黑" panose="020B0503020204020204" pitchFamily="34" charset="-122"/>
              <a:cs typeface="+mn-cs"/>
            </a:endParaRPr>
          </a:p>
        </p:txBody>
      </p:sp>
    </p:spTree>
  </p:cSld>
  <p:clrMapOvr>
    <a:masterClrMapping/>
  </p:clrMapOvr>
  <p:transition spd="med" advClick="0" advTm="7825">
    <p:random/>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pic>
        <p:nvPicPr>
          <p:cNvPr id="446466" name="media1.mp3">
            <a:hlinkClick r:id="" action="ppaction://media"/>
          </p:cNvPr>
          <p:cNvPicPr>
            <a:picLocks noChangeAspect="1"/>
          </p:cNvPicPr>
          <p:nvPr/>
        </p:nvPicPr>
        <p:blipFill>
          <a:blip r:embed="rId2"/>
          <a:stretch>
            <a:fillRect/>
          </a:stretch>
        </p:blipFill>
        <p:spPr>
          <a:xfrm>
            <a:off x="-1135062" y="61913"/>
            <a:ext cx="609600" cy="609600"/>
          </a:xfrm>
          <a:prstGeom prst="rect">
            <a:avLst/>
          </a:prstGeom>
          <a:noFill/>
          <a:ln w="9525">
            <a:noFill/>
          </a:ln>
        </p:spPr>
      </p:pic>
      <p:sp>
        <p:nvSpPr>
          <p:cNvPr id="20483" name="文本框 41"/>
          <p:cNvSpPr txBox="1"/>
          <p:nvPr/>
        </p:nvSpPr>
        <p:spPr>
          <a:xfrm flipH="1">
            <a:off x="1593850" y="1225550"/>
            <a:ext cx="6602413" cy="2122488"/>
          </a:xfrm>
          <a:prstGeom prst="rect">
            <a:avLst/>
          </a:prstGeom>
          <a:noFill/>
          <a:ln w="9525">
            <a:noFill/>
          </a:ln>
        </p:spPr>
        <p:txBody>
          <a:bodyPr wrap="square" anchor="t">
            <a:spAutoFit/>
          </a:bodyPr>
          <a:p>
            <a:r>
              <a:rPr lang="zh-CN" altLang="en-US" sz="2400" b="1" noProof="1" dirty="0">
                <a:solidFill>
                  <a:srgbClr val="083863"/>
                </a:solidFill>
                <a:latin typeface="微软雅黑" panose="020B0503020204020204" pitchFamily="34" charset="-122"/>
                <a:ea typeface="微软雅黑" panose="020B0503020204020204" pitchFamily="34" charset="-122"/>
                <a:cs typeface="+mn-cs"/>
              </a:rPr>
              <a:t>引例：</a:t>
            </a:r>
            <a:endParaRPr lang="zh-CN" altLang="en-US" sz="2400" b="1" noProof="1" dirty="0">
              <a:solidFill>
                <a:srgbClr val="083863"/>
              </a:solidFill>
              <a:latin typeface="微软雅黑" panose="020B0503020204020204" pitchFamily="34" charset="-122"/>
              <a:ea typeface="微软雅黑" panose="020B0503020204020204" pitchFamily="34" charset="-122"/>
            </a:endParaRPr>
          </a:p>
          <a:p>
            <a:pPr marL="734695">
              <a:lnSpc>
                <a:spcPct val="150000"/>
              </a:lnSpc>
            </a:pPr>
            <a:r>
              <a:rPr lang="zh-CN" altLang="en-US" sz="2400" b="1" noProof="1" dirty="0">
                <a:solidFill>
                  <a:srgbClr val="083863"/>
                </a:solidFill>
                <a:latin typeface="微软雅黑" panose="020B0503020204020204" pitchFamily="34" charset="-122"/>
                <a:ea typeface="微软雅黑" panose="020B0503020204020204" pitchFamily="34" charset="-122"/>
                <a:cs typeface="+mn-cs"/>
              </a:rPr>
              <a:t>输入某班</a:t>
            </a:r>
            <a:r>
              <a:rPr lang="en-US" altLang="zh-CN" sz="2400" b="1" noProof="1" dirty="0">
                <a:solidFill>
                  <a:srgbClr val="083863"/>
                </a:solidFill>
                <a:latin typeface="微软雅黑" panose="020B0503020204020204" pitchFamily="34" charset="-122"/>
                <a:ea typeface="微软雅黑" panose="020B0503020204020204" pitchFamily="34" charset="-122"/>
                <a:cs typeface="+mn-cs"/>
              </a:rPr>
              <a:t>50</a:t>
            </a:r>
            <a:r>
              <a:rPr lang="zh-CN" altLang="en-US" sz="2400" b="1" noProof="1" dirty="0">
                <a:solidFill>
                  <a:srgbClr val="083863"/>
                </a:solidFill>
                <a:latin typeface="微软雅黑" panose="020B0503020204020204" pitchFamily="34" charset="-122"/>
                <a:ea typeface="微软雅黑" panose="020B0503020204020204" pitchFamily="34" charset="-122"/>
                <a:cs typeface="+mn-cs"/>
              </a:rPr>
              <a:t>个学生某门课的成绩，计算      并输出全班学生的平均成绩，同时统计并输出成绩低于平均分的人数。</a:t>
            </a:r>
            <a:endParaRPr lang="en-US" altLang="zh-CN" sz="2400" b="1" noProof="1" dirty="0">
              <a:solidFill>
                <a:srgbClr val="083863"/>
              </a:solidFill>
              <a:latin typeface="微软雅黑" panose="020B0503020204020204" pitchFamily="34" charset="-122"/>
              <a:ea typeface="微软雅黑" panose="020B0503020204020204" pitchFamily="34" charset="-122"/>
            </a:endParaRPr>
          </a:p>
        </p:txBody>
      </p:sp>
      <p:sp>
        <p:nvSpPr>
          <p:cNvPr id="2" name="文本框 41"/>
          <p:cNvSpPr txBox="1"/>
          <p:nvPr/>
        </p:nvSpPr>
        <p:spPr>
          <a:xfrm flipH="1">
            <a:off x="2393950" y="3494088"/>
            <a:ext cx="6604000" cy="1844675"/>
          </a:xfrm>
          <a:prstGeom prst="rect">
            <a:avLst/>
          </a:prstGeom>
          <a:noFill/>
          <a:ln w="9525">
            <a:noFill/>
          </a:ln>
        </p:spPr>
        <p:txBody>
          <a:bodyPr wrap="square" anchor="t">
            <a:spAutoFit/>
          </a:bodyPr>
          <a:p>
            <a:r>
              <a:rPr lang="zh-CN" altLang="en-US" sz="2400" b="1" noProof="1" dirty="0">
                <a:solidFill>
                  <a:schemeClr val="accent1"/>
                </a:solidFill>
                <a:latin typeface="微软雅黑" panose="020B0503020204020204" pitchFamily="34" charset="-122"/>
                <a:ea typeface="微软雅黑" panose="020B0503020204020204" pitchFamily="34" charset="-122"/>
                <a:cs typeface="+mn-cs"/>
              </a:rPr>
              <a:t>分析：</a:t>
            </a:r>
            <a:endParaRPr lang="zh-CN" altLang="en-US" sz="2400" b="1" noProof="1" dirty="0">
              <a:solidFill>
                <a:schemeClr val="accent1"/>
              </a:solidFill>
              <a:latin typeface="微软雅黑" panose="020B0503020204020204" pitchFamily="34" charset="-122"/>
              <a:ea typeface="微软雅黑" panose="020B0503020204020204" pitchFamily="34" charset="-122"/>
            </a:endParaRPr>
          </a:p>
          <a:p>
            <a:pPr marL="734695">
              <a:lnSpc>
                <a:spcPct val="150000"/>
              </a:lnSpc>
            </a:pPr>
            <a:r>
              <a:rPr lang="zh-CN" altLang="en-US" sz="2000" b="1" noProof="1" dirty="0">
                <a:solidFill>
                  <a:schemeClr val="accent1"/>
                </a:solidFill>
                <a:latin typeface="微软雅黑" panose="020B0503020204020204" pitchFamily="34" charset="-122"/>
                <a:ea typeface="微软雅黑" panose="020B0503020204020204" pitchFamily="34" charset="-122"/>
                <a:cs typeface="+mn-cs"/>
              </a:rPr>
              <a:t>此题必先计算所有学生的平均成绩，然后依次比较所输入的学生成绩，为此，计算机必须</a:t>
            </a:r>
            <a:r>
              <a:rPr lang="zh-CN" altLang="en-US" sz="2000" b="1" noProof="1" dirty="0">
                <a:solidFill>
                  <a:srgbClr val="C00000"/>
                </a:solidFill>
                <a:latin typeface="微软雅黑" panose="020B0503020204020204" pitchFamily="34" charset="-122"/>
                <a:ea typeface="微软雅黑" panose="020B0503020204020204" pitchFamily="34" charset="-122"/>
                <a:cs typeface="+mn-cs"/>
              </a:rPr>
              <a:t>记住</a:t>
            </a:r>
            <a:r>
              <a:rPr lang="zh-CN" altLang="en-US" sz="2000" b="1" noProof="1" dirty="0">
                <a:solidFill>
                  <a:schemeClr val="accent1"/>
                </a:solidFill>
                <a:latin typeface="微软雅黑" panose="020B0503020204020204" pitchFamily="34" charset="-122"/>
                <a:ea typeface="微软雅黑" panose="020B0503020204020204" pitchFamily="34" charset="-122"/>
                <a:cs typeface="+mn-cs"/>
              </a:rPr>
              <a:t>输入的</a:t>
            </a:r>
            <a:r>
              <a:rPr lang="en-US" altLang="zh-CN" sz="2000" b="1" noProof="1" dirty="0">
                <a:solidFill>
                  <a:schemeClr val="accent1"/>
                </a:solidFill>
                <a:latin typeface="微软雅黑" panose="020B0503020204020204" pitchFamily="34" charset="-122"/>
                <a:ea typeface="微软雅黑" panose="020B0503020204020204" pitchFamily="34" charset="-122"/>
                <a:cs typeface="+mn-cs"/>
              </a:rPr>
              <a:t>50</a:t>
            </a:r>
            <a:r>
              <a:rPr lang="zh-CN" altLang="en-US" sz="2000" b="1" noProof="1" dirty="0">
                <a:solidFill>
                  <a:schemeClr val="accent1"/>
                </a:solidFill>
                <a:latin typeface="微软雅黑" panose="020B0503020204020204" pitchFamily="34" charset="-122"/>
                <a:ea typeface="微软雅黑" panose="020B0503020204020204" pitchFamily="34" charset="-122"/>
                <a:cs typeface="+mn-cs"/>
              </a:rPr>
              <a:t>个学生成绩。</a:t>
            </a:r>
            <a:endParaRPr lang="zh-CN" altLang="en-US" sz="2000" b="1" noProof="1" dirty="0">
              <a:solidFill>
                <a:schemeClr val="accent1"/>
              </a:solidFill>
              <a:latin typeface="微软雅黑" panose="020B0503020204020204" pitchFamily="34" charset="-122"/>
              <a:ea typeface="微软雅黑" panose="020B0503020204020204" pitchFamily="34" charset="-122"/>
            </a:endParaRPr>
          </a:p>
        </p:txBody>
      </p:sp>
    </p:spTree>
  </p:cSld>
  <p:clrMapOvr>
    <a:masterClrMapping/>
  </p:clrMapOvr>
  <p:transition spd="med" advClick="0" advTm="7825">
    <p:random/>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0">
          <a:blip r:embed="rId1"/>
          <a:stretch>
            <a:fillRect/>
          </a:stretch>
        </a:blipFill>
        <a:effectLst/>
      </p:bgPr>
    </p:bg>
    <p:spTree>
      <p:nvGrpSpPr>
        <p:cNvPr id="1" name=""/>
        <p:cNvGrpSpPr/>
        <p:nvPr/>
      </p:nvGrpSpPr>
      <p:grpSpPr/>
      <p:pic>
        <p:nvPicPr>
          <p:cNvPr id="448514" name="media1.mp3">
            <a:hlinkClick r:id="" action="ppaction://media"/>
          </p:cNvPr>
          <p:cNvPicPr>
            <a:picLocks noChangeAspect="1"/>
          </p:cNvPicPr>
          <p:nvPr/>
        </p:nvPicPr>
        <p:blipFill>
          <a:blip r:embed="rId2"/>
          <a:stretch>
            <a:fillRect/>
          </a:stretch>
        </p:blipFill>
        <p:spPr>
          <a:xfrm>
            <a:off x="-1135062" y="61913"/>
            <a:ext cx="609600" cy="609600"/>
          </a:xfrm>
          <a:prstGeom prst="rect">
            <a:avLst/>
          </a:prstGeom>
          <a:noFill/>
          <a:ln w="9525">
            <a:noFill/>
          </a:ln>
        </p:spPr>
      </p:pic>
      <p:graphicFrame>
        <p:nvGraphicFramePr>
          <p:cNvPr id="448515" name="对象 2"/>
          <p:cNvGraphicFramePr/>
          <p:nvPr/>
        </p:nvGraphicFramePr>
        <p:xfrm>
          <a:off x="1273175" y="741363"/>
          <a:ext cx="4327525" cy="3313112"/>
        </p:xfrm>
        <a:graphic>
          <a:graphicData uri="http://schemas.openxmlformats.org/presentationml/2006/ole">
            <mc:AlternateContent xmlns:mc="http://schemas.openxmlformats.org/markup-compatibility/2006">
              <mc:Choice xmlns:v="urn:schemas-microsoft-com:vml" Requires="v">
                <p:oleObj spid="_x0000_s3077" name="" r:id="rId3" imgW="5829300" imgH="4238625" progId="Paint.Picture">
                  <p:embed/>
                </p:oleObj>
              </mc:Choice>
              <mc:Fallback>
                <p:oleObj name="" r:id="rId3" imgW="5829300" imgH="4238625" progId="Paint.Picture">
                  <p:embed/>
                  <p:pic>
                    <p:nvPicPr>
                      <p:cNvPr id="0" name="图片 3076"/>
                      <p:cNvPicPr/>
                      <p:nvPr/>
                    </p:nvPicPr>
                    <p:blipFill>
                      <a:blip r:embed="rId4"/>
                      <a:stretch>
                        <a:fillRect/>
                      </a:stretch>
                    </p:blipFill>
                    <p:spPr>
                      <a:xfrm>
                        <a:off x="1273175" y="741363"/>
                        <a:ext cx="4327525" cy="3313112"/>
                      </a:xfrm>
                      <a:prstGeom prst="rect">
                        <a:avLst/>
                      </a:prstGeom>
                      <a:noFill/>
                      <a:ln w="38100">
                        <a:noFill/>
                        <a:miter/>
                      </a:ln>
                    </p:spPr>
                  </p:pic>
                </p:oleObj>
              </mc:Fallback>
            </mc:AlternateContent>
          </a:graphicData>
        </a:graphic>
      </p:graphicFrame>
      <p:graphicFrame>
        <p:nvGraphicFramePr>
          <p:cNvPr id="448516" name="对象 4"/>
          <p:cNvGraphicFramePr/>
          <p:nvPr/>
        </p:nvGraphicFramePr>
        <p:xfrm>
          <a:off x="5210175" y="3132138"/>
          <a:ext cx="5368925" cy="3182937"/>
        </p:xfrm>
        <a:graphic>
          <a:graphicData uri="http://schemas.openxmlformats.org/presentationml/2006/ole">
            <mc:AlternateContent xmlns:mc="http://schemas.openxmlformats.org/markup-compatibility/2006">
              <mc:Choice xmlns:v="urn:schemas-microsoft-com:vml" Requires="v">
                <p:oleObj spid="_x0000_s3076" name="" r:id="rId5" imgW="7534275" imgH="4752975" progId="Paint.Picture">
                  <p:embed/>
                </p:oleObj>
              </mc:Choice>
              <mc:Fallback>
                <p:oleObj name="" r:id="rId5" imgW="7534275" imgH="4752975" progId="Paint.Picture">
                  <p:embed/>
                  <p:pic>
                    <p:nvPicPr>
                      <p:cNvPr id="0" name="图片 3075"/>
                      <p:cNvPicPr/>
                      <p:nvPr/>
                    </p:nvPicPr>
                    <p:blipFill>
                      <a:blip r:embed="rId6"/>
                      <a:stretch>
                        <a:fillRect/>
                      </a:stretch>
                    </p:blipFill>
                    <p:spPr>
                      <a:xfrm>
                        <a:off x="5210175" y="3132138"/>
                        <a:ext cx="5368925" cy="3182937"/>
                      </a:xfrm>
                      <a:prstGeom prst="rect">
                        <a:avLst/>
                      </a:prstGeom>
                      <a:noFill/>
                      <a:ln w="38100">
                        <a:noFill/>
                        <a:miter/>
                      </a:ln>
                    </p:spPr>
                  </p:pic>
                </p:oleObj>
              </mc:Fallback>
            </mc:AlternateContent>
          </a:graphicData>
        </a:graphic>
      </p:graphicFrame>
    </p:spTree>
  </p:cSld>
  <p:clrMapOvr>
    <a:masterClrMapping/>
  </p:clrMapOvr>
  <p:transition spd="med" advClick="0" advTm="7825">
    <p:random/>
  </p:transition>
</p:sld>
</file>

<file path=ppt/slides/slide4.xml><?xml version="1.0" encoding="utf-8"?>
<p:sld xmlns:a="http://schemas.openxmlformats.org/drawingml/2006/main" xmlns:r="http://schemas.openxmlformats.org/officeDocument/2006/relationships" xmlns:p="http://schemas.openxmlformats.org/presentationml/2006/main">
  <p:cSld>
    <p:bg>
      <p:bgPr>
        <a:gradFill rotWithShape="0">
          <a:gsLst>
            <a:gs pos="0">
              <a:schemeClr val="bg1"/>
            </a:gs>
            <a:gs pos="100000">
              <a:srgbClr val="C8C8C8"/>
            </a:gs>
          </a:gsLst>
          <a:path path="circle">
            <a:fillToRect l="50000" t="50000" r="50000" b="50000"/>
          </a:path>
          <a:tileRect/>
        </a:gradFill>
        <a:effectLst/>
      </p:bgPr>
    </p:bg>
    <p:spTree>
      <p:nvGrpSpPr>
        <p:cNvPr id="1" name=""/>
        <p:cNvGrpSpPr/>
        <p:nvPr/>
      </p:nvGrpSpPr>
      <p:grpSpPr/>
      <p:sp>
        <p:nvSpPr>
          <p:cNvPr id="63" name="平行四边形 62"/>
          <p:cNvSpPr/>
          <p:nvPr/>
        </p:nvSpPr>
        <p:spPr>
          <a:xfrm rot="10800000" flipH="1">
            <a:off x="0" y="0"/>
            <a:ext cx="2173288" cy="1644650"/>
          </a:xfrm>
          <a:prstGeom prst="parallelogram">
            <a:avLst>
              <a:gd name="adj" fmla="val 56099"/>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grpSp>
        <p:nvGrpSpPr>
          <p:cNvPr id="450563" name="组合 7"/>
          <p:cNvGrpSpPr/>
          <p:nvPr/>
        </p:nvGrpSpPr>
        <p:grpSpPr>
          <a:xfrm>
            <a:off x="5888038" y="1173163"/>
            <a:ext cx="2693987" cy="601662"/>
            <a:chOff x="5947494" y="561482"/>
            <a:chExt cx="2692646" cy="602565"/>
          </a:xfrm>
        </p:grpSpPr>
        <p:sp>
          <p:nvSpPr>
            <p:cNvPr id="450564" name="文本框 63"/>
            <p:cNvSpPr txBox="1"/>
            <p:nvPr/>
          </p:nvSpPr>
          <p:spPr>
            <a:xfrm>
              <a:off x="6933919" y="591764"/>
              <a:ext cx="1706221" cy="461066"/>
            </a:xfrm>
            <a:prstGeom prst="rect">
              <a:avLst/>
            </a:prstGeom>
            <a:noFill/>
            <a:ln w="9525" cap="flat" cmpd="sng">
              <a:solidFill>
                <a:srgbClr val="083763"/>
              </a:solidFill>
              <a:prstDash val="solid"/>
              <a:round/>
              <a:headEnd type="none" w="med" len="med"/>
              <a:tailEnd type="none" w="med" len="med"/>
            </a:ln>
          </p:spPr>
          <p:txBody>
            <a:bodyPr wrap="none" anchor="t" anchorCtr="0">
              <a:spAutoFit/>
            </a:bodyPr>
            <a:p>
              <a:r>
                <a:rPr lang="zh-CN" altLang="en-US" sz="2400" b="1" dirty="0">
                  <a:solidFill>
                    <a:srgbClr val="595959"/>
                  </a:solidFill>
                  <a:latin typeface="微软雅黑" panose="020B0503020204020204" pitchFamily="34" charset="-122"/>
                  <a:ea typeface="微软雅黑" panose="020B0503020204020204" pitchFamily="34" charset="-122"/>
                  <a:hlinkClick r:id="rId1" action="ppaction://hlinksldjump"/>
                </a:rPr>
                <a:t>数组的概念</a:t>
              </a:r>
              <a:endParaRPr lang="zh-CN" altLang="en-US" sz="2400" b="1" dirty="0">
                <a:solidFill>
                  <a:srgbClr val="595959"/>
                </a:solidFill>
                <a:latin typeface="微软雅黑" panose="020B0503020204020204" pitchFamily="34" charset="-122"/>
                <a:ea typeface="微软雅黑" panose="020B0503020204020204" pitchFamily="34" charset="-122"/>
                <a:hlinkClick r:id="rId1" action="ppaction://hlinksldjump"/>
              </a:endParaRPr>
            </a:p>
          </p:txBody>
        </p:sp>
        <p:grpSp>
          <p:nvGrpSpPr>
            <p:cNvPr id="69" name="组合 68"/>
            <p:cNvGrpSpPr/>
            <p:nvPr/>
          </p:nvGrpSpPr>
          <p:grpSpPr>
            <a:xfrm>
              <a:off x="5947494" y="561482"/>
              <a:ext cx="602565" cy="602565"/>
              <a:chOff x="7935667" y="1393882"/>
              <a:chExt cx="602565" cy="602565"/>
            </a:xfrm>
            <a:solidFill>
              <a:schemeClr val="accent1">
                <a:lumMod val="50000"/>
              </a:schemeClr>
            </a:solidFill>
          </p:grpSpPr>
          <p:sp>
            <p:nvSpPr>
              <p:cNvPr id="70" name="圆角矩形 69"/>
              <p:cNvSpPr/>
              <p:nvPr/>
            </p:nvSpPr>
            <p:spPr>
              <a:xfrm rot="2700000">
                <a:off x="7935667" y="1393882"/>
                <a:ext cx="602565" cy="602565"/>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100" strike="noStrike" noProof="1"/>
              </a:p>
            </p:txBody>
          </p:sp>
          <p:sp>
            <p:nvSpPr>
              <p:cNvPr id="79" name="文本框 78"/>
              <p:cNvSpPr txBox="1"/>
              <p:nvPr/>
            </p:nvSpPr>
            <p:spPr>
              <a:xfrm>
                <a:off x="8053929" y="1518083"/>
                <a:ext cx="339739" cy="399379"/>
              </a:xfrm>
              <a:prstGeom prst="rect">
                <a:avLst/>
              </a:prstGeom>
              <a:noFill/>
              <a:effectLst/>
            </p:spPr>
            <p:txBody>
              <a:bodyPr wrap="none" rtlCol="0">
                <a:spAutoFit/>
              </a:bodyPr>
              <a:lstStyle/>
              <a:p>
                <a:pPr fontAlgn="auto"/>
                <a:r>
                  <a:rPr lang="en-US" altLang="zh-CN" sz="2000" b="1" strike="noStrike" noProof="1" dirty="0">
                    <a:solidFill>
                      <a:schemeClr val="bg1"/>
                    </a:solidFill>
                    <a:latin typeface="微软雅黑" panose="020B0503020204020204" pitchFamily="34" charset="-122"/>
                    <a:ea typeface="微软雅黑" panose="020B0503020204020204" pitchFamily="34" charset="-122"/>
                    <a:cs typeface="Kartika" pitchFamily="18" charset="0"/>
                  </a:rPr>
                  <a:t>1</a:t>
                </a:r>
                <a:endParaRPr lang="en-US" altLang="zh-CN" sz="2000" b="1" strike="noStrike" noProof="1" dirty="0">
                  <a:solidFill>
                    <a:schemeClr val="bg1"/>
                  </a:solidFill>
                  <a:latin typeface="微软雅黑" panose="020B0503020204020204" pitchFamily="34" charset="-122"/>
                  <a:ea typeface="微软雅黑" panose="020B0503020204020204" pitchFamily="34" charset="-122"/>
                  <a:cs typeface="Kartika" pitchFamily="18" charset="0"/>
                </a:endParaRPr>
              </a:p>
            </p:txBody>
          </p:sp>
        </p:grpSp>
      </p:grpSp>
      <p:grpSp>
        <p:nvGrpSpPr>
          <p:cNvPr id="450566" name="组合 5"/>
          <p:cNvGrpSpPr/>
          <p:nvPr/>
        </p:nvGrpSpPr>
        <p:grpSpPr>
          <a:xfrm>
            <a:off x="5888038" y="2195513"/>
            <a:ext cx="2387600" cy="603250"/>
            <a:chOff x="5947496" y="2541467"/>
            <a:chExt cx="2389505" cy="602565"/>
          </a:xfrm>
        </p:grpSpPr>
        <p:sp>
          <p:nvSpPr>
            <p:cNvPr id="450567" name="文本框 66"/>
            <p:cNvSpPr txBox="1"/>
            <p:nvPr/>
          </p:nvSpPr>
          <p:spPr>
            <a:xfrm>
              <a:off x="6933919" y="2582317"/>
              <a:ext cx="1403082" cy="459852"/>
            </a:xfrm>
            <a:prstGeom prst="rect">
              <a:avLst/>
            </a:prstGeom>
            <a:noFill/>
            <a:ln w="9525" cap="flat" cmpd="sng">
              <a:solidFill>
                <a:srgbClr val="083763"/>
              </a:solidFill>
              <a:prstDash val="solid"/>
              <a:round/>
              <a:headEnd type="none" w="med" len="med"/>
              <a:tailEnd type="none" w="med" len="med"/>
            </a:ln>
          </p:spPr>
          <p:txBody>
            <a:bodyPr wrap="none" anchor="t" anchorCtr="0">
              <a:spAutoFit/>
            </a:bodyPr>
            <a:p>
              <a:pPr>
                <a:buSzTx/>
              </a:pPr>
              <a:r>
                <a:rPr lang="zh-CN" altLang="en-US" sz="2400" b="1" dirty="0">
                  <a:solidFill>
                    <a:srgbClr val="595959"/>
                  </a:solidFill>
                  <a:latin typeface="微软雅黑" panose="020B0503020204020204" pitchFamily="34" charset="-122"/>
                  <a:ea typeface="微软雅黑" panose="020B0503020204020204" pitchFamily="34" charset="-122"/>
                  <a:hlinkClick r:id=""/>
                </a:rPr>
                <a:t>一维数组</a:t>
              </a:r>
              <a:endParaRPr lang="zh-CN" altLang="en-US" sz="2400" b="1" dirty="0">
                <a:solidFill>
                  <a:srgbClr val="595959"/>
                </a:solidFill>
                <a:latin typeface="微软雅黑" panose="020B0503020204020204" pitchFamily="34" charset="-122"/>
                <a:ea typeface="微软雅黑" panose="020B0503020204020204" pitchFamily="34" charset="-122"/>
                <a:hlinkClick r:id=""/>
              </a:endParaRPr>
            </a:p>
          </p:txBody>
        </p:sp>
        <p:grpSp>
          <p:nvGrpSpPr>
            <p:cNvPr id="83" name="组合 82"/>
            <p:cNvGrpSpPr/>
            <p:nvPr/>
          </p:nvGrpSpPr>
          <p:grpSpPr>
            <a:xfrm>
              <a:off x="5947496" y="2541467"/>
              <a:ext cx="602565" cy="602565"/>
              <a:chOff x="7935669" y="3889888"/>
              <a:chExt cx="602565" cy="602565"/>
            </a:xfrm>
            <a:solidFill>
              <a:schemeClr val="accent1">
                <a:lumMod val="50000"/>
              </a:schemeClr>
            </a:solidFill>
          </p:grpSpPr>
          <p:sp>
            <p:nvSpPr>
              <p:cNvPr id="84" name="圆角矩形 83"/>
              <p:cNvSpPr/>
              <p:nvPr/>
            </p:nvSpPr>
            <p:spPr>
              <a:xfrm rot="2700000">
                <a:off x="7935669" y="3889888"/>
                <a:ext cx="602565" cy="602565"/>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100" strike="noStrike" noProof="1"/>
              </a:p>
            </p:txBody>
          </p:sp>
          <p:sp>
            <p:nvSpPr>
              <p:cNvPr id="85" name="文本框 84"/>
              <p:cNvSpPr txBox="1"/>
              <p:nvPr/>
            </p:nvSpPr>
            <p:spPr>
              <a:xfrm>
                <a:off x="8038546" y="4023280"/>
                <a:ext cx="339781" cy="398327"/>
              </a:xfrm>
              <a:prstGeom prst="rect">
                <a:avLst/>
              </a:prstGeom>
              <a:noFill/>
              <a:effectLst/>
            </p:spPr>
            <p:txBody>
              <a:bodyPr wrap="none" rtlCol="0">
                <a:spAutoFit/>
              </a:bodyPr>
              <a:lstStyle/>
              <a:p>
                <a:pPr fontAlgn="auto"/>
                <a:r>
                  <a:rPr lang="en-US" altLang="zh-CN" sz="2000" b="1" strike="noStrike" noProof="1" dirty="0">
                    <a:solidFill>
                      <a:schemeClr val="bg1"/>
                    </a:solidFill>
                    <a:latin typeface="微软雅黑" panose="020B0503020204020204" pitchFamily="34" charset="-122"/>
                    <a:ea typeface="微软雅黑" panose="020B0503020204020204" pitchFamily="34" charset="-122"/>
                    <a:cs typeface="Kartika" pitchFamily="18" charset="0"/>
                  </a:rPr>
                  <a:t>2</a:t>
                </a:r>
                <a:endParaRPr lang="en-US" altLang="zh-CN" sz="2000" b="1" strike="noStrike" noProof="1" dirty="0">
                  <a:solidFill>
                    <a:schemeClr val="bg1"/>
                  </a:solidFill>
                  <a:latin typeface="微软雅黑" panose="020B0503020204020204" pitchFamily="34" charset="-122"/>
                  <a:ea typeface="微软雅黑" panose="020B0503020204020204" pitchFamily="34" charset="-122"/>
                  <a:cs typeface="Kartika" pitchFamily="18" charset="0"/>
                </a:endParaRPr>
              </a:p>
            </p:txBody>
          </p:sp>
        </p:grpSp>
      </p:grpSp>
      <p:sp>
        <p:nvSpPr>
          <p:cNvPr id="26" name="平行四边形 25"/>
          <p:cNvSpPr/>
          <p:nvPr/>
        </p:nvSpPr>
        <p:spPr>
          <a:xfrm rot="10800000" flipH="1">
            <a:off x="889000" y="227013"/>
            <a:ext cx="2174875" cy="1644650"/>
          </a:xfrm>
          <a:prstGeom prst="parallelogram">
            <a:avLst>
              <a:gd name="adj" fmla="val 56099"/>
            </a:avLst>
          </a:prstGeom>
          <a:solidFill>
            <a:schemeClr val="accent1">
              <a:lumMod val="5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pic>
        <p:nvPicPr>
          <p:cNvPr id="450570" name="组合 2"/>
          <p:cNvPicPr>
            <a:picLocks noGrp="1" noChangeAspect="1"/>
          </p:cNvPicPr>
          <p:nvPr/>
        </p:nvPicPr>
        <p:blipFill>
          <a:blip r:embed="rId2"/>
          <a:stretch>
            <a:fillRect/>
          </a:stretch>
        </p:blipFill>
        <p:spPr>
          <a:xfrm>
            <a:off x="2473325" y="1863725"/>
            <a:ext cx="2944813" cy="3316288"/>
          </a:xfrm>
          <a:prstGeom prst="rect">
            <a:avLst/>
          </a:prstGeom>
          <a:noFill/>
          <a:ln w="9525">
            <a:noFill/>
          </a:ln>
        </p:spPr>
      </p:pic>
      <p:grpSp>
        <p:nvGrpSpPr>
          <p:cNvPr id="450571" name="组合 4"/>
          <p:cNvGrpSpPr/>
          <p:nvPr/>
        </p:nvGrpSpPr>
        <p:grpSpPr>
          <a:xfrm>
            <a:off x="5888038" y="3227388"/>
            <a:ext cx="3911600" cy="603250"/>
            <a:chOff x="6053982" y="3572061"/>
            <a:chExt cx="3914407" cy="602565"/>
          </a:xfrm>
        </p:grpSpPr>
        <p:sp>
          <p:nvSpPr>
            <p:cNvPr id="450572" name="文本框 66"/>
            <p:cNvSpPr txBox="1"/>
            <p:nvPr/>
          </p:nvSpPr>
          <p:spPr>
            <a:xfrm>
              <a:off x="7040405" y="3612911"/>
              <a:ext cx="2927984" cy="459852"/>
            </a:xfrm>
            <a:prstGeom prst="rect">
              <a:avLst/>
            </a:prstGeom>
            <a:noFill/>
            <a:ln w="9525" cap="flat" cmpd="sng">
              <a:solidFill>
                <a:srgbClr val="083763"/>
              </a:solidFill>
              <a:prstDash val="solid"/>
              <a:round/>
              <a:headEnd type="none" w="med" len="med"/>
              <a:tailEnd type="none" w="med" len="med"/>
            </a:ln>
          </p:spPr>
          <p:txBody>
            <a:bodyPr wrap="none" anchor="t" anchorCtr="0">
              <a:spAutoFit/>
            </a:bodyPr>
            <a:p>
              <a:r>
                <a:rPr lang="zh-CN" altLang="en-US" sz="2400" b="1" dirty="0">
                  <a:solidFill>
                    <a:srgbClr val="595959"/>
                  </a:solidFill>
                  <a:latin typeface="微软雅黑" panose="020B0503020204020204" pitchFamily="34" charset="-122"/>
                  <a:ea typeface="微软雅黑" panose="020B0503020204020204" pitchFamily="34" charset="-122"/>
                  <a:hlinkClick r:id=""/>
                </a:rPr>
                <a:t>二维数组及多维数组</a:t>
              </a:r>
              <a:endParaRPr lang="zh-CN" altLang="en-US" sz="2400" b="1" dirty="0">
                <a:solidFill>
                  <a:srgbClr val="595959"/>
                </a:solidFill>
                <a:latin typeface="微软雅黑" panose="020B0503020204020204" pitchFamily="34" charset="-122"/>
                <a:ea typeface="微软雅黑" panose="020B0503020204020204" pitchFamily="34" charset="-122"/>
                <a:hlinkClick r:id=""/>
              </a:endParaRPr>
            </a:p>
          </p:txBody>
        </p:sp>
        <p:grpSp>
          <p:nvGrpSpPr>
            <p:cNvPr id="21" name="组合 20"/>
            <p:cNvGrpSpPr/>
            <p:nvPr/>
          </p:nvGrpSpPr>
          <p:grpSpPr>
            <a:xfrm>
              <a:off x="6053982" y="3572061"/>
              <a:ext cx="602565" cy="602565"/>
              <a:chOff x="7935669" y="3889888"/>
              <a:chExt cx="602565" cy="602565"/>
            </a:xfrm>
            <a:solidFill>
              <a:schemeClr val="accent1">
                <a:lumMod val="50000"/>
              </a:schemeClr>
            </a:solidFill>
          </p:grpSpPr>
          <p:sp>
            <p:nvSpPr>
              <p:cNvPr id="22" name="圆角矩形 21"/>
              <p:cNvSpPr/>
              <p:nvPr/>
            </p:nvSpPr>
            <p:spPr>
              <a:xfrm rot="2700000">
                <a:off x="7935669" y="3889888"/>
                <a:ext cx="602565" cy="602565"/>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100" strike="noStrike" noProof="1"/>
              </a:p>
            </p:txBody>
          </p:sp>
          <p:sp>
            <p:nvSpPr>
              <p:cNvPr id="23" name="文本框 84"/>
              <p:cNvSpPr txBox="1"/>
              <p:nvPr/>
            </p:nvSpPr>
            <p:spPr>
              <a:xfrm>
                <a:off x="8020440" y="4023280"/>
                <a:ext cx="339769" cy="398327"/>
              </a:xfrm>
              <a:prstGeom prst="rect">
                <a:avLst/>
              </a:prstGeom>
              <a:noFill/>
              <a:effectLst/>
            </p:spPr>
            <p:txBody>
              <a:bodyPr wrap="none" rtlCol="0">
                <a:spAutoFit/>
              </a:bodyPr>
              <a:lstStyle/>
              <a:p>
                <a:pPr fontAlgn="auto"/>
                <a:r>
                  <a:rPr lang="en-US" altLang="zh-CN" sz="2000" b="1" strike="noStrike" noProof="1" dirty="0">
                    <a:solidFill>
                      <a:schemeClr val="bg1"/>
                    </a:solidFill>
                    <a:latin typeface="微软雅黑" panose="020B0503020204020204" pitchFamily="34" charset="-122"/>
                    <a:ea typeface="微软雅黑" panose="020B0503020204020204" pitchFamily="34" charset="-122"/>
                    <a:cs typeface="Kartika" pitchFamily="18" charset="0"/>
                  </a:rPr>
                  <a:t>3</a:t>
                </a:r>
                <a:endParaRPr lang="en-US" altLang="zh-CN" sz="2000" b="1" strike="noStrike" noProof="1" dirty="0">
                  <a:solidFill>
                    <a:schemeClr val="bg1"/>
                  </a:solidFill>
                  <a:latin typeface="微软雅黑" panose="020B0503020204020204" pitchFamily="34" charset="-122"/>
                  <a:ea typeface="微软雅黑" panose="020B0503020204020204" pitchFamily="34" charset="-122"/>
                  <a:cs typeface="Kartika" pitchFamily="18" charset="0"/>
                </a:endParaRPr>
              </a:p>
            </p:txBody>
          </p:sp>
        </p:grpSp>
      </p:grpSp>
      <p:grpSp>
        <p:nvGrpSpPr>
          <p:cNvPr id="450574" name="组合 29"/>
          <p:cNvGrpSpPr/>
          <p:nvPr/>
        </p:nvGrpSpPr>
        <p:grpSpPr>
          <a:xfrm>
            <a:off x="5927725" y="4276725"/>
            <a:ext cx="3606800" cy="603250"/>
            <a:chOff x="6053982" y="3572061"/>
            <a:chExt cx="3609565" cy="602565"/>
          </a:xfrm>
        </p:grpSpPr>
        <p:sp>
          <p:nvSpPr>
            <p:cNvPr id="450575" name="文本框 66"/>
            <p:cNvSpPr txBox="1"/>
            <p:nvPr/>
          </p:nvSpPr>
          <p:spPr>
            <a:xfrm>
              <a:off x="7040405" y="3612911"/>
              <a:ext cx="2623142" cy="459852"/>
            </a:xfrm>
            <a:prstGeom prst="rect">
              <a:avLst/>
            </a:prstGeom>
            <a:noFill/>
            <a:ln w="9525" cap="flat" cmpd="sng">
              <a:solidFill>
                <a:srgbClr val="083763"/>
              </a:solidFill>
              <a:prstDash val="solid"/>
              <a:round/>
              <a:headEnd type="none" w="med" len="med"/>
              <a:tailEnd type="none" w="med" len="med"/>
            </a:ln>
          </p:spPr>
          <p:txBody>
            <a:bodyPr wrap="none" anchor="t" anchorCtr="0">
              <a:spAutoFit/>
            </a:bodyPr>
            <a:p>
              <a:r>
                <a:rPr lang="zh-CN" altLang="en-US" sz="2400" b="1" dirty="0">
                  <a:solidFill>
                    <a:srgbClr val="595959"/>
                  </a:solidFill>
                  <a:latin typeface="微软雅黑" panose="020B0503020204020204" pitchFamily="34" charset="-122"/>
                  <a:ea typeface="微软雅黑" panose="020B0503020204020204" pitchFamily="34" charset="-122"/>
                  <a:hlinkClick r:id=""/>
                </a:rPr>
                <a:t>字符数组及字符串</a:t>
              </a:r>
              <a:endParaRPr lang="zh-CN" altLang="en-US" sz="2400" b="1" dirty="0">
                <a:solidFill>
                  <a:srgbClr val="595959"/>
                </a:solidFill>
                <a:latin typeface="微软雅黑" panose="020B0503020204020204" pitchFamily="34" charset="-122"/>
                <a:ea typeface="微软雅黑" panose="020B0503020204020204" pitchFamily="34" charset="-122"/>
                <a:hlinkClick r:id=""/>
              </a:endParaRPr>
            </a:p>
          </p:txBody>
        </p:sp>
        <p:grpSp>
          <p:nvGrpSpPr>
            <p:cNvPr id="32" name="组合 31"/>
            <p:cNvGrpSpPr/>
            <p:nvPr/>
          </p:nvGrpSpPr>
          <p:grpSpPr>
            <a:xfrm>
              <a:off x="6053982" y="3572061"/>
              <a:ext cx="602565" cy="602565"/>
              <a:chOff x="7935669" y="3889888"/>
              <a:chExt cx="602565" cy="602565"/>
            </a:xfrm>
            <a:solidFill>
              <a:schemeClr val="accent1">
                <a:lumMod val="50000"/>
              </a:schemeClr>
            </a:solidFill>
          </p:grpSpPr>
          <p:sp>
            <p:nvSpPr>
              <p:cNvPr id="33" name="圆角矩形 32"/>
              <p:cNvSpPr/>
              <p:nvPr/>
            </p:nvSpPr>
            <p:spPr>
              <a:xfrm rot="2700000">
                <a:off x="7935669" y="3889888"/>
                <a:ext cx="602565" cy="602565"/>
              </a:xfrm>
              <a:prstGeom prst="round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z="1100" strike="noStrike" noProof="1"/>
              </a:p>
            </p:txBody>
          </p:sp>
          <p:sp>
            <p:nvSpPr>
              <p:cNvPr id="34" name="文本框 84"/>
              <p:cNvSpPr txBox="1"/>
              <p:nvPr/>
            </p:nvSpPr>
            <p:spPr>
              <a:xfrm>
                <a:off x="8020440" y="4023280"/>
                <a:ext cx="339847" cy="398327"/>
              </a:xfrm>
              <a:prstGeom prst="rect">
                <a:avLst/>
              </a:prstGeom>
              <a:noFill/>
              <a:effectLst/>
            </p:spPr>
            <p:txBody>
              <a:bodyPr wrap="none" rtlCol="0">
                <a:spAutoFit/>
              </a:bodyPr>
              <a:lstStyle/>
              <a:p>
                <a:pPr fontAlgn="auto"/>
                <a:r>
                  <a:rPr lang="en-US" altLang="zh-CN" sz="2000" b="1" strike="noStrike" noProof="1" dirty="0">
                    <a:solidFill>
                      <a:schemeClr val="bg1"/>
                    </a:solidFill>
                    <a:latin typeface="微软雅黑" panose="020B0503020204020204" pitchFamily="34" charset="-122"/>
                    <a:ea typeface="微软雅黑" panose="020B0503020204020204" pitchFamily="34" charset="-122"/>
                    <a:cs typeface="Kartika" pitchFamily="18" charset="0"/>
                  </a:rPr>
                  <a:t>4</a:t>
                </a:r>
                <a:endParaRPr lang="en-US" altLang="zh-CN" sz="2000" b="1" strike="noStrike" noProof="1" dirty="0">
                  <a:solidFill>
                    <a:schemeClr val="bg1"/>
                  </a:solidFill>
                  <a:latin typeface="微软雅黑" panose="020B0503020204020204" pitchFamily="34" charset="-122"/>
                  <a:ea typeface="微软雅黑" panose="020B0503020204020204" pitchFamily="34" charset="-122"/>
                  <a:cs typeface="Kartika" pitchFamily="18" charset="0"/>
                </a:endParaRPr>
              </a:p>
            </p:txBody>
          </p:sp>
        </p:grpSp>
      </p:grpSp>
      <p:grpSp>
        <p:nvGrpSpPr>
          <p:cNvPr id="3" name="组合 2"/>
          <p:cNvGrpSpPr/>
          <p:nvPr/>
        </p:nvGrpSpPr>
        <p:grpSpPr>
          <a:xfrm>
            <a:off x="2384717" y="2136073"/>
            <a:ext cx="3068417" cy="2718682"/>
            <a:chOff x="2384717" y="2136073"/>
            <a:chExt cx="3068428" cy="2718682"/>
          </a:xfrm>
          <a:effectLst>
            <a:outerShdw blurRad="50800" dist="38100" dir="2700000" algn="tl" rotWithShape="0">
              <a:prstClr val="black">
                <a:alpha val="40000"/>
              </a:prstClr>
            </a:outerShdw>
          </a:effectLst>
        </p:grpSpPr>
        <p:sp>
          <p:nvSpPr>
            <p:cNvPr id="2" name="六边形 1"/>
            <p:cNvSpPr/>
            <p:nvPr/>
          </p:nvSpPr>
          <p:spPr>
            <a:xfrm rot="1800000">
              <a:off x="2384717" y="2136073"/>
              <a:ext cx="3068428" cy="2718682"/>
            </a:xfrm>
            <a:prstGeom prst="hexagon">
              <a:avLst/>
            </a:prstGeom>
            <a:no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28" name="六边形 27"/>
            <p:cNvSpPr/>
            <p:nvPr/>
          </p:nvSpPr>
          <p:spPr>
            <a:xfrm>
              <a:off x="2671664" y="2432501"/>
              <a:ext cx="2485054" cy="2142288"/>
            </a:xfrm>
            <a:prstGeom prst="hexagon">
              <a:avLst/>
            </a:prstGeom>
            <a:solidFill>
              <a:srgbClr val="08376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29" name="TextBox 5"/>
            <p:cNvSpPr txBox="1"/>
            <p:nvPr/>
          </p:nvSpPr>
          <p:spPr>
            <a:xfrm>
              <a:off x="2728061" y="2705823"/>
              <a:ext cx="2316555" cy="1415772"/>
            </a:xfrm>
            <a:prstGeom prst="rect">
              <a:avLst/>
            </a:prstGeom>
            <a:noFill/>
            <a:ln>
              <a:noFill/>
            </a:ln>
            <a:effectLst>
              <a:outerShdw blurRad="50800" dist="38100" dir="2700000" algn="tl" rotWithShape="0">
                <a:prstClr val="black">
                  <a:alpha val="40000"/>
                </a:prstClr>
              </a:outerShdw>
            </a:effectLst>
          </p:spPr>
          <p:txBody>
            <a:bodyPr wrap="square" rtlCol="0">
              <a:spAutoFit/>
            </a:bodyPr>
            <a:p>
              <a:pPr algn="ctr" fontAlgn="auto"/>
              <a:r>
                <a:rPr lang="zh-CN" altLang="en-US" sz="5400" b="1" strike="noStrike" noProof="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目录</a:t>
              </a:r>
              <a:endParaRPr lang="en-US" altLang="zh-CN" sz="4400" b="1" strike="noStrike" noProof="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a:p>
              <a:pPr algn="ctr" fontAlgn="auto"/>
              <a:r>
                <a:rPr lang="en-US" altLang="zh-CN" sz="3200" b="1" strike="noStrike" noProof="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mn-cs"/>
                </a:rPr>
                <a:t>Contents</a:t>
              </a:r>
              <a:endParaRPr lang="zh-CN" altLang="en-US" sz="3200" b="1" strike="noStrike" noProof="1" dirty="0">
                <a:solidFill>
                  <a:schemeClr val="bg1"/>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endParaRPr>
            </a:p>
          </p:txBody>
        </p:sp>
      </p:grpSp>
    </p:spTree>
  </p:cSld>
  <p:clrMapOvr>
    <a:overrideClrMapping bg1="lt1" tx1="dk1" bg2="lt2" tx2="dk2" accent1="accent1" accent2="accent2" accent3="accent3" accent4="accent4" accent5="accent5" accent6="accent6" hlink="hlink" folHlink="folHlink"/>
  </p:clrMapOvr>
  <p:transition spd="med" advClick="0" advTm="6608">
    <p:random/>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52609" name="Text Box 10"/>
          <p:cNvSpPr txBox="1"/>
          <p:nvPr/>
        </p:nvSpPr>
        <p:spPr>
          <a:xfrm>
            <a:off x="3186113" y="87313"/>
            <a:ext cx="5667375" cy="554037"/>
          </a:xfrm>
          <a:prstGeom prst="rect">
            <a:avLst/>
          </a:prstGeom>
          <a:noFill/>
          <a:ln w="9525">
            <a:noFill/>
          </a:ln>
        </p:spPr>
        <p:txBody>
          <a:bodyPr anchor="t" anchorCtr="0">
            <a:spAutoFit/>
          </a:bodyPr>
          <a:p>
            <a:pPr algn="ctr">
              <a:spcBef>
                <a:spcPct val="50000"/>
              </a:spcBef>
            </a:pPr>
            <a:r>
              <a:rPr lang="zh-CN" altLang="en-US" sz="3000" b="1" dirty="0">
                <a:latin typeface="方正兰亭中黑_GBK" pitchFamily="2" charset="-122"/>
                <a:ea typeface="方正兰亭中黑_GBK" pitchFamily="2" charset="-122"/>
              </a:rPr>
              <a:t>课堂学习目标</a:t>
            </a:r>
            <a:endParaRPr lang="zh-CN" altLang="en-US" sz="3000" b="1" dirty="0">
              <a:latin typeface="方正兰亭中黑_GBK" pitchFamily="2" charset="-122"/>
              <a:ea typeface="方正兰亭中黑_GBK" pitchFamily="2" charset="-122"/>
            </a:endParaRPr>
          </a:p>
        </p:txBody>
      </p:sp>
      <p:sp>
        <p:nvSpPr>
          <p:cNvPr id="16386" name="Text Box 8"/>
          <p:cNvSpPr txBox="1"/>
          <p:nvPr/>
        </p:nvSpPr>
        <p:spPr>
          <a:xfrm>
            <a:off x="2732088" y="1738313"/>
            <a:ext cx="6575425" cy="2630488"/>
          </a:xfrm>
          <a:prstGeom prst="rect">
            <a:avLst/>
          </a:prstGeom>
          <a:noFill/>
          <a:ln w="9525">
            <a:noFill/>
          </a:ln>
        </p:spPr>
        <p:txBody>
          <a:bodyPr anchor="t">
            <a:spAutoFit/>
          </a:bodyPr>
          <a:p>
            <a:pPr marL="457200" indent="-528955">
              <a:lnSpc>
                <a:spcPct val="150000"/>
              </a:lnSpc>
              <a:buFontTx/>
              <a:buBlip>
                <a:blip r:embed="rId1"/>
              </a:buBlip>
            </a:pPr>
            <a:r>
              <a:rPr lang="zh-CN" altLang="en-US" sz="2200" b="1" noProof="1" dirty="0">
                <a:latin typeface="方正兰亭纤黑简体" pitchFamily="65" charset="-122"/>
                <a:ea typeface="方正兰亭纤黑简体" pitchFamily="65" charset="-122"/>
                <a:cs typeface="+mn-cs"/>
              </a:rPr>
              <a:t>了解数组的概念</a:t>
            </a:r>
            <a:endParaRPr lang="zh-CN" altLang="en-US" sz="2200" b="1" noProof="1" dirty="0">
              <a:latin typeface="方正兰亭纤黑简体" pitchFamily="65" charset="-122"/>
              <a:ea typeface="方正兰亭纤黑简体" pitchFamily="65" charset="-122"/>
            </a:endParaRPr>
          </a:p>
          <a:p>
            <a:pPr marL="457200" indent="-528955">
              <a:lnSpc>
                <a:spcPct val="150000"/>
              </a:lnSpc>
              <a:buFontTx/>
              <a:buBlip>
                <a:blip r:embed="rId1"/>
              </a:buBlip>
            </a:pPr>
            <a:r>
              <a:rPr lang="zh-CN" altLang="en-US" sz="2200" b="1" noProof="1" dirty="0">
                <a:latin typeface="方正兰亭纤黑简体" pitchFamily="65" charset="-122"/>
                <a:ea typeface="方正兰亭纤黑简体" pitchFamily="65" charset="-122"/>
                <a:cs typeface="+mn-cs"/>
              </a:rPr>
              <a:t>掌握一维数组的运用</a:t>
            </a:r>
            <a:endParaRPr lang="zh-CN" altLang="en-US" sz="2200" b="1" noProof="1" dirty="0">
              <a:latin typeface="方正兰亭纤黑简体" pitchFamily="65" charset="-122"/>
              <a:ea typeface="方正兰亭纤黑简体" pitchFamily="65" charset="-122"/>
            </a:endParaRPr>
          </a:p>
          <a:p>
            <a:pPr marL="457200" indent="-528955">
              <a:lnSpc>
                <a:spcPct val="150000"/>
              </a:lnSpc>
              <a:buFontTx/>
              <a:buBlip>
                <a:blip r:embed="rId1"/>
              </a:buBlip>
            </a:pPr>
            <a:r>
              <a:rPr lang="zh-CN" altLang="en-US" sz="2200" b="1" noProof="1" dirty="0">
                <a:latin typeface="方正兰亭纤黑简体" pitchFamily="65" charset="-122"/>
                <a:ea typeface="方正兰亭纤黑简体" pitchFamily="65" charset="-122"/>
                <a:cs typeface="+mn-cs"/>
              </a:rPr>
              <a:t>掌握二维数组和多维数组的运用</a:t>
            </a:r>
            <a:endParaRPr lang="en-US" altLang="zh-CN" sz="2200" b="1" noProof="1" dirty="0">
              <a:latin typeface="方正兰亭纤黑简体" pitchFamily="65" charset="-122"/>
              <a:ea typeface="方正兰亭纤黑简体" pitchFamily="65" charset="-122"/>
            </a:endParaRPr>
          </a:p>
          <a:p>
            <a:pPr marL="457200" indent="-528955">
              <a:lnSpc>
                <a:spcPct val="150000"/>
              </a:lnSpc>
              <a:buFontTx/>
              <a:buBlip>
                <a:blip r:embed="rId1"/>
              </a:buBlip>
            </a:pPr>
            <a:r>
              <a:rPr lang="zh-CN" altLang="en-US" sz="2200" b="1" noProof="1" dirty="0">
                <a:latin typeface="方正兰亭纤黑简体" pitchFamily="65" charset="-122"/>
                <a:ea typeface="方正兰亭纤黑简体" pitchFamily="65" charset="-122"/>
                <a:cs typeface="+mn-cs"/>
              </a:rPr>
              <a:t>掌握字符数组和字符串的使用</a:t>
            </a:r>
            <a:endParaRPr lang="en-US" altLang="zh-CN" sz="2200" b="1" noProof="1" dirty="0">
              <a:latin typeface="方正兰亭纤黑简体" pitchFamily="65" charset="-122"/>
              <a:ea typeface="方正兰亭纤黑简体" pitchFamily="65" charset="-122"/>
            </a:endParaRPr>
          </a:p>
          <a:p>
            <a:pPr>
              <a:lnSpc>
                <a:spcPct val="150000"/>
              </a:lnSpc>
              <a:buFontTx/>
            </a:pPr>
            <a:endParaRPr lang="zh-CN" altLang="en-US" sz="2200" b="1" noProof="1" dirty="0">
              <a:latin typeface="方正兰亭纤黑简体" pitchFamily="65" charset="-122"/>
              <a:ea typeface="方正兰亭纤黑简体" pitchFamily="65"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 name="平行四边形 17"/>
          <p:cNvSpPr/>
          <p:nvPr/>
        </p:nvSpPr>
        <p:spPr>
          <a:xfrm rot="10800000" flipH="1">
            <a:off x="-1566862" y="0"/>
            <a:ext cx="6986588" cy="6630988"/>
          </a:xfrm>
          <a:prstGeom prst="parallelogram">
            <a:avLst>
              <a:gd name="adj" fmla="val 56099"/>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19" name="平行四边形 18"/>
          <p:cNvSpPr/>
          <p:nvPr/>
        </p:nvSpPr>
        <p:spPr>
          <a:xfrm rot="10800000" flipH="1">
            <a:off x="149225" y="227013"/>
            <a:ext cx="7529513" cy="6630988"/>
          </a:xfrm>
          <a:prstGeom prst="parallelogram">
            <a:avLst>
              <a:gd name="adj" fmla="val 56099"/>
            </a:avLst>
          </a:prstGeom>
          <a:solidFill>
            <a:schemeClr val="accent1">
              <a:lumMod val="5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453635" name="文本框 1"/>
          <p:cNvSpPr/>
          <p:nvPr/>
        </p:nvSpPr>
        <p:spPr>
          <a:xfrm>
            <a:off x="5973763" y="2432050"/>
            <a:ext cx="2722562" cy="706438"/>
          </a:xfrm>
          <a:prstGeom prst="rect">
            <a:avLst/>
          </a:prstGeom>
          <a:noFill/>
          <a:ln w="9525">
            <a:noFill/>
          </a:ln>
        </p:spPr>
        <p:txBody>
          <a:bodyPr wrap="none" anchor="t" anchorCtr="0">
            <a:spAutoFit/>
          </a:bodyPr>
          <a:p>
            <a:r>
              <a:rPr lang="zh-CN" altLang="en-US" sz="4000" b="1" dirty="0">
                <a:solidFill>
                  <a:srgbClr val="083763"/>
                </a:solidFill>
                <a:latin typeface="微软雅黑" panose="020B0503020204020204" pitchFamily="34" charset="-122"/>
                <a:ea typeface="微软雅黑" panose="020B0503020204020204" pitchFamily="34" charset="-122"/>
                <a:sym typeface="微软雅黑" panose="020B0503020204020204" pitchFamily="34" charset="-122"/>
              </a:rPr>
              <a:t>数组的概念</a:t>
            </a:r>
            <a:endParaRPr lang="zh-CN" altLang="en-US" sz="4000" b="1" dirty="0">
              <a:solidFill>
                <a:srgbClr val="083763"/>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453636" name="组合 11"/>
          <p:cNvPicPr>
            <a:picLocks noGrp="1" noChangeAspect="1"/>
          </p:cNvPicPr>
          <p:nvPr/>
        </p:nvPicPr>
        <p:blipFill>
          <a:blip r:embed="rId1"/>
          <a:stretch>
            <a:fillRect/>
          </a:stretch>
        </p:blipFill>
        <p:spPr>
          <a:xfrm>
            <a:off x="2597150" y="2387600"/>
            <a:ext cx="2633663" cy="2374900"/>
          </a:xfrm>
          <a:prstGeom prst="rect">
            <a:avLst/>
          </a:prstGeom>
          <a:noFill/>
          <a:ln w="9525">
            <a:noFill/>
          </a:ln>
        </p:spPr>
      </p:pic>
      <p:cxnSp>
        <p:nvCxnSpPr>
          <p:cNvPr id="3" name="直接连接符 2"/>
          <p:cNvCxnSpPr/>
          <p:nvPr/>
        </p:nvCxnSpPr>
        <p:spPr>
          <a:xfrm>
            <a:off x="5822950" y="3452813"/>
            <a:ext cx="4935538" cy="0"/>
          </a:xfrm>
          <a:prstGeom prst="line">
            <a:avLst/>
          </a:prstGeom>
          <a:ln>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2671664" y="2432501"/>
            <a:ext cx="2485054" cy="2259822"/>
            <a:chOff x="2671664" y="2432501"/>
            <a:chExt cx="2485054" cy="2259822"/>
          </a:xfrm>
          <a:effectLst>
            <a:outerShdw blurRad="50800" dist="38100" dir="2700000" algn="tl" rotWithShape="0">
              <a:prstClr val="black">
                <a:alpha val="40000"/>
              </a:prstClr>
            </a:outerShdw>
          </a:effectLst>
        </p:grpSpPr>
        <p:sp>
          <p:nvSpPr>
            <p:cNvPr id="14" name="六边形 13"/>
            <p:cNvSpPr/>
            <p:nvPr/>
          </p:nvSpPr>
          <p:spPr>
            <a:xfrm>
              <a:off x="2671664" y="2432501"/>
              <a:ext cx="2485054" cy="2142288"/>
            </a:xfrm>
            <a:prstGeom prst="hexagon">
              <a:avLst/>
            </a:prstGeom>
            <a:solidFill>
              <a:srgbClr val="08376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15" name="TextBox 5"/>
            <p:cNvSpPr txBox="1"/>
            <p:nvPr/>
          </p:nvSpPr>
          <p:spPr>
            <a:xfrm>
              <a:off x="2728061" y="2939088"/>
              <a:ext cx="2316555" cy="1753235"/>
            </a:xfrm>
            <a:prstGeom prst="rect">
              <a:avLst/>
            </a:prstGeom>
            <a:noFill/>
            <a:ln>
              <a:noFill/>
            </a:ln>
            <a:effectLst>
              <a:outerShdw blurRad="50800" dist="38100" dir="2700000" algn="tl" rotWithShape="0">
                <a:prstClr val="black">
                  <a:alpha val="40000"/>
                </a:prstClr>
              </a:outerShdw>
            </a:effectLst>
          </p:spPr>
          <p:txBody>
            <a:bodyPr wrap="square" rtlCol="0">
              <a:spAutoFit/>
            </a:bodyPr>
            <a:p>
              <a:pPr algn="ctr" fontAlgn="auto"/>
              <a:r>
                <a:rPr lang="en-US" altLang="zh-CN" sz="5400" b="1" strike="noStrike" noProof="1" dirty="0">
                  <a:solidFill>
                    <a:schemeClr val="bg1"/>
                  </a:solidFill>
                  <a:latin typeface="微软雅黑" panose="020B0503020204020204" pitchFamily="34" charset="-122"/>
                  <a:ea typeface="微软雅黑" panose="020B0503020204020204" pitchFamily="34" charset="-122"/>
                  <a:cs typeface="Kartika" pitchFamily="18" charset="0"/>
                </a:rPr>
                <a:t>PART    01</a:t>
              </a:r>
              <a:endParaRPr lang="zh-CN" altLang="en-US" sz="5400" b="1" strike="noStrike" noProof="1" dirty="0">
                <a:solidFill>
                  <a:schemeClr val="bg1"/>
                </a:solidFill>
                <a:latin typeface="微软雅黑" panose="020B0503020204020204" pitchFamily="34" charset="-122"/>
                <a:ea typeface="微软雅黑" panose="020B0503020204020204" pitchFamily="34" charset="-122"/>
                <a:cs typeface="Kartika" pitchFamily="18" charset="0"/>
              </a:endParaRPr>
            </a:p>
          </p:txBody>
        </p:sp>
      </p:grpSp>
    </p:spTree>
  </p:cSld>
  <p:clrMapOvr>
    <a:masterClrMapping/>
  </p:clrMapOvr>
  <p:transition spd="med" advClick="0" advTm="5561">
    <p:random/>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2947" name="文本占位符 82946"/>
          <p:cNvSpPr>
            <a:spLocks noGrp="1"/>
          </p:cNvSpPr>
          <p:nvPr>
            <p:ph type="body" idx="4294967295"/>
          </p:nvPr>
        </p:nvSpPr>
        <p:spPr>
          <a:xfrm>
            <a:off x="2381250" y="1077913"/>
            <a:ext cx="8001000" cy="3733800"/>
          </a:xfrm>
          <a:prstGeom prst="rect">
            <a:avLst/>
          </a:prstGeom>
          <a:noFill/>
          <a:ln w="9525">
            <a:noFill/>
          </a:ln>
        </p:spPr>
        <p:txBody>
          <a:bodyPr anchor="t" anchorCtr="0"/>
          <a:p>
            <a:pPr lvl="1" eaLnBrk="0" hangingPunct="0">
              <a:lnSpc>
                <a:spcPct val="150000"/>
              </a:lnSpc>
              <a:spcBef>
                <a:spcPct val="0"/>
              </a:spcBef>
              <a:buClrTx/>
              <a:buSzTx/>
              <a:buFontTx/>
            </a:pPr>
            <a:r>
              <a:rPr lang="zh-CN" altLang="en-US" dirty="0">
                <a:latin typeface="微软雅黑 Light" panose="020B0502040204020203" charset="-122"/>
                <a:ea typeface="微软雅黑 Light" panose="020B0502040204020203" charset="-122"/>
              </a:rPr>
              <a:t>构造数据类型之一</a:t>
            </a:r>
            <a:endParaRPr lang="zh-CN" altLang="en-US" dirty="0">
              <a:latin typeface="微软雅黑 Light" panose="020B0502040204020203" charset="-122"/>
              <a:ea typeface="微软雅黑 Light" panose="020B0502040204020203" charset="-122"/>
            </a:endParaRPr>
          </a:p>
          <a:p>
            <a:pPr lvl="1" eaLnBrk="0" hangingPunct="0">
              <a:lnSpc>
                <a:spcPct val="150000"/>
              </a:lnSpc>
              <a:spcBef>
                <a:spcPct val="0"/>
              </a:spcBef>
              <a:buClrTx/>
              <a:buSzTx/>
              <a:buFontTx/>
            </a:pPr>
            <a:r>
              <a:rPr lang="zh-CN" altLang="en-US" dirty="0">
                <a:latin typeface="微软雅黑 Light" panose="020B0502040204020203" charset="-122"/>
                <a:ea typeface="微软雅黑 Light" panose="020B0502040204020203" charset="-122"/>
              </a:rPr>
              <a:t>数组</a:t>
            </a:r>
            <a:r>
              <a:rPr lang="en-US" altLang="zh-CN" dirty="0">
                <a:latin typeface="微软雅黑 Light" panose="020B0502040204020203" charset="-122"/>
                <a:ea typeface="微软雅黑 Light" panose="020B0502040204020203" charset="-122"/>
              </a:rPr>
              <a:t>:</a:t>
            </a:r>
            <a:r>
              <a:rPr lang="zh-CN" altLang="en-US" dirty="0">
                <a:latin typeface="微软雅黑 Light" panose="020B0502040204020203" charset="-122"/>
                <a:ea typeface="微软雅黑 Light" panose="020B0502040204020203" charset="-122"/>
              </a:rPr>
              <a:t>相同类型的有序数据的集合</a:t>
            </a:r>
            <a:r>
              <a:rPr lang="en-US" altLang="zh-CN" dirty="0">
                <a:latin typeface="微软雅黑 Light" panose="020B0502040204020203" charset="-122"/>
                <a:ea typeface="微软雅黑 Light" panose="020B0502040204020203" charset="-122"/>
              </a:rPr>
              <a:t>,</a:t>
            </a:r>
            <a:r>
              <a:rPr lang="zh-CN" altLang="en-US" dirty="0">
                <a:latin typeface="微软雅黑 Light" panose="020B0502040204020203" charset="-122"/>
                <a:ea typeface="微软雅黑 Light" panose="020B0502040204020203" charset="-122"/>
              </a:rPr>
              <a:t>用数组名标识</a:t>
            </a:r>
            <a:endParaRPr lang="zh-CN" altLang="en-US" dirty="0">
              <a:latin typeface="微软雅黑 Light" panose="020B0502040204020203" charset="-122"/>
              <a:ea typeface="微软雅黑 Light" panose="020B0502040204020203" charset="-122"/>
            </a:endParaRPr>
          </a:p>
          <a:p>
            <a:pPr lvl="1" eaLnBrk="0" hangingPunct="0">
              <a:lnSpc>
                <a:spcPct val="150000"/>
              </a:lnSpc>
              <a:spcBef>
                <a:spcPct val="0"/>
              </a:spcBef>
              <a:buClrTx/>
              <a:buSzTx/>
              <a:buFontTx/>
            </a:pPr>
            <a:r>
              <a:rPr lang="zh-CN" altLang="en-US" dirty="0">
                <a:latin typeface="微软雅黑 Light" panose="020B0502040204020203" charset="-122"/>
                <a:ea typeface="微软雅黑 Light" panose="020B0502040204020203" charset="-122"/>
              </a:rPr>
              <a:t>元素</a:t>
            </a:r>
            <a:r>
              <a:rPr lang="en-US" altLang="zh-CN" dirty="0">
                <a:latin typeface="微软雅黑 Light" panose="020B0502040204020203" charset="-122"/>
                <a:ea typeface="微软雅黑 Light" panose="020B0502040204020203" charset="-122"/>
              </a:rPr>
              <a:t>:</a:t>
            </a:r>
            <a:r>
              <a:rPr lang="zh-CN" altLang="en-US" dirty="0">
                <a:latin typeface="微软雅黑 Light" panose="020B0502040204020203" charset="-122"/>
                <a:ea typeface="微软雅黑 Light" panose="020B0502040204020203" charset="-122"/>
              </a:rPr>
              <a:t>属同一数据类型</a:t>
            </a:r>
            <a:r>
              <a:rPr lang="en-US" altLang="zh-CN" dirty="0">
                <a:latin typeface="微软雅黑 Light" panose="020B0502040204020203" charset="-122"/>
                <a:ea typeface="微软雅黑 Light" panose="020B0502040204020203" charset="-122"/>
              </a:rPr>
              <a:t>,</a:t>
            </a:r>
            <a:r>
              <a:rPr lang="zh-CN" altLang="en-US" dirty="0">
                <a:latin typeface="微软雅黑 Light" panose="020B0502040204020203" charset="-122"/>
                <a:ea typeface="微软雅黑 Light" panose="020B0502040204020203" charset="-122"/>
              </a:rPr>
              <a:t>用数组名和下标确定</a:t>
            </a:r>
            <a:endParaRPr lang="zh-CN" altLang="en-US" dirty="0">
              <a:latin typeface="微软雅黑 Light" panose="020B0502040204020203" charset="-122"/>
              <a:ea typeface="微软雅黑 Light" panose="020B0502040204020203" charset="-122"/>
            </a:endParaRPr>
          </a:p>
          <a:p>
            <a:pPr>
              <a:buNone/>
            </a:pPr>
            <a:endParaRPr lang="zh-CN" altLang="en-US">
              <a:latin typeface="微软雅黑 Light" panose="020B0502040204020203" charset="-122"/>
              <a:ea typeface="微软雅黑 Light" panose="020B0502040204020203" charset="-122"/>
            </a:endParaRPr>
          </a:p>
        </p:txBody>
      </p:sp>
      <p:sp>
        <p:nvSpPr>
          <p:cNvPr id="455682" name="Text Box 5"/>
          <p:cNvSpPr txBox="1"/>
          <p:nvPr/>
        </p:nvSpPr>
        <p:spPr>
          <a:xfrm>
            <a:off x="728663" y="809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1</a:t>
            </a:r>
            <a:r>
              <a:rPr lang="zh-CN" altLang="en-US" sz="3000" b="1" dirty="0">
                <a:solidFill>
                  <a:schemeClr val="accent1"/>
                </a:solidFill>
                <a:latin typeface="方正兰亭黑简体" pitchFamily="2" charset="-122"/>
                <a:ea typeface="方正兰亭黑简体" pitchFamily="2" charset="-122"/>
              </a:rPr>
              <a:t>、数组概念</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82947">
                                            <p:txEl>
                                              <p:charRg st="0" end="9"/>
                                            </p:txEl>
                                          </p:spTgt>
                                        </p:tgtEl>
                                        <p:attrNameLst>
                                          <p:attrName>style.visibility</p:attrName>
                                        </p:attrNameLst>
                                      </p:cBhvr>
                                      <p:to>
                                        <p:strVal val="visible"/>
                                      </p:to>
                                    </p:set>
                                    <p:animEffect transition="in" filter="box(in)">
                                      <p:cBhvr>
                                        <p:cTn id="7" dur="500"/>
                                        <p:tgtEl>
                                          <p:spTgt spid="82947">
                                            <p:txEl>
                                              <p:charRg st="0" end="9"/>
                                            </p:txEl>
                                          </p:spTgt>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82947">
                                            <p:txEl>
                                              <p:charRg st="9" end="27"/>
                                            </p:txEl>
                                          </p:spTgt>
                                        </p:tgtEl>
                                        <p:attrNameLst>
                                          <p:attrName>style.visibility</p:attrName>
                                        </p:attrNameLst>
                                      </p:cBhvr>
                                      <p:to>
                                        <p:strVal val="visible"/>
                                      </p:to>
                                    </p:set>
                                    <p:animEffect transition="in" filter="box(in)">
                                      <p:cBhvr>
                                        <p:cTn id="10" dur="500"/>
                                        <p:tgtEl>
                                          <p:spTgt spid="82947">
                                            <p:txEl>
                                              <p:charRg st="9" end="27"/>
                                            </p:txEl>
                                          </p:spTgt>
                                        </p:tgtEl>
                                      </p:cBhvr>
                                    </p:animEffect>
                                  </p:childTnLst>
                                </p:cTn>
                              </p:par>
                              <p:par>
                                <p:cTn id="11" presetID="4" presetClass="entr" presetSubtype="16" fill="hold" grpId="0" nodeType="withEffect">
                                  <p:stCondLst>
                                    <p:cond delay="0"/>
                                  </p:stCondLst>
                                  <p:childTnLst>
                                    <p:set>
                                      <p:cBhvr>
                                        <p:cTn id="12" dur="1" fill="hold">
                                          <p:stCondLst>
                                            <p:cond delay="0"/>
                                          </p:stCondLst>
                                        </p:cTn>
                                        <p:tgtEl>
                                          <p:spTgt spid="82947">
                                            <p:txEl>
                                              <p:charRg st="27" end="48"/>
                                            </p:txEl>
                                          </p:spTgt>
                                        </p:tgtEl>
                                        <p:attrNameLst>
                                          <p:attrName>style.visibility</p:attrName>
                                        </p:attrNameLst>
                                      </p:cBhvr>
                                      <p:to>
                                        <p:strVal val="visible"/>
                                      </p:to>
                                    </p:set>
                                    <p:animEffect transition="in" filter="box(in)">
                                      <p:cBhvr>
                                        <p:cTn id="13" dur="500"/>
                                        <p:tgtEl>
                                          <p:spTgt spid="82947">
                                            <p:txEl>
                                              <p:charRg st="27" end="4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2947"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 name="平行四边形 17"/>
          <p:cNvSpPr/>
          <p:nvPr/>
        </p:nvSpPr>
        <p:spPr>
          <a:xfrm rot="10800000" flipH="1">
            <a:off x="-1566862" y="0"/>
            <a:ext cx="6986588" cy="6630988"/>
          </a:xfrm>
          <a:prstGeom prst="parallelogram">
            <a:avLst>
              <a:gd name="adj" fmla="val 56099"/>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19" name="平行四边形 18"/>
          <p:cNvSpPr/>
          <p:nvPr/>
        </p:nvSpPr>
        <p:spPr>
          <a:xfrm rot="10800000" flipH="1">
            <a:off x="112713" y="227013"/>
            <a:ext cx="7529513" cy="6630988"/>
          </a:xfrm>
          <a:prstGeom prst="parallelogram">
            <a:avLst>
              <a:gd name="adj" fmla="val 56099"/>
            </a:avLst>
          </a:prstGeom>
          <a:solidFill>
            <a:schemeClr val="accent1">
              <a:lumMod val="5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456707" name="文本框 1"/>
          <p:cNvSpPr/>
          <p:nvPr/>
        </p:nvSpPr>
        <p:spPr>
          <a:xfrm>
            <a:off x="5973763" y="2432050"/>
            <a:ext cx="2214562" cy="706438"/>
          </a:xfrm>
          <a:prstGeom prst="rect">
            <a:avLst/>
          </a:prstGeom>
          <a:noFill/>
          <a:ln w="9525">
            <a:noFill/>
          </a:ln>
        </p:spPr>
        <p:txBody>
          <a:bodyPr wrap="none" anchor="t" anchorCtr="0">
            <a:spAutoFit/>
          </a:bodyPr>
          <a:p>
            <a:r>
              <a:rPr lang="zh-CN" altLang="en-US" sz="4000" b="1" dirty="0">
                <a:solidFill>
                  <a:srgbClr val="083763"/>
                </a:solidFill>
                <a:latin typeface="微软雅黑" panose="020B0503020204020204" pitchFamily="34" charset="-122"/>
                <a:ea typeface="微软雅黑" panose="020B0503020204020204" pitchFamily="34" charset="-122"/>
                <a:sym typeface="微软雅黑" panose="020B0503020204020204" pitchFamily="34" charset="-122"/>
              </a:rPr>
              <a:t>一维数组</a:t>
            </a:r>
            <a:endParaRPr lang="zh-CN" altLang="en-US" sz="4000" b="1" dirty="0">
              <a:solidFill>
                <a:srgbClr val="083763"/>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456708" name="组合 11"/>
          <p:cNvPicPr>
            <a:picLocks noGrp="1" noChangeAspect="1"/>
          </p:cNvPicPr>
          <p:nvPr/>
        </p:nvPicPr>
        <p:blipFill>
          <a:blip r:embed="rId1"/>
          <a:stretch>
            <a:fillRect/>
          </a:stretch>
        </p:blipFill>
        <p:spPr>
          <a:xfrm>
            <a:off x="2597150" y="2387600"/>
            <a:ext cx="2633663" cy="2374900"/>
          </a:xfrm>
          <a:prstGeom prst="rect">
            <a:avLst/>
          </a:prstGeom>
          <a:noFill/>
          <a:ln w="9525">
            <a:noFill/>
          </a:ln>
        </p:spPr>
      </p:pic>
      <p:cxnSp>
        <p:nvCxnSpPr>
          <p:cNvPr id="3" name="直接连接符 2"/>
          <p:cNvCxnSpPr/>
          <p:nvPr/>
        </p:nvCxnSpPr>
        <p:spPr>
          <a:xfrm>
            <a:off x="5822950" y="3452813"/>
            <a:ext cx="4935538" cy="0"/>
          </a:xfrm>
          <a:prstGeom prst="line">
            <a:avLst/>
          </a:prstGeom>
          <a:ln>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2671664" y="2432501"/>
            <a:ext cx="2485054" cy="2259822"/>
            <a:chOff x="2671664" y="2432501"/>
            <a:chExt cx="2485054" cy="2259822"/>
          </a:xfrm>
          <a:effectLst>
            <a:outerShdw blurRad="50800" dist="38100" dir="2700000" algn="tl" rotWithShape="0">
              <a:prstClr val="black">
                <a:alpha val="40000"/>
              </a:prstClr>
            </a:outerShdw>
          </a:effectLst>
        </p:grpSpPr>
        <p:sp>
          <p:nvSpPr>
            <p:cNvPr id="14" name="六边形 13"/>
            <p:cNvSpPr/>
            <p:nvPr/>
          </p:nvSpPr>
          <p:spPr>
            <a:xfrm>
              <a:off x="2671664" y="2432501"/>
              <a:ext cx="2485054" cy="2142288"/>
            </a:xfrm>
            <a:prstGeom prst="hexagon">
              <a:avLst/>
            </a:prstGeom>
            <a:solidFill>
              <a:srgbClr val="08376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15" name="TextBox 5"/>
            <p:cNvSpPr txBox="1"/>
            <p:nvPr/>
          </p:nvSpPr>
          <p:spPr>
            <a:xfrm>
              <a:off x="2728061" y="2939088"/>
              <a:ext cx="2316555" cy="1753235"/>
            </a:xfrm>
            <a:prstGeom prst="rect">
              <a:avLst/>
            </a:prstGeom>
            <a:noFill/>
            <a:ln>
              <a:noFill/>
            </a:ln>
            <a:effectLst>
              <a:outerShdw blurRad="50800" dist="38100" dir="2700000" algn="tl" rotWithShape="0">
                <a:prstClr val="black">
                  <a:alpha val="40000"/>
                </a:prstClr>
              </a:outerShdw>
            </a:effectLst>
          </p:spPr>
          <p:txBody>
            <a:bodyPr wrap="square" rtlCol="0">
              <a:spAutoFit/>
            </a:bodyPr>
            <a:p>
              <a:pPr algn="ctr" fontAlgn="auto"/>
              <a:r>
                <a:rPr lang="en-US" altLang="zh-CN" sz="5400" b="1" strike="noStrike" noProof="1" dirty="0">
                  <a:solidFill>
                    <a:schemeClr val="bg1"/>
                  </a:solidFill>
                  <a:latin typeface="微软雅黑" panose="020B0503020204020204" pitchFamily="34" charset="-122"/>
                  <a:ea typeface="微软雅黑" panose="020B0503020204020204" pitchFamily="34" charset="-122"/>
                  <a:cs typeface="Kartika" pitchFamily="18" charset="0"/>
                </a:rPr>
                <a:t>PART    02</a:t>
              </a:r>
              <a:endParaRPr lang="zh-CN" altLang="en-US" sz="5400" b="1" strike="noStrike" noProof="1" dirty="0">
                <a:solidFill>
                  <a:schemeClr val="bg1"/>
                </a:solidFill>
                <a:latin typeface="微软雅黑" panose="020B0503020204020204" pitchFamily="34" charset="-122"/>
                <a:ea typeface="微软雅黑" panose="020B0503020204020204" pitchFamily="34" charset="-122"/>
                <a:cs typeface="Kartika" pitchFamily="18" charset="0"/>
              </a:endParaRPr>
            </a:p>
          </p:txBody>
        </p:sp>
      </p:grpSp>
    </p:spTree>
  </p:cSld>
  <p:clrMapOvr>
    <a:masterClrMapping/>
  </p:clrMapOvr>
  <p:transition spd="med" advClick="0" advTm="5561">
    <p:random/>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8" name="矩形 9217"/>
          <p:cNvSpPr/>
          <p:nvPr/>
        </p:nvSpPr>
        <p:spPr>
          <a:xfrm>
            <a:off x="2281238" y="0"/>
            <a:ext cx="7772400" cy="614363"/>
          </a:xfrm>
          <a:prstGeom prst="rect">
            <a:avLst/>
          </a:prstGeom>
          <a:noFill/>
          <a:ln w="9525">
            <a:noFill/>
          </a:ln>
        </p:spPr>
        <p:txBody>
          <a:bodyPr anchor="t" anchorCtr="0"/>
          <a:p>
            <a:pPr algn="ctr" eaLnBrk="0" hangingPunct="0"/>
            <a:endParaRPr lang="zh-CN" altLang="zh-CN" sz="4400" dirty="0">
              <a:solidFill>
                <a:schemeClr val="tx2"/>
              </a:solidFill>
              <a:latin typeface="隶书" panose="02010509060101010101" pitchFamily="49" charset="-122"/>
              <a:ea typeface="隶书" panose="02010509060101010101" pitchFamily="49" charset="-122"/>
            </a:endParaRPr>
          </a:p>
        </p:txBody>
      </p:sp>
      <p:sp>
        <p:nvSpPr>
          <p:cNvPr id="9219" name="矩形 9218"/>
          <p:cNvSpPr/>
          <p:nvPr/>
        </p:nvSpPr>
        <p:spPr>
          <a:xfrm>
            <a:off x="1952625" y="1765300"/>
            <a:ext cx="8574088" cy="1071563"/>
          </a:xfrm>
          <a:prstGeom prst="rect">
            <a:avLst/>
          </a:prstGeom>
          <a:noFill/>
          <a:ln w="9525">
            <a:noFill/>
          </a:ln>
        </p:spPr>
        <p:txBody>
          <a:bodyPr anchor="t" anchorCtr="0"/>
          <a:p>
            <a:pPr lvl="1" indent="0" eaLnBrk="0" hangingPunct="0">
              <a:lnSpc>
                <a:spcPct val="150000"/>
              </a:lnSpc>
              <a:buClr>
                <a:schemeClr val="hlink"/>
              </a:buClr>
              <a:buFont typeface="Wingdings" panose="05000000000000000000" pitchFamily="2" charset="2"/>
            </a:pPr>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1</a:t>
            </a:r>
            <a:r>
              <a:rPr lang="zh-CN" altLang="en-US" sz="2400" dirty="0">
                <a:latin typeface="微软雅黑 Light" panose="020B0502040204020203" charset="-122"/>
                <a:ea typeface="微软雅黑 Light" panose="020B0502040204020203" charset="-122"/>
              </a:rPr>
              <a:t>）一维数组的定义</a:t>
            </a:r>
            <a:endParaRPr lang="zh-CN" altLang="en-US" sz="2400" dirty="0">
              <a:latin typeface="微软雅黑 Light" panose="020B0502040204020203" charset="-122"/>
              <a:ea typeface="微软雅黑 Light" panose="020B0502040204020203" charset="-122"/>
            </a:endParaRPr>
          </a:p>
          <a:p>
            <a:pPr lvl="2" indent="0" eaLnBrk="0" hangingPunct="0">
              <a:lnSpc>
                <a:spcPct val="150000"/>
              </a:lnSpc>
              <a:buFont typeface="Wingdings" panose="05000000000000000000" pitchFamily="2" charset="2"/>
              <a:buChar char="v"/>
            </a:pPr>
            <a:r>
              <a:rPr lang="zh-CN" altLang="en-US" dirty="0">
                <a:latin typeface="微软雅黑 Light" panose="020B0502040204020203" charset="-122"/>
                <a:ea typeface="微软雅黑 Light" panose="020B0502040204020203" charset="-122"/>
              </a:rPr>
              <a:t>定义方式：   </a:t>
            </a:r>
            <a:r>
              <a:rPr lang="zh-CN" altLang="en-US" dirty="0">
                <a:solidFill>
                  <a:srgbClr val="C00000"/>
                </a:solidFill>
                <a:latin typeface="微软雅黑 Light" panose="020B0502040204020203" charset="-122"/>
                <a:ea typeface="微软雅黑 Light" panose="020B0502040204020203" charset="-122"/>
              </a:rPr>
              <a:t>数据类型  数组名</a:t>
            </a:r>
            <a:r>
              <a:rPr lang="en-US" altLang="zh-CN" dirty="0">
                <a:latin typeface="微软雅黑 Light" panose="020B0502040204020203" charset="-122"/>
                <a:ea typeface="微软雅黑 Light" panose="020B0502040204020203" charset="-122"/>
              </a:rPr>
              <a:t>[</a:t>
            </a:r>
            <a:r>
              <a:rPr lang="zh-CN" altLang="en-US" dirty="0">
                <a:latin typeface="微软雅黑 Light" panose="020B0502040204020203" charset="-122"/>
                <a:ea typeface="微软雅黑 Light" panose="020B0502040204020203" charset="-122"/>
              </a:rPr>
              <a:t>常量</a:t>
            </a:r>
            <a:r>
              <a:rPr lang="zh-CN" altLang="en-US" dirty="0">
                <a:solidFill>
                  <a:srgbClr val="C00000"/>
                </a:solidFill>
                <a:latin typeface="微软雅黑 Light" panose="020B0502040204020203" charset="-122"/>
                <a:ea typeface="微软雅黑 Light" panose="020B0502040204020203" charset="-122"/>
              </a:rPr>
              <a:t>表达式</a:t>
            </a:r>
            <a:r>
              <a:rPr lang="en-US" altLang="zh-CN">
                <a:latin typeface="微软雅黑 Light" panose="020B0502040204020203" charset="-122"/>
                <a:ea typeface="微软雅黑 Light" panose="020B0502040204020203" charset="-122"/>
              </a:rPr>
              <a:t>]</a:t>
            </a:r>
            <a:r>
              <a:rPr lang="zh-CN" altLang="en-US" dirty="0">
                <a:solidFill>
                  <a:srgbClr val="FFFF99"/>
                </a:solidFill>
                <a:latin typeface="微软雅黑 Light" panose="020B0502040204020203" charset="-122"/>
                <a:ea typeface="微软雅黑 Light" panose="020B0502040204020203" charset="-122"/>
              </a:rPr>
              <a:t>；</a:t>
            </a:r>
            <a:r>
              <a:rPr lang="zh-CN" altLang="en-US" dirty="0">
                <a:latin typeface="微软雅黑 Light" panose="020B0502040204020203" charset="-122"/>
                <a:ea typeface="微软雅黑 Light" panose="020B0502040204020203" charset="-122"/>
              </a:rPr>
              <a:t>  </a:t>
            </a:r>
            <a:endParaRPr lang="zh-CN" altLang="en-US" dirty="0">
              <a:latin typeface="微软雅黑 Light" panose="020B0502040204020203" charset="-122"/>
              <a:ea typeface="微软雅黑 Light" panose="020B0502040204020203" charset="-122"/>
            </a:endParaRPr>
          </a:p>
        </p:txBody>
      </p:sp>
      <p:sp>
        <p:nvSpPr>
          <p:cNvPr id="9220" name="矩形标注 9219"/>
          <p:cNvSpPr/>
          <p:nvPr/>
        </p:nvSpPr>
        <p:spPr>
          <a:xfrm>
            <a:off x="4897438" y="3228975"/>
            <a:ext cx="1447800" cy="400050"/>
          </a:xfrm>
          <a:prstGeom prst="wedgeRectCallout">
            <a:avLst>
              <a:gd name="adj1" fmla="val 22708"/>
              <a:gd name="adj2" fmla="val -153282"/>
            </a:avLst>
          </a:prstGeom>
          <a:solidFill>
            <a:srgbClr val="FFFFFF"/>
          </a:solidFill>
          <a:ln w="25400" cap="flat" cmpd="sng">
            <a:solidFill>
              <a:srgbClr val="025AA2"/>
            </a:solidFill>
            <a:prstDash val="solid"/>
            <a:miter/>
            <a:headEnd type="none" w="med" len="med"/>
            <a:tailEnd type="none" w="med" len="med"/>
          </a:ln>
        </p:spPr>
        <p:txBody>
          <a:bodyPr wrap="none" lIns="90000" tIns="46800" rIns="90000" bIns="46800" anchor="ctr" anchorCtr="0">
            <a:spAutoFit/>
          </a:bodyPr>
          <a:p>
            <a:pPr algn="ctr"/>
            <a:r>
              <a:rPr lang="zh-CN" altLang="en-US" sz="2000" dirty="0">
                <a:solidFill>
                  <a:schemeClr val="accent1"/>
                </a:solidFill>
                <a:latin typeface="微软雅黑 Light" panose="020B0502040204020203" charset="-122"/>
                <a:ea typeface="微软雅黑 Light" panose="020B0502040204020203" charset="-122"/>
              </a:rPr>
              <a:t>合法标识符</a:t>
            </a:r>
            <a:endParaRPr lang="zh-CN" altLang="en-US" sz="2000" dirty="0">
              <a:solidFill>
                <a:schemeClr val="accent1"/>
              </a:solidFill>
              <a:latin typeface="微软雅黑 Light" panose="020B0502040204020203" charset="-122"/>
              <a:ea typeface="微软雅黑 Light" panose="020B0502040204020203" charset="-122"/>
            </a:endParaRPr>
          </a:p>
        </p:txBody>
      </p:sp>
      <p:sp>
        <p:nvSpPr>
          <p:cNvPr id="9221" name="矩形标注 9220"/>
          <p:cNvSpPr/>
          <p:nvPr/>
        </p:nvSpPr>
        <p:spPr>
          <a:xfrm>
            <a:off x="6988175" y="3351213"/>
            <a:ext cx="1703388" cy="708025"/>
          </a:xfrm>
          <a:prstGeom prst="wedgeRectCallout">
            <a:avLst>
              <a:gd name="adj1" fmla="val -48088"/>
              <a:gd name="adj2" fmla="val -120602"/>
            </a:avLst>
          </a:prstGeom>
          <a:solidFill>
            <a:srgbClr val="FFFFFF"/>
          </a:solidFill>
          <a:ln w="25400" cap="flat" cmpd="sng">
            <a:solidFill>
              <a:srgbClr val="025AA2"/>
            </a:solidFill>
            <a:prstDash val="solid"/>
            <a:miter/>
            <a:headEnd type="none" w="med" len="med"/>
            <a:tailEnd type="none" w="med" len="med"/>
          </a:ln>
        </p:spPr>
        <p:txBody>
          <a:bodyPr wrap="none" lIns="90000" tIns="46800" rIns="90000" bIns="46800" anchor="ctr" anchorCtr="0">
            <a:spAutoFit/>
          </a:bodyPr>
          <a:p>
            <a:pPr algn="ctr">
              <a:buSzTx/>
            </a:pPr>
            <a:r>
              <a:rPr lang="zh-CN" altLang="en-US" sz="2000" dirty="0">
                <a:solidFill>
                  <a:schemeClr val="accent1"/>
                </a:solidFill>
                <a:latin typeface="微软雅黑 Light" panose="020B0502040204020203" charset="-122"/>
                <a:ea typeface="微软雅黑 Light" panose="020B0502040204020203" charset="-122"/>
              </a:rPr>
              <a:t>表示元素个数</a:t>
            </a:r>
            <a:endParaRPr lang="zh-CN" altLang="en-US" sz="2000" dirty="0">
              <a:solidFill>
                <a:schemeClr val="accent1"/>
              </a:solidFill>
              <a:latin typeface="微软雅黑 Light" panose="020B0502040204020203" charset="-122"/>
              <a:ea typeface="微软雅黑 Light" panose="020B0502040204020203" charset="-122"/>
            </a:endParaRPr>
          </a:p>
          <a:p>
            <a:pPr algn="ctr">
              <a:buSzTx/>
            </a:pPr>
            <a:r>
              <a:rPr lang="zh-CN" altLang="en-US" sz="2000" dirty="0">
                <a:solidFill>
                  <a:schemeClr val="accent1"/>
                </a:solidFill>
                <a:latin typeface="微软雅黑 Light" panose="020B0502040204020203" charset="-122"/>
                <a:ea typeface="微软雅黑 Light" panose="020B0502040204020203" charset="-122"/>
              </a:rPr>
              <a:t>下标从0开始</a:t>
            </a:r>
            <a:endParaRPr lang="zh-CN" altLang="en-US" sz="2000" dirty="0">
              <a:solidFill>
                <a:schemeClr val="accent1"/>
              </a:solidFill>
              <a:latin typeface="微软雅黑 Light" panose="020B0502040204020203" charset="-122"/>
              <a:ea typeface="微软雅黑 Light" panose="020B0502040204020203" charset="-122"/>
            </a:endParaRPr>
          </a:p>
        </p:txBody>
      </p:sp>
      <p:sp>
        <p:nvSpPr>
          <p:cNvPr id="9222" name="矩形标注 9221"/>
          <p:cNvSpPr/>
          <p:nvPr/>
        </p:nvSpPr>
        <p:spPr>
          <a:xfrm>
            <a:off x="7481888" y="727075"/>
            <a:ext cx="1965325" cy="1630363"/>
          </a:xfrm>
          <a:prstGeom prst="wedgeRectCallout">
            <a:avLst>
              <a:gd name="adj1" fmla="val -43750"/>
              <a:gd name="adj2" fmla="val 70000"/>
            </a:avLst>
          </a:prstGeom>
          <a:solidFill>
            <a:srgbClr val="FFFFFF"/>
          </a:solidFill>
          <a:ln w="25400" cap="flat" cmpd="sng">
            <a:solidFill>
              <a:srgbClr val="025AA2"/>
            </a:solidFill>
            <a:prstDash val="solid"/>
            <a:miter/>
            <a:headEnd type="none" w="med" len="med"/>
            <a:tailEnd type="none" w="med" len="med"/>
          </a:ln>
        </p:spPr>
        <p:txBody>
          <a:bodyPr wrap="none" lIns="90000" tIns="46800" rIns="90000" bIns="46800" anchor="ctr" anchorCtr="0">
            <a:spAutoFit/>
          </a:bodyPr>
          <a:p>
            <a:pPr algn="ctr">
              <a:buSzTx/>
            </a:pPr>
            <a:r>
              <a:rPr lang="zh-CN" altLang="en-US" sz="2000" dirty="0">
                <a:solidFill>
                  <a:schemeClr val="accent1"/>
                </a:solidFill>
                <a:latin typeface="微软雅黑 Light" panose="020B0502040204020203" charset="-122"/>
                <a:ea typeface="微软雅黑 Light" panose="020B0502040204020203" charset="-122"/>
              </a:rPr>
              <a:t>[ ]   :数组运算符</a:t>
            </a:r>
            <a:endParaRPr lang="zh-CN" altLang="en-US" sz="2000" dirty="0">
              <a:solidFill>
                <a:schemeClr val="accent1"/>
              </a:solidFill>
              <a:latin typeface="微软雅黑 Light" panose="020B0502040204020203" charset="-122"/>
              <a:ea typeface="微软雅黑 Light" panose="020B0502040204020203" charset="-122"/>
            </a:endParaRPr>
          </a:p>
          <a:p>
            <a:pPr algn="ctr">
              <a:buSzTx/>
            </a:pPr>
            <a:r>
              <a:rPr lang="zh-CN" altLang="en-US" sz="2000" dirty="0">
                <a:solidFill>
                  <a:schemeClr val="accent1"/>
                </a:solidFill>
                <a:latin typeface="微软雅黑 Light" panose="020B0502040204020203" charset="-122"/>
                <a:ea typeface="微软雅黑 Light" panose="020B0502040204020203" charset="-122"/>
              </a:rPr>
              <a:t>单目运算符</a:t>
            </a:r>
            <a:endParaRPr lang="zh-CN" altLang="en-US" sz="2000" dirty="0">
              <a:solidFill>
                <a:schemeClr val="accent1"/>
              </a:solidFill>
              <a:latin typeface="微软雅黑 Light" panose="020B0502040204020203" charset="-122"/>
              <a:ea typeface="微软雅黑 Light" panose="020B0502040204020203" charset="-122"/>
            </a:endParaRPr>
          </a:p>
          <a:p>
            <a:pPr algn="ctr">
              <a:buSzTx/>
            </a:pPr>
            <a:r>
              <a:rPr lang="zh-CN" altLang="en-US" sz="2000" dirty="0">
                <a:solidFill>
                  <a:schemeClr val="accent1"/>
                </a:solidFill>
                <a:latin typeface="微软雅黑 Light" panose="020B0502040204020203" charset="-122"/>
                <a:ea typeface="微软雅黑 Light" panose="020B0502040204020203" charset="-122"/>
              </a:rPr>
              <a:t>优先级(1)</a:t>
            </a:r>
            <a:endParaRPr lang="zh-CN" altLang="en-US" sz="2000" dirty="0">
              <a:solidFill>
                <a:schemeClr val="accent1"/>
              </a:solidFill>
              <a:latin typeface="微软雅黑 Light" panose="020B0502040204020203" charset="-122"/>
              <a:ea typeface="微软雅黑 Light" panose="020B0502040204020203" charset="-122"/>
            </a:endParaRPr>
          </a:p>
          <a:p>
            <a:pPr algn="ctr">
              <a:buSzTx/>
            </a:pPr>
            <a:r>
              <a:rPr lang="zh-CN" altLang="en-US" sz="2000" dirty="0">
                <a:solidFill>
                  <a:schemeClr val="accent1"/>
                </a:solidFill>
                <a:latin typeface="微软雅黑 Light" panose="020B0502040204020203" charset="-122"/>
                <a:ea typeface="微软雅黑 Light" panose="020B0502040204020203" charset="-122"/>
              </a:rPr>
              <a:t>左结合</a:t>
            </a:r>
            <a:endParaRPr lang="zh-CN" altLang="en-US" sz="2000" dirty="0">
              <a:solidFill>
                <a:schemeClr val="accent1"/>
              </a:solidFill>
              <a:latin typeface="微软雅黑 Light" panose="020B0502040204020203" charset="-122"/>
              <a:ea typeface="微软雅黑 Light" panose="020B0502040204020203" charset="-122"/>
            </a:endParaRPr>
          </a:p>
          <a:p>
            <a:pPr algn="ctr">
              <a:buSzTx/>
            </a:pPr>
            <a:r>
              <a:rPr lang="zh-CN" altLang="en-US" sz="2000" dirty="0">
                <a:solidFill>
                  <a:schemeClr val="accent1"/>
                </a:solidFill>
                <a:latin typeface="微软雅黑 Light" panose="020B0502040204020203" charset="-122"/>
                <a:ea typeface="微软雅黑 Light" panose="020B0502040204020203" charset="-122"/>
              </a:rPr>
              <a:t>不能用( )</a:t>
            </a:r>
            <a:endParaRPr lang="zh-CN" altLang="en-US" sz="2000" dirty="0">
              <a:solidFill>
                <a:schemeClr val="accent1"/>
              </a:solidFill>
              <a:latin typeface="微软雅黑 Light" panose="020B0502040204020203" charset="-122"/>
              <a:ea typeface="微软雅黑 Light" panose="020B0502040204020203" charset="-122"/>
            </a:endParaRPr>
          </a:p>
        </p:txBody>
      </p:sp>
      <p:sp>
        <p:nvSpPr>
          <p:cNvPr id="9223" name="矩形 9222"/>
          <p:cNvSpPr/>
          <p:nvPr/>
        </p:nvSpPr>
        <p:spPr>
          <a:xfrm>
            <a:off x="2535238" y="2836863"/>
            <a:ext cx="2860675" cy="514350"/>
          </a:xfrm>
          <a:prstGeom prst="rect">
            <a:avLst/>
          </a:prstGeom>
          <a:noFill/>
          <a:ln w="9525">
            <a:noFill/>
          </a:ln>
        </p:spPr>
        <p:txBody>
          <a:bodyPr anchor="t" anchorCtr="0"/>
          <a:p>
            <a:pPr lvl="1" indent="0" eaLnBrk="0" hangingPunct="0"/>
            <a:r>
              <a:rPr lang="zh-CN" altLang="en-US" dirty="0">
                <a:latin typeface="隶书" panose="02010509060101010101" pitchFamily="49" charset="-122"/>
                <a:ea typeface="隶书" panose="02010509060101010101" pitchFamily="49" charset="-122"/>
              </a:rPr>
              <a:t>例 </a:t>
            </a:r>
            <a:r>
              <a:rPr lang="zh-CN" altLang="en-US" dirty="0">
                <a:latin typeface="Times New Roman" panose="02020603050405020304" pitchFamily="18" charset="0"/>
                <a:ea typeface="宋体" panose="02010600030101010101" pitchFamily="2" charset="-122"/>
              </a:rPr>
              <a:t>  </a:t>
            </a:r>
            <a:r>
              <a:rPr lang="en-US" altLang="zh-CN" err="1">
                <a:latin typeface="Times New Roman" panose="02020603050405020304" pitchFamily="18" charset="0"/>
                <a:ea typeface="宋体" panose="02010600030101010101" pitchFamily="2" charset="-122"/>
              </a:rPr>
              <a:t>int</a:t>
            </a:r>
            <a:r>
              <a:rPr lang="en-US" altLang="zh-CN">
                <a:latin typeface="Times New Roman" panose="02020603050405020304" pitchFamily="18" charset="0"/>
                <a:ea typeface="宋体" panose="02010600030101010101" pitchFamily="2" charset="-122"/>
              </a:rPr>
              <a:t> a[6];</a:t>
            </a:r>
            <a:endParaRPr lang="en-US" altLang="zh-CN">
              <a:latin typeface="Times New Roman" panose="02020603050405020304" pitchFamily="18" charset="0"/>
              <a:ea typeface="宋体" panose="02010600030101010101" pitchFamily="2" charset="-122"/>
            </a:endParaRPr>
          </a:p>
        </p:txBody>
      </p:sp>
      <p:grpSp>
        <p:nvGrpSpPr>
          <p:cNvPr id="9250" name="组合 9249"/>
          <p:cNvGrpSpPr/>
          <p:nvPr/>
        </p:nvGrpSpPr>
        <p:grpSpPr>
          <a:xfrm>
            <a:off x="3879850" y="3857625"/>
            <a:ext cx="2606675" cy="2381250"/>
            <a:chOff x="1484" y="2430"/>
            <a:chExt cx="1642" cy="1500"/>
          </a:xfrm>
        </p:grpSpPr>
        <p:grpSp>
          <p:nvGrpSpPr>
            <p:cNvPr id="458760" name="组合 9225"/>
            <p:cNvGrpSpPr/>
            <p:nvPr/>
          </p:nvGrpSpPr>
          <p:grpSpPr>
            <a:xfrm>
              <a:off x="1991" y="2479"/>
              <a:ext cx="1135" cy="1451"/>
              <a:chOff x="1689" y="864"/>
              <a:chExt cx="1459" cy="1451"/>
            </a:xfrm>
          </p:grpSpPr>
          <p:sp>
            <p:nvSpPr>
              <p:cNvPr id="458761" name="矩形 9226"/>
              <p:cNvSpPr/>
              <p:nvPr/>
            </p:nvSpPr>
            <p:spPr>
              <a:xfrm>
                <a:off x="1872" y="864"/>
                <a:ext cx="1267" cy="1440"/>
              </a:xfrm>
              <a:prstGeom prst="rect">
                <a:avLst/>
              </a:prstGeom>
              <a:noFill/>
              <a:ln w="9525" cap="flat" cmpd="sng">
                <a:solidFill>
                  <a:schemeClr val="tx1"/>
                </a:solidFill>
                <a:prstDash val="solid"/>
                <a:miter/>
                <a:headEnd type="none" w="med" len="med"/>
                <a:tailEnd type="none" w="med" len="med"/>
              </a:ln>
            </p:spPr>
            <p:txBody>
              <a:bodyPr anchor="t" anchorCtr="0"/>
              <a:p>
                <a:endParaRPr lang="zh-CN" altLang="en-US">
                  <a:latin typeface="Calibri" panose="020F0502020204030204" pitchFamily="34" charset="0"/>
                  <a:ea typeface="宋体" panose="02010600030101010101" pitchFamily="2" charset="-122"/>
                </a:endParaRPr>
              </a:p>
            </p:txBody>
          </p:sp>
          <p:sp>
            <p:nvSpPr>
              <p:cNvPr id="458762" name="直接连接符 9227"/>
              <p:cNvSpPr/>
              <p:nvPr/>
            </p:nvSpPr>
            <p:spPr>
              <a:xfrm>
                <a:off x="1861" y="1109"/>
                <a:ext cx="1256" cy="0"/>
              </a:xfrm>
              <a:prstGeom prst="line">
                <a:avLst/>
              </a:prstGeom>
              <a:ln w="9525" cap="flat" cmpd="sng">
                <a:solidFill>
                  <a:schemeClr val="tx1"/>
                </a:solidFill>
                <a:prstDash val="solid"/>
                <a:round/>
                <a:headEnd type="none" w="med" len="med"/>
                <a:tailEnd type="none" w="med" len="med"/>
              </a:ln>
            </p:spPr>
          </p:sp>
          <p:sp>
            <p:nvSpPr>
              <p:cNvPr id="458763" name="文本框 9228"/>
              <p:cNvSpPr txBox="1"/>
              <p:nvPr/>
            </p:nvSpPr>
            <p:spPr>
              <a:xfrm>
                <a:off x="2265" y="864"/>
                <a:ext cx="479"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a[0]</a:t>
                </a:r>
                <a:endParaRPr lang="en-US" altLang="zh-CN" sz="2000">
                  <a:latin typeface="Times New Roman" panose="02020603050405020304" pitchFamily="18" charset="0"/>
                  <a:ea typeface="宋体" panose="02010600030101010101" pitchFamily="2" charset="-122"/>
                </a:endParaRPr>
              </a:p>
            </p:txBody>
          </p:sp>
          <p:sp>
            <p:nvSpPr>
              <p:cNvPr id="458764" name="直接连接符 9229"/>
              <p:cNvSpPr/>
              <p:nvPr/>
            </p:nvSpPr>
            <p:spPr>
              <a:xfrm>
                <a:off x="1890" y="1327"/>
                <a:ext cx="1256" cy="0"/>
              </a:xfrm>
              <a:prstGeom prst="line">
                <a:avLst/>
              </a:prstGeom>
              <a:ln w="9525" cap="flat" cmpd="sng">
                <a:solidFill>
                  <a:schemeClr val="tx1"/>
                </a:solidFill>
                <a:prstDash val="solid"/>
                <a:round/>
                <a:headEnd type="none" w="med" len="med"/>
                <a:tailEnd type="none" w="med" len="med"/>
              </a:ln>
            </p:spPr>
          </p:sp>
          <p:sp>
            <p:nvSpPr>
              <p:cNvPr id="458765" name="直接连接符 9230"/>
              <p:cNvSpPr/>
              <p:nvPr/>
            </p:nvSpPr>
            <p:spPr>
              <a:xfrm>
                <a:off x="1863" y="1574"/>
                <a:ext cx="1267" cy="0"/>
              </a:xfrm>
              <a:prstGeom prst="line">
                <a:avLst/>
              </a:prstGeom>
              <a:ln w="9525" cap="flat" cmpd="sng">
                <a:solidFill>
                  <a:schemeClr val="tx1"/>
                </a:solidFill>
                <a:prstDash val="solid"/>
                <a:round/>
                <a:headEnd type="none" w="med" len="med"/>
                <a:tailEnd type="none" w="med" len="med"/>
              </a:ln>
            </p:spPr>
          </p:sp>
          <p:sp>
            <p:nvSpPr>
              <p:cNvPr id="458766" name="直接连接符 9231"/>
              <p:cNvSpPr/>
              <p:nvPr/>
            </p:nvSpPr>
            <p:spPr>
              <a:xfrm>
                <a:off x="1881" y="1824"/>
                <a:ext cx="1267" cy="0"/>
              </a:xfrm>
              <a:prstGeom prst="line">
                <a:avLst/>
              </a:prstGeom>
              <a:ln w="9525" cap="flat" cmpd="sng">
                <a:solidFill>
                  <a:schemeClr val="tx1"/>
                </a:solidFill>
                <a:prstDash val="solid"/>
                <a:round/>
                <a:headEnd type="none" w="med" len="med"/>
                <a:tailEnd type="none" w="med" len="med"/>
              </a:ln>
            </p:spPr>
          </p:sp>
          <p:sp>
            <p:nvSpPr>
              <p:cNvPr id="458767" name="文本框 9232"/>
              <p:cNvSpPr txBox="1"/>
              <p:nvPr/>
            </p:nvSpPr>
            <p:spPr>
              <a:xfrm>
                <a:off x="1699" y="889"/>
                <a:ext cx="251"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0</a:t>
                </a:r>
                <a:endParaRPr lang="en-US" altLang="zh-CN" sz="2000">
                  <a:latin typeface="Times New Roman" panose="02020603050405020304" pitchFamily="18" charset="0"/>
                  <a:ea typeface="宋体" panose="02010600030101010101" pitchFamily="2" charset="-122"/>
                </a:endParaRPr>
              </a:p>
            </p:txBody>
          </p:sp>
          <p:sp>
            <p:nvSpPr>
              <p:cNvPr id="458768" name="文本框 9233"/>
              <p:cNvSpPr txBox="1"/>
              <p:nvPr/>
            </p:nvSpPr>
            <p:spPr>
              <a:xfrm>
                <a:off x="1699" y="1107"/>
                <a:ext cx="251"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1</a:t>
                </a:r>
                <a:endParaRPr lang="en-US" altLang="zh-CN" sz="2000">
                  <a:latin typeface="Times New Roman" panose="02020603050405020304" pitchFamily="18" charset="0"/>
                  <a:ea typeface="宋体" panose="02010600030101010101" pitchFamily="2" charset="-122"/>
                </a:endParaRPr>
              </a:p>
            </p:txBody>
          </p:sp>
          <p:sp>
            <p:nvSpPr>
              <p:cNvPr id="458769" name="文本框 9234"/>
              <p:cNvSpPr txBox="1"/>
              <p:nvPr/>
            </p:nvSpPr>
            <p:spPr>
              <a:xfrm>
                <a:off x="1699" y="1824"/>
                <a:ext cx="251"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4</a:t>
                </a:r>
                <a:endParaRPr lang="en-US" altLang="zh-CN" sz="2000">
                  <a:latin typeface="Times New Roman" panose="02020603050405020304" pitchFamily="18" charset="0"/>
                  <a:ea typeface="宋体" panose="02010600030101010101" pitchFamily="2" charset="-122"/>
                </a:endParaRPr>
              </a:p>
            </p:txBody>
          </p:sp>
          <p:sp>
            <p:nvSpPr>
              <p:cNvPr id="458770" name="直接连接符 9235"/>
              <p:cNvSpPr/>
              <p:nvPr/>
            </p:nvSpPr>
            <p:spPr>
              <a:xfrm>
                <a:off x="1863" y="2053"/>
                <a:ext cx="1267" cy="0"/>
              </a:xfrm>
              <a:prstGeom prst="line">
                <a:avLst/>
              </a:prstGeom>
              <a:ln w="9525" cap="flat" cmpd="sng">
                <a:solidFill>
                  <a:schemeClr val="tx1"/>
                </a:solidFill>
                <a:prstDash val="solid"/>
                <a:round/>
                <a:headEnd type="none" w="med" len="med"/>
                <a:tailEnd type="none" w="med" len="med"/>
              </a:ln>
            </p:spPr>
          </p:sp>
          <p:sp>
            <p:nvSpPr>
              <p:cNvPr id="458771" name="文本框 9236"/>
              <p:cNvSpPr txBox="1"/>
              <p:nvPr/>
            </p:nvSpPr>
            <p:spPr>
              <a:xfrm>
                <a:off x="1699" y="2064"/>
                <a:ext cx="251"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5</a:t>
                </a:r>
                <a:endParaRPr lang="en-US" altLang="zh-CN" sz="2000">
                  <a:latin typeface="Times New Roman" panose="02020603050405020304" pitchFamily="18" charset="0"/>
                  <a:ea typeface="宋体" panose="02010600030101010101" pitchFamily="2" charset="-122"/>
                </a:endParaRPr>
              </a:p>
            </p:txBody>
          </p:sp>
          <p:sp>
            <p:nvSpPr>
              <p:cNvPr id="458772" name="文本框 9237"/>
              <p:cNvSpPr txBox="1"/>
              <p:nvPr/>
            </p:nvSpPr>
            <p:spPr>
              <a:xfrm>
                <a:off x="2265" y="1104"/>
                <a:ext cx="479"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a[1]</a:t>
                </a:r>
                <a:endParaRPr lang="en-US" altLang="zh-CN" sz="2000">
                  <a:latin typeface="Times New Roman" panose="02020603050405020304" pitchFamily="18" charset="0"/>
                  <a:ea typeface="宋体" panose="02010600030101010101" pitchFamily="2" charset="-122"/>
                </a:endParaRPr>
              </a:p>
            </p:txBody>
          </p:sp>
          <p:sp>
            <p:nvSpPr>
              <p:cNvPr id="458773" name="文本框 9238"/>
              <p:cNvSpPr txBox="1"/>
              <p:nvPr/>
            </p:nvSpPr>
            <p:spPr>
              <a:xfrm>
                <a:off x="2265" y="1344"/>
                <a:ext cx="479"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a[2]</a:t>
                </a:r>
                <a:endParaRPr lang="en-US" altLang="zh-CN" sz="2000">
                  <a:latin typeface="Times New Roman" panose="02020603050405020304" pitchFamily="18" charset="0"/>
                  <a:ea typeface="宋体" panose="02010600030101010101" pitchFamily="2" charset="-122"/>
                </a:endParaRPr>
              </a:p>
            </p:txBody>
          </p:sp>
          <p:sp>
            <p:nvSpPr>
              <p:cNvPr id="458774" name="文本框 9239"/>
              <p:cNvSpPr txBox="1"/>
              <p:nvPr/>
            </p:nvSpPr>
            <p:spPr>
              <a:xfrm>
                <a:off x="2265" y="1584"/>
                <a:ext cx="479"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a[3]</a:t>
                </a:r>
                <a:endParaRPr lang="en-US" altLang="zh-CN" sz="2000">
                  <a:latin typeface="Times New Roman" panose="02020603050405020304" pitchFamily="18" charset="0"/>
                  <a:ea typeface="宋体" panose="02010600030101010101" pitchFamily="2" charset="-122"/>
                </a:endParaRPr>
              </a:p>
            </p:txBody>
          </p:sp>
          <p:sp>
            <p:nvSpPr>
              <p:cNvPr id="458775" name="文本框 9240"/>
              <p:cNvSpPr txBox="1"/>
              <p:nvPr/>
            </p:nvSpPr>
            <p:spPr>
              <a:xfrm>
                <a:off x="2265" y="1824"/>
                <a:ext cx="479"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a[4]</a:t>
                </a:r>
                <a:endParaRPr lang="en-US" altLang="zh-CN" sz="2000">
                  <a:latin typeface="Times New Roman" panose="02020603050405020304" pitchFamily="18" charset="0"/>
                  <a:ea typeface="宋体" panose="02010600030101010101" pitchFamily="2" charset="-122"/>
                </a:endParaRPr>
              </a:p>
            </p:txBody>
          </p:sp>
          <p:sp>
            <p:nvSpPr>
              <p:cNvPr id="458776" name="文本框 9241"/>
              <p:cNvSpPr txBox="1"/>
              <p:nvPr/>
            </p:nvSpPr>
            <p:spPr>
              <a:xfrm>
                <a:off x="2265" y="2064"/>
                <a:ext cx="479"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a[5]</a:t>
                </a:r>
                <a:endParaRPr lang="en-US" altLang="zh-CN" sz="2000">
                  <a:latin typeface="Times New Roman" panose="02020603050405020304" pitchFamily="18" charset="0"/>
                  <a:ea typeface="宋体" panose="02010600030101010101" pitchFamily="2" charset="-122"/>
                </a:endParaRPr>
              </a:p>
            </p:txBody>
          </p:sp>
          <p:sp>
            <p:nvSpPr>
              <p:cNvPr id="458777" name="文本框 9242"/>
              <p:cNvSpPr txBox="1"/>
              <p:nvPr/>
            </p:nvSpPr>
            <p:spPr>
              <a:xfrm>
                <a:off x="1689" y="1296"/>
                <a:ext cx="251"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2</a:t>
                </a:r>
                <a:endParaRPr lang="en-US" altLang="zh-CN" sz="2000">
                  <a:latin typeface="Times New Roman" panose="02020603050405020304" pitchFamily="18" charset="0"/>
                  <a:ea typeface="宋体" panose="02010600030101010101" pitchFamily="2" charset="-122"/>
                </a:endParaRPr>
              </a:p>
            </p:txBody>
          </p:sp>
          <p:sp>
            <p:nvSpPr>
              <p:cNvPr id="458778" name="文本框 9243"/>
              <p:cNvSpPr txBox="1"/>
              <p:nvPr/>
            </p:nvSpPr>
            <p:spPr>
              <a:xfrm>
                <a:off x="1689" y="1584"/>
                <a:ext cx="251"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3</a:t>
                </a:r>
                <a:endParaRPr lang="en-US" altLang="zh-CN" sz="2000">
                  <a:latin typeface="Times New Roman" panose="02020603050405020304" pitchFamily="18" charset="0"/>
                  <a:ea typeface="宋体" panose="02010600030101010101" pitchFamily="2" charset="-122"/>
                </a:endParaRPr>
              </a:p>
            </p:txBody>
          </p:sp>
        </p:grpSp>
        <p:sp>
          <p:nvSpPr>
            <p:cNvPr id="458779" name="直接连接符 9244"/>
            <p:cNvSpPr/>
            <p:nvPr/>
          </p:nvSpPr>
          <p:spPr>
            <a:xfrm>
              <a:off x="1644" y="2580"/>
              <a:ext cx="420" cy="0"/>
            </a:xfrm>
            <a:prstGeom prst="line">
              <a:avLst/>
            </a:prstGeom>
            <a:ln w="38100" cap="flat" cmpd="sng">
              <a:solidFill>
                <a:schemeClr val="tx1"/>
              </a:solidFill>
              <a:prstDash val="solid"/>
              <a:round/>
              <a:headEnd type="none" w="med" len="med"/>
              <a:tailEnd type="triangle" w="med" len="med"/>
            </a:ln>
          </p:spPr>
        </p:sp>
        <p:sp>
          <p:nvSpPr>
            <p:cNvPr id="458780" name="文本框 9245"/>
            <p:cNvSpPr txBox="1"/>
            <p:nvPr/>
          </p:nvSpPr>
          <p:spPr>
            <a:xfrm>
              <a:off x="1484" y="2430"/>
              <a:ext cx="177" cy="252"/>
            </a:xfrm>
            <a:prstGeom prst="rect">
              <a:avLst/>
            </a:prstGeom>
            <a:noFill/>
            <a:ln w="38100">
              <a:noFill/>
            </a:ln>
          </p:spPr>
          <p:txBody>
            <a:bodyPr wrap="none" lIns="90000" tIns="46800" rIns="90000" bIns="46800" anchor="ctr" anchorCtr="0">
              <a:spAutoFit/>
            </a:bodyPr>
            <a:p>
              <a:pPr algn="ctr"/>
              <a:r>
                <a:rPr lang="en-US" altLang="zh-CN">
                  <a:latin typeface="Times New Roman" panose="02020603050405020304" pitchFamily="18" charset="0"/>
                  <a:ea typeface="宋体" panose="02010600030101010101" pitchFamily="2" charset="-122"/>
                </a:rPr>
                <a:t>a</a:t>
              </a:r>
              <a:endParaRPr lang="en-US" altLang="zh-CN" sz="2000">
                <a:latin typeface="Times New Roman" panose="02020603050405020304" pitchFamily="18" charset="0"/>
                <a:ea typeface="宋体" panose="02010600030101010101" pitchFamily="2" charset="-122"/>
              </a:endParaRPr>
            </a:p>
          </p:txBody>
        </p:sp>
      </p:grpSp>
      <p:sp>
        <p:nvSpPr>
          <p:cNvPr id="9248" name="矩形标注 9247"/>
          <p:cNvSpPr/>
          <p:nvPr/>
        </p:nvSpPr>
        <p:spPr>
          <a:xfrm>
            <a:off x="6386513" y="4894263"/>
            <a:ext cx="3706812" cy="1016000"/>
          </a:xfrm>
          <a:prstGeom prst="wedgeRectCallout">
            <a:avLst>
              <a:gd name="adj1" fmla="val -55231"/>
              <a:gd name="adj2" fmla="val -34194"/>
            </a:avLst>
          </a:prstGeom>
          <a:solidFill>
            <a:srgbClr val="FFFFFF"/>
          </a:solidFill>
          <a:ln w="25400" cap="flat" cmpd="sng">
            <a:solidFill>
              <a:srgbClr val="025AA2"/>
            </a:solidFill>
            <a:prstDash val="solid"/>
            <a:miter/>
            <a:headEnd type="none" w="med" len="med"/>
            <a:tailEnd type="none" w="med" len="med"/>
          </a:ln>
        </p:spPr>
        <p:txBody>
          <a:bodyPr wrap="none" lIns="90000" tIns="46800" rIns="90000" bIns="46800" anchor="ctr" anchorCtr="0">
            <a:spAutoFit/>
          </a:bodyPr>
          <a:p>
            <a:pPr>
              <a:buSzTx/>
            </a:pPr>
            <a:r>
              <a:rPr lang="zh-CN" altLang="en-US" sz="2000" dirty="0">
                <a:solidFill>
                  <a:schemeClr val="accent1"/>
                </a:solidFill>
                <a:latin typeface="微软雅黑 Light" panose="020B0502040204020203" charset="-122"/>
                <a:ea typeface="微软雅黑 Light" panose="020B0502040204020203" charset="-122"/>
              </a:rPr>
              <a:t>编译时分配连续内存</a:t>
            </a:r>
            <a:endParaRPr lang="zh-CN" altLang="en-US" sz="2000" dirty="0">
              <a:solidFill>
                <a:schemeClr val="accent1"/>
              </a:solidFill>
              <a:latin typeface="微软雅黑 Light" panose="020B0502040204020203" charset="-122"/>
              <a:ea typeface="微软雅黑 Light" panose="020B0502040204020203" charset="-122"/>
            </a:endParaRPr>
          </a:p>
          <a:p>
            <a:pPr>
              <a:buSzTx/>
            </a:pPr>
            <a:r>
              <a:rPr lang="zh-CN" altLang="en-US" sz="2000" dirty="0">
                <a:solidFill>
                  <a:schemeClr val="accent1"/>
                </a:solidFill>
                <a:latin typeface="微软雅黑 Light" panose="020B0502040204020203" charset="-122"/>
                <a:ea typeface="微软雅黑 Light" panose="020B0502040204020203" charset="-122"/>
              </a:rPr>
              <a:t>内存字节数=数组维数*</a:t>
            </a:r>
            <a:endParaRPr lang="zh-CN" altLang="en-US" sz="2000" dirty="0">
              <a:solidFill>
                <a:schemeClr val="accent1"/>
              </a:solidFill>
              <a:latin typeface="微软雅黑 Light" panose="020B0502040204020203" charset="-122"/>
              <a:ea typeface="微软雅黑 Light" panose="020B0502040204020203" charset="-122"/>
            </a:endParaRPr>
          </a:p>
          <a:p>
            <a:pPr>
              <a:buSzTx/>
            </a:pPr>
            <a:r>
              <a:rPr lang="zh-CN" altLang="en-US" sz="2000" dirty="0">
                <a:solidFill>
                  <a:schemeClr val="accent1"/>
                </a:solidFill>
                <a:latin typeface="微软雅黑 Light" panose="020B0502040204020203" charset="-122"/>
                <a:ea typeface="微软雅黑 Light" panose="020B0502040204020203" charset="-122"/>
              </a:rPr>
              <a:t>                sizeof(元素数据类型)</a:t>
            </a:r>
            <a:endParaRPr lang="zh-CN" altLang="en-US" sz="2000" dirty="0">
              <a:solidFill>
                <a:schemeClr val="accent1"/>
              </a:solidFill>
              <a:latin typeface="微软雅黑 Light" panose="020B0502040204020203" charset="-122"/>
              <a:ea typeface="微软雅黑 Light" panose="020B0502040204020203" charset="-122"/>
            </a:endParaRPr>
          </a:p>
        </p:txBody>
      </p:sp>
      <p:sp>
        <p:nvSpPr>
          <p:cNvPr id="9249" name="矩形标注 9248"/>
          <p:cNvSpPr/>
          <p:nvPr/>
        </p:nvSpPr>
        <p:spPr>
          <a:xfrm>
            <a:off x="1711325" y="5202238"/>
            <a:ext cx="2973388" cy="708025"/>
          </a:xfrm>
          <a:prstGeom prst="wedgeRectCallout">
            <a:avLst>
              <a:gd name="adj1" fmla="val 26449"/>
              <a:gd name="adj2" fmla="val -197852"/>
            </a:avLst>
          </a:prstGeom>
          <a:solidFill>
            <a:srgbClr val="FFFFFF"/>
          </a:solidFill>
          <a:ln w="25400" cap="flat" cmpd="sng">
            <a:solidFill>
              <a:srgbClr val="025AA2"/>
            </a:solidFill>
            <a:prstDash val="solid"/>
            <a:miter/>
            <a:headEnd type="none" w="med" len="med"/>
            <a:tailEnd type="none" w="med" len="med"/>
          </a:ln>
        </p:spPr>
        <p:txBody>
          <a:bodyPr wrap="none" lIns="90000" tIns="46800" rIns="90000" bIns="46800" anchor="ctr" anchorCtr="0">
            <a:spAutoFit/>
          </a:bodyPr>
          <a:p>
            <a:pPr>
              <a:buSzTx/>
            </a:pPr>
            <a:r>
              <a:rPr lang="zh-CN" altLang="en-US" sz="2000" dirty="0">
                <a:solidFill>
                  <a:schemeClr val="accent1"/>
                </a:solidFill>
                <a:latin typeface="微软雅黑 Light" panose="020B0502040204020203" charset="-122"/>
                <a:ea typeface="微软雅黑 Light" panose="020B0502040204020203" charset="-122"/>
              </a:rPr>
              <a:t>数组名表示内存首地址，</a:t>
            </a:r>
            <a:endParaRPr lang="zh-CN" altLang="en-US" sz="2000" dirty="0">
              <a:solidFill>
                <a:schemeClr val="accent1"/>
              </a:solidFill>
              <a:latin typeface="微软雅黑 Light" panose="020B0502040204020203" charset="-122"/>
              <a:ea typeface="微软雅黑 Light" panose="020B0502040204020203" charset="-122"/>
            </a:endParaRPr>
          </a:p>
          <a:p>
            <a:pPr>
              <a:buSzTx/>
            </a:pPr>
            <a:r>
              <a:rPr lang="zh-CN" altLang="en-US" sz="2000" dirty="0">
                <a:solidFill>
                  <a:schemeClr val="accent1"/>
                </a:solidFill>
                <a:latin typeface="微软雅黑 Light" panose="020B0502040204020203" charset="-122"/>
                <a:ea typeface="微软雅黑 Light" panose="020B0502040204020203" charset="-122"/>
              </a:rPr>
              <a:t>是</a:t>
            </a:r>
            <a:r>
              <a:rPr lang="zh-CN" altLang="en-US" sz="2000" dirty="0">
                <a:solidFill>
                  <a:srgbClr val="C00000"/>
                </a:solidFill>
                <a:latin typeface="微软雅黑 Light" panose="020B0502040204020203" charset="-122"/>
                <a:ea typeface="微软雅黑 Light" panose="020B0502040204020203" charset="-122"/>
              </a:rPr>
              <a:t>地址常量</a:t>
            </a:r>
            <a:endParaRPr lang="zh-CN" altLang="en-US" sz="2000" dirty="0">
              <a:solidFill>
                <a:srgbClr val="C00000"/>
              </a:solidFill>
              <a:latin typeface="微软雅黑 Light" panose="020B0502040204020203" charset="-122"/>
              <a:ea typeface="微软雅黑 Light" panose="020B0502040204020203" charset="-122"/>
            </a:endParaRPr>
          </a:p>
        </p:txBody>
      </p:sp>
      <p:grpSp>
        <p:nvGrpSpPr>
          <p:cNvPr id="458783" name="组合 9253"/>
          <p:cNvGrpSpPr/>
          <p:nvPr/>
        </p:nvGrpSpPr>
        <p:grpSpPr>
          <a:xfrm>
            <a:off x="9372600" y="6057900"/>
            <a:ext cx="1047750" cy="514350"/>
            <a:chOff x="4944" y="3816"/>
            <a:chExt cx="660" cy="324"/>
          </a:xfrm>
        </p:grpSpPr>
        <p:sp>
          <p:nvSpPr>
            <p:cNvPr id="458784" name="圆角矩形 9254">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458785" name="组合 9255"/>
            <p:cNvGrpSpPr/>
            <p:nvPr/>
          </p:nvGrpSpPr>
          <p:grpSpPr>
            <a:xfrm>
              <a:off x="5034" y="3846"/>
              <a:ext cx="450" cy="240"/>
              <a:chOff x="4530" y="3822"/>
              <a:chExt cx="450" cy="240"/>
            </a:xfrm>
          </p:grpSpPr>
          <p:sp>
            <p:nvSpPr>
              <p:cNvPr id="458786" name="任意多边形 9256">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458787" name="椭圆 9257"/>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458788" name="椭圆 9258"/>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458789" name="Text Box 5"/>
          <p:cNvSpPr txBox="1"/>
          <p:nvPr/>
        </p:nvSpPr>
        <p:spPr>
          <a:xfrm>
            <a:off x="728663" y="809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
        <p:nvSpPr>
          <p:cNvPr id="2" name="矩形 1"/>
          <p:cNvSpPr/>
          <p:nvPr/>
        </p:nvSpPr>
        <p:spPr>
          <a:xfrm>
            <a:off x="2535238" y="3343275"/>
            <a:ext cx="4589462" cy="514350"/>
          </a:xfrm>
          <a:prstGeom prst="rect">
            <a:avLst/>
          </a:prstGeom>
          <a:noFill/>
          <a:ln w="9525">
            <a:noFill/>
          </a:ln>
        </p:spPr>
        <p:txBody>
          <a:bodyPr anchor="t" anchorCtr="0"/>
          <a:p>
            <a:pPr lvl="1" indent="0" eaLnBrk="0" hangingPunct="0"/>
            <a:r>
              <a:rPr lang="zh-CN" altLang="en-US" dirty="0">
                <a:solidFill>
                  <a:srgbClr val="C00000"/>
                </a:solidFill>
                <a:latin typeface="隶书" panose="02010509060101010101" pitchFamily="49" charset="-122"/>
                <a:ea typeface="隶书" panose="02010509060101010101" pitchFamily="49" charset="-122"/>
              </a:rPr>
              <a:t>注意</a:t>
            </a:r>
            <a:r>
              <a:rPr lang="zh-CN" altLang="en-US" dirty="0">
                <a:latin typeface="隶书" panose="02010509060101010101" pitchFamily="49" charset="-122"/>
                <a:ea typeface="隶书" panose="02010509060101010101" pitchFamily="49" charset="-122"/>
              </a:rPr>
              <a:t>：</a:t>
            </a:r>
            <a:r>
              <a:rPr lang="zh-CN" altLang="en-US" dirty="0">
                <a:latin typeface="微软雅黑 Light" panose="020B0502040204020203" charset="-122"/>
                <a:ea typeface="微软雅黑 Light" panose="020B0502040204020203" charset="-122"/>
              </a:rPr>
              <a:t>数组名不能与其他变量同名。</a:t>
            </a:r>
            <a:endParaRPr lang="zh-CN" altLang="en-US" dirty="0">
              <a:latin typeface="微软雅黑 Light" panose="020B0502040204020203" charset="-122"/>
              <a:ea typeface="微软雅黑 Light" panose="020B0502040204020203" charset="-122"/>
            </a:endParaRPr>
          </a:p>
        </p:txBody>
      </p:sp>
      <p:sp>
        <p:nvSpPr>
          <p:cNvPr id="3" name="矩形 2"/>
          <p:cNvSpPr/>
          <p:nvPr/>
        </p:nvSpPr>
        <p:spPr>
          <a:xfrm>
            <a:off x="7650163" y="2520950"/>
            <a:ext cx="4130675" cy="1955800"/>
          </a:xfrm>
          <a:prstGeom prst="rect">
            <a:avLst/>
          </a:prstGeom>
          <a:noFill/>
          <a:ln w="9525">
            <a:noFill/>
          </a:ln>
        </p:spPr>
        <p:txBody>
          <a:bodyPr anchor="t" anchorCtr="0"/>
          <a:p>
            <a:pPr lvl="1" indent="0" eaLnBrk="0" hangingPunct="0"/>
            <a:r>
              <a:rPr lang="en-US" altLang="zh-CN" dirty="0">
                <a:solidFill>
                  <a:schemeClr val="tx1"/>
                </a:solidFill>
                <a:latin typeface="隶书" panose="02010509060101010101" pitchFamily="49" charset="-122"/>
                <a:ea typeface="隶书" panose="02010509060101010101" pitchFamily="49" charset="-122"/>
              </a:rPr>
              <a:t>int main( )</a:t>
            </a:r>
            <a:endParaRPr lang="en-US" altLang="zh-CN" dirty="0">
              <a:solidFill>
                <a:schemeClr val="tx1"/>
              </a:solidFill>
              <a:latin typeface="隶书" panose="02010509060101010101" pitchFamily="49" charset="-122"/>
              <a:ea typeface="隶书" panose="02010509060101010101" pitchFamily="49" charset="-122"/>
            </a:endParaRPr>
          </a:p>
          <a:p>
            <a:pPr lvl="1" indent="0" eaLnBrk="0" hangingPunct="0"/>
            <a:r>
              <a:rPr lang="en-US" altLang="zh-CN" dirty="0">
                <a:solidFill>
                  <a:schemeClr val="tx1"/>
                </a:solidFill>
                <a:latin typeface="微软雅黑 Light" panose="020B0502040204020203" charset="-122"/>
                <a:ea typeface="微软雅黑 Light" panose="020B0502040204020203" charset="-122"/>
              </a:rPr>
              <a:t>{</a:t>
            </a:r>
            <a:endParaRPr lang="en-US" altLang="zh-CN" dirty="0">
              <a:solidFill>
                <a:schemeClr val="tx1"/>
              </a:solidFill>
              <a:latin typeface="微软雅黑 Light" panose="020B0502040204020203" charset="-122"/>
              <a:ea typeface="微软雅黑 Light" panose="020B0502040204020203" charset="-122"/>
            </a:endParaRPr>
          </a:p>
          <a:p>
            <a:pPr lvl="1" indent="0" eaLnBrk="0" hangingPunct="0"/>
            <a:r>
              <a:rPr lang="en-US" altLang="zh-CN" dirty="0">
                <a:solidFill>
                  <a:schemeClr val="tx1"/>
                </a:solidFill>
                <a:latin typeface="微软雅黑 Light" panose="020B0502040204020203" charset="-122"/>
                <a:ea typeface="微软雅黑 Light" panose="020B0502040204020203" charset="-122"/>
              </a:rPr>
              <a:t>  int  </a:t>
            </a:r>
            <a:r>
              <a:rPr lang="en-US" altLang="zh-CN" dirty="0">
                <a:solidFill>
                  <a:srgbClr val="FF0000"/>
                </a:solidFill>
                <a:latin typeface="微软雅黑 Light" panose="020B0502040204020203" charset="-122"/>
                <a:ea typeface="微软雅黑 Light" panose="020B0502040204020203" charset="-122"/>
              </a:rPr>
              <a:t>a</a:t>
            </a:r>
            <a:r>
              <a:rPr lang="en-US" altLang="zh-CN" dirty="0">
                <a:solidFill>
                  <a:schemeClr val="tx1"/>
                </a:solidFill>
                <a:latin typeface="微软雅黑 Light" panose="020B0502040204020203" charset="-122"/>
                <a:ea typeface="微软雅黑 Light" panose="020B0502040204020203" charset="-122"/>
              </a:rPr>
              <a:t>;</a:t>
            </a:r>
            <a:endParaRPr lang="en-US" altLang="zh-CN" dirty="0">
              <a:solidFill>
                <a:schemeClr val="tx1"/>
              </a:solidFill>
              <a:latin typeface="微软雅黑 Light" panose="020B0502040204020203" charset="-122"/>
              <a:ea typeface="微软雅黑 Light" panose="020B0502040204020203" charset="-122"/>
            </a:endParaRPr>
          </a:p>
          <a:p>
            <a:pPr lvl="1" indent="0" eaLnBrk="0" hangingPunct="0"/>
            <a:r>
              <a:rPr lang="en-US" altLang="zh-CN" dirty="0">
                <a:solidFill>
                  <a:schemeClr val="tx1"/>
                </a:solidFill>
                <a:latin typeface="微软雅黑 Light" panose="020B0502040204020203" charset="-122"/>
                <a:ea typeface="微软雅黑 Light" panose="020B0502040204020203" charset="-122"/>
              </a:rPr>
              <a:t>  float </a:t>
            </a:r>
            <a:r>
              <a:rPr lang="en-US" altLang="zh-CN" dirty="0">
                <a:solidFill>
                  <a:srgbClr val="FF0000"/>
                </a:solidFill>
                <a:latin typeface="微软雅黑 Light" panose="020B0502040204020203" charset="-122"/>
                <a:ea typeface="微软雅黑 Light" panose="020B0502040204020203" charset="-122"/>
              </a:rPr>
              <a:t>a</a:t>
            </a:r>
            <a:r>
              <a:rPr lang="en-US" altLang="zh-CN" dirty="0">
                <a:solidFill>
                  <a:schemeClr val="tx1"/>
                </a:solidFill>
                <a:latin typeface="微软雅黑 Light" panose="020B0502040204020203" charset="-122"/>
                <a:ea typeface="微软雅黑 Light" panose="020B0502040204020203" charset="-122"/>
              </a:rPr>
              <a:t>[10];</a:t>
            </a:r>
            <a:endParaRPr lang="en-US" altLang="zh-CN" dirty="0">
              <a:solidFill>
                <a:schemeClr val="tx1"/>
              </a:solidFill>
              <a:latin typeface="微软雅黑 Light" panose="020B0502040204020203" charset="-122"/>
              <a:ea typeface="微软雅黑 Light" panose="020B0502040204020203" charset="-122"/>
            </a:endParaRPr>
          </a:p>
          <a:p>
            <a:pPr lvl="1" indent="0" eaLnBrk="0" hangingPunct="0"/>
            <a:r>
              <a:rPr lang="en-US" altLang="zh-CN" dirty="0">
                <a:solidFill>
                  <a:schemeClr val="tx1"/>
                </a:solidFill>
                <a:latin typeface="微软雅黑 Light" panose="020B0502040204020203" charset="-122"/>
                <a:ea typeface="微软雅黑 Light" panose="020B0502040204020203" charset="-122"/>
              </a:rPr>
              <a:t>  ...</a:t>
            </a:r>
            <a:endParaRPr lang="en-US" altLang="zh-CN" dirty="0">
              <a:solidFill>
                <a:schemeClr val="tx1"/>
              </a:solidFill>
              <a:latin typeface="微软雅黑 Light" panose="020B0502040204020203" charset="-122"/>
              <a:ea typeface="微软雅黑 Light" panose="020B0502040204020203" charset="-122"/>
            </a:endParaRPr>
          </a:p>
          <a:p>
            <a:pPr lvl="1" indent="0" eaLnBrk="0" hangingPunct="0"/>
            <a:r>
              <a:rPr lang="en-US" altLang="zh-CN" dirty="0">
                <a:solidFill>
                  <a:schemeClr val="tx1"/>
                </a:solidFill>
                <a:latin typeface="微软雅黑 Light" panose="020B0502040204020203" charset="-122"/>
                <a:ea typeface="微软雅黑 Light" panose="020B0502040204020203" charset="-122"/>
              </a:rPr>
              <a:t>}                                </a:t>
            </a:r>
            <a:r>
              <a:rPr lang="zh-CN" altLang="en-US" dirty="0">
                <a:solidFill>
                  <a:schemeClr val="accent1"/>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lang="zh-CN" altLang="en-US" dirty="0">
                <a:solidFill>
                  <a:schemeClr val="accent1"/>
                </a:solidFill>
                <a:latin typeface="Times New Roman" panose="02020603050405020304" pitchFamily="18" charset="0"/>
                <a:ea typeface="宋体" panose="02010600030101010101" pitchFamily="2" charset="-122"/>
              </a:rPr>
              <a:t>)</a:t>
            </a:r>
            <a:endParaRPr lang="en-US" altLang="zh-CN" dirty="0">
              <a:solidFill>
                <a:schemeClr val="tx1"/>
              </a:solidFill>
              <a:latin typeface="微软雅黑 Light" panose="020B0502040204020203" charset="-122"/>
              <a:ea typeface="微软雅黑 Light" panose="020B0502040204020203" charset="-122"/>
            </a:endParaRP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nodePh="1">
                                  <p:stCondLst>
                                    <p:cond delay="0"/>
                                  </p:stCondLst>
                                  <p:endCondLst>
                                    <p:cond evt="begin" delay="0">
                                      <p:tn val="5"/>
                                    </p:cond>
                                  </p:endCondLst>
                                  <p:childTnLst>
                                    <p:set>
                                      <p:cBhvr>
                                        <p:cTn id="6" dur="1" fill="hold">
                                          <p:stCondLst>
                                            <p:cond delay="0"/>
                                          </p:stCondLst>
                                        </p:cTn>
                                        <p:tgtEl>
                                          <p:spTgt spid="9218">
                                            <p:txEl>
                                              <p:charRg st="0" end="1"/>
                                            </p:txEl>
                                          </p:spTgt>
                                        </p:tgtEl>
                                        <p:attrNameLst>
                                          <p:attrName>style.visibility</p:attrName>
                                        </p:attrNameLst>
                                      </p:cBhvr>
                                      <p:to>
                                        <p:strVal val="visible"/>
                                      </p:to>
                                    </p:set>
                                    <p:animEffect transition="in" filter="box(out)">
                                      <p:cBhvr>
                                        <p:cTn id="7" dur="500"/>
                                        <p:tgtEl>
                                          <p:spTgt spid="9218">
                                            <p:txEl>
                                              <p:charRg st="0" end="1"/>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9219">
                                            <p:txEl>
                                              <p:charRg st="0" end="8"/>
                                            </p:txEl>
                                          </p:spTgt>
                                        </p:tgtEl>
                                        <p:attrNameLst>
                                          <p:attrName>style.visibility</p:attrName>
                                        </p:attrNameLst>
                                      </p:cBhvr>
                                      <p:to>
                                        <p:strVal val="visible"/>
                                      </p:to>
                                    </p:set>
                                    <p:anim calcmode="lin" valueType="num">
                                      <p:cBhvr>
                                        <p:cTn id="12" dur="500" fill="hold"/>
                                        <p:tgtEl>
                                          <p:spTgt spid="9219">
                                            <p:txEl>
                                              <p:charRg st="0" end="8"/>
                                            </p:txEl>
                                          </p:spTgt>
                                        </p:tgtEl>
                                        <p:attrNameLst>
                                          <p:attrName>ppt_x</p:attrName>
                                        </p:attrNameLst>
                                      </p:cBhvr>
                                      <p:tavLst>
                                        <p:tav tm="0">
                                          <p:val>
                                            <p:strVal val="0-#ppt_w/2"/>
                                          </p:val>
                                        </p:tav>
                                        <p:tav tm="100000">
                                          <p:val>
                                            <p:strVal val="#ppt_x"/>
                                          </p:val>
                                        </p:tav>
                                      </p:tavLst>
                                    </p:anim>
                                    <p:anim calcmode="lin" valueType="num">
                                      <p:cBhvr>
                                        <p:cTn id="13" dur="500" fill="hold"/>
                                        <p:tgtEl>
                                          <p:spTgt spid="9219">
                                            <p:txEl>
                                              <p:charRg st="0" end="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WHOOSH.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9219">
                                            <p:txEl>
                                              <p:charRg st="8" end="36"/>
                                            </p:txEl>
                                          </p:spTgt>
                                        </p:tgtEl>
                                        <p:attrNameLst>
                                          <p:attrName>style.visibility</p:attrName>
                                        </p:attrNameLst>
                                      </p:cBhvr>
                                      <p:to>
                                        <p:strVal val="visible"/>
                                      </p:to>
                                    </p:set>
                                    <p:anim calcmode="lin" valueType="num">
                                      <p:cBhvr>
                                        <p:cTn id="18" dur="500" fill="hold"/>
                                        <p:tgtEl>
                                          <p:spTgt spid="9219">
                                            <p:txEl>
                                              <p:charRg st="8" end="36"/>
                                            </p:txEl>
                                          </p:spTgt>
                                        </p:tgtEl>
                                        <p:attrNameLst>
                                          <p:attrName>ppt_x</p:attrName>
                                        </p:attrNameLst>
                                      </p:cBhvr>
                                      <p:tavLst>
                                        <p:tav tm="0">
                                          <p:val>
                                            <p:strVal val="0-#ppt_w/2"/>
                                          </p:val>
                                        </p:tav>
                                        <p:tav tm="100000">
                                          <p:val>
                                            <p:strVal val="#ppt_x"/>
                                          </p:val>
                                        </p:tav>
                                      </p:tavLst>
                                    </p:anim>
                                    <p:anim calcmode="lin" valueType="num">
                                      <p:cBhvr>
                                        <p:cTn id="19" dur="500" fill="hold"/>
                                        <p:tgtEl>
                                          <p:spTgt spid="9219">
                                            <p:txEl>
                                              <p:charRg st="8" end="3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4"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9220"/>
                                        </p:tgtEl>
                                        <p:attrNameLst>
                                          <p:attrName>style.visibility</p:attrName>
                                        </p:attrNameLst>
                                      </p:cBhvr>
                                      <p:to>
                                        <p:strVal val="visible"/>
                                      </p:to>
                                    </p:set>
                                    <p:animEffect transition="in" filter="box(out)">
                                      <p:cBhvr>
                                        <p:cTn id="24" dur="500"/>
                                        <p:tgtEl>
                                          <p:spTgt spid="9220"/>
                                        </p:tgtEl>
                                      </p:cBhvr>
                                    </p:animEffect>
                                  </p:childTnLst>
                                  <p:subTnLst>
                                    <p:set>
                                      <p:cBhvr override="childStyle">
                                        <p:cTn dur="1" fill="hold" display="0" masterRel="nextClick" afterEffect="1"/>
                                        <p:tgtEl>
                                          <p:spTgt spid="9220"/>
                                        </p:tgtEl>
                                        <p:attrNameLst>
                                          <p:attrName>style.visibility</p:attrName>
                                        </p:attrNameLst>
                                      </p:cBhvr>
                                      <p:to>
                                        <p:strVal val="hidden"/>
                                      </p:to>
                                    </p:set>
                                    <p:audio>
                                      <p:cMediaNode>
                                        <p:cTn display="0" masterRel="sameClick">
                                          <p:stCondLst>
                                            <p:cond evt="begin" delay="0">
                                              <p:tn val="22"/>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9221"/>
                                        </p:tgtEl>
                                        <p:attrNameLst>
                                          <p:attrName>style.visibility</p:attrName>
                                        </p:attrNameLst>
                                      </p:cBhvr>
                                      <p:to>
                                        <p:strVal val="visible"/>
                                      </p:to>
                                    </p:set>
                                    <p:animEffect transition="in" filter="box(out)">
                                      <p:cBhvr>
                                        <p:cTn id="29" dur="500"/>
                                        <p:tgtEl>
                                          <p:spTgt spid="9221"/>
                                        </p:tgtEl>
                                      </p:cBhvr>
                                    </p:animEffect>
                                  </p:childTnLst>
                                  <p:subTnLst>
                                    <p:set>
                                      <p:cBhvr override="childStyle">
                                        <p:cTn dur="1" fill="hold" display="0" masterRel="nextClick" afterEffect="1"/>
                                        <p:tgtEl>
                                          <p:spTgt spid="9221"/>
                                        </p:tgtEl>
                                        <p:attrNameLst>
                                          <p:attrName>style.visibility</p:attrName>
                                        </p:attrNameLst>
                                      </p:cBhvr>
                                      <p:to>
                                        <p:strVal val="hidden"/>
                                      </p:to>
                                    </p:se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9222"/>
                                        </p:tgtEl>
                                        <p:attrNameLst>
                                          <p:attrName>style.visibility</p:attrName>
                                        </p:attrNameLst>
                                      </p:cBhvr>
                                      <p:to>
                                        <p:strVal val="visible"/>
                                      </p:to>
                                    </p:set>
                                    <p:animEffect transition="in" filter="box(out)">
                                      <p:cBhvr>
                                        <p:cTn id="34" dur="500"/>
                                        <p:tgtEl>
                                          <p:spTgt spid="9222"/>
                                        </p:tgtEl>
                                      </p:cBhvr>
                                    </p:animEffect>
                                  </p:childTnLst>
                                  <p:subTnLst>
                                    <p:set>
                                      <p:cBhvr override="childStyle">
                                        <p:cTn dur="1" fill="hold" display="0" masterRel="nextClick" afterEffect="1"/>
                                        <p:tgtEl>
                                          <p:spTgt spid="9222"/>
                                        </p:tgtEl>
                                        <p:attrNameLst>
                                          <p:attrName>style.visibility</p:attrName>
                                        </p:attrNameLst>
                                      </p:cBhvr>
                                      <p:to>
                                        <p:strVal val="hidden"/>
                                      </p:to>
                                    </p:set>
                                    <p:audio>
                                      <p:cMediaNode>
                                        <p:cTn display="0" masterRel="sameClick">
                                          <p:stCondLst>
                                            <p:cond evt="begin" delay="0">
                                              <p:tn val="32"/>
                                            </p:cond>
                                          </p:stCondLst>
                                          <p:endCondLst>
                                            <p:cond evt="onStopAudio" delay="0">
                                              <p:tgtEl>
                                                <p:sldTgt/>
                                              </p:tgtEl>
                                            </p:cond>
                                          </p:endCondLst>
                                        </p:cTn>
                                        <p:tgtEl>
                                          <p:sndTgt r:embed="rId2" name="CAMERA.WAV"/>
                                        </p:tgtEl>
                                      </p:cMediaNode>
                                    </p:audio>
                                  </p:subTnLst>
                                </p:cTn>
                              </p:par>
                            </p:childTnLst>
                          </p:cTn>
                        </p:par>
                      </p:childTnLst>
                    </p:cTn>
                  </p:par>
                  <p:par>
                    <p:cTn id="35" fill="hold">
                      <p:stCondLst>
                        <p:cond delay="indefinite"/>
                      </p:stCondLst>
                      <p:childTnLst>
                        <p:par>
                          <p:cTn id="36" fill="hold">
                            <p:stCondLst>
                              <p:cond delay="0"/>
                            </p:stCondLst>
                            <p:childTnLst>
                              <p:par>
                                <p:cTn id="37" presetID="2" presetClass="entr" presetSubtype="8" fill="hold" grpId="0" nodeType="clickEffect">
                                  <p:stCondLst>
                                    <p:cond delay="0"/>
                                  </p:stCondLst>
                                  <p:childTnLst>
                                    <p:set>
                                      <p:cBhvr>
                                        <p:cTn id="38" dur="1" fill="hold">
                                          <p:stCondLst>
                                            <p:cond delay="0"/>
                                          </p:stCondLst>
                                        </p:cTn>
                                        <p:tgtEl>
                                          <p:spTgt spid="9223">
                                            <p:txEl>
                                              <p:charRg st="0" end="14"/>
                                            </p:txEl>
                                          </p:spTgt>
                                        </p:tgtEl>
                                        <p:attrNameLst>
                                          <p:attrName>style.visibility</p:attrName>
                                        </p:attrNameLst>
                                      </p:cBhvr>
                                      <p:to>
                                        <p:strVal val="visible"/>
                                      </p:to>
                                    </p:set>
                                    <p:anim calcmode="lin" valueType="num">
                                      <p:cBhvr>
                                        <p:cTn id="39" dur="500" fill="hold"/>
                                        <p:tgtEl>
                                          <p:spTgt spid="9223">
                                            <p:txEl>
                                              <p:charRg st="0" end="14"/>
                                            </p:txEl>
                                          </p:spTgt>
                                        </p:tgtEl>
                                        <p:attrNameLst>
                                          <p:attrName>ppt_x</p:attrName>
                                        </p:attrNameLst>
                                      </p:cBhvr>
                                      <p:tavLst>
                                        <p:tav tm="0">
                                          <p:val>
                                            <p:strVal val="0-#ppt_w/2"/>
                                          </p:val>
                                        </p:tav>
                                        <p:tav tm="100000">
                                          <p:val>
                                            <p:strVal val="#ppt_x"/>
                                          </p:val>
                                        </p:tav>
                                      </p:tavLst>
                                    </p:anim>
                                    <p:anim calcmode="lin" valueType="num">
                                      <p:cBhvr>
                                        <p:cTn id="40" dur="500" fill="hold"/>
                                        <p:tgtEl>
                                          <p:spTgt spid="9223">
                                            <p:txEl>
                                              <p:charRg st="0" end="1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37"/>
                                            </p:cond>
                                          </p:stCondLst>
                                          <p:endCondLst>
                                            <p:cond evt="onStopAudio" delay="0">
                                              <p:tgtEl>
                                                <p:sldTgt/>
                                              </p:tgtEl>
                                            </p:cond>
                                          </p:endCondLst>
                                        </p:cTn>
                                        <p:tgtEl>
                                          <p:sndTgt r:embed="rId3" name="WHOOSH.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nodeType="clickEffect">
                                  <p:stCondLst>
                                    <p:cond delay="0"/>
                                  </p:stCondLst>
                                  <p:childTnLst>
                                    <p:set>
                                      <p:cBhvr>
                                        <p:cTn id="44" dur="1" fill="hold">
                                          <p:stCondLst>
                                            <p:cond delay="0"/>
                                          </p:stCondLst>
                                        </p:cTn>
                                        <p:tgtEl>
                                          <p:spTgt spid="9250"/>
                                        </p:tgtEl>
                                        <p:attrNameLst>
                                          <p:attrName>style.visibility</p:attrName>
                                        </p:attrNameLst>
                                      </p:cBhvr>
                                      <p:to>
                                        <p:strVal val="visible"/>
                                      </p:to>
                                    </p:set>
                                    <p:animEffect transition="in" filter="box(out)">
                                      <p:cBhvr>
                                        <p:cTn id="45" dur="500"/>
                                        <p:tgtEl>
                                          <p:spTgt spid="9250"/>
                                        </p:tgtEl>
                                      </p:cBhvr>
                                    </p:animEffect>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childTnLst>
                          </p:cTn>
                        </p:par>
                      </p:childTnLst>
                    </p:cTn>
                  </p:par>
                  <p:par>
                    <p:cTn id="46" fill="hold">
                      <p:stCondLst>
                        <p:cond delay="indefinite"/>
                      </p:stCondLst>
                      <p:childTnLst>
                        <p:par>
                          <p:cTn id="47" fill="hold">
                            <p:stCondLst>
                              <p:cond delay="0"/>
                            </p:stCondLst>
                            <p:childTnLst>
                              <p:par>
                                <p:cTn id="48" presetID="4" presetClass="entr" presetSubtype="32" fill="hold" grpId="0" nodeType="clickEffect">
                                  <p:stCondLst>
                                    <p:cond delay="0"/>
                                  </p:stCondLst>
                                  <p:childTnLst>
                                    <p:set>
                                      <p:cBhvr>
                                        <p:cTn id="49" dur="1" fill="hold">
                                          <p:stCondLst>
                                            <p:cond delay="0"/>
                                          </p:stCondLst>
                                        </p:cTn>
                                        <p:tgtEl>
                                          <p:spTgt spid="9248"/>
                                        </p:tgtEl>
                                        <p:attrNameLst>
                                          <p:attrName>style.visibility</p:attrName>
                                        </p:attrNameLst>
                                      </p:cBhvr>
                                      <p:to>
                                        <p:strVal val="visible"/>
                                      </p:to>
                                    </p:set>
                                    <p:animEffect transition="in" filter="box(out)">
                                      <p:cBhvr>
                                        <p:cTn id="50" dur="500"/>
                                        <p:tgtEl>
                                          <p:spTgt spid="9248"/>
                                        </p:tgtEl>
                                      </p:cBhvr>
                                    </p:animEffect>
                                  </p:childTnLst>
                                  <p:subTnLst>
                                    <p:set>
                                      <p:cBhvr override="childStyle">
                                        <p:cTn dur="1" fill="hold" display="0" masterRel="nextClick" afterEffect="1"/>
                                        <p:tgtEl>
                                          <p:spTgt spid="9248"/>
                                        </p:tgtEl>
                                        <p:attrNameLst>
                                          <p:attrName>style.visibility</p:attrName>
                                        </p:attrNameLst>
                                      </p:cBhvr>
                                      <p:to>
                                        <p:strVal val="hidden"/>
                                      </p:to>
                                    </p:se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4" presetClass="entr" presetSubtype="32" fill="hold" grpId="0" nodeType="clickEffect">
                                  <p:stCondLst>
                                    <p:cond delay="0"/>
                                  </p:stCondLst>
                                  <p:childTnLst>
                                    <p:set>
                                      <p:cBhvr>
                                        <p:cTn id="54" dur="1" fill="hold">
                                          <p:stCondLst>
                                            <p:cond delay="0"/>
                                          </p:stCondLst>
                                        </p:cTn>
                                        <p:tgtEl>
                                          <p:spTgt spid="9249"/>
                                        </p:tgtEl>
                                        <p:attrNameLst>
                                          <p:attrName>style.visibility</p:attrName>
                                        </p:attrNameLst>
                                      </p:cBhvr>
                                      <p:to>
                                        <p:strVal val="visible"/>
                                      </p:to>
                                    </p:set>
                                    <p:animEffect transition="in" filter="box(out)">
                                      <p:cBhvr>
                                        <p:cTn id="55" dur="500"/>
                                        <p:tgtEl>
                                          <p:spTgt spid="9249"/>
                                        </p:tgtEl>
                                      </p:cBhvr>
                                    </p:animEffect>
                                  </p:childTnLst>
                                  <p:subTnLs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2" presetClass="entr" presetSubtype="8" fill="hold" grpId="0" nodeType="clickEffect">
                                  <p:stCondLst>
                                    <p:cond delay="0"/>
                                  </p:stCondLst>
                                  <p:childTnLst>
                                    <p:set>
                                      <p:cBhvr>
                                        <p:cTn id="59" dur="1" fill="hold">
                                          <p:stCondLst>
                                            <p:cond delay="0"/>
                                          </p:stCondLst>
                                        </p:cTn>
                                        <p:tgtEl>
                                          <p:spTgt spid="2">
                                            <p:txEl>
                                              <p:charRg st="0" end="14"/>
                                            </p:txEl>
                                          </p:spTgt>
                                        </p:tgtEl>
                                        <p:attrNameLst>
                                          <p:attrName>style.visibility</p:attrName>
                                        </p:attrNameLst>
                                      </p:cBhvr>
                                      <p:to>
                                        <p:strVal val="visible"/>
                                      </p:to>
                                    </p:set>
                                    <p:anim calcmode="lin" valueType="num">
                                      <p:cBhvr>
                                        <p:cTn id="60" dur="500" fill="hold"/>
                                        <p:tgtEl>
                                          <p:spTgt spid="2">
                                            <p:txEl>
                                              <p:charRg st="0" end="14"/>
                                            </p:txEl>
                                          </p:spTgt>
                                        </p:tgtEl>
                                        <p:attrNameLst>
                                          <p:attrName>ppt_x</p:attrName>
                                        </p:attrNameLst>
                                      </p:cBhvr>
                                      <p:tavLst>
                                        <p:tav tm="0">
                                          <p:val>
                                            <p:strVal val="0-#ppt_w/2"/>
                                          </p:val>
                                        </p:tav>
                                        <p:tav tm="100000">
                                          <p:val>
                                            <p:strVal val="#ppt_x"/>
                                          </p:val>
                                        </p:tav>
                                      </p:tavLst>
                                    </p:anim>
                                    <p:anim calcmode="lin" valueType="num">
                                      <p:cBhvr>
                                        <p:cTn id="61" dur="500" fill="hold"/>
                                        <p:tgtEl>
                                          <p:spTgt spid="2">
                                            <p:txEl>
                                              <p:charRg st="0" end="1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8"/>
                                            </p:cond>
                                          </p:stCondLst>
                                          <p:endCondLst>
                                            <p:cond evt="onStopAudio" delay="0">
                                              <p:tgtEl>
                                                <p:sldTgt/>
                                              </p:tgtEl>
                                            </p:cond>
                                          </p:endCondLst>
                                        </p:cTn>
                                        <p:tgtEl>
                                          <p:sndTgt r:embed="rId3" name="WHOOSH.WAV"/>
                                        </p:tgtEl>
                                      </p:cMediaNode>
                                    </p:audio>
                                  </p:subTnLst>
                                </p:cTn>
                              </p:par>
                            </p:childTnLst>
                          </p:cTn>
                        </p:par>
                      </p:childTnLst>
                    </p:cTn>
                  </p:par>
                  <p:par>
                    <p:cTn id="62" fill="hold">
                      <p:stCondLst>
                        <p:cond delay="indefinite"/>
                      </p:stCondLst>
                      <p:childTnLst>
                        <p:par>
                          <p:cTn id="63" fill="hold">
                            <p:stCondLst>
                              <p:cond delay="0"/>
                            </p:stCondLst>
                            <p:childTnLst>
                              <p:par>
                                <p:cTn id="64" presetID="14" presetClass="entr" presetSubtype="10" fill="hold" grpId="0" nodeType="clickEffect">
                                  <p:stCondLst>
                                    <p:cond delay="0"/>
                                  </p:stCondLst>
                                  <p:childTnLst>
                                    <p:set>
                                      <p:cBhvr>
                                        <p:cTn id="65" dur="1" fill="hold">
                                          <p:stCondLst>
                                            <p:cond delay="0"/>
                                          </p:stCondLst>
                                        </p:cTn>
                                        <p:tgtEl>
                                          <p:spTgt spid="3"/>
                                        </p:tgtEl>
                                        <p:attrNameLst>
                                          <p:attrName>style.visibility</p:attrName>
                                        </p:attrNameLst>
                                      </p:cBhvr>
                                      <p:to>
                                        <p:strVal val="visible"/>
                                      </p:to>
                                    </p:set>
                                    <p:animEffect transition="in" filter="randombar(horizontal)">
                                      <p:cBhvr>
                                        <p:cTn id="66"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18" grpId="0" build="p"/>
      <p:bldP spid="9219" grpId="0" bldLvl="4" build="p"/>
      <p:bldP spid="9220" grpId="0" bldLvl="0" animBg="1"/>
      <p:bldP spid="9221" grpId="0" bldLvl="0" animBg="1"/>
      <p:bldP spid="9222" grpId="0" bldLvl="0" animBg="1"/>
      <p:bldP spid="9223" grpId="0" bldLvl="4" build="p"/>
      <p:bldP spid="9248" grpId="0" bldLvl="0" animBg="1"/>
      <p:bldP spid="9249" grpId="0" bldLvl="0" animBg="1"/>
      <p:bldP spid="2" grpId="0" bldLvl="4" build="p"/>
      <p:bldP spid="3" grpId="0"/>
      <p:bldP spid="3" grpId="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80899" name="矩形 80898"/>
          <p:cNvSpPr/>
          <p:nvPr/>
        </p:nvSpPr>
        <p:spPr>
          <a:xfrm>
            <a:off x="1979613" y="1298575"/>
            <a:ext cx="8459787" cy="2938463"/>
          </a:xfrm>
          <a:prstGeom prst="rect">
            <a:avLst/>
          </a:prstGeom>
          <a:noFill/>
          <a:ln w="9525">
            <a:noFill/>
          </a:ln>
        </p:spPr>
        <p:txBody>
          <a:bodyPr anchor="t" anchorCtr="0"/>
          <a:p>
            <a:pPr lvl="1" indent="0" eaLnBrk="0" hangingPunct="0">
              <a:buClr>
                <a:schemeClr val="hlink"/>
              </a:buClr>
              <a:buFont typeface="Wingdings" panose="05000000000000000000" pitchFamily="2" charset="2"/>
              <a:buChar char="«"/>
            </a:pPr>
            <a:endParaRPr lang="en-US" altLang="zh-CN" sz="2800" dirty="0">
              <a:latin typeface="Times New Roman" panose="02020603050405020304" pitchFamily="18" charset="0"/>
              <a:ea typeface="隶书" panose="02010509060101010101" pitchFamily="49" charset="-122"/>
            </a:endParaRPr>
          </a:p>
          <a:p>
            <a:pPr lvl="2" indent="0" eaLnBrk="0" hangingPunct="0">
              <a:lnSpc>
                <a:spcPct val="150000"/>
              </a:lnSpc>
              <a:buClr>
                <a:schemeClr val="accent2"/>
              </a:buClr>
              <a:buFont typeface="Wingdings" panose="05000000000000000000" pitchFamily="2" charset="2"/>
              <a:buChar char="v"/>
            </a:pPr>
            <a:r>
              <a:rPr lang="zh-CN" altLang="en-US" dirty="0">
                <a:latin typeface="微软雅黑 Light" panose="020B0502040204020203" charset="-122"/>
                <a:ea typeface="微软雅黑 Light" panose="020B0502040204020203" charset="-122"/>
              </a:rPr>
              <a:t>数组必须</a:t>
            </a:r>
            <a:r>
              <a:rPr lang="zh-CN" altLang="en-US" dirty="0">
                <a:solidFill>
                  <a:srgbClr val="FF0000"/>
                </a:solidFill>
                <a:latin typeface="微软雅黑 Light" panose="020B0502040204020203" charset="-122"/>
                <a:ea typeface="微软雅黑 Light" panose="020B0502040204020203" charset="-122"/>
              </a:rPr>
              <a:t>先定义</a:t>
            </a:r>
            <a:r>
              <a:rPr lang="zh-CN" altLang="en-US" dirty="0">
                <a:latin typeface="微软雅黑 Light" panose="020B0502040204020203" charset="-122"/>
                <a:ea typeface="微软雅黑 Light" panose="020B0502040204020203" charset="-122"/>
              </a:rPr>
              <a:t>，</a:t>
            </a:r>
            <a:r>
              <a:rPr lang="zh-CN" altLang="en-US" dirty="0">
                <a:solidFill>
                  <a:srgbClr val="FF0000"/>
                </a:solidFill>
                <a:latin typeface="微软雅黑 Light" panose="020B0502040204020203" charset="-122"/>
                <a:ea typeface="微软雅黑 Light" panose="020B0502040204020203" charset="-122"/>
              </a:rPr>
              <a:t>后使用</a:t>
            </a:r>
            <a:endParaRPr lang="zh-CN" altLang="en-US" dirty="0">
              <a:solidFill>
                <a:srgbClr val="FF0000"/>
              </a:solidFill>
              <a:latin typeface="微软雅黑 Light" panose="020B0502040204020203" charset="-122"/>
              <a:ea typeface="微软雅黑 Light" panose="020B0502040204020203" charset="-122"/>
            </a:endParaRPr>
          </a:p>
          <a:p>
            <a:pPr lvl="2" indent="0" eaLnBrk="0" hangingPunct="0">
              <a:lnSpc>
                <a:spcPct val="150000"/>
              </a:lnSpc>
              <a:buClr>
                <a:schemeClr val="accent2"/>
              </a:buClr>
              <a:buFont typeface="Wingdings" panose="05000000000000000000" pitchFamily="2" charset="2"/>
              <a:buChar char="v"/>
            </a:pPr>
            <a:r>
              <a:rPr lang="zh-CN" altLang="en-US" sz="1800" dirty="0">
                <a:latin typeface="微软雅黑 Light" panose="020B0502040204020203" charset="-122"/>
                <a:ea typeface="微软雅黑 Light" panose="020B0502040204020203" charset="-122"/>
              </a:rPr>
              <a:t>只能</a:t>
            </a:r>
            <a:r>
              <a:rPr lang="zh-CN" altLang="en-US" dirty="0">
                <a:latin typeface="微软雅黑 Light" panose="020B0502040204020203" charset="-122"/>
                <a:ea typeface="微软雅黑 Light" panose="020B0502040204020203" charset="-122"/>
              </a:rPr>
              <a:t>逐个引用数组元素，不能一次引用整个数组</a:t>
            </a:r>
            <a:endParaRPr lang="zh-CN" altLang="en-US" dirty="0">
              <a:latin typeface="微软雅黑 Light" panose="020B0502040204020203" charset="-122"/>
              <a:ea typeface="微软雅黑 Light" panose="020B0502040204020203" charset="-122"/>
            </a:endParaRPr>
          </a:p>
          <a:p>
            <a:pPr lvl="2" indent="0" eaLnBrk="0" hangingPunct="0">
              <a:lnSpc>
                <a:spcPct val="150000"/>
              </a:lnSpc>
              <a:buClr>
                <a:schemeClr val="accent2"/>
              </a:buClr>
              <a:buFont typeface="Wingdings" panose="05000000000000000000" pitchFamily="2" charset="2"/>
              <a:buChar char="v"/>
            </a:pPr>
            <a:r>
              <a:rPr lang="zh-CN" altLang="en-US" dirty="0">
                <a:latin typeface="微软雅黑 Light" panose="020B0502040204020203" charset="-122"/>
                <a:ea typeface="微软雅黑 Light" panose="020B0502040204020203" charset="-122"/>
              </a:rPr>
              <a:t>数组元素表示形式： </a:t>
            </a:r>
            <a:r>
              <a:rPr lang="zh-CN" altLang="en-US" dirty="0">
                <a:solidFill>
                  <a:srgbClr val="FF0000"/>
                </a:solidFill>
                <a:latin typeface="微软雅黑 Light" panose="020B0502040204020203" charset="-122"/>
                <a:ea typeface="微软雅黑 Light" panose="020B0502040204020203" charset="-122"/>
              </a:rPr>
              <a:t> 数组名</a:t>
            </a:r>
            <a:r>
              <a:rPr lang="en-US" altLang="zh-CN" dirty="0">
                <a:solidFill>
                  <a:srgbClr val="FF0000"/>
                </a:solidFill>
                <a:latin typeface="微软雅黑 Light" panose="020B0502040204020203" charset="-122"/>
                <a:ea typeface="微软雅黑 Light" panose="020B0502040204020203" charset="-122"/>
              </a:rPr>
              <a:t>[</a:t>
            </a:r>
            <a:r>
              <a:rPr lang="zh-CN" altLang="en-US" dirty="0">
                <a:solidFill>
                  <a:srgbClr val="FF0000"/>
                </a:solidFill>
                <a:latin typeface="微软雅黑 Light" panose="020B0502040204020203" charset="-122"/>
                <a:ea typeface="微软雅黑 Light" panose="020B0502040204020203" charset="-122"/>
              </a:rPr>
              <a:t>下标</a:t>
            </a:r>
            <a:r>
              <a:rPr lang="en-US" altLang="zh-CN">
                <a:solidFill>
                  <a:srgbClr val="FF0000"/>
                </a:solidFill>
                <a:latin typeface="微软雅黑 Light" panose="020B0502040204020203" charset="-122"/>
                <a:ea typeface="微软雅黑 Light" panose="020B0502040204020203" charset="-122"/>
              </a:rPr>
              <a:t>]</a:t>
            </a:r>
            <a:endParaRPr lang="en-US" altLang="zh-CN">
              <a:solidFill>
                <a:srgbClr val="FF0000"/>
              </a:solidFill>
              <a:latin typeface="微软雅黑 Light" panose="020B0502040204020203" charset="-122"/>
              <a:ea typeface="微软雅黑 Light" panose="020B0502040204020203" charset="-122"/>
            </a:endParaRPr>
          </a:p>
          <a:p>
            <a:pPr lvl="3" indent="0" eaLnBrk="0" hangingPunct="0">
              <a:lnSpc>
                <a:spcPct val="150000"/>
              </a:lnSpc>
            </a:pPr>
            <a:r>
              <a:rPr lang="zh-CN" altLang="en-US" dirty="0">
                <a:latin typeface="微软雅黑 Light" panose="020B0502040204020203" charset="-122"/>
                <a:ea typeface="微软雅黑 Light" panose="020B0502040204020203" charset="-122"/>
              </a:rPr>
              <a:t>其中：下标可以是常量或整型表达式</a:t>
            </a:r>
            <a:endParaRPr lang="en-US" altLang="zh-CN" dirty="0">
              <a:latin typeface="微软雅黑 Light" panose="020B0502040204020203" charset="-122"/>
              <a:ea typeface="微软雅黑 Light" panose="020B0502040204020203" charset="-122"/>
            </a:endParaRPr>
          </a:p>
        </p:txBody>
      </p:sp>
      <p:sp>
        <p:nvSpPr>
          <p:cNvPr id="80898" name="文本框 80897"/>
          <p:cNvSpPr txBox="1"/>
          <p:nvPr/>
        </p:nvSpPr>
        <p:spPr>
          <a:xfrm>
            <a:off x="2570163" y="762000"/>
            <a:ext cx="5016500" cy="646113"/>
          </a:xfrm>
          <a:prstGeom prst="rect">
            <a:avLst/>
          </a:prstGeom>
          <a:solidFill>
            <a:srgbClr val="C4EFFF"/>
          </a:solidFill>
          <a:ln w="31750" cap="flat" cmpd="sng">
            <a:solidFill>
              <a:schemeClr val="accent1"/>
            </a:solidFill>
            <a:prstDash val="solid"/>
            <a:miter/>
            <a:headEnd type="none" w="med" len="med"/>
            <a:tailEnd type="none" w="med" len="med"/>
          </a:ln>
        </p:spPr>
        <p:txBody>
          <a:bodyPr wrap="none" lIns="90000" tIns="46800" rIns="90000" bIns="46800" anchor="ctr" anchorCtr="0">
            <a:spAutoFit/>
          </a:bodyPr>
          <a:p>
            <a:pPr eaLnBrk="0" hangingPunct="0"/>
            <a:r>
              <a:rPr lang="zh-CN" altLang="en-US" dirty="0">
                <a:solidFill>
                  <a:schemeClr val="accent1"/>
                </a:solidFill>
                <a:latin typeface="Times New Roman" panose="02020603050405020304" pitchFamily="18" charset="0"/>
                <a:ea typeface="宋体" panose="02010600030101010101" pitchFamily="2" charset="-122"/>
              </a:rPr>
              <a:t>例   </a:t>
            </a:r>
            <a:r>
              <a:rPr lang="en-US" altLang="zh-CN" err="1">
                <a:solidFill>
                  <a:schemeClr val="accent1"/>
                </a:solidFill>
                <a:latin typeface="Times New Roman" panose="02020603050405020304" pitchFamily="18" charset="0"/>
                <a:ea typeface="宋体" panose="02010600030101010101" pitchFamily="2" charset="-122"/>
              </a:rPr>
              <a:t>int</a:t>
            </a:r>
            <a:r>
              <a:rPr lang="en-US" altLang="zh-CN">
                <a:solidFill>
                  <a:schemeClr val="accent1"/>
                </a:solidFill>
                <a:latin typeface="Times New Roman" panose="02020603050405020304" pitchFamily="18" charset="0"/>
                <a:ea typeface="宋体" panose="02010600030101010101" pitchFamily="2" charset="-122"/>
              </a:rPr>
              <a:t> i=15;</a:t>
            </a:r>
            <a:endParaRPr lang="en-US" altLang="zh-CN">
              <a:solidFill>
                <a:schemeClr val="accent1"/>
              </a:solidFill>
              <a:latin typeface="Times New Roman" panose="02020603050405020304" pitchFamily="18" charset="0"/>
              <a:ea typeface="宋体" panose="02010600030101010101" pitchFamily="2" charset="-122"/>
            </a:endParaRPr>
          </a:p>
          <a:p>
            <a:pPr eaLnBrk="0" hangingPunct="0"/>
            <a:r>
              <a:rPr lang="en-US" altLang="zh-CN" err="1">
                <a:solidFill>
                  <a:schemeClr val="accent1"/>
                </a:solidFill>
                <a:latin typeface="Times New Roman" panose="02020603050405020304" pitchFamily="18" charset="0"/>
                <a:ea typeface="宋体" panose="02010600030101010101" pitchFamily="2" charset="-122"/>
              </a:rPr>
              <a:t>       int</a:t>
            </a:r>
            <a:r>
              <a:rPr lang="en-US" altLang="zh-CN">
                <a:solidFill>
                  <a:schemeClr val="accent1"/>
                </a:solidFill>
                <a:latin typeface="Times New Roman" panose="02020603050405020304" pitchFamily="18" charset="0"/>
                <a:ea typeface="宋体" panose="02010600030101010101" pitchFamily="2" charset="-122"/>
              </a:rPr>
              <a:t> data[i];            (</a:t>
            </a:r>
            <a:r>
              <a:rPr lang="en-US" altLang="zh-CN">
                <a:solidFill>
                  <a:schemeClr val="accent1"/>
                </a:solidFill>
                <a:latin typeface="Times New Roman" panose="02020603050405020304" pitchFamily="18" charset="0"/>
                <a:ea typeface="宋体" panose="02010600030101010101" pitchFamily="2" charset="-122"/>
                <a:sym typeface="Symbol" panose="05050102010706020507" pitchFamily="18" charset="2"/>
              </a:rPr>
              <a:t></a:t>
            </a:r>
            <a:r>
              <a:rPr lang="zh-CN" altLang="en-US" dirty="0">
                <a:solidFill>
                  <a:schemeClr val="accent1"/>
                </a:solidFill>
                <a:latin typeface="Times New Roman" panose="02020603050405020304" pitchFamily="18" charset="0"/>
                <a:ea typeface="宋体" panose="02010600030101010101" pitchFamily="2" charset="-122"/>
              </a:rPr>
              <a:t>不能用变量定义数组维数</a:t>
            </a:r>
            <a:r>
              <a:rPr lang="en-US" altLang="zh-CN">
                <a:solidFill>
                  <a:schemeClr val="accent1"/>
                </a:solidFill>
                <a:latin typeface="Times New Roman" panose="02020603050405020304" pitchFamily="18" charset="0"/>
                <a:ea typeface="宋体" panose="02010600030101010101" pitchFamily="2" charset="-122"/>
              </a:rPr>
              <a:t>)</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80897" name="文本框 80896"/>
          <p:cNvSpPr txBox="1"/>
          <p:nvPr/>
        </p:nvSpPr>
        <p:spPr>
          <a:xfrm>
            <a:off x="1643063" y="3830638"/>
            <a:ext cx="4508500" cy="1200150"/>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eaLnBrk="0" hangingPunct="0">
              <a:buSzTx/>
            </a:pPr>
            <a:r>
              <a:rPr lang="zh-CN" altLang="en-US" dirty="0">
                <a:solidFill>
                  <a:schemeClr val="accent1"/>
                </a:solidFill>
                <a:latin typeface="Times New Roman" panose="02020603050405020304" pitchFamily="18" charset="0"/>
                <a:ea typeface="宋体" panose="02010600030101010101" pitchFamily="2" charset="-122"/>
              </a:rPr>
              <a:t>例       int a[10];</a:t>
            </a:r>
            <a:endParaRPr lang="zh-CN" altLang="en-US" dirty="0">
              <a:solidFill>
                <a:schemeClr val="accent1"/>
              </a:solidFill>
              <a:latin typeface="Times New Roman" panose="02020603050405020304" pitchFamily="18" charset="0"/>
              <a:ea typeface="宋体" panose="02010600030101010101" pitchFamily="2" charset="-122"/>
            </a:endParaRPr>
          </a:p>
          <a:p>
            <a:pPr eaLnBrk="0" hangingPunct="0">
              <a:buSzTx/>
            </a:pPr>
            <a:r>
              <a:rPr lang="zh-CN" altLang="en-US" dirty="0">
                <a:solidFill>
                  <a:schemeClr val="accent1"/>
                </a:solidFill>
                <a:latin typeface="Times New Roman" panose="02020603050405020304" pitchFamily="18" charset="0"/>
                <a:ea typeface="宋体" panose="02010600030101010101" pitchFamily="2" charset="-122"/>
              </a:rPr>
              <a:t>           printf(“%d”,a);         (</a:t>
            </a:r>
            <a:r>
              <a:rPr lang="zh-CN" altLang="en-US"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lang="zh-CN" altLang="en-US" dirty="0">
                <a:solidFill>
                  <a:schemeClr val="accent1"/>
                </a:solidFill>
                <a:latin typeface="Times New Roman" panose="02020603050405020304" pitchFamily="18" charset="0"/>
                <a:ea typeface="宋体" panose="02010600030101010101" pitchFamily="2" charset="-122"/>
              </a:rPr>
              <a:t>)</a:t>
            </a:r>
            <a:endParaRPr lang="zh-CN" altLang="en-US" dirty="0">
              <a:solidFill>
                <a:schemeClr val="accent1"/>
              </a:solidFill>
              <a:latin typeface="Times New Roman" panose="02020603050405020304" pitchFamily="18" charset="0"/>
              <a:ea typeface="宋体" panose="02010600030101010101" pitchFamily="2" charset="-122"/>
            </a:endParaRPr>
          </a:p>
          <a:p>
            <a:pPr eaLnBrk="0" hangingPunct="0">
              <a:buSzTx/>
            </a:pPr>
            <a:r>
              <a:rPr lang="zh-CN" altLang="en-US" dirty="0">
                <a:solidFill>
                  <a:schemeClr val="accent1"/>
                </a:solidFill>
                <a:latin typeface="Times New Roman" panose="02020603050405020304" pitchFamily="18" charset="0"/>
                <a:ea typeface="宋体" panose="02010600030101010101" pitchFamily="2" charset="-122"/>
              </a:rPr>
              <a:t>必须   for(j=0;j&lt;10;j++)</a:t>
            </a:r>
            <a:endParaRPr lang="zh-CN" altLang="en-US" dirty="0">
              <a:solidFill>
                <a:schemeClr val="accent1"/>
              </a:solidFill>
              <a:latin typeface="Times New Roman" panose="02020603050405020304" pitchFamily="18" charset="0"/>
              <a:ea typeface="宋体" panose="02010600030101010101" pitchFamily="2" charset="-122"/>
            </a:endParaRPr>
          </a:p>
          <a:p>
            <a:pPr eaLnBrk="0" hangingPunct="0">
              <a:buSzTx/>
            </a:pPr>
            <a:r>
              <a:rPr lang="zh-CN" altLang="en-US" dirty="0">
                <a:solidFill>
                  <a:schemeClr val="accent1"/>
                </a:solidFill>
                <a:latin typeface="Times New Roman" panose="02020603050405020304" pitchFamily="18" charset="0"/>
                <a:ea typeface="宋体" panose="02010600030101010101" pitchFamily="2" charset="-122"/>
              </a:rPr>
              <a:t>                  printf(“%d\t”,a[j]);                (</a:t>
            </a:r>
            <a:r>
              <a:rPr lang="zh-CN" altLang="en-US" dirty="0">
                <a:solidFill>
                  <a:schemeClr val="accent1"/>
                </a:solidFill>
                <a:latin typeface="Times New Roman" panose="02020603050405020304" pitchFamily="18" charset="0"/>
                <a:ea typeface="宋体" panose="02010600030101010101" pitchFamily="2" charset="-122"/>
                <a:sym typeface="Wingdings 2" panose="05020102010507070707" pitchFamily="18" charset="2"/>
              </a:rPr>
              <a:t></a:t>
            </a:r>
            <a:r>
              <a:rPr lang="zh-CN" altLang="en-US" dirty="0">
                <a:solidFill>
                  <a:schemeClr val="accent1"/>
                </a:solidFill>
                <a:latin typeface="Times New Roman" panose="02020603050405020304" pitchFamily="18" charset="0"/>
                <a:ea typeface="宋体" panose="02010600030101010101" pitchFamily="2" charset="-122"/>
              </a:rPr>
              <a:t>)</a:t>
            </a:r>
            <a:endParaRPr lang="zh-CN" altLang="en-US" dirty="0">
              <a:solidFill>
                <a:schemeClr val="accent1"/>
              </a:solidFill>
              <a:latin typeface="Times New Roman" panose="02020603050405020304" pitchFamily="18" charset="0"/>
              <a:ea typeface="宋体" panose="02010600030101010101" pitchFamily="2" charset="-122"/>
            </a:endParaRPr>
          </a:p>
        </p:txBody>
      </p:sp>
      <p:sp>
        <p:nvSpPr>
          <p:cNvPr id="80896" name="文本框 80895"/>
          <p:cNvSpPr txBox="1"/>
          <p:nvPr/>
        </p:nvSpPr>
        <p:spPr>
          <a:xfrm>
            <a:off x="1979613" y="762000"/>
            <a:ext cx="6327775" cy="646113"/>
          </a:xfrm>
          <a:prstGeom prst="rect">
            <a:avLst/>
          </a:prstGeom>
          <a:solidFill>
            <a:srgbClr val="C4EFFF"/>
          </a:solidFill>
          <a:ln w="31750" cap="flat" cmpd="sng">
            <a:solidFill>
              <a:schemeClr val="accent1"/>
            </a:solidFill>
            <a:prstDash val="solid"/>
            <a:miter/>
            <a:headEnd type="none" w="med" len="med"/>
            <a:tailEnd type="none" w="med" len="med"/>
          </a:ln>
        </p:spPr>
        <p:txBody>
          <a:bodyPr wrap="none" lIns="90000" tIns="46800" rIns="90000" bIns="46800" anchor="ctr" anchorCtr="0">
            <a:spAutoFit/>
          </a:bodyPr>
          <a:p>
            <a:pPr eaLnBrk="0" hangingPunct="0">
              <a:buSzTx/>
            </a:pPr>
            <a:r>
              <a:rPr lang="zh-CN" altLang="en-US" dirty="0">
                <a:solidFill>
                  <a:schemeClr val="accent1"/>
                </a:solidFill>
                <a:latin typeface="Times New Roman" panose="02020603050405020304" pitchFamily="18" charset="0"/>
                <a:ea typeface="宋体" panose="02010600030101010101" pitchFamily="2" charset="-122"/>
              </a:rPr>
              <a:t>例  int data[5];     </a:t>
            </a:r>
            <a:endParaRPr lang="zh-CN" altLang="en-US" dirty="0">
              <a:solidFill>
                <a:schemeClr val="accent1"/>
              </a:solidFill>
              <a:latin typeface="Times New Roman" panose="02020603050405020304" pitchFamily="18" charset="0"/>
              <a:ea typeface="宋体" panose="02010600030101010101" pitchFamily="2" charset="-122"/>
            </a:endParaRPr>
          </a:p>
          <a:p>
            <a:pPr eaLnBrk="0" hangingPunct="0">
              <a:buSzTx/>
            </a:pPr>
            <a:r>
              <a:rPr lang="zh-CN" altLang="en-US" dirty="0">
                <a:solidFill>
                  <a:schemeClr val="accent1"/>
                </a:solidFill>
                <a:latin typeface="Times New Roman" panose="02020603050405020304" pitchFamily="18" charset="0"/>
                <a:ea typeface="宋体" panose="02010600030101010101" pitchFamily="2" charset="-122"/>
              </a:rPr>
              <a:t>      data[5]=10;     //C语言对数组不作越界检查，使用时要 注意</a:t>
            </a:r>
            <a:endParaRPr lang="zh-CN" altLang="en-US" dirty="0">
              <a:solidFill>
                <a:schemeClr val="accent1"/>
              </a:solidFill>
              <a:latin typeface="Times New Roman" panose="02020603050405020304" pitchFamily="18" charset="0"/>
              <a:ea typeface="宋体" panose="02010600030101010101" pitchFamily="2" charset="-122"/>
            </a:endParaRPr>
          </a:p>
        </p:txBody>
      </p:sp>
      <p:sp>
        <p:nvSpPr>
          <p:cNvPr id="459781" name="标题 80901"/>
          <p:cNvSpPr>
            <a:spLocks noGrp="1"/>
          </p:cNvSpPr>
          <p:nvPr>
            <p:ph type="title" idx="4294967295"/>
          </p:nvPr>
        </p:nvSpPr>
        <p:spPr>
          <a:xfrm>
            <a:off x="2438400" y="762000"/>
            <a:ext cx="8001000" cy="1143000"/>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2</a:t>
            </a:r>
            <a:r>
              <a:rPr lang="zh-CN" altLang="en-US" sz="2400" dirty="0">
                <a:latin typeface="微软雅黑 Light" panose="020B0502040204020203" charset="-122"/>
                <a:ea typeface="微软雅黑 Light" panose="020B0502040204020203" charset="-122"/>
              </a:rPr>
              <a:t>）一维数组的引用</a:t>
            </a:r>
            <a:endParaRPr lang="zh-CN" altLang="en-US" sz="2400" dirty="0">
              <a:latin typeface="微软雅黑 Light" panose="020B0502040204020203" charset="-122"/>
              <a:ea typeface="微软雅黑 Light" panose="020B0502040204020203" charset="-122"/>
            </a:endParaRPr>
          </a:p>
        </p:txBody>
      </p:sp>
      <p:sp>
        <p:nvSpPr>
          <p:cNvPr id="459782"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
        <p:nvSpPr>
          <p:cNvPr id="2" name="文本框 1"/>
          <p:cNvSpPr txBox="1"/>
          <p:nvPr/>
        </p:nvSpPr>
        <p:spPr>
          <a:xfrm>
            <a:off x="6330950" y="3554413"/>
            <a:ext cx="4508500" cy="1754187"/>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eaLnBrk="0" hangingPunct="0">
              <a:buSzTx/>
            </a:pPr>
            <a:r>
              <a:rPr lang="zh-CN" altLang="en-US" dirty="0">
                <a:solidFill>
                  <a:schemeClr val="accent1"/>
                </a:solidFill>
                <a:latin typeface="Times New Roman" panose="02020603050405020304" pitchFamily="18" charset="0"/>
                <a:ea typeface="宋体" panose="02010600030101010101" pitchFamily="2" charset="-122"/>
              </a:rPr>
              <a:t>例       int </a:t>
            </a:r>
            <a:r>
              <a:rPr lang="en-US" altLang="zh-CN" dirty="0">
                <a:solidFill>
                  <a:schemeClr val="accent1"/>
                </a:solidFill>
                <a:latin typeface="Times New Roman" panose="02020603050405020304" pitchFamily="18" charset="0"/>
                <a:ea typeface="宋体" panose="02010600030101010101" pitchFamily="2" charset="-122"/>
              </a:rPr>
              <a:t>i=10</a:t>
            </a:r>
            <a:r>
              <a:rPr lang="zh-CN" altLang="en-US" dirty="0">
                <a:solidFill>
                  <a:schemeClr val="accent1"/>
                </a:solidFill>
                <a:latin typeface="Times New Roman" panose="02020603050405020304" pitchFamily="18" charset="0"/>
                <a:ea typeface="宋体" panose="02010600030101010101" pitchFamily="2" charset="-122"/>
              </a:rPr>
              <a:t>;</a:t>
            </a:r>
            <a:endParaRPr lang="zh-CN" altLang="en-US" dirty="0">
              <a:solidFill>
                <a:schemeClr val="accent1"/>
              </a:solidFill>
              <a:latin typeface="Times New Roman" panose="02020603050405020304" pitchFamily="18" charset="0"/>
              <a:ea typeface="宋体" panose="02010600030101010101" pitchFamily="2" charset="-122"/>
            </a:endParaRPr>
          </a:p>
          <a:p>
            <a:pPr eaLnBrk="0" hangingPunct="0">
              <a:buSzTx/>
            </a:pPr>
            <a:r>
              <a:rPr lang="zh-CN" altLang="en-US" dirty="0">
                <a:solidFill>
                  <a:schemeClr val="accent1"/>
                </a:solidFill>
                <a:latin typeface="Times New Roman" panose="02020603050405020304" pitchFamily="18" charset="0"/>
                <a:ea typeface="宋体" panose="02010600030101010101" pitchFamily="2" charset="-122"/>
              </a:rPr>
              <a:t>           </a:t>
            </a:r>
            <a:r>
              <a:rPr lang="en-US" altLang="zh-CN" dirty="0">
                <a:solidFill>
                  <a:schemeClr val="accent1"/>
                </a:solidFill>
                <a:latin typeface="Times New Roman" panose="02020603050405020304" pitchFamily="18" charset="0"/>
                <a:ea typeface="宋体" panose="02010600030101010101" pitchFamily="2" charset="-122"/>
              </a:rPr>
              <a:t>int a[i]</a:t>
            </a:r>
            <a:r>
              <a:rPr lang="zh-CN" altLang="en-US" dirty="0">
                <a:solidFill>
                  <a:schemeClr val="accent1"/>
                </a:solidFill>
                <a:latin typeface="Times New Roman" panose="02020603050405020304" pitchFamily="18" charset="0"/>
                <a:ea typeface="宋体" panose="02010600030101010101" pitchFamily="2" charset="-122"/>
              </a:rPr>
              <a:t>;         (</a:t>
            </a:r>
            <a:r>
              <a:rPr lang="zh-CN" altLang="en-US"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lang="zh-CN" altLang="en-US" dirty="0">
                <a:solidFill>
                  <a:schemeClr val="accent1"/>
                </a:solidFill>
                <a:latin typeface="Times New Roman" panose="02020603050405020304" pitchFamily="18" charset="0"/>
                <a:ea typeface="宋体" panose="02010600030101010101" pitchFamily="2" charset="-122"/>
              </a:rPr>
              <a:t>)</a:t>
            </a:r>
            <a:endParaRPr lang="zh-CN" altLang="en-US" dirty="0">
              <a:solidFill>
                <a:schemeClr val="accent1"/>
              </a:solidFill>
              <a:latin typeface="Times New Roman" panose="02020603050405020304" pitchFamily="18" charset="0"/>
              <a:ea typeface="宋体" panose="02010600030101010101" pitchFamily="2" charset="-122"/>
            </a:endParaRPr>
          </a:p>
          <a:p>
            <a:pPr eaLnBrk="0" hangingPunct="0">
              <a:buSzTx/>
            </a:pPr>
            <a:r>
              <a:rPr lang="zh-CN" altLang="en-US" dirty="0">
                <a:solidFill>
                  <a:schemeClr val="accent1"/>
                </a:solidFill>
                <a:latin typeface="Times New Roman" panose="02020603050405020304" pitchFamily="18" charset="0"/>
                <a:ea typeface="宋体" panose="02010600030101010101" pitchFamily="2" charset="-122"/>
              </a:rPr>
              <a:t> 而      </a:t>
            </a:r>
            <a:r>
              <a:rPr lang="en-US" altLang="zh-CN" dirty="0">
                <a:solidFill>
                  <a:schemeClr val="accent1"/>
                </a:solidFill>
                <a:latin typeface="Times New Roman" panose="02020603050405020304" pitchFamily="18" charset="0"/>
                <a:ea typeface="宋体" panose="02010600030101010101" pitchFamily="2" charset="-122"/>
              </a:rPr>
              <a:t>#define M 15</a:t>
            </a:r>
            <a:endParaRPr lang="zh-CN" altLang="en-US" dirty="0">
              <a:solidFill>
                <a:schemeClr val="accent1"/>
              </a:solidFill>
              <a:latin typeface="Times New Roman" panose="02020603050405020304" pitchFamily="18" charset="0"/>
              <a:ea typeface="宋体" panose="02010600030101010101" pitchFamily="2" charset="-122"/>
            </a:endParaRPr>
          </a:p>
          <a:p>
            <a:pPr eaLnBrk="0" hangingPunct="0">
              <a:buSzTx/>
            </a:pPr>
            <a:r>
              <a:rPr lang="zh-CN" altLang="en-US" dirty="0">
                <a:solidFill>
                  <a:schemeClr val="accent1"/>
                </a:solidFill>
                <a:latin typeface="Times New Roman" panose="02020603050405020304" pitchFamily="18" charset="0"/>
                <a:ea typeface="宋体" panose="02010600030101010101" pitchFamily="2" charset="-122"/>
              </a:rPr>
              <a:t>           </a:t>
            </a:r>
            <a:r>
              <a:rPr lang="en-US" altLang="zh-CN" dirty="0">
                <a:solidFill>
                  <a:schemeClr val="accent1"/>
                </a:solidFill>
                <a:latin typeface="Times New Roman" panose="02020603050405020304" pitchFamily="18" charset="0"/>
                <a:ea typeface="宋体" panose="02010600030101010101" pitchFamily="2" charset="-122"/>
              </a:rPr>
              <a:t>int  a[M]</a:t>
            </a:r>
            <a:r>
              <a:rPr lang="zh-CN" altLang="en-US" dirty="0">
                <a:solidFill>
                  <a:schemeClr val="accent1"/>
                </a:solidFill>
                <a:latin typeface="Times New Roman" panose="02020603050405020304" pitchFamily="18" charset="0"/>
                <a:ea typeface="宋体" panose="02010600030101010101" pitchFamily="2" charset="-122"/>
              </a:rPr>
              <a:t>;                (</a:t>
            </a:r>
            <a:r>
              <a:rPr lang="zh-CN" altLang="en-US" dirty="0">
                <a:solidFill>
                  <a:schemeClr val="accent1"/>
                </a:solidFill>
                <a:latin typeface="Times New Roman" panose="02020603050405020304" pitchFamily="18" charset="0"/>
                <a:ea typeface="宋体" panose="02010600030101010101" pitchFamily="2" charset="-122"/>
                <a:sym typeface="Wingdings 2" panose="05020102010507070707" pitchFamily="18" charset="2"/>
              </a:rPr>
              <a:t></a:t>
            </a:r>
            <a:r>
              <a:rPr lang="zh-CN" altLang="en-US" dirty="0">
                <a:solidFill>
                  <a:schemeClr val="accent1"/>
                </a:solidFill>
                <a:latin typeface="Times New Roman" panose="02020603050405020304" pitchFamily="18" charset="0"/>
                <a:ea typeface="宋体" panose="02010600030101010101" pitchFamily="2" charset="-122"/>
              </a:rPr>
              <a:t>)</a:t>
            </a:r>
            <a:endParaRPr lang="zh-CN" altLang="en-US" dirty="0">
              <a:solidFill>
                <a:schemeClr val="accent1"/>
              </a:solidFill>
              <a:latin typeface="Times New Roman" panose="02020603050405020304" pitchFamily="18" charset="0"/>
              <a:ea typeface="宋体" panose="02010600030101010101" pitchFamily="2" charset="-122"/>
            </a:endParaRPr>
          </a:p>
          <a:p>
            <a:pPr eaLnBrk="0" hangingPunct="0">
              <a:buSzTx/>
            </a:pPr>
            <a:r>
              <a:rPr lang="zh-CN" altLang="en-US" dirty="0">
                <a:solidFill>
                  <a:schemeClr val="accent1"/>
                </a:solidFill>
                <a:latin typeface="Times New Roman" panose="02020603050405020304" pitchFamily="18" charset="0"/>
                <a:ea typeface="宋体" panose="02010600030101010101" pitchFamily="2" charset="-122"/>
              </a:rPr>
              <a:t>           </a:t>
            </a:r>
            <a:r>
              <a:rPr lang="en-US" altLang="zh-CN" dirty="0">
                <a:solidFill>
                  <a:schemeClr val="accent1"/>
                </a:solidFill>
                <a:latin typeface="Times New Roman" panose="02020603050405020304" pitchFamily="18" charset="0"/>
                <a:ea typeface="宋体" panose="02010600030101010101" pitchFamily="2" charset="-122"/>
              </a:rPr>
              <a:t>a[2]=a[3]-a[a[3]-4];   </a:t>
            </a:r>
            <a:r>
              <a:rPr lang="zh-CN" altLang="en-US" dirty="0">
                <a:solidFill>
                  <a:schemeClr val="accent1"/>
                </a:solidFill>
                <a:latin typeface="Times New Roman" panose="02020603050405020304" pitchFamily="18" charset="0"/>
                <a:ea typeface="宋体" panose="02010600030101010101" pitchFamily="2" charset="-122"/>
              </a:rPr>
              <a:t>(</a:t>
            </a:r>
            <a:r>
              <a:rPr lang="zh-CN" altLang="en-US" dirty="0">
                <a:solidFill>
                  <a:schemeClr val="accent1"/>
                </a:solidFill>
                <a:latin typeface="Times New Roman" panose="02020603050405020304" pitchFamily="18" charset="0"/>
                <a:ea typeface="宋体" panose="02010600030101010101" pitchFamily="2" charset="-122"/>
                <a:sym typeface="Wingdings 2" panose="05020102010507070707" pitchFamily="18" charset="2"/>
              </a:rPr>
              <a:t></a:t>
            </a:r>
            <a:r>
              <a:rPr lang="zh-CN" altLang="en-US" dirty="0">
                <a:solidFill>
                  <a:schemeClr val="accent1"/>
                </a:solidFill>
                <a:latin typeface="Times New Roman" panose="02020603050405020304" pitchFamily="18" charset="0"/>
                <a:ea typeface="宋体" panose="02010600030101010101" pitchFamily="2" charset="-122"/>
              </a:rPr>
              <a:t>)</a:t>
            </a:r>
            <a:endParaRPr lang="en-US" altLang="zh-CN" dirty="0">
              <a:solidFill>
                <a:schemeClr val="accent1"/>
              </a:solidFill>
              <a:latin typeface="Times New Roman" panose="02020603050405020304" pitchFamily="18" charset="0"/>
              <a:ea typeface="宋体" panose="02010600030101010101" pitchFamily="2" charset="-122"/>
            </a:endParaRPr>
          </a:p>
          <a:p>
            <a:pPr eaLnBrk="0" hangingPunct="0">
              <a:buSzTx/>
            </a:pPr>
            <a:r>
              <a:rPr lang="en-US" altLang="zh-CN" dirty="0">
                <a:solidFill>
                  <a:schemeClr val="accent1"/>
                </a:solidFill>
                <a:latin typeface="Times New Roman" panose="02020603050405020304" pitchFamily="18" charset="0"/>
                <a:ea typeface="宋体" panose="02010600030101010101" pitchFamily="2" charset="-122"/>
              </a:rPr>
              <a:t>           a[1.6]=10;                 </a:t>
            </a:r>
            <a:r>
              <a:rPr lang="zh-CN" altLang="en-US" dirty="0">
                <a:solidFill>
                  <a:schemeClr val="accent1"/>
                </a:solidFill>
                <a:latin typeface="Times New Roman" panose="02020603050405020304" pitchFamily="18" charset="0"/>
                <a:ea typeface="宋体" panose="02010600030101010101" pitchFamily="2" charset="-122"/>
              </a:rPr>
              <a:t>(</a:t>
            </a:r>
            <a:r>
              <a:rPr lang="zh-CN" altLang="en-US"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lang="zh-CN" altLang="en-US" dirty="0">
                <a:solidFill>
                  <a:schemeClr val="accent1"/>
                </a:solidFill>
                <a:latin typeface="Times New Roman" panose="02020603050405020304" pitchFamily="18" charset="0"/>
                <a:ea typeface="宋体" panose="02010600030101010101" pitchFamily="2" charset="-122"/>
              </a:rPr>
              <a:t>)</a:t>
            </a:r>
            <a:endParaRPr lang="en-US" altLang="zh-CN" dirty="0">
              <a:solidFill>
                <a:schemeClr val="accent1"/>
              </a:solidFill>
              <a:latin typeface="Times New Roman" panose="02020603050405020304" pitchFamily="18" charset="0"/>
              <a:ea typeface="宋体" panose="02010600030101010101"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80898"/>
                                        </p:tgtEl>
                                        <p:attrNameLst>
                                          <p:attrName>style.visibility</p:attrName>
                                        </p:attrNameLst>
                                      </p:cBhvr>
                                      <p:to>
                                        <p:strVal val="visible"/>
                                      </p:to>
                                    </p:set>
                                    <p:animEffect transition="in" filter="box(out)">
                                      <p:cBhvr>
                                        <p:cTn id="7" dur="500"/>
                                        <p:tgtEl>
                                          <p:spTgt spid="80898"/>
                                        </p:tgtEl>
                                      </p:cBhvr>
                                    </p:animEffect>
                                  </p:childTnLst>
                                  <p:subTnLst>
                                    <p:set>
                                      <p:cBhvr override="childStyle">
                                        <p:cTn dur="1" fill="hold" display="0" masterRel="nextClick" afterEffect="1"/>
                                        <p:tgtEl>
                                          <p:spTgt spid="80898"/>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80896"/>
                                        </p:tgtEl>
                                        <p:attrNameLst>
                                          <p:attrName>style.visibility</p:attrName>
                                        </p:attrNameLst>
                                      </p:cBhvr>
                                      <p:to>
                                        <p:strVal val="visible"/>
                                      </p:to>
                                    </p:set>
                                    <p:animEffect transition="in" filter="box(out)">
                                      <p:cBhvr>
                                        <p:cTn id="12" dur="500"/>
                                        <p:tgtEl>
                                          <p:spTgt spid="80896"/>
                                        </p:tgtEl>
                                      </p:cBhvr>
                                    </p:animEffect>
                                  </p:childTnLst>
                                  <p:subTnLst>
                                    <p:set>
                                      <p:cBhvr override="childStyle">
                                        <p:cTn dur="1" fill="hold" display="0" masterRel="nextClick" afterEffect="1"/>
                                        <p:tgtEl>
                                          <p:spTgt spid="80896"/>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80899">
                                            <p:txEl>
                                              <p:charRg st="1" end="13"/>
                                            </p:txEl>
                                          </p:spTgt>
                                        </p:tgtEl>
                                        <p:attrNameLst>
                                          <p:attrName>style.visibility</p:attrName>
                                        </p:attrNameLst>
                                      </p:cBhvr>
                                      <p:to>
                                        <p:strVal val="visible"/>
                                      </p:to>
                                    </p:set>
                                    <p:animEffect transition="in" filter="box(out)">
                                      <p:cBhvr>
                                        <p:cTn id="17" dur="500"/>
                                        <p:tgtEl>
                                          <p:spTgt spid="80899">
                                            <p:txEl>
                                              <p:charRg st="1" end="13"/>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80899">
                                            <p:txEl>
                                              <p:charRg st="13" end="35"/>
                                            </p:txEl>
                                          </p:spTgt>
                                        </p:tgtEl>
                                        <p:attrNameLst>
                                          <p:attrName>style.visibility</p:attrName>
                                        </p:attrNameLst>
                                      </p:cBhvr>
                                      <p:to>
                                        <p:strVal val="visible"/>
                                      </p:to>
                                    </p:set>
                                    <p:animEffect transition="in" filter="box(out)">
                                      <p:cBhvr>
                                        <p:cTn id="22" dur="500"/>
                                        <p:tgtEl>
                                          <p:spTgt spid="80899">
                                            <p:txEl>
                                              <p:charRg st="13" end="35"/>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80899">
                                            <p:txEl>
                                              <p:charRg st="35" end="54"/>
                                            </p:txEl>
                                          </p:spTgt>
                                        </p:tgtEl>
                                        <p:attrNameLst>
                                          <p:attrName>style.visibility</p:attrName>
                                        </p:attrNameLst>
                                      </p:cBhvr>
                                      <p:to>
                                        <p:strVal val="visible"/>
                                      </p:to>
                                    </p:set>
                                    <p:animEffect transition="in" filter="box(out)">
                                      <p:cBhvr>
                                        <p:cTn id="27" dur="500"/>
                                        <p:tgtEl>
                                          <p:spTgt spid="80899">
                                            <p:txEl>
                                              <p:charRg st="35" end="54"/>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80899">
                                            <p:txEl>
                                              <p:charRg st="54" end="71"/>
                                            </p:txEl>
                                          </p:spTgt>
                                        </p:tgtEl>
                                        <p:attrNameLst>
                                          <p:attrName>style.visibility</p:attrName>
                                        </p:attrNameLst>
                                      </p:cBhvr>
                                      <p:to>
                                        <p:strVal val="visible"/>
                                      </p:to>
                                    </p:set>
                                    <p:animEffect transition="in" filter="box(out)">
                                      <p:cBhvr>
                                        <p:cTn id="32" dur="500"/>
                                        <p:tgtEl>
                                          <p:spTgt spid="80899">
                                            <p:txEl>
                                              <p:charRg st="54" end="71"/>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80897"/>
                                        </p:tgtEl>
                                        <p:attrNameLst>
                                          <p:attrName>style.visibility</p:attrName>
                                        </p:attrNameLst>
                                      </p:cBhvr>
                                      <p:to>
                                        <p:strVal val="visible"/>
                                      </p:to>
                                    </p:set>
                                    <p:animEffect transition="in" filter="box(out)">
                                      <p:cBhvr>
                                        <p:cTn id="37" dur="500"/>
                                        <p:tgtEl>
                                          <p:spTgt spid="80897"/>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box(out)">
                                      <p:cBhvr>
                                        <p:cTn id="42" dur="500"/>
                                        <p:tgtEl>
                                          <p:spTgt spid="2"/>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899" grpId="0" bldLvl="4" uiExpand="1" build="p"/>
      <p:bldP spid="80898" grpId="0" bldLvl="0" animBg="1"/>
      <p:bldP spid="80897" grpId="0" bldLvl="0" animBg="1"/>
      <p:bldP spid="80896" grpId="0" bldLvl="0" animBg="1"/>
      <p:bldP spid="2"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0801" name="矩形 80898"/>
          <p:cNvSpPr/>
          <p:nvPr/>
        </p:nvSpPr>
        <p:spPr>
          <a:xfrm>
            <a:off x="1979613" y="1298575"/>
            <a:ext cx="8459787" cy="2938463"/>
          </a:xfrm>
          <a:prstGeom prst="rect">
            <a:avLst/>
          </a:prstGeom>
          <a:noFill/>
          <a:ln w="9525">
            <a:noFill/>
          </a:ln>
        </p:spPr>
        <p:txBody>
          <a:bodyPr anchor="t" anchorCtr="0"/>
          <a:p>
            <a:pPr lvl="1" indent="0" eaLnBrk="0" hangingPunct="0">
              <a:buClr>
                <a:schemeClr val="hlink"/>
              </a:buClr>
              <a:buFont typeface="Wingdings" panose="05000000000000000000" pitchFamily="2" charset="2"/>
              <a:buChar char="«"/>
            </a:pPr>
            <a:endParaRPr lang="en-US" altLang="zh-CN" sz="2800" dirty="0">
              <a:latin typeface="Times New Roman" panose="02020603050405020304" pitchFamily="18" charset="0"/>
              <a:ea typeface="隶书" panose="02010509060101010101" pitchFamily="49" charset="-122"/>
            </a:endParaRPr>
          </a:p>
          <a:p>
            <a:pPr lvl="2" indent="0" eaLnBrk="0" hangingPunct="0">
              <a:lnSpc>
                <a:spcPct val="150000"/>
              </a:lnSpc>
              <a:buClr>
                <a:schemeClr val="accent2"/>
              </a:buClr>
              <a:buFont typeface="Wingdings" panose="05000000000000000000" pitchFamily="2" charset="2"/>
            </a:pPr>
            <a:endParaRPr lang="en-US" altLang="zh-CN" dirty="0">
              <a:latin typeface="微软雅黑 Light" panose="020B0502040204020203" charset="-122"/>
              <a:ea typeface="微软雅黑 Light" panose="020B0502040204020203" charset="-122"/>
            </a:endParaRPr>
          </a:p>
        </p:txBody>
      </p:sp>
      <p:sp>
        <p:nvSpPr>
          <p:cNvPr id="31749" name="标题 80901"/>
          <p:cNvSpPr>
            <a:spLocks noGrp="1"/>
          </p:cNvSpPr>
          <p:nvPr>
            <p:ph type="title" idx="4294967295"/>
          </p:nvPr>
        </p:nvSpPr>
        <p:spPr>
          <a:xfrm>
            <a:off x="1746250" y="682625"/>
            <a:ext cx="8001000" cy="776288"/>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一维数组引用示例：</a:t>
            </a:r>
            <a:endParaRPr lang="zh-CN" altLang="en-US" sz="2400" dirty="0">
              <a:latin typeface="微软雅黑 Light" panose="020B0502040204020203" charset="-122"/>
              <a:ea typeface="微软雅黑 Light" panose="020B0502040204020203" charset="-122"/>
            </a:endParaRPr>
          </a:p>
        </p:txBody>
      </p:sp>
      <p:sp>
        <p:nvSpPr>
          <p:cNvPr id="460803"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
        <p:nvSpPr>
          <p:cNvPr id="2" name="文本框 1"/>
          <p:cNvSpPr txBox="1"/>
          <p:nvPr/>
        </p:nvSpPr>
        <p:spPr>
          <a:xfrm>
            <a:off x="2365375" y="1901825"/>
            <a:ext cx="4508500" cy="2586038"/>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eaLnBrk="0" hangingPunct="0">
              <a:buSzTx/>
            </a:pPr>
            <a:r>
              <a:rPr lang="en-US" altLang="zh-CN" dirty="0">
                <a:solidFill>
                  <a:schemeClr val="accent1"/>
                </a:solidFill>
                <a:latin typeface="Times New Roman" panose="02020603050405020304" pitchFamily="18" charset="0"/>
                <a:ea typeface="宋体" panose="02010600030101010101" pitchFamily="2" charset="-122"/>
              </a:rPr>
              <a:t># include&lt;stdio.h&gt;</a:t>
            </a:r>
            <a:endParaRPr lang="en-US" altLang="zh-CN" dirty="0">
              <a:solidFill>
                <a:schemeClr val="accent1"/>
              </a:solidFill>
              <a:latin typeface="Times New Roman" panose="02020603050405020304" pitchFamily="18" charset="0"/>
              <a:ea typeface="宋体" panose="02010600030101010101" pitchFamily="2" charset="-122"/>
            </a:endParaRPr>
          </a:p>
          <a:p>
            <a:pPr eaLnBrk="0" hangingPunct="0">
              <a:buSzTx/>
            </a:pPr>
            <a:r>
              <a:rPr lang="en-US" altLang="zh-CN" dirty="0">
                <a:solidFill>
                  <a:schemeClr val="accent1"/>
                </a:solidFill>
                <a:latin typeface="Times New Roman" panose="02020603050405020304" pitchFamily="18" charset="0"/>
                <a:ea typeface="宋体" panose="02010600030101010101" pitchFamily="2" charset="-122"/>
              </a:rPr>
              <a:t> int main( )</a:t>
            </a:r>
            <a:endParaRPr lang="en-US" altLang="zh-CN" dirty="0">
              <a:solidFill>
                <a:schemeClr val="accent1"/>
              </a:solidFill>
              <a:latin typeface="Times New Roman" panose="02020603050405020304" pitchFamily="18" charset="0"/>
              <a:ea typeface="宋体" panose="02010600030101010101" pitchFamily="2" charset="-122"/>
            </a:endParaRPr>
          </a:p>
          <a:p>
            <a:pPr eaLnBrk="0" hangingPunct="0">
              <a:buSzTx/>
            </a:pPr>
            <a:r>
              <a:rPr lang="en-US" altLang="zh-CN" dirty="0">
                <a:solidFill>
                  <a:schemeClr val="accent1"/>
                </a:solidFill>
                <a:latin typeface="Times New Roman" panose="02020603050405020304" pitchFamily="18" charset="0"/>
                <a:ea typeface="宋体" panose="02010600030101010101" pitchFamily="2" charset="-122"/>
              </a:rPr>
              <a:t> {  int i , a[6];</a:t>
            </a:r>
            <a:endParaRPr lang="en-US" altLang="zh-CN" dirty="0">
              <a:solidFill>
                <a:schemeClr val="accent1"/>
              </a:solidFill>
              <a:latin typeface="Times New Roman" panose="02020603050405020304" pitchFamily="18" charset="0"/>
              <a:ea typeface="宋体" panose="02010600030101010101" pitchFamily="2" charset="-122"/>
            </a:endParaRPr>
          </a:p>
          <a:p>
            <a:pPr eaLnBrk="0" hangingPunct="0">
              <a:buSzTx/>
            </a:pPr>
            <a:r>
              <a:rPr lang="en-US" altLang="zh-CN" dirty="0">
                <a:solidFill>
                  <a:schemeClr val="accent1"/>
                </a:solidFill>
                <a:latin typeface="Times New Roman" panose="02020603050405020304" pitchFamily="18" charset="0"/>
                <a:ea typeface="宋体" panose="02010600030101010101" pitchFamily="2" charset="-122"/>
              </a:rPr>
              <a:t>     for( i=0; i&lt;6; i++ </a:t>
            </a:r>
            <a:r>
              <a:rPr lang="zh-CN" altLang="en-US" dirty="0">
                <a:solidFill>
                  <a:schemeClr val="accent1"/>
                </a:solidFill>
                <a:latin typeface="Times New Roman" panose="02020603050405020304" pitchFamily="18" charset="0"/>
                <a:ea typeface="宋体" panose="02010600030101010101" pitchFamily="2" charset="-122"/>
              </a:rPr>
              <a:t>）</a:t>
            </a:r>
            <a:endParaRPr lang="zh-CN" altLang="en-US" dirty="0">
              <a:solidFill>
                <a:schemeClr val="accent1"/>
              </a:solidFill>
              <a:latin typeface="Times New Roman" panose="02020603050405020304" pitchFamily="18" charset="0"/>
              <a:ea typeface="宋体" panose="02010600030101010101" pitchFamily="2" charset="-122"/>
            </a:endParaRPr>
          </a:p>
          <a:p>
            <a:pPr eaLnBrk="0" hangingPunct="0">
              <a:buSzTx/>
            </a:pPr>
            <a:r>
              <a:rPr lang="zh-CN" altLang="en-US" dirty="0">
                <a:solidFill>
                  <a:schemeClr val="accent1"/>
                </a:solidFill>
                <a:latin typeface="Times New Roman" panose="02020603050405020304" pitchFamily="18" charset="0"/>
                <a:ea typeface="宋体" panose="02010600030101010101" pitchFamily="2" charset="-122"/>
              </a:rPr>
              <a:t>          </a:t>
            </a:r>
            <a:r>
              <a:rPr lang="en-US" altLang="zh-CN" dirty="0">
                <a:solidFill>
                  <a:schemeClr val="accent1"/>
                </a:solidFill>
                <a:latin typeface="Times New Roman" panose="02020603050405020304" pitchFamily="18" charset="0"/>
                <a:ea typeface="宋体" panose="02010600030101010101" pitchFamily="2" charset="-122"/>
              </a:rPr>
              <a:t>a[i]= i*2;</a:t>
            </a:r>
            <a:endParaRPr lang="en-US" altLang="zh-CN" dirty="0">
              <a:solidFill>
                <a:schemeClr val="accent1"/>
              </a:solidFill>
              <a:latin typeface="Times New Roman" panose="02020603050405020304" pitchFamily="18" charset="0"/>
              <a:ea typeface="宋体" panose="02010600030101010101" pitchFamily="2" charset="-122"/>
            </a:endParaRPr>
          </a:p>
          <a:p>
            <a:pPr eaLnBrk="0" hangingPunct="0">
              <a:buSzTx/>
            </a:pPr>
            <a:r>
              <a:rPr lang="en-US" altLang="zh-CN" dirty="0">
                <a:solidFill>
                  <a:schemeClr val="accent1"/>
                </a:solidFill>
                <a:latin typeface="Times New Roman" panose="02020603050405020304" pitchFamily="18" charset="0"/>
                <a:ea typeface="宋体" panose="02010600030101010101" pitchFamily="2" charset="-122"/>
              </a:rPr>
              <a:t>      for( i=5; i&gt;=0; i--)</a:t>
            </a:r>
            <a:endParaRPr lang="en-US" altLang="zh-CN" dirty="0">
              <a:solidFill>
                <a:schemeClr val="accent1"/>
              </a:solidFill>
              <a:latin typeface="Times New Roman" panose="02020603050405020304" pitchFamily="18" charset="0"/>
              <a:ea typeface="宋体" panose="02010600030101010101" pitchFamily="2" charset="-122"/>
            </a:endParaRPr>
          </a:p>
          <a:p>
            <a:pPr eaLnBrk="0" hangingPunct="0">
              <a:buSzTx/>
            </a:pPr>
            <a:r>
              <a:rPr lang="en-US" altLang="zh-CN" dirty="0">
                <a:solidFill>
                  <a:schemeClr val="accent1"/>
                </a:solidFill>
                <a:latin typeface="Times New Roman" panose="02020603050405020304" pitchFamily="18" charset="0"/>
                <a:ea typeface="宋体" panose="02010600030101010101" pitchFamily="2" charset="-122"/>
              </a:rPr>
              <a:t>          printf(“%3d”, a[i]);</a:t>
            </a:r>
            <a:endParaRPr lang="en-US" altLang="zh-CN" dirty="0">
              <a:solidFill>
                <a:schemeClr val="accent1"/>
              </a:solidFill>
              <a:latin typeface="Times New Roman" panose="02020603050405020304" pitchFamily="18" charset="0"/>
              <a:ea typeface="宋体" panose="02010600030101010101" pitchFamily="2" charset="-122"/>
            </a:endParaRPr>
          </a:p>
          <a:p>
            <a:pPr eaLnBrk="0" hangingPunct="0">
              <a:buSzTx/>
            </a:pPr>
            <a:r>
              <a:rPr lang="en-US" altLang="zh-CN" dirty="0">
                <a:solidFill>
                  <a:schemeClr val="accent1"/>
                </a:solidFill>
                <a:latin typeface="Times New Roman" panose="02020603050405020304" pitchFamily="18" charset="0"/>
                <a:ea typeface="宋体" panose="02010600030101010101" pitchFamily="2" charset="-122"/>
              </a:rPr>
              <a:t>      return 0;</a:t>
            </a:r>
            <a:endParaRPr lang="en-US" altLang="zh-CN" dirty="0">
              <a:solidFill>
                <a:schemeClr val="accent1"/>
              </a:solidFill>
              <a:latin typeface="Times New Roman" panose="02020603050405020304" pitchFamily="18" charset="0"/>
              <a:ea typeface="宋体" panose="02010600030101010101" pitchFamily="2" charset="-122"/>
            </a:endParaRPr>
          </a:p>
          <a:p>
            <a:pPr eaLnBrk="0" hangingPunct="0">
              <a:buSzTx/>
            </a:pPr>
            <a:r>
              <a:rPr lang="en-US" altLang="zh-CN" dirty="0">
                <a:solidFill>
                  <a:schemeClr val="accent1"/>
                </a:solidFill>
                <a:latin typeface="Times New Roman" panose="02020603050405020304" pitchFamily="18" charset="0"/>
                <a:ea typeface="宋体" panose="02010600030101010101" pitchFamily="2" charset="-122"/>
              </a:rPr>
              <a:t>  }</a:t>
            </a:r>
            <a:endParaRPr lang="en-US" altLang="zh-CN" dirty="0">
              <a:solidFill>
                <a:schemeClr val="accent1"/>
              </a:solidFill>
              <a:latin typeface="Times New Roman" panose="02020603050405020304" pitchFamily="18" charset="0"/>
              <a:ea typeface="宋体" panose="02010600030101010101" pitchFamily="2" charset="-122"/>
            </a:endParaRPr>
          </a:p>
        </p:txBody>
      </p:sp>
      <p:sp>
        <p:nvSpPr>
          <p:cNvPr id="9220" name="矩形标注 9219"/>
          <p:cNvSpPr/>
          <p:nvPr/>
        </p:nvSpPr>
        <p:spPr>
          <a:xfrm>
            <a:off x="4911725" y="1706563"/>
            <a:ext cx="3298825" cy="400050"/>
          </a:xfrm>
          <a:prstGeom prst="wedgeRectCallout">
            <a:avLst>
              <a:gd name="adj1" fmla="val -82079"/>
              <a:gd name="adj2" fmla="val 175634"/>
            </a:avLst>
          </a:prstGeom>
          <a:solidFill>
            <a:srgbClr val="FFFFFF"/>
          </a:solidFill>
          <a:ln w="25400" cap="flat" cmpd="sng">
            <a:solidFill>
              <a:srgbClr val="025AA2"/>
            </a:solidFill>
            <a:prstDash val="solid"/>
            <a:miter/>
            <a:headEnd type="none" w="med" len="med"/>
            <a:tailEnd type="none" w="med" len="med"/>
          </a:ln>
        </p:spPr>
        <p:txBody>
          <a:bodyPr wrap="square" lIns="90000" tIns="46800" rIns="90000" bIns="46800" anchor="ctr" anchorCtr="0">
            <a:spAutoFit/>
          </a:bodyPr>
          <a:p>
            <a:pPr algn="ctr"/>
            <a:r>
              <a:rPr lang="zh-CN" altLang="en-US" sz="2000" dirty="0">
                <a:solidFill>
                  <a:schemeClr val="accent1"/>
                </a:solidFill>
                <a:latin typeface="微软雅黑 Light" panose="020B0502040204020203" charset="-122"/>
                <a:ea typeface="微软雅黑 Light" panose="020B0502040204020203" charset="-122"/>
              </a:rPr>
              <a:t>定义循环变量</a:t>
            </a:r>
            <a:r>
              <a:rPr lang="en-US" altLang="zh-CN" sz="2000" dirty="0">
                <a:solidFill>
                  <a:schemeClr val="accent1"/>
                </a:solidFill>
                <a:latin typeface="微软雅黑 Light" panose="020B0502040204020203" charset="-122"/>
                <a:ea typeface="微软雅黑 Light" panose="020B0502040204020203" charset="-122"/>
              </a:rPr>
              <a:t>i</a:t>
            </a:r>
            <a:r>
              <a:rPr lang="zh-CN" altLang="en-US" sz="2000" dirty="0">
                <a:solidFill>
                  <a:schemeClr val="accent1"/>
                </a:solidFill>
                <a:latin typeface="微软雅黑 Light" panose="020B0502040204020203" charset="-122"/>
                <a:ea typeface="微软雅黑 Light" panose="020B0502040204020203" charset="-122"/>
              </a:rPr>
              <a:t>和数组</a:t>
            </a:r>
            <a:r>
              <a:rPr lang="en-US" altLang="zh-CN" sz="2000" dirty="0">
                <a:solidFill>
                  <a:schemeClr val="accent1"/>
                </a:solidFill>
                <a:latin typeface="微软雅黑 Light" panose="020B0502040204020203" charset="-122"/>
                <a:ea typeface="微软雅黑 Light" panose="020B0502040204020203" charset="-122"/>
              </a:rPr>
              <a:t>a</a:t>
            </a:r>
            <a:endParaRPr lang="en-US" altLang="zh-CN" sz="2000" dirty="0">
              <a:solidFill>
                <a:schemeClr val="accent1"/>
              </a:solidFill>
              <a:latin typeface="微软雅黑 Light" panose="020B0502040204020203" charset="-122"/>
              <a:ea typeface="微软雅黑 Light" panose="020B0502040204020203" charset="-122"/>
            </a:endParaRPr>
          </a:p>
        </p:txBody>
      </p:sp>
      <p:sp>
        <p:nvSpPr>
          <p:cNvPr id="3" name="矩形标注 2"/>
          <p:cNvSpPr/>
          <p:nvPr/>
        </p:nvSpPr>
        <p:spPr>
          <a:xfrm>
            <a:off x="5703888" y="2270125"/>
            <a:ext cx="3297237" cy="400050"/>
          </a:xfrm>
          <a:prstGeom prst="wedgeRectCallout">
            <a:avLst>
              <a:gd name="adj1" fmla="val -77287"/>
              <a:gd name="adj2" fmla="val 108810"/>
            </a:avLst>
          </a:prstGeom>
          <a:solidFill>
            <a:srgbClr val="FFFFFF"/>
          </a:solidFill>
          <a:ln w="25400" cap="flat" cmpd="sng">
            <a:solidFill>
              <a:srgbClr val="025AA2"/>
            </a:solidFill>
            <a:prstDash val="solid"/>
            <a:miter/>
            <a:headEnd type="none" w="med" len="med"/>
            <a:tailEnd type="none" w="med" len="med"/>
          </a:ln>
        </p:spPr>
        <p:txBody>
          <a:bodyPr wrap="square" lIns="90000" tIns="46800" rIns="90000" bIns="46800" anchor="ctr" anchorCtr="0">
            <a:spAutoFit/>
          </a:bodyPr>
          <a:p>
            <a:pPr algn="ctr"/>
            <a:r>
              <a:rPr lang="zh-CN" altLang="en-US" sz="2000" dirty="0">
                <a:solidFill>
                  <a:schemeClr val="accent1"/>
                </a:solidFill>
                <a:latin typeface="微软雅黑 Light" panose="020B0502040204020203" charset="-122"/>
                <a:ea typeface="微软雅黑 Light" panose="020B0502040204020203" charset="-122"/>
              </a:rPr>
              <a:t>为每个数组元素赋值</a:t>
            </a:r>
            <a:endParaRPr lang="zh-CN" altLang="en-US" sz="2000" dirty="0">
              <a:solidFill>
                <a:schemeClr val="accent1"/>
              </a:solidFill>
              <a:latin typeface="微软雅黑 Light" panose="020B0502040204020203" charset="-122"/>
              <a:ea typeface="微软雅黑 Light" panose="020B0502040204020203" charset="-122"/>
            </a:endParaRPr>
          </a:p>
        </p:txBody>
      </p:sp>
      <p:sp>
        <p:nvSpPr>
          <p:cNvPr id="4" name="矩形标注 3"/>
          <p:cNvSpPr/>
          <p:nvPr/>
        </p:nvSpPr>
        <p:spPr>
          <a:xfrm>
            <a:off x="5822950" y="2995613"/>
            <a:ext cx="3524250" cy="400050"/>
          </a:xfrm>
          <a:prstGeom prst="wedgeRectCallout">
            <a:avLst>
              <a:gd name="adj1" fmla="val -69134"/>
              <a:gd name="adj2" fmla="val 121190"/>
            </a:avLst>
          </a:prstGeom>
          <a:solidFill>
            <a:srgbClr val="FFFFFF"/>
          </a:solidFill>
          <a:ln w="25400" cap="flat" cmpd="sng">
            <a:solidFill>
              <a:srgbClr val="025AA2"/>
            </a:solidFill>
            <a:prstDash val="solid"/>
            <a:miter/>
            <a:headEnd type="none" w="med" len="med"/>
            <a:tailEnd type="none" w="med" len="med"/>
          </a:ln>
        </p:spPr>
        <p:txBody>
          <a:bodyPr wrap="square" lIns="90000" tIns="46800" rIns="90000" bIns="46800" anchor="ctr" anchorCtr="0">
            <a:spAutoFit/>
          </a:bodyPr>
          <a:p>
            <a:pPr algn="ctr"/>
            <a:r>
              <a:rPr lang="zh-CN" altLang="en-US" sz="2000" dirty="0">
                <a:solidFill>
                  <a:schemeClr val="accent1"/>
                </a:solidFill>
                <a:latin typeface="微软雅黑 Light" panose="020B0502040204020203" charset="-122"/>
                <a:ea typeface="微软雅黑 Light" panose="020B0502040204020203" charset="-122"/>
              </a:rPr>
              <a:t>倒序输出</a:t>
            </a:r>
            <a:r>
              <a:rPr lang="en-US" altLang="zh-CN" sz="2000" dirty="0">
                <a:solidFill>
                  <a:schemeClr val="accent1"/>
                </a:solidFill>
                <a:latin typeface="微软雅黑 Light" panose="020B0502040204020203" charset="-122"/>
                <a:ea typeface="微软雅黑 Light" panose="020B0502040204020203" charset="-122"/>
              </a:rPr>
              <a:t>a</a:t>
            </a:r>
            <a:r>
              <a:rPr lang="zh-CN" altLang="en-US" sz="2000" dirty="0">
                <a:solidFill>
                  <a:schemeClr val="accent1"/>
                </a:solidFill>
                <a:latin typeface="微软雅黑 Light" panose="020B0502040204020203" charset="-122"/>
                <a:ea typeface="微软雅黑 Light" panose="020B0502040204020203" charset="-122"/>
              </a:rPr>
              <a:t>数组的每一个元素</a:t>
            </a:r>
            <a:endParaRPr lang="zh-CN" altLang="en-US" sz="2000" dirty="0">
              <a:solidFill>
                <a:schemeClr val="accent1"/>
              </a:solidFill>
              <a:latin typeface="微软雅黑 Light" panose="020B0502040204020203" charset="-122"/>
              <a:ea typeface="微软雅黑 Light" panose="020B0502040204020203" charset="-122"/>
            </a:endParaRPr>
          </a:p>
        </p:txBody>
      </p:sp>
      <p:sp>
        <p:nvSpPr>
          <p:cNvPr id="6" name="文本框 5"/>
          <p:cNvSpPr txBox="1"/>
          <p:nvPr/>
        </p:nvSpPr>
        <p:spPr>
          <a:xfrm>
            <a:off x="7323138" y="4695825"/>
            <a:ext cx="3636962" cy="398463"/>
          </a:xfrm>
          <a:prstGeom prst="rect">
            <a:avLst/>
          </a:prstGeom>
          <a:solidFill>
            <a:srgbClr val="33CCCC"/>
          </a:solidFill>
          <a:ln w="9525">
            <a:noFill/>
          </a:ln>
        </p:spPr>
        <p:txBody>
          <a:bodyPr wrap="none" anchor="t" anchorCtr="0">
            <a:spAutoFit/>
          </a:bodyPr>
          <a:p>
            <a:r>
              <a:rPr lang="zh-CN" altLang="en-US" sz="2000" dirty="0">
                <a:latin typeface="微软雅黑 Light" panose="020B0502040204020203" charset="-122"/>
                <a:ea typeface="微软雅黑 Light" panose="020B0502040204020203" charset="-122"/>
              </a:rPr>
              <a:t>输出结果：</a:t>
            </a:r>
            <a:r>
              <a:rPr lang="en-US" altLang="zh-CN" sz="2000">
                <a:latin typeface="Arial" panose="020B0604020202020204" pitchFamily="34" charset="0"/>
                <a:ea typeface="宋体" panose="02010600030101010101" pitchFamily="2" charset="-122"/>
              </a:rPr>
              <a:t>  10   8   6   4   2   0</a:t>
            </a:r>
            <a:endParaRPr lang="en-US" altLang="zh-CN" sz="2000">
              <a:latin typeface="Arial" panose="020B0604020202020204" pitchFamily="34" charset="0"/>
              <a:ea typeface="宋体" panose="02010600030101010101"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1749"/>
                                        </p:tgtEl>
                                        <p:attrNameLst>
                                          <p:attrName>style.visibility</p:attrName>
                                        </p:attrNameLst>
                                      </p:cBhvr>
                                      <p:to>
                                        <p:strVal val="visible"/>
                                      </p:to>
                                    </p:set>
                                    <p:animEffect transition="in" filter="randombar(horizontal)">
                                      <p:cBhvr>
                                        <p:cTn id="7" dur="500"/>
                                        <p:tgtEl>
                                          <p:spTgt spid="31749"/>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ox(out)">
                                      <p:cBhvr>
                                        <p:cTn id="12" dur="500"/>
                                        <p:tgtEl>
                                          <p:spTgt spid="2"/>
                                        </p:tgtEl>
                                      </p:cBhvr>
                                    </p:animEffect>
                                  </p:childTnLst>
                                  <p:subTnLst>
                                    <p:audio>
                                      <p:cMediaNode>
                                        <p:cTn display="0"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9220"/>
                                        </p:tgtEl>
                                        <p:attrNameLst>
                                          <p:attrName>style.visibility</p:attrName>
                                        </p:attrNameLst>
                                      </p:cBhvr>
                                      <p:to>
                                        <p:strVal val="visible"/>
                                      </p:to>
                                    </p:set>
                                    <p:animEffect transition="in" filter="box(out)">
                                      <p:cBhvr>
                                        <p:cTn id="17" dur="500"/>
                                        <p:tgtEl>
                                          <p:spTgt spid="9220"/>
                                        </p:tgtEl>
                                      </p:cBhvr>
                                    </p:animEffect>
                                  </p:childTnLst>
                                  <p:subTnLst>
                                    <p:set>
                                      <p:cBhvr override="childStyle">
                                        <p:cTn dur="1" fill="hold" display="0" masterRel="nextClick" afterEffect="1"/>
                                        <p:tgtEl>
                                          <p:spTgt spid="9220"/>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1"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out)">
                                      <p:cBhvr>
                                        <p:cTn id="22" dur="500"/>
                                        <p:tgtEl>
                                          <p:spTgt spid="3"/>
                                        </p:tgtEl>
                                      </p:cBhvr>
                                    </p:animEffect>
                                  </p:childTnLst>
                                  <p:subTnLst>
                                    <p:set>
                                      <p:cBhvr override="childStyle">
                                        <p:cTn dur="1" fill="hold" display="0" masterRel="nextClick" afterEffect="1"/>
                                        <p:tgtEl>
                                          <p:spTgt spid="3"/>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1"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ox(out)">
                                      <p:cBhvr>
                                        <p:cTn id="27" dur="500"/>
                                        <p:tgtEl>
                                          <p:spTgt spid="4"/>
                                        </p:tgtEl>
                                      </p:cBhvr>
                                    </p:animEffect>
                                  </p:childTnLst>
                                  <p:subTnLst>
                                    <p:set>
                                      <p:cBhvr override="childStyle">
                                        <p:cTn dur="1" fill="hold" display="0" masterRel="nextClick" afterEffect="1"/>
                                        <p:tgtEl>
                                          <p:spTgt spid="4"/>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1" name="CAMERA.WAV"/>
                                        </p:tgtEl>
                                      </p:cMediaNode>
                                    </p:audio>
                                  </p:subTnLst>
                                </p:cTn>
                              </p:par>
                            </p:childTnLst>
                          </p:cTn>
                        </p:par>
                      </p:childTnLst>
                    </p:cTn>
                  </p:par>
                  <p:par>
                    <p:cTn id="28" fill="hold">
                      <p:stCondLst>
                        <p:cond delay="indefinite"/>
                      </p:stCondLst>
                      <p:childTnLst>
                        <p:par>
                          <p:cTn id="29" fill="hold">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6"/>
                                        </p:tgtEl>
                                        <p:attrNameLst>
                                          <p:attrName>style.visibility</p:attrName>
                                        </p:attrNameLst>
                                      </p:cBhvr>
                                      <p:to>
                                        <p:strVal val="visible"/>
                                      </p:to>
                                    </p:set>
                                    <p:animEffect transition="in" filter="checkerboard(across)">
                                      <p:cBhvr>
                                        <p:cTn id="3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P spid="31749" grpId="0"/>
      <p:bldP spid="31749" grpId="1"/>
      <p:bldP spid="9220" grpId="0" bldLvl="0" animBg="1"/>
      <p:bldP spid="3" grpId="0" bldLvl="0" animBg="1"/>
      <p:bldP spid="4" grpId="0" bldLvl="0" animBg="1"/>
      <p:bldP spid="6" grpId="0" bldLvl="0" animBg="1"/>
      <p:bldP spid="6" grpId="1"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2" name="矩形 51201"/>
          <p:cNvSpPr/>
          <p:nvPr/>
        </p:nvSpPr>
        <p:spPr>
          <a:xfrm>
            <a:off x="1847850" y="833438"/>
            <a:ext cx="8229600" cy="865187"/>
          </a:xfrm>
          <a:prstGeom prst="rect">
            <a:avLst/>
          </a:prstGeom>
          <a:noFill/>
          <a:ln w="9525">
            <a:noFill/>
          </a:ln>
        </p:spPr>
        <p:txBody>
          <a:bodyPr anchor="t" anchorCtr="0"/>
          <a:p>
            <a:pPr lvl="1" indent="0" eaLnBrk="0" hangingPunct="0">
              <a:buClr>
                <a:schemeClr val="hlink"/>
              </a:buClr>
              <a:buFont typeface="Wingdings" panose="05000000000000000000" pitchFamily="2" charset="2"/>
              <a:buChar char="«"/>
            </a:pPr>
            <a:endParaRPr lang="en-US" altLang="zh-CN" sz="2800" dirty="0">
              <a:latin typeface="Times New Roman" panose="02020603050405020304" pitchFamily="18" charset="0"/>
              <a:ea typeface="隶书" panose="02010509060101010101" pitchFamily="49" charset="-122"/>
            </a:endParaRPr>
          </a:p>
          <a:p>
            <a:pPr lvl="2" indent="0" eaLnBrk="0" hangingPunct="0">
              <a:buClr>
                <a:schemeClr val="accent2"/>
              </a:buClr>
              <a:buFont typeface="Wingdings" panose="05000000000000000000" pitchFamily="2" charset="2"/>
              <a:buChar char="v"/>
            </a:pPr>
            <a:r>
              <a:rPr lang="zh-CN" altLang="en-US" dirty="0">
                <a:latin typeface="微软雅黑 Light" panose="020B0502040204020203" charset="-122"/>
                <a:ea typeface="微软雅黑 Light" panose="020B0502040204020203" charset="-122"/>
              </a:rPr>
              <a:t>初始化方式</a:t>
            </a:r>
            <a:r>
              <a:rPr lang="zh-CN" altLang="en-US" dirty="0">
                <a:latin typeface="Times New Roman" panose="02020603050405020304" pitchFamily="18" charset="0"/>
                <a:ea typeface="隶书" panose="02010509060101010101" pitchFamily="49" charset="-122"/>
              </a:rPr>
              <a:t>               　</a:t>
            </a:r>
            <a:endParaRPr lang="zh-CN" altLang="en-US" dirty="0">
              <a:latin typeface="Times New Roman" panose="02020603050405020304" pitchFamily="18" charset="0"/>
              <a:ea typeface="宋体" panose="02010600030101010101" pitchFamily="2" charset="-122"/>
            </a:endParaRPr>
          </a:p>
        </p:txBody>
      </p:sp>
      <p:sp>
        <p:nvSpPr>
          <p:cNvPr id="51205" name="文本框 51204"/>
          <p:cNvSpPr/>
          <p:nvPr/>
        </p:nvSpPr>
        <p:spPr>
          <a:xfrm>
            <a:off x="3946525" y="1917700"/>
            <a:ext cx="4522788" cy="646113"/>
          </a:xfrm>
          <a:prstGeom prst="wedgeRectCallout">
            <a:avLst>
              <a:gd name="adj1" fmla="val -36394"/>
              <a:gd name="adj2" fmla="val -107194"/>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2" indent="0" algn="l">
              <a:buSzTx/>
            </a:pPr>
            <a:r>
              <a:rPr lang="zh-CN" altLang="zh-CN" sz="1800">
                <a:latin typeface="Calibri" panose="020F0502020204030204" pitchFamily="34" charset="0"/>
                <a:ea typeface="宋体" panose="02010600030101010101" pitchFamily="2" charset="-122"/>
              </a:rPr>
              <a:t>在定义数组时，为数组元素赋初值</a:t>
            </a:r>
            <a:endParaRPr lang="zh-CN" altLang="zh-CN" sz="1800">
              <a:latin typeface="Calibri" panose="020F0502020204030204" pitchFamily="34" charset="0"/>
              <a:ea typeface="宋体" panose="02010600030101010101" pitchFamily="2" charset="-122"/>
            </a:endParaRPr>
          </a:p>
          <a:p>
            <a:pPr lvl="2" indent="0" algn="l">
              <a:buSzTx/>
            </a:pPr>
            <a:r>
              <a:rPr lang="zh-CN" altLang="zh-CN" sz="1800">
                <a:latin typeface="Calibri" panose="020F0502020204030204" pitchFamily="34" charset="0"/>
                <a:ea typeface="宋体" panose="02010600030101010101" pitchFamily="2" charset="-122"/>
              </a:rPr>
              <a:t>(在编译阶段使之得到初值）</a:t>
            </a:r>
            <a:endParaRPr lang="zh-CN" altLang="zh-CN" sz="1800">
              <a:latin typeface="Calibri" panose="020F0502020204030204" pitchFamily="34" charset="0"/>
              <a:ea typeface="宋体" panose="02010600030101010101" pitchFamily="2" charset="-122"/>
            </a:endParaRPr>
          </a:p>
        </p:txBody>
      </p:sp>
      <p:sp>
        <p:nvSpPr>
          <p:cNvPr id="51206" name="文本框 51205"/>
          <p:cNvSpPr txBox="1"/>
          <p:nvPr/>
        </p:nvSpPr>
        <p:spPr>
          <a:xfrm>
            <a:off x="2728913" y="1609725"/>
            <a:ext cx="8208962" cy="954088"/>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2" indent="0" algn="l"/>
            <a:r>
              <a:rPr lang="zh-CN" altLang="zh-CN" sz="1800">
                <a:latin typeface="Calibri" panose="020F0502020204030204" pitchFamily="34" charset="0"/>
                <a:ea typeface="宋体" panose="02010600030101010101" pitchFamily="2" charset="-122"/>
              </a:rPr>
              <a:t> int a[5]={1,2,3,4,5};</a:t>
            </a:r>
            <a:endParaRPr lang="zh-CN" altLang="zh-CN" sz="1800">
              <a:latin typeface="Calibri" panose="020F0502020204030204" pitchFamily="34" charset="0"/>
              <a:ea typeface="宋体" panose="02010600030101010101" pitchFamily="2" charset="-122"/>
            </a:endParaRPr>
          </a:p>
          <a:p>
            <a:pPr lvl="2" indent="0" algn="l"/>
            <a:r>
              <a:rPr lang="zh-CN" altLang="zh-CN" sz="1800">
                <a:latin typeface="Calibri" panose="020F0502020204030204" pitchFamily="34" charset="0"/>
                <a:ea typeface="宋体" panose="02010600030101010101" pitchFamily="2" charset="-122"/>
              </a:rPr>
              <a:t>等价于：a[0]=1;  a[1]=2; a[2]=3; a[3]=4; a[4]=5;</a:t>
            </a:r>
            <a:endParaRPr lang="zh-CN" altLang="zh-CN" sz="1800">
              <a:latin typeface="Calibri" panose="020F0502020204030204" pitchFamily="34" charset="0"/>
              <a:ea typeface="宋体" panose="02010600030101010101" pitchFamily="2" charset="-122"/>
            </a:endParaRPr>
          </a:p>
        </p:txBody>
      </p:sp>
      <p:sp>
        <p:nvSpPr>
          <p:cNvPr id="51207" name="矩形 51206"/>
          <p:cNvSpPr/>
          <p:nvPr/>
        </p:nvSpPr>
        <p:spPr>
          <a:xfrm>
            <a:off x="1833563" y="2441575"/>
            <a:ext cx="8229600" cy="1265238"/>
          </a:xfrm>
          <a:prstGeom prst="rect">
            <a:avLst/>
          </a:prstGeom>
          <a:noFill/>
          <a:ln w="9525">
            <a:noFill/>
          </a:ln>
        </p:spPr>
        <p:txBody>
          <a:bodyPr anchor="t" anchorCtr="0"/>
          <a:p>
            <a:pPr lvl="2" indent="0" eaLnBrk="0" hangingPunct="0">
              <a:lnSpc>
                <a:spcPct val="150000"/>
              </a:lnSpc>
              <a:buClr>
                <a:schemeClr val="accent2"/>
              </a:buClr>
              <a:buFont typeface="Wingdings" panose="05000000000000000000" pitchFamily="2" charset="2"/>
              <a:buChar char="v"/>
            </a:pPr>
            <a:r>
              <a:rPr lang="zh-CN" altLang="en-US" dirty="0">
                <a:latin typeface="微软雅黑 Light" panose="020B0502040204020203" charset="-122"/>
                <a:ea typeface="微软雅黑 Light" panose="020B0502040204020203" charset="-122"/>
              </a:rPr>
              <a:t>说明：</a:t>
            </a:r>
            <a:endParaRPr lang="zh-CN" altLang="en-US" dirty="0">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buChar char="l"/>
            </a:pPr>
            <a:r>
              <a:rPr lang="zh-CN" altLang="en-US" dirty="0">
                <a:latin typeface="微软雅黑 Light" panose="020B0502040204020203" charset="-122"/>
                <a:ea typeface="微软雅黑 Light" panose="020B0502040204020203" charset="-122"/>
              </a:rPr>
              <a:t>数组不初始化，其元素值为随机数</a:t>
            </a:r>
            <a:endParaRPr lang="zh-CN" altLang="en-US" dirty="0">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buChar char="l"/>
            </a:pPr>
            <a:r>
              <a:rPr lang="zh-CN" altLang="en-US" dirty="0">
                <a:latin typeface="微软雅黑 Light" panose="020B0502040204020203" charset="-122"/>
                <a:ea typeface="微软雅黑 Light" panose="020B0502040204020203" charset="-122"/>
              </a:rPr>
              <a:t>对</a:t>
            </a:r>
            <a:r>
              <a:rPr lang="en-US" altLang="zh-CN" dirty="0">
                <a:latin typeface="微软雅黑 Light" panose="020B0502040204020203" charset="-122"/>
                <a:ea typeface="微软雅黑 Light" panose="020B0502040204020203" charset="-122"/>
              </a:rPr>
              <a:t>static</a:t>
            </a:r>
            <a:r>
              <a:rPr lang="zh-CN" altLang="en-US" dirty="0">
                <a:latin typeface="微软雅黑 Light" panose="020B0502040204020203" charset="-122"/>
                <a:ea typeface="微软雅黑 Light" panose="020B0502040204020203" charset="-122"/>
              </a:rPr>
              <a:t>数组元素不赋初值，系统会自动赋以</a:t>
            </a:r>
            <a:r>
              <a:rPr lang="en-US" altLang="zh-CN" dirty="0">
                <a:latin typeface="微软雅黑 Light" panose="020B0502040204020203" charset="-122"/>
                <a:ea typeface="微软雅黑 Light" panose="020B0502040204020203" charset="-122"/>
              </a:rPr>
              <a:t>0</a:t>
            </a:r>
            <a:r>
              <a:rPr lang="zh-CN" altLang="en-US" dirty="0">
                <a:latin typeface="微软雅黑 Light" panose="020B0502040204020203" charset="-122"/>
                <a:ea typeface="微软雅黑 Light" panose="020B0502040204020203" charset="-122"/>
              </a:rPr>
              <a:t>值</a:t>
            </a:r>
            <a:endParaRPr lang="zh-CN" altLang="en-US" dirty="0">
              <a:latin typeface="微软雅黑 Light" panose="020B0502040204020203" charset="-122"/>
              <a:ea typeface="微软雅黑 Light" panose="020B0502040204020203" charset="-122"/>
            </a:endParaRPr>
          </a:p>
        </p:txBody>
      </p:sp>
      <p:sp>
        <p:nvSpPr>
          <p:cNvPr id="51208" name="矩形 51207"/>
          <p:cNvSpPr/>
          <p:nvPr/>
        </p:nvSpPr>
        <p:spPr>
          <a:xfrm>
            <a:off x="1849438" y="4164013"/>
            <a:ext cx="8229600" cy="750887"/>
          </a:xfrm>
          <a:prstGeom prst="rect">
            <a:avLst/>
          </a:prstGeom>
          <a:noFill/>
          <a:ln w="9525">
            <a:noFill/>
          </a:ln>
        </p:spPr>
        <p:txBody>
          <a:bodyPr anchor="t" anchorCtr="0"/>
          <a:p>
            <a:pPr lvl="3" indent="0" eaLnBrk="0" hangingPunct="0">
              <a:buClr>
                <a:srgbClr val="FFCC00"/>
              </a:buClr>
              <a:buFont typeface="Wingdings" panose="05000000000000000000" pitchFamily="2" charset="2"/>
              <a:buChar char="l"/>
            </a:pPr>
            <a:r>
              <a:rPr lang="zh-CN" altLang="en-US" dirty="0">
                <a:latin typeface="微软雅黑 Light" panose="020B0502040204020203" charset="-122"/>
                <a:ea typeface="微软雅黑 Light" panose="020B0502040204020203" charset="-122"/>
              </a:rPr>
              <a:t>当全部数组元素赋初值时，可不指定数组长度</a:t>
            </a:r>
            <a:endParaRPr lang="zh-CN" altLang="en-US" dirty="0">
              <a:latin typeface="微软雅黑 Light" panose="020B0502040204020203" charset="-122"/>
              <a:ea typeface="微软雅黑 Light" panose="020B0502040204020203" charset="-122"/>
            </a:endParaRPr>
          </a:p>
        </p:txBody>
      </p:sp>
      <p:sp>
        <p:nvSpPr>
          <p:cNvPr id="51209" name="文本框 51208"/>
          <p:cNvSpPr txBox="1"/>
          <p:nvPr/>
        </p:nvSpPr>
        <p:spPr>
          <a:xfrm>
            <a:off x="1785938" y="4541838"/>
            <a:ext cx="8843962" cy="1384300"/>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3" indent="0" algn="l"/>
            <a:r>
              <a:rPr lang="zh-CN" altLang="zh-CN" sz="1800">
                <a:latin typeface="Calibri" panose="020F0502020204030204" pitchFamily="34" charset="0"/>
                <a:ea typeface="宋体" panose="02010600030101010101" pitchFamily="2" charset="-122"/>
              </a:rPr>
              <a:t>如    int a[5]={6,2,3};</a:t>
            </a:r>
            <a:endParaRPr lang="zh-CN" altLang="zh-CN" sz="1800">
              <a:latin typeface="Calibri" panose="020F0502020204030204" pitchFamily="34" charset="0"/>
              <a:ea typeface="宋体" panose="02010600030101010101" pitchFamily="2" charset="-122"/>
            </a:endParaRPr>
          </a:p>
          <a:p>
            <a:pPr lvl="3" indent="0" algn="l"/>
            <a:r>
              <a:rPr lang="zh-CN" altLang="zh-CN" sz="1800">
                <a:latin typeface="Calibri" panose="020F0502020204030204" pitchFamily="34" charset="0"/>
                <a:ea typeface="宋体" panose="02010600030101010101" pitchFamily="2" charset="-122"/>
              </a:rPr>
              <a:t>  等价于：  a[0]=6; a[1]=2;a[2]=3; a[3]=0; a[4]=0;</a:t>
            </a:r>
            <a:endParaRPr lang="zh-CN" altLang="zh-CN" sz="1800">
              <a:latin typeface="Calibri" panose="020F0502020204030204" pitchFamily="34" charset="0"/>
              <a:ea typeface="宋体" panose="02010600030101010101" pitchFamily="2" charset="-122"/>
            </a:endParaRPr>
          </a:p>
          <a:p>
            <a:pPr lvl="3" indent="0" algn="l"/>
            <a:r>
              <a:rPr lang="zh-CN" altLang="zh-CN" sz="1800">
                <a:latin typeface="Calibri" panose="020F0502020204030204" pitchFamily="34" charset="0"/>
                <a:ea typeface="宋体" panose="02010600030101010101" pitchFamily="2" charset="-122"/>
              </a:rPr>
              <a:t>如     int a[3]={6,2,3,5,1};     (</a:t>
            </a:r>
            <a:r>
              <a:rPr lang="zh-CN" altLang="zh-CN" sz="1800">
                <a:latin typeface="Calibri" panose="020F0502020204030204" pitchFamily="34" charset="0"/>
                <a:ea typeface="宋体" panose="02010600030101010101" pitchFamily="2" charset="-122"/>
                <a:sym typeface="Symbol" panose="05050102010706020507" pitchFamily="18" charset="2"/>
              </a:rPr>
              <a:t></a:t>
            </a:r>
            <a:r>
              <a:rPr lang="zh-CN" altLang="zh-CN" sz="1800">
                <a:latin typeface="Calibri" panose="020F0502020204030204" pitchFamily="34" charset="0"/>
                <a:ea typeface="宋体" panose="02010600030101010101" pitchFamily="2" charset="-122"/>
              </a:rPr>
              <a:t>)</a:t>
            </a:r>
            <a:endParaRPr lang="zh-CN" altLang="zh-CN" sz="1800">
              <a:latin typeface="Calibri" panose="020F0502020204030204" pitchFamily="34" charset="0"/>
              <a:ea typeface="宋体" panose="02010600030101010101" pitchFamily="2" charset="-122"/>
            </a:endParaRPr>
          </a:p>
        </p:txBody>
      </p:sp>
      <p:sp>
        <p:nvSpPr>
          <p:cNvPr id="51210" name="文本框 51209"/>
          <p:cNvSpPr txBox="1"/>
          <p:nvPr/>
        </p:nvSpPr>
        <p:spPr>
          <a:xfrm>
            <a:off x="2154238" y="4568825"/>
            <a:ext cx="8208962" cy="954088"/>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2" indent="0" algn="l"/>
            <a:r>
              <a:rPr lang="zh-CN" altLang="zh-CN" sz="1800">
                <a:latin typeface="Calibri" panose="020F0502020204030204" pitchFamily="34" charset="0"/>
                <a:ea typeface="宋体" panose="02010600030101010101" pitchFamily="2" charset="-122"/>
              </a:rPr>
              <a:t>static int a[5];</a:t>
            </a:r>
            <a:endParaRPr lang="zh-CN" altLang="zh-CN" sz="1800">
              <a:latin typeface="Calibri" panose="020F0502020204030204" pitchFamily="34" charset="0"/>
              <a:ea typeface="宋体" panose="02010600030101010101" pitchFamily="2" charset="-122"/>
            </a:endParaRPr>
          </a:p>
          <a:p>
            <a:pPr lvl="2" indent="0" algn="l"/>
            <a:r>
              <a:rPr lang="zh-CN" altLang="zh-CN" sz="1800">
                <a:latin typeface="Calibri" panose="020F0502020204030204" pitchFamily="34" charset="0"/>
                <a:ea typeface="宋体" panose="02010600030101010101" pitchFamily="2" charset="-122"/>
              </a:rPr>
              <a:t>等价于：a[0]=0;  a[1]=0; a[2]=0; a[3]=0; a[4]=0;</a:t>
            </a:r>
            <a:endParaRPr lang="zh-CN" altLang="zh-CN" sz="1800">
              <a:latin typeface="Calibri" panose="020F0502020204030204" pitchFamily="34" charset="0"/>
              <a:ea typeface="宋体" panose="02010600030101010101" pitchFamily="2" charset="-122"/>
            </a:endParaRPr>
          </a:p>
        </p:txBody>
      </p:sp>
      <p:sp>
        <p:nvSpPr>
          <p:cNvPr id="51211" name="矩形 51210"/>
          <p:cNvSpPr/>
          <p:nvPr/>
        </p:nvSpPr>
        <p:spPr>
          <a:xfrm>
            <a:off x="1847850" y="3784600"/>
            <a:ext cx="8229600" cy="369888"/>
          </a:xfrm>
          <a:prstGeom prst="rect">
            <a:avLst/>
          </a:prstGeom>
          <a:noFill/>
          <a:ln w="9525">
            <a:noFill/>
          </a:ln>
        </p:spPr>
        <p:txBody>
          <a:bodyPr anchor="t" anchorCtr="0"/>
          <a:p>
            <a:pPr lvl="3" indent="0" eaLnBrk="0" hangingPunct="0">
              <a:buClr>
                <a:srgbClr val="FFCC00"/>
              </a:buClr>
              <a:buFont typeface="Wingdings" panose="05000000000000000000" pitchFamily="2" charset="2"/>
              <a:buChar char="l"/>
            </a:pPr>
            <a:r>
              <a:rPr lang="zh-CN" altLang="en-US" dirty="0">
                <a:latin typeface="微软雅黑 Light" panose="020B0502040204020203" charset="-122"/>
                <a:ea typeface="微软雅黑 Light" panose="020B0502040204020203" charset="-122"/>
              </a:rPr>
              <a:t>只给部分数组元素赋初值，其余元素是初值为</a:t>
            </a:r>
            <a:r>
              <a:rPr lang="en-US" altLang="zh-CN" dirty="0">
                <a:latin typeface="微软雅黑 Light" panose="020B0502040204020203" charset="-122"/>
                <a:ea typeface="微软雅黑 Light" panose="020B0502040204020203" charset="-122"/>
              </a:rPr>
              <a:t>0</a:t>
            </a:r>
            <a:endParaRPr lang="en-US" altLang="zh-CN" dirty="0">
              <a:latin typeface="微软雅黑 Light" panose="020B0502040204020203" charset="-122"/>
              <a:ea typeface="微软雅黑 Light" panose="020B0502040204020203" charset="-122"/>
            </a:endParaRPr>
          </a:p>
        </p:txBody>
      </p:sp>
      <p:sp>
        <p:nvSpPr>
          <p:cNvPr id="51212" name="文本框 51211"/>
          <p:cNvSpPr txBox="1"/>
          <p:nvPr/>
        </p:nvSpPr>
        <p:spPr>
          <a:xfrm>
            <a:off x="2876550" y="4848225"/>
            <a:ext cx="6783388" cy="954088"/>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2" indent="0" algn="l"/>
            <a:r>
              <a:rPr lang="zh-CN" altLang="zh-CN" sz="1800">
                <a:latin typeface="Calibri" panose="020F0502020204030204" pitchFamily="34" charset="0"/>
                <a:ea typeface="宋体" panose="02010600030101010101" pitchFamily="2" charset="-122"/>
              </a:rPr>
              <a:t> int a[]={1,2,3,4,5,6};</a:t>
            </a:r>
            <a:endParaRPr lang="zh-CN" altLang="zh-CN" sz="1800">
              <a:latin typeface="Calibri" panose="020F0502020204030204" pitchFamily="34" charset="0"/>
              <a:ea typeface="宋体" panose="02010600030101010101" pitchFamily="2" charset="-122"/>
            </a:endParaRPr>
          </a:p>
          <a:p>
            <a:pPr lvl="2" indent="0" algn="l"/>
            <a:r>
              <a:rPr lang="zh-CN" altLang="zh-CN" sz="1800">
                <a:latin typeface="Calibri" panose="020F0502020204030204" pitchFamily="34" charset="0"/>
                <a:ea typeface="宋体" panose="02010600030101010101" pitchFamily="2" charset="-122"/>
              </a:rPr>
              <a:t>编译系统根据初值个数确定数组维数</a:t>
            </a:r>
            <a:endParaRPr lang="zh-CN" altLang="zh-CN" sz="1800">
              <a:latin typeface="Calibri" panose="020F0502020204030204" pitchFamily="34" charset="0"/>
              <a:ea typeface="宋体" panose="02010600030101010101" pitchFamily="2" charset="-122"/>
            </a:endParaRPr>
          </a:p>
        </p:txBody>
      </p:sp>
      <p:sp>
        <p:nvSpPr>
          <p:cNvPr id="461834" name="标题 51214"/>
          <p:cNvSpPr>
            <a:spLocks noGrp="1"/>
          </p:cNvSpPr>
          <p:nvPr>
            <p:ph type="title" idx="4294967295"/>
          </p:nvPr>
        </p:nvSpPr>
        <p:spPr>
          <a:xfrm>
            <a:off x="1141413" y="485775"/>
            <a:ext cx="8001000" cy="825500"/>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3</a:t>
            </a:r>
            <a:r>
              <a:rPr lang="zh-CN" altLang="en-US" sz="2400" dirty="0">
                <a:latin typeface="微软雅黑 Light" panose="020B0502040204020203" charset="-122"/>
                <a:ea typeface="微软雅黑 Light" panose="020B0502040204020203" charset="-122"/>
              </a:rPr>
              <a:t>）一维数组的初始化</a:t>
            </a:r>
            <a:endParaRPr lang="zh-CN" altLang="en-US" sz="2400" dirty="0">
              <a:latin typeface="微软雅黑 Light" panose="020B0502040204020203" charset="-122"/>
              <a:ea typeface="微软雅黑 Light" panose="020B0502040204020203" charset="-122"/>
            </a:endParaRPr>
          </a:p>
        </p:txBody>
      </p:sp>
      <p:sp>
        <p:nvSpPr>
          <p:cNvPr id="461835"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202">
                                            <p:txEl>
                                              <p:charRg st="1" end="23"/>
                                            </p:txEl>
                                          </p:spTgt>
                                        </p:tgtEl>
                                        <p:attrNameLst>
                                          <p:attrName>style.visibility</p:attrName>
                                        </p:attrNameLst>
                                      </p:cBhvr>
                                      <p:to>
                                        <p:strVal val="visible"/>
                                      </p:to>
                                    </p:set>
                                    <p:animEffect transition="in" filter="box(out)">
                                      <p:cBhvr>
                                        <p:cTn id="7" dur="500"/>
                                        <p:tgtEl>
                                          <p:spTgt spid="51202">
                                            <p:txEl>
                                              <p:charRg st="1" end="23"/>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1205"/>
                                        </p:tgtEl>
                                        <p:attrNameLst>
                                          <p:attrName>style.visibility</p:attrName>
                                        </p:attrNameLst>
                                      </p:cBhvr>
                                      <p:to>
                                        <p:strVal val="visible"/>
                                      </p:to>
                                    </p:set>
                                    <p:animEffect transition="in" filter="box(out)">
                                      <p:cBhvr>
                                        <p:cTn id="12" dur="500"/>
                                        <p:tgtEl>
                                          <p:spTgt spid="51205"/>
                                        </p:tgtEl>
                                      </p:cBhvr>
                                    </p:animEffect>
                                  </p:childTnLst>
                                  <p:subTnLst>
                                    <p:set>
                                      <p:cBhvr override="childStyle">
                                        <p:cTn dur="1" fill="hold" display="0" masterRel="nextClick" afterEffect="1"/>
                                        <p:tgtEl>
                                          <p:spTgt spid="51205"/>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1206"/>
                                        </p:tgtEl>
                                        <p:attrNameLst>
                                          <p:attrName>style.visibility</p:attrName>
                                        </p:attrNameLst>
                                      </p:cBhvr>
                                      <p:to>
                                        <p:strVal val="visible"/>
                                      </p:to>
                                    </p:set>
                                    <p:animEffect transition="in" filter="box(out)">
                                      <p:cBhvr>
                                        <p:cTn id="17" dur="500"/>
                                        <p:tgtEl>
                                          <p:spTgt spid="51206"/>
                                        </p:tgtEl>
                                      </p:cBhvr>
                                    </p:animEffect>
                                  </p:childTnLst>
                                  <p:subTnLst>
                                    <p:audio>
                                      <p:cMediaNode>
                                        <p:cTn display="0" masterRel="sameClick">
                                          <p:stCondLst>
                                            <p:cond evt="begin" delay="0">
                                              <p:tn val="15"/>
                                            </p:cond>
                                          </p:stCondLst>
                                          <p:endCondLst>
                                            <p:cond evt="onStopAudio" delay="0">
                                              <p:tgtEl>
                                                <p:sldTgt/>
                                              </p:tgtEl>
                                            </p:cond>
                                          </p:endCondLst>
                                        </p:cTn>
                                        <p:tgtEl>
                                          <p:sndTgt r:embed="rId1"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51206">
                                            <p:txEl>
                                              <p:charRg st="0" end="23"/>
                                            </p:txEl>
                                          </p:spTgt>
                                        </p:tgtEl>
                                        <p:attrNameLst>
                                          <p:attrName>style.visibility</p:attrName>
                                        </p:attrNameLst>
                                      </p:cBhvr>
                                      <p:to>
                                        <p:strVal val="visible"/>
                                      </p:to>
                                    </p:set>
                                    <p:animEffect transition="in" filter="box(out)">
                                      <p:cBhvr>
                                        <p:cTn id="22" dur="500"/>
                                        <p:tgtEl>
                                          <p:spTgt spid="51206">
                                            <p:txEl>
                                              <p:charRg st="0" end="23"/>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1"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1206">
                                            <p:txEl>
                                              <p:charRg st="23" end="68"/>
                                            </p:txEl>
                                          </p:spTgt>
                                        </p:tgtEl>
                                        <p:attrNameLst>
                                          <p:attrName>style.visibility</p:attrName>
                                        </p:attrNameLst>
                                      </p:cBhvr>
                                      <p:to>
                                        <p:strVal val="visible"/>
                                      </p:to>
                                    </p:set>
                                    <p:animEffect transition="in" filter="box(out)">
                                      <p:cBhvr>
                                        <p:cTn id="27" dur="500"/>
                                        <p:tgtEl>
                                          <p:spTgt spid="51206">
                                            <p:txEl>
                                              <p:charRg st="23" end="68"/>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1"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51207">
                                            <p:txEl>
                                              <p:charRg st="0" end="4"/>
                                            </p:txEl>
                                          </p:spTgt>
                                        </p:tgtEl>
                                        <p:attrNameLst>
                                          <p:attrName>style.visibility</p:attrName>
                                        </p:attrNameLst>
                                      </p:cBhvr>
                                      <p:to>
                                        <p:strVal val="visible"/>
                                      </p:to>
                                    </p:set>
                                    <p:animEffect transition="in" filter="box(out)">
                                      <p:cBhvr>
                                        <p:cTn id="32" dur="500"/>
                                        <p:tgtEl>
                                          <p:spTgt spid="51207">
                                            <p:txEl>
                                              <p:charRg st="0" end="4"/>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1"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51207">
                                            <p:txEl>
                                              <p:charRg st="4" end="20"/>
                                            </p:txEl>
                                          </p:spTgt>
                                        </p:tgtEl>
                                        <p:attrNameLst>
                                          <p:attrName>style.visibility</p:attrName>
                                        </p:attrNameLst>
                                      </p:cBhvr>
                                      <p:to>
                                        <p:strVal val="visible"/>
                                      </p:to>
                                    </p:set>
                                    <p:animEffect transition="in" filter="box(out)">
                                      <p:cBhvr>
                                        <p:cTn id="37" dur="500"/>
                                        <p:tgtEl>
                                          <p:spTgt spid="51207">
                                            <p:txEl>
                                              <p:charRg st="4" end="20"/>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1"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 fill="hold">
                                          <p:stCondLst>
                                            <p:cond delay="0"/>
                                          </p:stCondLst>
                                        </p:cTn>
                                        <p:tgtEl>
                                          <p:spTgt spid="51207">
                                            <p:txEl>
                                              <p:charRg st="20" end="46"/>
                                            </p:txEl>
                                          </p:spTgt>
                                        </p:tgtEl>
                                        <p:attrNameLst>
                                          <p:attrName>style.visibility</p:attrName>
                                        </p:attrNameLst>
                                      </p:cBhvr>
                                      <p:to>
                                        <p:strVal val="visible"/>
                                      </p:to>
                                    </p:set>
                                    <p:animEffect transition="in" filter="box(out)">
                                      <p:cBhvr>
                                        <p:cTn id="42" dur="500"/>
                                        <p:tgtEl>
                                          <p:spTgt spid="51207">
                                            <p:txEl>
                                              <p:charRg st="20" end="46"/>
                                            </p:txEl>
                                          </p:spTgt>
                                        </p:tgtEl>
                                      </p:cBhvr>
                                    </p:animEffect>
                                  </p:childTnLst>
                                  <p:subTnLst>
                                    <p:audio>
                                      <p:cMediaNode>
                                        <p:cTn display="0" masterRel="sameClick">
                                          <p:stCondLst>
                                            <p:cond evt="begin" delay="0">
                                              <p:tn val="40"/>
                                            </p:cond>
                                          </p:stCondLst>
                                          <p:endCondLst>
                                            <p:cond evt="onStopAudio" delay="0">
                                              <p:tgtEl>
                                                <p:sldTgt/>
                                              </p:tgtEl>
                                            </p:cond>
                                          </p:endCondLst>
                                        </p:cTn>
                                        <p:tgtEl>
                                          <p:sndTgt r:embed="rId1"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51210"/>
                                        </p:tgtEl>
                                        <p:attrNameLst>
                                          <p:attrName>style.visibility</p:attrName>
                                        </p:attrNameLst>
                                      </p:cBhvr>
                                      <p:to>
                                        <p:strVal val="visible"/>
                                      </p:to>
                                    </p:set>
                                    <p:animEffect transition="in" filter="box(out)">
                                      <p:cBhvr>
                                        <p:cTn id="47" dur="500"/>
                                        <p:tgtEl>
                                          <p:spTgt spid="51210"/>
                                        </p:tgtEl>
                                      </p:cBhvr>
                                    </p:animEffect>
                                  </p:childTnLst>
                                  <p:subTnLst>
                                    <p:set>
                                      <p:cBhvr override="childStyle">
                                        <p:cTn dur="1" fill="hold" display="0" masterRel="nextClick" afterEffect="1"/>
                                        <p:tgtEl>
                                          <p:spTgt spid="51210"/>
                                        </p:tgtEl>
                                        <p:attrNameLst>
                                          <p:attrName>style.visibility</p:attrName>
                                        </p:attrNameLst>
                                      </p:cBhvr>
                                      <p:to>
                                        <p:strVal val="hidden"/>
                                      </p:to>
                                    </p:set>
                                    <p:audio>
                                      <p:cMediaNode>
                                        <p:cTn display="0" masterRel="sameClick">
                                          <p:stCondLst>
                                            <p:cond evt="begin" delay="0">
                                              <p:tn val="45"/>
                                            </p:cond>
                                          </p:stCondLst>
                                          <p:endCondLst>
                                            <p:cond evt="onStopAudio" delay="0">
                                              <p:tgtEl>
                                                <p:sldTgt/>
                                              </p:tgtEl>
                                            </p:cond>
                                          </p:endCondLst>
                                        </p:cTn>
                                        <p:tgtEl>
                                          <p:sndTgt r:embed="rId1"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51211">
                                            <p:txEl>
                                              <p:charRg st="0" end="13"/>
                                            </p:txEl>
                                          </p:spTgt>
                                        </p:tgtEl>
                                        <p:attrNameLst>
                                          <p:attrName>style.visibility</p:attrName>
                                        </p:attrNameLst>
                                      </p:cBhvr>
                                      <p:to>
                                        <p:strVal val="visible"/>
                                      </p:to>
                                    </p:set>
                                    <p:animEffect transition="in" filter="box(out)">
                                      <p:cBhvr>
                                        <p:cTn id="52" dur="500"/>
                                        <p:tgtEl>
                                          <p:spTgt spid="51211">
                                            <p:txEl>
                                              <p:charRg st="0" end="13"/>
                                            </p:txEl>
                                          </p:spTgt>
                                        </p:tgtEl>
                                      </p:cBhvr>
                                    </p:animEffect>
                                  </p:childTnLst>
                                  <p:subTnLst>
                                    <p:audio>
                                      <p:cMediaNode>
                                        <p:cTn display="0" masterRel="sameClick">
                                          <p:stCondLst>
                                            <p:cond evt="begin" delay="0">
                                              <p:tn val="50"/>
                                            </p:cond>
                                          </p:stCondLst>
                                          <p:endCondLst>
                                            <p:cond evt="onStopAudio" delay="0">
                                              <p:tgtEl>
                                                <p:sldTgt/>
                                              </p:tgtEl>
                                            </p:cond>
                                          </p:endCondLst>
                                        </p:cTn>
                                        <p:tgtEl>
                                          <p:sndTgt r:embed="rId1"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grpId="0" nodeType="clickEffect">
                                  <p:stCondLst>
                                    <p:cond delay="0"/>
                                  </p:stCondLst>
                                  <p:childTnLst>
                                    <p:set>
                                      <p:cBhvr>
                                        <p:cTn id="56" dur="1" fill="hold">
                                          <p:stCondLst>
                                            <p:cond delay="0"/>
                                          </p:stCondLst>
                                        </p:cTn>
                                        <p:tgtEl>
                                          <p:spTgt spid="51209"/>
                                        </p:tgtEl>
                                        <p:attrNameLst>
                                          <p:attrName>style.visibility</p:attrName>
                                        </p:attrNameLst>
                                      </p:cBhvr>
                                      <p:to>
                                        <p:strVal val="visible"/>
                                      </p:to>
                                    </p:set>
                                    <p:animEffect transition="in" filter="box(out)">
                                      <p:cBhvr>
                                        <p:cTn id="57" dur="500"/>
                                        <p:tgtEl>
                                          <p:spTgt spid="51209"/>
                                        </p:tgtEl>
                                      </p:cBhvr>
                                    </p:animEffect>
                                  </p:childTnLst>
                                  <p:subTnLst>
                                    <p:set>
                                      <p:cBhvr override="childStyle">
                                        <p:cTn dur="1" fill="hold" display="0" masterRel="nextClick" afterEffect="1"/>
                                        <p:tgtEl>
                                          <p:spTgt spid="51209"/>
                                        </p:tgtEl>
                                        <p:attrNameLst>
                                          <p:attrName>style.visibility</p:attrName>
                                        </p:attrNameLst>
                                      </p:cBhvr>
                                      <p:to>
                                        <p:strVal val="hidden"/>
                                      </p:to>
                                    </p:set>
                                    <p:audio>
                                      <p:cMediaNode>
                                        <p:cTn display="0" masterRel="sameClick">
                                          <p:stCondLst>
                                            <p:cond evt="begin" delay="0">
                                              <p:tn val="55"/>
                                            </p:cond>
                                          </p:stCondLst>
                                          <p:endCondLst>
                                            <p:cond evt="onStopAudio" delay="0">
                                              <p:tgtEl>
                                                <p:sldTgt/>
                                              </p:tgtEl>
                                            </p:cond>
                                          </p:endCondLst>
                                        </p:cTn>
                                        <p:tgtEl>
                                          <p:sndTgt r:embed="rId1"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grpId="0" nodeType="clickEffect">
                                  <p:stCondLst>
                                    <p:cond delay="0"/>
                                  </p:stCondLst>
                                  <p:childTnLst>
                                    <p:set>
                                      <p:cBhvr>
                                        <p:cTn id="61" dur="1" fill="hold">
                                          <p:stCondLst>
                                            <p:cond delay="0"/>
                                          </p:stCondLst>
                                        </p:cTn>
                                        <p:tgtEl>
                                          <p:spTgt spid="51208">
                                            <p:txEl>
                                              <p:charRg st="0" end="21"/>
                                            </p:txEl>
                                          </p:spTgt>
                                        </p:tgtEl>
                                        <p:attrNameLst>
                                          <p:attrName>style.visibility</p:attrName>
                                        </p:attrNameLst>
                                      </p:cBhvr>
                                      <p:to>
                                        <p:strVal val="visible"/>
                                      </p:to>
                                    </p:set>
                                    <p:animEffect transition="in" filter="box(out)">
                                      <p:cBhvr>
                                        <p:cTn id="62" dur="500"/>
                                        <p:tgtEl>
                                          <p:spTgt spid="51208">
                                            <p:txEl>
                                              <p:charRg st="0" end="21"/>
                                            </p:txEl>
                                          </p:spTgt>
                                        </p:tgtEl>
                                      </p:cBhvr>
                                    </p:animEffect>
                                  </p:childTnLst>
                                  <p:subTnLst>
                                    <p:audio>
                                      <p:cMediaNode>
                                        <p:cTn display="0" masterRel="sameClick">
                                          <p:stCondLst>
                                            <p:cond evt="begin" delay="0">
                                              <p:tn val="60"/>
                                            </p:cond>
                                          </p:stCondLst>
                                          <p:endCondLst>
                                            <p:cond evt="onStopAudio" delay="0">
                                              <p:tgtEl>
                                                <p:sldTgt/>
                                              </p:tgtEl>
                                            </p:cond>
                                          </p:endCondLst>
                                        </p:cTn>
                                        <p:tgtEl>
                                          <p:sndTgt r:embed="rId1" name="CAMERA.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grpId="0" nodeType="clickEffect">
                                  <p:stCondLst>
                                    <p:cond delay="0"/>
                                  </p:stCondLst>
                                  <p:childTnLst>
                                    <p:set>
                                      <p:cBhvr>
                                        <p:cTn id="66" dur="1" fill="hold">
                                          <p:stCondLst>
                                            <p:cond delay="0"/>
                                          </p:stCondLst>
                                        </p:cTn>
                                        <p:tgtEl>
                                          <p:spTgt spid="51212"/>
                                        </p:tgtEl>
                                        <p:attrNameLst>
                                          <p:attrName>style.visibility</p:attrName>
                                        </p:attrNameLst>
                                      </p:cBhvr>
                                      <p:to>
                                        <p:strVal val="visible"/>
                                      </p:to>
                                    </p:set>
                                    <p:animEffect transition="in" filter="box(out)">
                                      <p:cBhvr>
                                        <p:cTn id="67" dur="500"/>
                                        <p:tgtEl>
                                          <p:spTgt spid="51212"/>
                                        </p:tgtEl>
                                      </p:cBhvr>
                                    </p:animEffect>
                                  </p:childTnLst>
                                  <p:subTnLst>
                                    <p:set>
                                      <p:cBhvr override="childStyle">
                                        <p:cTn dur="1" fill="hold" display="0" masterRel="nextClick" afterEffect="1"/>
                                        <p:tgtEl>
                                          <p:spTgt spid="51212"/>
                                        </p:tgtEl>
                                        <p:attrNameLst>
                                          <p:attrName>style.visibility</p:attrName>
                                        </p:attrNameLst>
                                      </p:cBhvr>
                                      <p:to>
                                        <p:strVal val="hidden"/>
                                      </p:to>
                                    </p:set>
                                    <p:audio>
                                      <p:cMediaNode>
                                        <p:cTn display="0" masterRel="sameClick">
                                          <p:stCondLst>
                                            <p:cond evt="begin" delay="0">
                                              <p:tn val="65"/>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2" grpId="0" bldLvl="4" build="p"/>
      <p:bldP spid="51205" grpId="0" bldLvl="0" animBg="1"/>
      <p:bldP spid="51206" grpId="0" bldLvl="3" animBg="1" build="p"/>
      <p:bldP spid="51207" grpId="0" bldLvl="4" build="p"/>
      <p:bldP spid="51208" grpId="0" bldLvl="4" build="p"/>
      <p:bldP spid="51209" grpId="0" bldLvl="0" animBg="1"/>
      <p:bldP spid="51210" grpId="0" bldLvl="0" animBg="1"/>
      <p:bldP spid="51211" grpId="0" bldLvl="4" build="p"/>
      <p:bldP spid="51212" grpId="0" bldLvl="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208" name="矩形 51207"/>
          <p:cNvSpPr/>
          <p:nvPr/>
        </p:nvSpPr>
        <p:spPr>
          <a:xfrm>
            <a:off x="1847850" y="1908175"/>
            <a:ext cx="8229600" cy="750888"/>
          </a:xfrm>
          <a:prstGeom prst="rect">
            <a:avLst/>
          </a:prstGeom>
          <a:noFill/>
          <a:ln w="9525">
            <a:noFill/>
          </a:ln>
        </p:spPr>
        <p:txBody>
          <a:bodyPr anchor="t" anchorCtr="0"/>
          <a:p>
            <a:pPr lvl="3" indent="0" eaLnBrk="0" hangingPunct="0">
              <a:buClr>
                <a:srgbClr val="FFCC00"/>
              </a:buClr>
              <a:buFont typeface="Wingdings" panose="05000000000000000000" pitchFamily="2" charset="2"/>
              <a:buChar char="l"/>
            </a:pPr>
            <a:r>
              <a:rPr lang="zh-CN" altLang="en-US" dirty="0">
                <a:latin typeface="微软雅黑 Light" panose="020B0502040204020203" charset="-122"/>
                <a:ea typeface="微软雅黑 Light" panose="020B0502040204020203" charset="-122"/>
              </a:rPr>
              <a:t>若初值的个数大于数组的长度，会产生编译错误</a:t>
            </a:r>
            <a:endParaRPr lang="zh-CN" altLang="en-US" dirty="0">
              <a:latin typeface="微软雅黑 Light" panose="020B0502040204020203" charset="-122"/>
              <a:ea typeface="微软雅黑 Light" panose="020B0502040204020203" charset="-122"/>
            </a:endParaRPr>
          </a:p>
        </p:txBody>
      </p:sp>
      <p:sp>
        <p:nvSpPr>
          <p:cNvPr id="51210" name="文本框 51209"/>
          <p:cNvSpPr txBox="1"/>
          <p:nvPr/>
        </p:nvSpPr>
        <p:spPr>
          <a:xfrm>
            <a:off x="2371725" y="3852863"/>
            <a:ext cx="8208963" cy="368300"/>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2" indent="0" algn="l"/>
            <a:r>
              <a:rPr lang="en-US" altLang="zh-CN" sz="1800">
                <a:latin typeface="Calibri" panose="020F0502020204030204" pitchFamily="34" charset="0"/>
                <a:ea typeface="宋体" panose="02010600030101010101" pitchFamily="2" charset="-122"/>
              </a:rPr>
              <a:t>int  n=10</a:t>
            </a:r>
            <a:r>
              <a:rPr lang="zh-CN" altLang="zh-CN" sz="1800">
                <a:latin typeface="Calibri" panose="020F0502020204030204" pitchFamily="34" charset="0"/>
                <a:ea typeface="宋体" panose="02010600030101010101" pitchFamily="2" charset="-122"/>
              </a:rPr>
              <a:t>;  </a:t>
            </a:r>
            <a:r>
              <a:rPr lang="en-US" altLang="zh-CN" sz="1800">
                <a:latin typeface="Calibri" panose="020F0502020204030204" pitchFamily="34" charset="0"/>
                <a:ea typeface="宋体" panose="02010600030101010101" pitchFamily="2" charset="-122"/>
              </a:rPr>
              <a:t>a[2]={ n};    </a:t>
            </a:r>
            <a:r>
              <a:rPr lang="zh-CN" altLang="en-US" sz="1800" dirty="0">
                <a:solidFill>
                  <a:schemeClr val="accent1"/>
                </a:solidFill>
                <a:latin typeface="Times New Roman" panose="02020603050405020304" pitchFamily="18" charset="0"/>
                <a:ea typeface="宋体" panose="02010600030101010101" pitchFamily="2" charset="-122"/>
              </a:rPr>
              <a:t> (</a:t>
            </a:r>
            <a:r>
              <a:rPr lang="zh-CN" altLang="en-US" sz="1800" dirty="0">
                <a:solidFill>
                  <a:srgbClr val="FF0000"/>
                </a:solidFill>
                <a:latin typeface="Times New Roman" panose="02020603050405020304" pitchFamily="18" charset="0"/>
                <a:ea typeface="宋体" panose="02010600030101010101" pitchFamily="2" charset="-122"/>
                <a:sym typeface="Symbol" panose="05050102010706020507" pitchFamily="18" charset="2"/>
              </a:rPr>
              <a:t></a:t>
            </a:r>
            <a:r>
              <a:rPr lang="zh-CN" altLang="en-US" sz="1800" dirty="0">
                <a:solidFill>
                  <a:schemeClr val="accent1"/>
                </a:solidFill>
                <a:latin typeface="Times New Roman" panose="02020603050405020304" pitchFamily="18" charset="0"/>
                <a:ea typeface="宋体" panose="02010600030101010101" pitchFamily="2" charset="-122"/>
              </a:rPr>
              <a:t>)</a:t>
            </a:r>
            <a:endParaRPr lang="en-US" altLang="zh-CN" sz="1800">
              <a:latin typeface="Calibri" panose="020F0502020204030204" pitchFamily="34" charset="0"/>
              <a:ea typeface="宋体" panose="02010600030101010101" pitchFamily="2" charset="-122"/>
            </a:endParaRPr>
          </a:p>
        </p:txBody>
      </p:sp>
      <p:sp>
        <p:nvSpPr>
          <p:cNvPr id="51211" name="矩形 51210"/>
          <p:cNvSpPr/>
          <p:nvPr/>
        </p:nvSpPr>
        <p:spPr>
          <a:xfrm>
            <a:off x="1849438" y="1454150"/>
            <a:ext cx="8229600" cy="369888"/>
          </a:xfrm>
          <a:prstGeom prst="rect">
            <a:avLst/>
          </a:prstGeom>
          <a:noFill/>
          <a:ln w="9525">
            <a:noFill/>
          </a:ln>
        </p:spPr>
        <p:txBody>
          <a:bodyPr anchor="t" anchorCtr="0"/>
          <a:p>
            <a:pPr lvl="3" indent="0" eaLnBrk="0" hangingPunct="0">
              <a:buClr>
                <a:srgbClr val="FFCC00"/>
              </a:buClr>
              <a:buFont typeface="Wingdings" panose="05000000000000000000" pitchFamily="2" charset="2"/>
              <a:buChar char="l"/>
            </a:pPr>
            <a:r>
              <a:rPr lang="zh-CN" altLang="en-US" dirty="0">
                <a:latin typeface="微软雅黑 Light" panose="020B0502040204020203" charset="-122"/>
                <a:ea typeface="微软雅黑 Light" panose="020B0502040204020203" charset="-122"/>
              </a:rPr>
              <a:t>如果一个数组中全部元素的值均为</a:t>
            </a:r>
            <a:r>
              <a:rPr lang="en-US" altLang="zh-CN" dirty="0">
                <a:latin typeface="微软雅黑 Light" panose="020B0502040204020203" charset="-122"/>
                <a:ea typeface="微软雅黑 Light" panose="020B0502040204020203" charset="-122"/>
              </a:rPr>
              <a:t>0</a:t>
            </a:r>
            <a:r>
              <a:rPr lang="zh-CN" altLang="en-US" dirty="0">
                <a:latin typeface="微软雅黑 Light" panose="020B0502040204020203" charset="-122"/>
                <a:ea typeface="微软雅黑 Light" panose="020B0502040204020203" charset="-122"/>
              </a:rPr>
              <a:t>，可以简写成 </a:t>
            </a:r>
            <a:r>
              <a:rPr lang="en-US" altLang="zh-CN" dirty="0">
                <a:latin typeface="微软雅黑 Light" panose="020B0502040204020203" charset="-122"/>
                <a:ea typeface="微软雅黑 Light" panose="020B0502040204020203" charset="-122"/>
              </a:rPr>
              <a:t>int a[6]={ 0 };</a:t>
            </a:r>
            <a:endParaRPr lang="en-US" altLang="zh-CN" dirty="0">
              <a:latin typeface="微软雅黑 Light" panose="020B0502040204020203" charset="-122"/>
              <a:ea typeface="微软雅黑 Light" panose="020B0502040204020203" charset="-122"/>
            </a:endParaRPr>
          </a:p>
        </p:txBody>
      </p:sp>
      <p:sp>
        <p:nvSpPr>
          <p:cNvPr id="51212" name="文本框 51211"/>
          <p:cNvSpPr txBox="1"/>
          <p:nvPr/>
        </p:nvSpPr>
        <p:spPr>
          <a:xfrm>
            <a:off x="2906713" y="2857500"/>
            <a:ext cx="6783387" cy="646113"/>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2" indent="0" algn="l"/>
            <a:r>
              <a:rPr lang="zh-CN" altLang="zh-CN" sz="1800">
                <a:latin typeface="Calibri" panose="020F0502020204030204" pitchFamily="34" charset="0"/>
                <a:ea typeface="宋体" panose="02010600030101010101" pitchFamily="2" charset="-122"/>
              </a:rPr>
              <a:t> int a[</a:t>
            </a:r>
            <a:r>
              <a:rPr lang="en-US" altLang="zh-CN" sz="1800">
                <a:latin typeface="Calibri" panose="020F0502020204030204" pitchFamily="34" charset="0"/>
                <a:ea typeface="宋体" panose="02010600030101010101" pitchFamily="2" charset="-122"/>
              </a:rPr>
              <a:t>6</a:t>
            </a:r>
            <a:r>
              <a:rPr lang="zh-CN" altLang="zh-CN" sz="1800">
                <a:latin typeface="Calibri" panose="020F0502020204030204" pitchFamily="34" charset="0"/>
                <a:ea typeface="宋体" panose="02010600030101010101" pitchFamily="2" charset="-122"/>
              </a:rPr>
              <a:t>]={1,2,3,4,5,6</a:t>
            </a:r>
            <a:r>
              <a:rPr lang="en-US" altLang="zh-CN" sz="1800">
                <a:latin typeface="Calibri" panose="020F0502020204030204" pitchFamily="34" charset="0"/>
                <a:ea typeface="宋体" panose="02010600030101010101" pitchFamily="2" charset="-122"/>
              </a:rPr>
              <a:t>,7</a:t>
            </a:r>
            <a:r>
              <a:rPr lang="zh-CN" altLang="zh-CN" sz="1800">
                <a:latin typeface="Calibri" panose="020F0502020204030204" pitchFamily="34" charset="0"/>
                <a:ea typeface="宋体" panose="02010600030101010101" pitchFamily="2" charset="-122"/>
              </a:rPr>
              <a:t>};</a:t>
            </a:r>
            <a:endParaRPr lang="zh-CN" altLang="zh-CN" sz="1800">
              <a:latin typeface="Calibri" panose="020F0502020204030204" pitchFamily="34" charset="0"/>
              <a:ea typeface="宋体" panose="02010600030101010101" pitchFamily="2" charset="-122"/>
            </a:endParaRPr>
          </a:p>
          <a:p>
            <a:pPr lvl="2" indent="0" algn="l"/>
            <a:r>
              <a:rPr lang="zh-CN" altLang="zh-CN" sz="1800">
                <a:latin typeface="微软雅黑 Light" panose="020B0502040204020203" charset="-122"/>
                <a:ea typeface="微软雅黑 Light" panose="020B0502040204020203" charset="-122"/>
              </a:rPr>
              <a:t>会产生编译错误</a:t>
            </a:r>
            <a:endParaRPr lang="zh-CN" altLang="zh-CN" sz="1800">
              <a:latin typeface="微软雅黑 Light" panose="020B0502040204020203" charset="-122"/>
              <a:ea typeface="微软雅黑 Light" panose="020B0502040204020203" charset="-122"/>
            </a:endParaRPr>
          </a:p>
        </p:txBody>
      </p:sp>
      <p:sp>
        <p:nvSpPr>
          <p:cNvPr id="462853" name="标题 51214"/>
          <p:cNvSpPr>
            <a:spLocks noGrp="1"/>
          </p:cNvSpPr>
          <p:nvPr>
            <p:ph type="title" idx="4294967295"/>
          </p:nvPr>
        </p:nvSpPr>
        <p:spPr>
          <a:xfrm>
            <a:off x="1141413" y="485775"/>
            <a:ext cx="8001000" cy="825500"/>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3</a:t>
            </a:r>
            <a:r>
              <a:rPr lang="zh-CN" altLang="en-US" sz="2400" dirty="0">
                <a:latin typeface="微软雅黑 Light" panose="020B0502040204020203" charset="-122"/>
                <a:ea typeface="微软雅黑 Light" panose="020B0502040204020203" charset="-122"/>
              </a:rPr>
              <a:t>）一维数组的初始化</a:t>
            </a:r>
            <a:endParaRPr lang="zh-CN" altLang="en-US" sz="2400" dirty="0">
              <a:latin typeface="微软雅黑 Light" panose="020B0502040204020203" charset="-122"/>
              <a:ea typeface="微软雅黑 Light" panose="020B0502040204020203" charset="-122"/>
            </a:endParaRPr>
          </a:p>
        </p:txBody>
      </p:sp>
      <p:sp>
        <p:nvSpPr>
          <p:cNvPr id="462854"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
        <p:nvSpPr>
          <p:cNvPr id="4" name="矩形 3"/>
          <p:cNvSpPr/>
          <p:nvPr/>
        </p:nvSpPr>
        <p:spPr>
          <a:xfrm>
            <a:off x="1838325" y="2360613"/>
            <a:ext cx="8229600" cy="750887"/>
          </a:xfrm>
          <a:prstGeom prst="rect">
            <a:avLst/>
          </a:prstGeom>
          <a:noFill/>
          <a:ln w="9525">
            <a:noFill/>
          </a:ln>
        </p:spPr>
        <p:txBody>
          <a:bodyPr anchor="t" anchorCtr="0"/>
          <a:p>
            <a:pPr lvl="3" indent="0" eaLnBrk="0" hangingPunct="0">
              <a:buClr>
                <a:srgbClr val="FFCC00"/>
              </a:buClr>
              <a:buFont typeface="Wingdings" panose="05000000000000000000" pitchFamily="2" charset="2"/>
              <a:buChar char="l"/>
            </a:pPr>
            <a:r>
              <a:rPr lang="zh-CN" altLang="en-US" dirty="0">
                <a:latin typeface="微软雅黑 Light" panose="020B0502040204020203" charset="-122"/>
                <a:ea typeface="微软雅黑 Light" panose="020B0502040204020203" charset="-122"/>
              </a:rPr>
              <a:t>初值表中只能为常量，不能为变量，即使已赋值的变量也不行。</a:t>
            </a:r>
            <a:endParaRPr lang="zh-CN" altLang="en-US" dirty="0">
              <a:latin typeface="微软雅黑 Light" panose="020B0502040204020203" charset="-122"/>
              <a:ea typeface="微软雅黑 Light" panose="020B0502040204020203"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1211">
                                            <p:txEl>
                                              <p:charRg st="0" end="13"/>
                                            </p:txEl>
                                          </p:spTgt>
                                        </p:tgtEl>
                                        <p:attrNameLst>
                                          <p:attrName>style.visibility</p:attrName>
                                        </p:attrNameLst>
                                      </p:cBhvr>
                                      <p:to>
                                        <p:strVal val="visible"/>
                                      </p:to>
                                    </p:set>
                                    <p:animEffect transition="in" filter="box(out)">
                                      <p:cBhvr>
                                        <p:cTn id="7" dur="500"/>
                                        <p:tgtEl>
                                          <p:spTgt spid="51211">
                                            <p:txEl>
                                              <p:charRg st="0" end="13"/>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1208">
                                            <p:txEl>
                                              <p:charRg st="0" end="21"/>
                                            </p:txEl>
                                          </p:spTgt>
                                        </p:tgtEl>
                                        <p:attrNameLst>
                                          <p:attrName>style.visibility</p:attrName>
                                        </p:attrNameLst>
                                      </p:cBhvr>
                                      <p:to>
                                        <p:strVal val="visible"/>
                                      </p:to>
                                    </p:set>
                                    <p:animEffect transition="in" filter="box(out)">
                                      <p:cBhvr>
                                        <p:cTn id="12" dur="500"/>
                                        <p:tgtEl>
                                          <p:spTgt spid="51208">
                                            <p:txEl>
                                              <p:charRg st="0" end="21"/>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51212"/>
                                        </p:tgtEl>
                                        <p:attrNameLst>
                                          <p:attrName>style.visibility</p:attrName>
                                        </p:attrNameLst>
                                      </p:cBhvr>
                                      <p:to>
                                        <p:strVal val="visible"/>
                                      </p:to>
                                    </p:set>
                                    <p:animEffect transition="in" filter="box(out)">
                                      <p:cBhvr>
                                        <p:cTn id="17" dur="500"/>
                                        <p:tgtEl>
                                          <p:spTgt spid="51212"/>
                                        </p:tgtEl>
                                      </p:cBhvr>
                                    </p:animEffect>
                                  </p:childTnLst>
                                  <p:subTnLst>
                                    <p:set>
                                      <p:cBhvr override="childStyle">
                                        <p:cTn dur="1" fill="hold" display="0" masterRel="nextClick" afterEffect="1"/>
                                        <p:tgtEl>
                                          <p:spTgt spid="51212"/>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1"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4">
                                            <p:txEl>
                                              <p:charRg st="0" end="21"/>
                                            </p:txEl>
                                          </p:spTgt>
                                        </p:tgtEl>
                                        <p:attrNameLst>
                                          <p:attrName>style.visibility</p:attrName>
                                        </p:attrNameLst>
                                      </p:cBhvr>
                                      <p:to>
                                        <p:strVal val="visible"/>
                                      </p:to>
                                    </p:set>
                                    <p:animEffect transition="in" filter="box(out)">
                                      <p:cBhvr>
                                        <p:cTn id="22" dur="500"/>
                                        <p:tgtEl>
                                          <p:spTgt spid="4">
                                            <p:txEl>
                                              <p:charRg st="0" end="21"/>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1"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1210"/>
                                        </p:tgtEl>
                                        <p:attrNameLst>
                                          <p:attrName>style.visibility</p:attrName>
                                        </p:attrNameLst>
                                      </p:cBhvr>
                                      <p:to>
                                        <p:strVal val="visible"/>
                                      </p:to>
                                    </p:set>
                                    <p:animEffect transition="in" filter="box(out)">
                                      <p:cBhvr>
                                        <p:cTn id="27" dur="500"/>
                                        <p:tgtEl>
                                          <p:spTgt spid="51210"/>
                                        </p:tgtEl>
                                      </p:cBhvr>
                                    </p:animEffect>
                                  </p:childTnLst>
                                  <p:subTnLst>
                                    <p:set>
                                      <p:cBhvr override="childStyle">
                                        <p:cTn dur="1" fill="hold" display="0" masterRel="nextClick" afterEffect="1"/>
                                        <p:tgtEl>
                                          <p:spTgt spid="51210"/>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8" grpId="0" bldLvl="4" build="p"/>
      <p:bldP spid="51210" grpId="0" bldLvl="0" animBg="1"/>
      <p:bldP spid="51211" grpId="0" bldLvl="4" build="p"/>
      <p:bldP spid="51212" grpId="0" bldLvl="0" animBg="1"/>
      <p:bldP spid="4" grpId="0" bldLvl="4"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3873" name="标题 51214"/>
          <p:cNvSpPr>
            <a:spLocks noGrp="1"/>
          </p:cNvSpPr>
          <p:nvPr>
            <p:ph type="title" idx="4294967295"/>
          </p:nvPr>
        </p:nvSpPr>
        <p:spPr>
          <a:xfrm>
            <a:off x="1141413" y="485775"/>
            <a:ext cx="8001000" cy="825500"/>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题目：</a:t>
            </a:r>
            <a:endParaRPr lang="zh-CN" altLang="en-US" sz="2400" dirty="0">
              <a:latin typeface="微软雅黑 Light" panose="020B0502040204020203" charset="-122"/>
              <a:ea typeface="微软雅黑 Light" panose="020B0502040204020203" charset="-122"/>
            </a:endParaRPr>
          </a:p>
        </p:txBody>
      </p:sp>
      <p:sp>
        <p:nvSpPr>
          <p:cNvPr id="463874"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
        <p:nvSpPr>
          <p:cNvPr id="2" name="标题 31757"/>
          <p:cNvSpPr>
            <a:spLocks noGrp="1"/>
          </p:cNvSpPr>
          <p:nvPr/>
        </p:nvSpPr>
        <p:spPr>
          <a:xfrm>
            <a:off x="1346200" y="1311275"/>
            <a:ext cx="8601075" cy="1252538"/>
          </a:xfrm>
          <a:prstGeom prst="rect">
            <a:avLst/>
          </a:prstGeom>
          <a:noFill/>
          <a:ln w="9525">
            <a:noFill/>
          </a:ln>
        </p:spPr>
        <p:txBody>
          <a:bodyPr anchor="b" anchorCtr="0"/>
          <a:p>
            <a:pPr>
              <a:lnSpc>
                <a:spcPct val="150000"/>
              </a:lnSpc>
            </a:pPr>
            <a:r>
              <a:rPr lang="en-US" altLang="zh-CN" sz="2000" dirty="0">
                <a:latin typeface="微软雅黑 Light" panose="020B0502040204020203" charset="-122"/>
                <a:ea typeface="微软雅黑 Light" panose="020B0502040204020203" charset="-122"/>
              </a:rPr>
              <a:t>1</a:t>
            </a:r>
            <a:r>
              <a:rPr lang="zh-CN" altLang="en-US" sz="2000" dirty="0">
                <a:latin typeface="微软雅黑 Light" panose="020B0502040204020203" charset="-122"/>
                <a:ea typeface="微软雅黑 Light" panose="020B0502040204020203" charset="-122"/>
              </a:rPr>
              <a:t>、下列一维数组的定义中哪个是正确的？</a:t>
            </a:r>
            <a:r>
              <a:rPr lang="en-US" altLang="zh-CN" sz="2000" dirty="0">
                <a:latin typeface="微软雅黑 Light" panose="020B0502040204020203" charset="-122"/>
                <a:ea typeface="微软雅黑 Light" panose="020B0502040204020203" charset="-122"/>
                <a:sym typeface="宋体" panose="02010600030101010101" pitchFamily="2" charset="-122"/>
              </a:rPr>
              <a:t>  </a:t>
            </a:r>
            <a:endParaRPr lang="en-US" altLang="zh-CN" sz="2000" dirty="0">
              <a:latin typeface="微软雅黑 Light" panose="020B0502040204020203" charset="-122"/>
              <a:ea typeface="微软雅黑 Light" panose="020B0502040204020203" charset="-122"/>
              <a:sym typeface="宋体" panose="02010600030101010101" pitchFamily="2" charset="-122"/>
            </a:endParaRPr>
          </a:p>
          <a:p>
            <a:pPr>
              <a:lnSpc>
                <a:spcPct val="150000"/>
              </a:lnSpc>
            </a:pPr>
            <a:r>
              <a:rPr lang="en-US" altLang="zh-CN" sz="2000" dirty="0">
                <a:latin typeface="微软雅黑 Light" panose="020B0502040204020203" charset="-122"/>
                <a:ea typeface="微软雅黑 Light" panose="020B0502040204020203" charset="-122"/>
                <a:sym typeface="宋体" panose="02010600030101010101" pitchFamily="2" charset="-122"/>
              </a:rPr>
              <a:t>   </a:t>
            </a:r>
            <a:r>
              <a:rPr lang="en-US" altLang="zh-CN" sz="2000" dirty="0">
                <a:latin typeface="楷体_GB2312" pitchFamily="49" charset="-122"/>
                <a:ea typeface="宋体" panose="02010600030101010101" pitchFamily="2" charset="-122"/>
              </a:rPr>
              <a:t>A)int a[ ];                  B)int n=6, a[n];</a:t>
            </a:r>
            <a:endParaRPr lang="en-US" altLang="zh-CN" sz="2000" dirty="0">
              <a:latin typeface="楷体_GB2312" pitchFamily="49" charset="-122"/>
              <a:ea typeface="宋体" panose="02010600030101010101" pitchFamily="2" charset="-122"/>
            </a:endParaRPr>
          </a:p>
          <a:p>
            <a:pPr>
              <a:lnSpc>
                <a:spcPct val="150000"/>
              </a:lnSpc>
            </a:pPr>
            <a:r>
              <a:rPr lang="en-US" altLang="zh-CN" sz="2000" dirty="0">
                <a:latin typeface="楷体_GB2312" pitchFamily="49" charset="-122"/>
                <a:ea typeface="宋体" panose="02010600030101010101" pitchFamily="2" charset="-122"/>
              </a:rPr>
              <a:t>  C)int a[6+1]={0};            D)int a[3]={1,2,3,4};</a:t>
            </a:r>
            <a:endParaRPr lang="en-US" altLang="zh-CN" sz="2000" dirty="0">
              <a:latin typeface="微软雅黑 Light" panose="020B0502040204020203" charset="-122"/>
              <a:ea typeface="微软雅黑 Light" panose="020B0502040204020203" charset="-122"/>
              <a:sym typeface="宋体" panose="02010600030101010101" pitchFamily="2" charset="-122"/>
            </a:endParaRPr>
          </a:p>
        </p:txBody>
      </p:sp>
      <p:sp>
        <p:nvSpPr>
          <p:cNvPr id="6" name="文本框 5"/>
          <p:cNvSpPr txBox="1"/>
          <p:nvPr/>
        </p:nvSpPr>
        <p:spPr>
          <a:xfrm>
            <a:off x="9204325" y="1914525"/>
            <a:ext cx="1128713" cy="398463"/>
          </a:xfrm>
          <a:prstGeom prst="rect">
            <a:avLst/>
          </a:prstGeom>
          <a:solidFill>
            <a:srgbClr val="33CCCC"/>
          </a:solidFill>
          <a:ln w="9525">
            <a:noFill/>
          </a:ln>
        </p:spPr>
        <p:txBody>
          <a:bodyPr wrap="none" anchor="t" anchorCtr="0">
            <a:spAutoFit/>
          </a:bodyPr>
          <a:p>
            <a:r>
              <a:rPr lang="zh-CN" altLang="en-US" sz="2000" dirty="0">
                <a:latin typeface="微软雅黑 Light" panose="020B0502040204020203" charset="-122"/>
                <a:ea typeface="微软雅黑 Light" panose="020B0502040204020203" charset="-122"/>
              </a:rPr>
              <a:t>答案：</a:t>
            </a:r>
            <a:r>
              <a:rPr lang="en-US" altLang="zh-CN" sz="2000">
                <a:latin typeface="Arial" panose="020B0604020202020204" pitchFamily="34" charset="0"/>
                <a:ea typeface="宋体" panose="02010600030101010101" pitchFamily="2" charset="-122"/>
              </a:rPr>
              <a:t>C</a:t>
            </a:r>
            <a:endParaRPr lang="en-US" altLang="zh-CN" sz="2000">
              <a:latin typeface="Arial" panose="020B0604020202020204" pitchFamily="34" charset="0"/>
              <a:ea typeface="宋体" panose="02010600030101010101" pitchFamily="2" charset="-122"/>
            </a:endParaRPr>
          </a:p>
        </p:txBody>
      </p:sp>
      <p:sp>
        <p:nvSpPr>
          <p:cNvPr id="3" name="标题 31757"/>
          <p:cNvSpPr>
            <a:spLocks noGrp="1"/>
          </p:cNvSpPr>
          <p:nvPr/>
        </p:nvSpPr>
        <p:spPr>
          <a:xfrm>
            <a:off x="1346200" y="2554288"/>
            <a:ext cx="8601075" cy="3832225"/>
          </a:xfrm>
          <a:prstGeom prst="rect">
            <a:avLst/>
          </a:prstGeom>
          <a:noFill/>
          <a:ln w="9525">
            <a:noFill/>
          </a:ln>
        </p:spPr>
        <p:txBody>
          <a:bodyPr anchor="b" anchorCtr="0"/>
          <a:p>
            <a:pPr>
              <a:lnSpc>
                <a:spcPct val="150000"/>
              </a:lnSpc>
            </a:pPr>
            <a:r>
              <a:rPr lang="en-US" altLang="zh-CN" sz="2000" dirty="0">
                <a:latin typeface="微软雅黑 Light" panose="020B0502040204020203" charset="-122"/>
                <a:ea typeface="微软雅黑 Light" panose="020B0502040204020203" charset="-122"/>
              </a:rPr>
              <a:t>2</a:t>
            </a:r>
            <a:r>
              <a:rPr lang="zh-CN" altLang="en-US" sz="2000" dirty="0">
                <a:latin typeface="微软雅黑 Light" panose="020B0502040204020203" charset="-122"/>
                <a:ea typeface="微软雅黑 Light" panose="020B0502040204020203" charset="-122"/>
              </a:rPr>
              <a:t>、输出不同存储类型数组的初值。</a:t>
            </a:r>
            <a:r>
              <a:rPr lang="en-US" altLang="zh-CN" sz="2000" dirty="0">
                <a:latin typeface="微软雅黑 Light" panose="020B0502040204020203" charset="-122"/>
                <a:ea typeface="微软雅黑 Light" panose="020B0502040204020203" charset="-122"/>
                <a:sym typeface="宋体" panose="02010600030101010101" pitchFamily="2" charset="-122"/>
              </a:rPr>
              <a:t>  </a:t>
            </a:r>
            <a:endParaRPr lang="en-US" altLang="zh-CN" sz="2000" dirty="0">
              <a:latin typeface="微软雅黑 Light" panose="020B0502040204020203" charset="-122"/>
              <a:ea typeface="微软雅黑 Light" panose="020B0502040204020203" charset="-122"/>
              <a:sym typeface="宋体" panose="02010600030101010101" pitchFamily="2" charset="-122"/>
            </a:endParaRPr>
          </a:p>
          <a:p>
            <a:r>
              <a:rPr lang="en-US" altLang="zh-CN" sz="2000" dirty="0">
                <a:latin typeface="微软雅黑 Light" panose="020B0502040204020203" charset="-122"/>
                <a:ea typeface="微软雅黑 Light" panose="020B0502040204020203" charset="-122"/>
                <a:sym typeface="宋体" panose="02010600030101010101" pitchFamily="2" charset="-122"/>
              </a:rPr>
              <a:t>   </a:t>
            </a:r>
            <a:r>
              <a:rPr lang="en-US" altLang="zh-CN" sz="2000" dirty="0">
                <a:latin typeface="楷体_GB2312" pitchFamily="49" charset="-122"/>
                <a:ea typeface="宋体" panose="02010600030101010101" pitchFamily="2" charset="-122"/>
              </a:rPr>
              <a:t>#include&lt;stdio.h&gt;</a:t>
            </a:r>
            <a:endParaRPr lang="en-US" altLang="zh-CN" sz="2000" dirty="0">
              <a:latin typeface="楷体_GB2312" pitchFamily="49" charset="-122"/>
              <a:ea typeface="宋体" panose="02010600030101010101" pitchFamily="2" charset="-122"/>
            </a:endParaRPr>
          </a:p>
          <a:p>
            <a:r>
              <a:rPr lang="en-US" altLang="zh-CN" sz="2000" dirty="0">
                <a:latin typeface="楷体_GB2312" pitchFamily="49" charset="-122"/>
                <a:ea typeface="宋体" panose="02010600030101010101" pitchFamily="2" charset="-122"/>
              </a:rPr>
              <a:t>  int main()</a:t>
            </a:r>
            <a:endParaRPr lang="en-US" altLang="zh-CN" sz="2000" dirty="0">
              <a:latin typeface="楷体_GB2312" pitchFamily="49" charset="-122"/>
              <a:ea typeface="宋体" panose="02010600030101010101" pitchFamily="2" charset="-122"/>
            </a:endParaRPr>
          </a:p>
          <a:p>
            <a:r>
              <a:rPr lang="en-US" altLang="zh-CN" sz="2000" dirty="0">
                <a:latin typeface="楷体_GB2312" pitchFamily="49" charset="-122"/>
                <a:ea typeface="宋体" panose="02010600030101010101" pitchFamily="2" charset="-122"/>
              </a:rPr>
              <a:t>  {static int a[10];</a:t>
            </a:r>
            <a:endParaRPr lang="en-US" altLang="zh-CN" sz="2000" dirty="0">
              <a:latin typeface="楷体_GB2312" pitchFamily="49" charset="-122"/>
              <a:ea typeface="宋体" panose="02010600030101010101" pitchFamily="2" charset="-122"/>
            </a:endParaRPr>
          </a:p>
          <a:p>
            <a:r>
              <a:rPr lang="en-US" altLang="zh-CN" sz="2000" dirty="0">
                <a:latin typeface="楷体_GB2312" pitchFamily="49" charset="-122"/>
                <a:ea typeface="宋体" panose="02010600030101010101" pitchFamily="2" charset="-122"/>
              </a:rPr>
              <a:t>   int b[10];</a:t>
            </a:r>
            <a:endParaRPr lang="en-US" altLang="zh-CN" sz="2000" dirty="0">
              <a:latin typeface="楷体_GB2312" pitchFamily="49" charset="-122"/>
              <a:ea typeface="宋体" panose="02010600030101010101" pitchFamily="2" charset="-122"/>
            </a:endParaRPr>
          </a:p>
          <a:p>
            <a:r>
              <a:rPr lang="en-US" altLang="zh-CN" sz="2000" dirty="0">
                <a:latin typeface="楷体_GB2312" pitchFamily="49" charset="-122"/>
                <a:ea typeface="宋体" panose="02010600030101010101" pitchFamily="2" charset="-122"/>
              </a:rPr>
              <a:t>   for( in=0; i&lt;10; i++)</a:t>
            </a:r>
            <a:endParaRPr lang="en-US" altLang="zh-CN" sz="2000" dirty="0">
              <a:latin typeface="楷体_GB2312" pitchFamily="49" charset="-122"/>
              <a:ea typeface="宋体" panose="02010600030101010101" pitchFamily="2" charset="-122"/>
            </a:endParaRPr>
          </a:p>
          <a:p>
            <a:r>
              <a:rPr lang="en-US" altLang="zh-CN" sz="2000" dirty="0">
                <a:latin typeface="楷体_GB2312" pitchFamily="49" charset="-122"/>
                <a:ea typeface="宋体" panose="02010600030101010101" pitchFamily="2" charset="-122"/>
              </a:rPr>
              <a:t>      printf(“%5d”,a[i]);</a:t>
            </a:r>
            <a:endParaRPr lang="en-US" altLang="zh-CN" sz="2000" dirty="0">
              <a:latin typeface="楷体_GB2312" pitchFamily="49" charset="-122"/>
              <a:ea typeface="宋体" panose="02010600030101010101" pitchFamily="2" charset="-122"/>
            </a:endParaRPr>
          </a:p>
          <a:p>
            <a:r>
              <a:rPr lang="en-US" altLang="zh-CN" sz="2000" dirty="0">
                <a:latin typeface="楷体_GB2312" pitchFamily="49" charset="-122"/>
                <a:ea typeface="宋体" panose="02010600030101010101" pitchFamily="2" charset="-122"/>
              </a:rPr>
              <a:t>   printf(“\n”</a:t>
            </a:r>
            <a:r>
              <a:rPr lang="zh-CN" altLang="en-US" sz="2000" dirty="0">
                <a:latin typeface="楷体_GB2312" pitchFamily="49" charset="-122"/>
                <a:ea typeface="宋体" panose="02010600030101010101" pitchFamily="2" charset="-122"/>
              </a:rPr>
              <a:t>）；</a:t>
            </a:r>
            <a:endParaRPr lang="zh-CN" altLang="en-US" sz="2000" dirty="0">
              <a:latin typeface="楷体_GB2312" pitchFamily="49" charset="-122"/>
              <a:ea typeface="宋体" panose="02010600030101010101" pitchFamily="2" charset="-122"/>
            </a:endParaRPr>
          </a:p>
          <a:p>
            <a:r>
              <a:rPr lang="zh-CN" altLang="en-US" sz="2000" dirty="0">
                <a:latin typeface="楷体_GB2312" pitchFamily="49" charset="-122"/>
                <a:ea typeface="宋体" panose="02010600030101010101" pitchFamily="2" charset="-122"/>
              </a:rPr>
              <a:t>   </a:t>
            </a:r>
            <a:r>
              <a:rPr lang="en-US" altLang="zh-CN" sz="2000" dirty="0">
                <a:latin typeface="楷体_GB2312" pitchFamily="49" charset="-122"/>
                <a:ea typeface="宋体" panose="02010600030101010101" pitchFamily="2" charset="-122"/>
              </a:rPr>
              <a:t>for( i=0; i&lt;10; i++)</a:t>
            </a:r>
            <a:endParaRPr lang="en-US" altLang="zh-CN" sz="2000" dirty="0">
              <a:latin typeface="楷体_GB2312" pitchFamily="49" charset="-122"/>
              <a:ea typeface="宋体" panose="02010600030101010101" pitchFamily="2" charset="-122"/>
            </a:endParaRPr>
          </a:p>
          <a:p>
            <a:r>
              <a:rPr lang="en-US" altLang="zh-CN" sz="2000" dirty="0">
                <a:latin typeface="楷体_GB2312" pitchFamily="49" charset="-122"/>
                <a:ea typeface="宋体" panose="02010600030101010101" pitchFamily="2" charset="-122"/>
              </a:rPr>
              <a:t>      printf(“%5d”,b[i]);</a:t>
            </a:r>
            <a:endParaRPr lang="en-US" altLang="zh-CN" sz="2000" dirty="0">
              <a:latin typeface="楷体_GB2312" pitchFamily="49" charset="-122"/>
              <a:ea typeface="宋体" panose="02010600030101010101" pitchFamily="2" charset="-122"/>
            </a:endParaRPr>
          </a:p>
          <a:p>
            <a:r>
              <a:rPr lang="en-US" altLang="zh-CN" sz="2000" dirty="0">
                <a:latin typeface="楷体_GB2312" pitchFamily="49" charset="-122"/>
                <a:ea typeface="宋体" panose="02010600030101010101" pitchFamily="2" charset="-122"/>
              </a:rPr>
              <a:t>   return 0;</a:t>
            </a:r>
            <a:endParaRPr lang="en-US" altLang="zh-CN" sz="2000" dirty="0">
              <a:latin typeface="楷体_GB2312" pitchFamily="49" charset="-122"/>
              <a:ea typeface="宋体" panose="02010600030101010101" pitchFamily="2" charset="-122"/>
            </a:endParaRPr>
          </a:p>
          <a:p>
            <a:r>
              <a:rPr lang="en-US" altLang="zh-CN" sz="2000" dirty="0">
                <a:latin typeface="楷体_GB2312" pitchFamily="49" charset="-122"/>
                <a:ea typeface="宋体" panose="02010600030101010101" pitchFamily="2" charset="-122"/>
              </a:rPr>
              <a:t>  }</a:t>
            </a:r>
            <a:endParaRPr lang="en-US" altLang="zh-CN" sz="2000" dirty="0">
              <a:latin typeface="楷体_GB2312" pitchFamily="49" charset="-122"/>
              <a:ea typeface="宋体" panose="02010600030101010101" pitchFamily="2" charset="-122"/>
            </a:endParaRPr>
          </a:p>
        </p:txBody>
      </p:sp>
      <p:sp>
        <p:nvSpPr>
          <p:cNvPr id="9220" name="矩形标注 9219"/>
          <p:cNvSpPr/>
          <p:nvPr/>
        </p:nvSpPr>
        <p:spPr>
          <a:xfrm>
            <a:off x="5437188" y="2843213"/>
            <a:ext cx="4059237" cy="400050"/>
          </a:xfrm>
          <a:prstGeom prst="wedgeRectCallout">
            <a:avLst>
              <a:gd name="adj1" fmla="val -82079"/>
              <a:gd name="adj2" fmla="val 175634"/>
            </a:avLst>
          </a:prstGeom>
          <a:solidFill>
            <a:srgbClr val="FFFFFF"/>
          </a:solidFill>
          <a:ln w="25400" cap="flat" cmpd="sng">
            <a:solidFill>
              <a:srgbClr val="025AA2"/>
            </a:solidFill>
            <a:prstDash val="solid"/>
            <a:miter/>
            <a:headEnd type="none" w="med" len="med"/>
            <a:tailEnd type="none" w="med" len="med"/>
          </a:ln>
        </p:spPr>
        <p:txBody>
          <a:bodyPr wrap="square" lIns="90000" tIns="46800" rIns="90000" bIns="46800" anchor="ctr" anchorCtr="0">
            <a:spAutoFit/>
          </a:bodyPr>
          <a:p>
            <a:pPr algn="ctr"/>
            <a:r>
              <a:rPr lang="en-US" altLang="zh-CN" sz="2000" dirty="0">
                <a:solidFill>
                  <a:schemeClr val="accent1"/>
                </a:solidFill>
                <a:latin typeface="微软雅黑 Light" panose="020B0502040204020203" charset="-122"/>
                <a:ea typeface="微软雅黑 Light" panose="020B0502040204020203" charset="-122"/>
              </a:rPr>
              <a:t>a</a:t>
            </a:r>
            <a:r>
              <a:rPr lang="zh-CN" altLang="en-US" sz="2000" dirty="0">
                <a:solidFill>
                  <a:schemeClr val="accent1"/>
                </a:solidFill>
                <a:latin typeface="微软雅黑 Light" panose="020B0502040204020203" charset="-122"/>
                <a:ea typeface="微软雅黑 Light" panose="020B0502040204020203" charset="-122"/>
              </a:rPr>
              <a:t>是静态数组，自动赋初值为</a:t>
            </a:r>
            <a:r>
              <a:rPr lang="en-US" altLang="zh-CN" sz="2000" dirty="0">
                <a:solidFill>
                  <a:schemeClr val="accent1"/>
                </a:solidFill>
                <a:latin typeface="微软雅黑 Light" panose="020B0502040204020203" charset="-122"/>
                <a:ea typeface="微软雅黑 Light" panose="020B0502040204020203" charset="-122"/>
              </a:rPr>
              <a:t>0</a:t>
            </a:r>
            <a:endParaRPr lang="en-US" altLang="zh-CN" sz="2000" dirty="0">
              <a:solidFill>
                <a:schemeClr val="accent1"/>
              </a:solidFill>
              <a:latin typeface="微软雅黑 Light" panose="020B0502040204020203" charset="-122"/>
              <a:ea typeface="微软雅黑 Light" panose="020B0502040204020203" charset="-122"/>
            </a:endParaRPr>
          </a:p>
        </p:txBody>
      </p:sp>
      <p:sp>
        <p:nvSpPr>
          <p:cNvPr id="5" name="矩形标注 4"/>
          <p:cNvSpPr/>
          <p:nvPr/>
        </p:nvSpPr>
        <p:spPr>
          <a:xfrm>
            <a:off x="4675188" y="3154363"/>
            <a:ext cx="4059237" cy="400050"/>
          </a:xfrm>
          <a:prstGeom prst="wedgeRectCallout">
            <a:avLst>
              <a:gd name="adj1" fmla="val -82079"/>
              <a:gd name="adj2" fmla="val 175634"/>
            </a:avLst>
          </a:prstGeom>
          <a:solidFill>
            <a:srgbClr val="FFFFFF"/>
          </a:solidFill>
          <a:ln w="25400" cap="flat" cmpd="sng">
            <a:solidFill>
              <a:srgbClr val="025AA2"/>
            </a:solidFill>
            <a:prstDash val="solid"/>
            <a:miter/>
            <a:headEnd type="none" w="med" len="med"/>
            <a:tailEnd type="none" w="med" len="med"/>
          </a:ln>
        </p:spPr>
        <p:txBody>
          <a:bodyPr wrap="square" lIns="90000" tIns="46800" rIns="90000" bIns="46800" anchor="ctr" anchorCtr="0">
            <a:spAutoFit/>
          </a:bodyPr>
          <a:p>
            <a:pPr algn="ctr"/>
            <a:r>
              <a:rPr lang="en-US" altLang="zh-CN" sz="2000" dirty="0">
                <a:solidFill>
                  <a:schemeClr val="accent1"/>
                </a:solidFill>
                <a:latin typeface="微软雅黑 Light" panose="020B0502040204020203" charset="-122"/>
                <a:ea typeface="微软雅黑 Light" panose="020B0502040204020203" charset="-122"/>
              </a:rPr>
              <a:t>b</a:t>
            </a:r>
            <a:r>
              <a:rPr lang="zh-CN" altLang="en-US" sz="2000" dirty="0">
                <a:solidFill>
                  <a:schemeClr val="accent1"/>
                </a:solidFill>
                <a:latin typeface="微软雅黑 Light" panose="020B0502040204020203" charset="-122"/>
                <a:ea typeface="微软雅黑 Light" panose="020B0502040204020203" charset="-122"/>
              </a:rPr>
              <a:t>是</a:t>
            </a:r>
            <a:r>
              <a:rPr lang="en-US" altLang="zh-CN" sz="2000" dirty="0">
                <a:solidFill>
                  <a:schemeClr val="accent1"/>
                </a:solidFill>
                <a:latin typeface="微软雅黑 Light" panose="020B0502040204020203" charset="-122"/>
                <a:ea typeface="微软雅黑 Light" panose="020B0502040204020203" charset="-122"/>
              </a:rPr>
              <a:t>auto</a:t>
            </a:r>
            <a:r>
              <a:rPr lang="zh-CN" altLang="en-US" sz="2000" dirty="0">
                <a:solidFill>
                  <a:schemeClr val="accent1"/>
                </a:solidFill>
                <a:latin typeface="微软雅黑 Light" panose="020B0502040204020203" charset="-122"/>
                <a:ea typeface="微软雅黑 Light" panose="020B0502040204020203" charset="-122"/>
              </a:rPr>
              <a:t>类型数组，初值不确定</a:t>
            </a:r>
            <a:endParaRPr lang="zh-CN" altLang="en-US" sz="2000" dirty="0">
              <a:solidFill>
                <a:schemeClr val="accent1"/>
              </a:solidFill>
              <a:latin typeface="微软雅黑 Light" panose="020B0502040204020203" charset="-122"/>
              <a:ea typeface="微软雅黑 Light" panose="020B0502040204020203"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randombar(horizontal)">
                                      <p:cBhvr>
                                        <p:cTn id="17" dur="500"/>
                                        <p:tgtEl>
                                          <p:spTgt spid="3"/>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9220"/>
                                        </p:tgtEl>
                                        <p:attrNameLst>
                                          <p:attrName>style.visibility</p:attrName>
                                        </p:attrNameLst>
                                      </p:cBhvr>
                                      <p:to>
                                        <p:strVal val="visible"/>
                                      </p:to>
                                    </p:set>
                                    <p:animEffect transition="in" filter="box(out)">
                                      <p:cBhvr>
                                        <p:cTn id="22" dur="500"/>
                                        <p:tgtEl>
                                          <p:spTgt spid="9220"/>
                                        </p:tgtEl>
                                      </p:cBhvr>
                                    </p:animEffect>
                                  </p:childTnLst>
                                  <p:subTnLst>
                                    <p:set>
                                      <p:cBhvr override="childStyle">
                                        <p:cTn dur="1" fill="hold" display="0" masterRel="nextClick" afterEffect="1"/>
                                        <p:tgtEl>
                                          <p:spTgt spid="9220"/>
                                        </p:tgtEl>
                                        <p:attrNameLst>
                                          <p:attrName>style.visibility</p:attrName>
                                        </p:attrNameLst>
                                      </p:cBhvr>
                                      <p:to>
                                        <p:strVal val="hidden"/>
                                      </p:to>
                                    </p:set>
                                    <p:audio>
                                      <p:cMediaNode>
                                        <p:cTn display="0" masterRel="sameClick">
                                          <p:stCondLst>
                                            <p:cond evt="begin" delay="0">
                                              <p:tn val="20"/>
                                            </p:cond>
                                          </p:stCondLst>
                                          <p:endCondLst>
                                            <p:cond evt="onStopAudio" delay="0">
                                              <p:tgtEl>
                                                <p:sldTgt/>
                                              </p:tgtEl>
                                            </p:cond>
                                          </p:endCondLst>
                                        </p:cTn>
                                        <p:tgtEl>
                                          <p:sndTgt r:embed="rId1"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ox(out)">
                                      <p:cBhvr>
                                        <p:cTn id="27" dur="500"/>
                                        <p:tgtEl>
                                          <p:spTgt spid="5"/>
                                        </p:tgtEl>
                                      </p:cBhvr>
                                    </p:animEffect>
                                  </p:childTnLst>
                                  <p:subTnLst>
                                    <p:set>
                                      <p:cBhvr override="childStyle">
                                        <p:cTn dur="1" fill="hold" display="0" masterRel="nextClick" afterEffect="1"/>
                                        <p:tgtEl>
                                          <p:spTgt spid="5"/>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6" grpId="0" bldLvl="0" animBg="1"/>
      <p:bldP spid="6" grpId="1" animBg="1"/>
      <p:bldP spid="3" grpId="0"/>
      <p:bldP spid="3" grpId="1"/>
      <p:bldP spid="9220" grpId="0" bldLvl="0" animBg="1"/>
      <p:bldP spid="5"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2" name="文本框 32771"/>
          <p:cNvSpPr txBox="1"/>
          <p:nvPr/>
        </p:nvSpPr>
        <p:spPr>
          <a:xfrm>
            <a:off x="2381250" y="722313"/>
            <a:ext cx="309563" cy="368300"/>
          </a:xfrm>
          <a:prstGeom prst="rect">
            <a:avLst/>
          </a:prstGeom>
          <a:noFill/>
          <a:ln w="9525">
            <a:noFill/>
          </a:ln>
        </p:spPr>
        <p:txBody>
          <a:bodyPr wrap="none" anchor="t" anchorCtr="0">
            <a:spAutoFit/>
          </a:bodyPr>
          <a:p>
            <a:endParaRPr lang="zh-CN" altLang="zh-CN" dirty="0">
              <a:latin typeface="Times New Roman" panose="02020603050405020304" pitchFamily="18" charset="0"/>
              <a:ea typeface="宋体" panose="02010600030101010101" pitchFamily="2" charset="-122"/>
            </a:endParaRPr>
          </a:p>
        </p:txBody>
      </p:sp>
      <p:sp>
        <p:nvSpPr>
          <p:cNvPr id="32774" name="文本框 32773"/>
          <p:cNvSpPr txBox="1"/>
          <p:nvPr/>
        </p:nvSpPr>
        <p:spPr>
          <a:xfrm>
            <a:off x="2028825" y="1617663"/>
            <a:ext cx="7959725" cy="4524375"/>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spAutoFit/>
          </a:bodyPr>
          <a:p>
            <a:pPr lvl="1" indent="0" algn="l" fontAlgn="base">
              <a:lnSpc>
                <a:spcPct val="100000"/>
              </a:lnSpc>
            </a:pPr>
            <a:r>
              <a:rPr lang="en-US" altLang="zh-CN" sz="1800" strike="noStrike" noProof="1">
                <a:latin typeface="微软雅黑 Light" panose="020B0502040204020203" charset="-122"/>
                <a:ea typeface="微软雅黑 Light" panose="020B0502040204020203" charset="-122"/>
                <a:cs typeface="+mn-cs"/>
              </a:rPr>
              <a:t>#include&lt;stdio.h&gt;</a:t>
            </a:r>
            <a:endParaRPr lang="en-US" altLang="zh-CN" sz="1800" strike="noStrike" noProof="1">
              <a:latin typeface="微软雅黑 Light" panose="020B0502040204020203" charset="-122"/>
              <a:ea typeface="微软雅黑 Light" panose="020B0502040204020203" charset="-122"/>
            </a:endParaRPr>
          </a:p>
          <a:p>
            <a:pPr lvl="1" indent="0" algn="l" fontAlgn="base">
              <a:lnSpc>
                <a:spcPct val="100000"/>
              </a:lnSpc>
            </a:pPr>
            <a:r>
              <a:rPr lang="en-US" altLang="zh-CN" sz="1800" strike="noStrike" noProof="1">
                <a:latin typeface="微软雅黑 Light" panose="020B0502040204020203" charset="-122"/>
                <a:ea typeface="微软雅黑 Light" panose="020B0502040204020203" charset="-122"/>
                <a:cs typeface="+mn-cs"/>
              </a:rPr>
              <a:t>int main()</a:t>
            </a:r>
            <a:endParaRPr lang="en-US" altLang="zh-CN" sz="1800" strike="noStrike" noProof="1">
              <a:latin typeface="微软雅黑 Light" panose="020B0502040204020203" charset="-122"/>
              <a:ea typeface="微软雅黑 Light" panose="020B0502040204020203" charset="-122"/>
            </a:endParaRPr>
          </a:p>
          <a:p>
            <a:pPr lvl="1" indent="0" algn="l" fontAlgn="base">
              <a:lnSpc>
                <a:spcPct val="100000"/>
              </a:lnSpc>
            </a:pPr>
            <a:r>
              <a:rPr lang="en-US" altLang="zh-CN" sz="1800" strike="noStrike" noProof="1">
                <a:latin typeface="微软雅黑 Light" panose="020B0502040204020203" charset="-122"/>
                <a:ea typeface="微软雅黑 Light" panose="020B0502040204020203" charset="-122"/>
                <a:cs typeface="+mn-cs"/>
              </a:rPr>
              <a:t>{   int  n , i , a[10], t;</a:t>
            </a:r>
            <a:endParaRPr lang="en-US" altLang="zh-CN" sz="1800" strike="noStrike" noProof="1">
              <a:latin typeface="微软雅黑 Light" panose="020B0502040204020203" charset="-122"/>
              <a:ea typeface="微软雅黑 Light" panose="020B0502040204020203" charset="-122"/>
            </a:endParaRPr>
          </a:p>
          <a:p>
            <a:pPr lvl="1" indent="0" algn="l" fontAlgn="base">
              <a:lnSpc>
                <a:spcPct val="100000"/>
              </a:lnSpc>
            </a:pPr>
            <a:r>
              <a:rPr lang="en-US" altLang="zh-CN" sz="1800" strike="noStrike" noProof="1">
                <a:latin typeface="微软雅黑 Light" panose="020B0502040204020203" charset="-122"/>
                <a:ea typeface="微软雅黑 Light" panose="020B0502040204020203" charset="-122"/>
                <a:cs typeface="+mn-cs"/>
              </a:rPr>
              <a:t>    printf(“</a:t>
            </a:r>
            <a:r>
              <a:rPr lang="zh-CN" altLang="en-US" sz="1800" strike="noStrike" noProof="1">
                <a:latin typeface="微软雅黑 Light" panose="020B0502040204020203" charset="-122"/>
                <a:ea typeface="微软雅黑 Light" panose="020B0502040204020203" charset="-122"/>
                <a:cs typeface="+mn-cs"/>
              </a:rPr>
              <a:t>输入变量</a:t>
            </a:r>
            <a:r>
              <a:rPr lang="en-US" altLang="zh-CN" sz="1800" strike="noStrike" noProof="1">
                <a:latin typeface="微软雅黑 Light" panose="020B0502040204020203" charset="-122"/>
                <a:ea typeface="微软雅黑 Light" panose="020B0502040204020203" charset="-122"/>
                <a:cs typeface="+mn-cs"/>
              </a:rPr>
              <a:t>n</a:t>
            </a:r>
            <a:r>
              <a:rPr lang="zh-CN" altLang="en-US" sz="1800" strike="noStrike" noProof="1">
                <a:latin typeface="微软雅黑 Light" panose="020B0502040204020203" charset="-122"/>
                <a:ea typeface="微软雅黑 Light" panose="020B0502040204020203" charset="-122"/>
                <a:cs typeface="+mn-cs"/>
              </a:rPr>
              <a:t>的值：</a:t>
            </a:r>
            <a:r>
              <a:rPr lang="en-US" altLang="zh-CN" sz="1800" strike="noStrike" noProof="1">
                <a:latin typeface="微软雅黑 Light" panose="020B0502040204020203" charset="-122"/>
                <a:ea typeface="微软雅黑 Light" panose="020B0502040204020203" charset="-122"/>
                <a:cs typeface="+mn-cs"/>
              </a:rPr>
              <a:t>”);</a:t>
            </a:r>
            <a:endParaRPr lang="en-US" altLang="zh-CN" sz="1800" strike="noStrike" noProof="1">
              <a:latin typeface="微软雅黑 Light" panose="020B0502040204020203" charset="-122"/>
              <a:ea typeface="微软雅黑 Light" panose="020B0502040204020203" charset="-122"/>
            </a:endParaRPr>
          </a:p>
          <a:p>
            <a:pPr lvl="1" indent="0" algn="l" fontAlgn="base">
              <a:lnSpc>
                <a:spcPct val="100000"/>
              </a:lnSpc>
            </a:pPr>
            <a:r>
              <a:rPr lang="en-US" altLang="zh-CN" sz="1800" strike="noStrike" noProof="1">
                <a:latin typeface="微软雅黑 Light" panose="020B0502040204020203" charset="-122"/>
                <a:ea typeface="微软雅黑 Light" panose="020B0502040204020203" charset="-122"/>
                <a:cs typeface="+mn-cs"/>
              </a:rPr>
              <a:t>    scanf(”%d“</a:t>
            </a:r>
            <a:r>
              <a:rPr lang="zh-CN" altLang="en-US" sz="1800" strike="noStrike" noProof="1">
                <a:latin typeface="微软雅黑 Light" panose="020B0502040204020203" charset="-122"/>
                <a:ea typeface="微软雅黑 Light" panose="020B0502040204020203" charset="-122"/>
                <a:cs typeface="+mn-cs"/>
              </a:rPr>
              <a:t>，</a:t>
            </a:r>
            <a:r>
              <a:rPr lang="en-US" altLang="zh-CN" sz="1800" strike="noStrike" noProof="1">
                <a:latin typeface="微软雅黑 Light" panose="020B0502040204020203" charset="-122"/>
                <a:ea typeface="微软雅黑 Light" panose="020B0502040204020203" charset="-122"/>
                <a:cs typeface="+mn-cs"/>
              </a:rPr>
              <a:t>&amp;n);</a:t>
            </a:r>
            <a:endParaRPr lang="en-US" altLang="zh-CN" sz="1800" strike="noStrike" noProof="1">
              <a:latin typeface="微软雅黑 Light" panose="020B0502040204020203" charset="-122"/>
              <a:ea typeface="微软雅黑 Light" panose="020B0502040204020203" charset="-122"/>
            </a:endParaRPr>
          </a:p>
          <a:p>
            <a:pPr lvl="1" indent="0" algn="l" fontAlgn="base">
              <a:lnSpc>
                <a:spcPct val="100000"/>
              </a:lnSpc>
            </a:pPr>
            <a:r>
              <a:rPr lang="zh-CN" altLang="en-US" sz="1800" strike="noStrike" noProof="1">
                <a:latin typeface="微软雅黑 Light" panose="020B0502040204020203" charset="-122"/>
                <a:ea typeface="微软雅黑 Light" panose="020B0502040204020203" charset="-122"/>
                <a:cs typeface="+mn-cs"/>
              </a:rPr>
              <a:t>    </a:t>
            </a:r>
            <a:r>
              <a:rPr lang="en-US" altLang="zh-CN" sz="1800" strike="noStrike" noProof="1">
                <a:latin typeface="微软雅黑 Light" panose="020B0502040204020203" charset="-122"/>
                <a:ea typeface="微软雅黑 Light" panose="020B0502040204020203" charset="-122"/>
                <a:cs typeface="+mn-cs"/>
              </a:rPr>
              <a:t>printf(“</a:t>
            </a:r>
            <a:r>
              <a:rPr lang="zh-CN" altLang="en-US" sz="1800" strike="noStrike" noProof="1">
                <a:latin typeface="微软雅黑 Light" panose="020B0502040204020203" charset="-122"/>
                <a:ea typeface="微软雅黑 Light" panose="020B0502040204020203" charset="-122"/>
                <a:cs typeface="+mn-cs"/>
              </a:rPr>
              <a:t>输入</a:t>
            </a:r>
            <a:r>
              <a:rPr lang="en-US" altLang="zh-CN" sz="1800" strike="noStrike" noProof="1">
                <a:latin typeface="微软雅黑 Light" panose="020B0502040204020203" charset="-122"/>
                <a:ea typeface="微软雅黑 Light" panose="020B0502040204020203" charset="-122"/>
                <a:cs typeface="+mn-cs"/>
              </a:rPr>
              <a:t>%d</a:t>
            </a:r>
            <a:r>
              <a:rPr lang="zh-CN" altLang="en-US" sz="1800" strike="noStrike" noProof="1">
                <a:latin typeface="微软雅黑 Light" panose="020B0502040204020203" charset="-122"/>
                <a:ea typeface="微软雅黑 Light" panose="020B0502040204020203" charset="-122"/>
                <a:cs typeface="+mn-cs"/>
              </a:rPr>
              <a:t>个整数</a:t>
            </a:r>
            <a:r>
              <a:rPr lang="en-US" altLang="zh-CN" sz="1800" strike="noStrike" noProof="1">
                <a:latin typeface="微软雅黑 Light" panose="020B0502040204020203" charset="-122"/>
                <a:ea typeface="微软雅黑 Light" panose="020B0502040204020203" charset="-122"/>
                <a:cs typeface="+mn-cs"/>
              </a:rPr>
              <a:t>:”, n);</a:t>
            </a:r>
            <a:endParaRPr lang="en-US" altLang="zh-CN" sz="1800" strike="noStrike" noProof="1">
              <a:latin typeface="微软雅黑 Light" panose="020B0502040204020203" charset="-122"/>
              <a:ea typeface="微软雅黑 Light" panose="020B0502040204020203" charset="-122"/>
            </a:endParaRPr>
          </a:p>
          <a:p>
            <a:pPr lvl="1" indent="0" algn="l" fontAlgn="base">
              <a:lnSpc>
                <a:spcPct val="100000"/>
              </a:lnSpc>
            </a:pPr>
            <a:r>
              <a:rPr lang="en-US" altLang="zh-CN" sz="1800" strike="noStrike" noProof="1">
                <a:latin typeface="微软雅黑 Light" panose="020B0502040204020203" charset="-122"/>
                <a:ea typeface="微软雅黑 Light" panose="020B0502040204020203" charset="-122"/>
                <a:cs typeface="+mn-cs"/>
              </a:rPr>
              <a:t>    for( i=0;  i&lt;n;  i++)</a:t>
            </a:r>
            <a:endParaRPr lang="en-US" altLang="zh-CN" sz="1800" strike="noStrike" noProof="1">
              <a:latin typeface="微软雅黑 Light" panose="020B0502040204020203" charset="-122"/>
              <a:ea typeface="微软雅黑 Light" panose="020B0502040204020203" charset="-122"/>
            </a:endParaRPr>
          </a:p>
          <a:p>
            <a:pPr lvl="1" indent="0" algn="l" fontAlgn="base">
              <a:lnSpc>
                <a:spcPct val="100000"/>
              </a:lnSpc>
            </a:pPr>
            <a:r>
              <a:rPr lang="en-US" altLang="zh-CN" sz="1800" strike="noStrike" noProof="1">
                <a:latin typeface="微软雅黑 Light" panose="020B0502040204020203" charset="-122"/>
                <a:ea typeface="微软雅黑 Light" panose="020B0502040204020203" charset="-122"/>
                <a:cs typeface="+mn-cs"/>
              </a:rPr>
              <a:t>       scanf(“%d”, &amp;a[i]);</a:t>
            </a:r>
            <a:endParaRPr lang="en-US" altLang="zh-CN" sz="1800" strike="noStrike" noProof="1">
              <a:latin typeface="微软雅黑 Light" panose="020B0502040204020203" charset="-122"/>
              <a:ea typeface="微软雅黑 Light" panose="020B0502040204020203" charset="-122"/>
            </a:endParaRPr>
          </a:p>
          <a:p>
            <a:pPr lvl="1" indent="0" algn="l" fontAlgn="base">
              <a:lnSpc>
                <a:spcPct val="100000"/>
              </a:lnSpc>
            </a:pPr>
            <a:r>
              <a:rPr lang="en-US" altLang="zh-CN" sz="1800" strike="noStrike" noProof="1">
                <a:latin typeface="微软雅黑 Light" panose="020B0502040204020203" charset="-122"/>
                <a:ea typeface="微软雅黑 Light" panose="020B0502040204020203" charset="-122"/>
                <a:cs typeface="+mn-cs"/>
              </a:rPr>
              <a:t>   for( i=0;  i&lt;n/2; i++)</a:t>
            </a:r>
            <a:endParaRPr lang="en-US" altLang="zh-CN" sz="1800" strike="noStrike" noProof="1">
              <a:latin typeface="微软雅黑 Light" panose="020B0502040204020203" charset="-122"/>
              <a:ea typeface="微软雅黑 Light" panose="020B0502040204020203" charset="-122"/>
            </a:endParaRPr>
          </a:p>
          <a:p>
            <a:pPr marL="0" lvl="1" indent="0" algn="l" fontAlgn="base">
              <a:lnSpc>
                <a:spcPct val="100000"/>
              </a:lnSpc>
            </a:pPr>
            <a:r>
              <a:rPr lang="en-US" altLang="zh-CN" sz="1800" strike="noStrike" noProof="1">
                <a:latin typeface="微软雅黑 Light" panose="020B0502040204020203" charset="-122"/>
                <a:ea typeface="微软雅黑 Light" panose="020B0502040204020203" charset="-122"/>
                <a:cs typeface="+mn-cs"/>
              </a:rPr>
              <a:t>            {    t=a[i];</a:t>
            </a:r>
            <a:r>
              <a:rPr lang="en-US" altLang="zh-CN" sz="1800" strike="noStrike" noProof="1">
                <a:latin typeface="微软雅黑 Light" panose="020B0502040204020203" charset="-122"/>
                <a:ea typeface="微软雅黑 Light" panose="020B0502040204020203" charset="-122"/>
                <a:cs typeface="+mn-cs"/>
                <a:sym typeface="+mn-ea"/>
              </a:rPr>
              <a:t>   a[i]=a[n-1-i];   a[n-1-i]=t;  }</a:t>
            </a:r>
            <a:r>
              <a:rPr lang="en-US" altLang="zh-CN" sz="1800" strike="noStrike" noProof="1">
                <a:latin typeface="微软雅黑 Light" panose="020B0502040204020203" charset="-122"/>
                <a:ea typeface="微软雅黑 Light" panose="020B0502040204020203" charset="-122"/>
                <a:cs typeface="+mn-cs"/>
              </a:rPr>
              <a:t>    </a:t>
            </a:r>
            <a:endParaRPr lang="en-US" altLang="zh-CN" sz="1800" strike="noStrike" noProof="1">
              <a:latin typeface="微软雅黑 Light" panose="020B0502040204020203" charset="-122"/>
              <a:ea typeface="微软雅黑 Light" panose="020B0502040204020203" charset="-122"/>
            </a:endParaRPr>
          </a:p>
          <a:p>
            <a:pPr lvl="1" indent="0" algn="l" fontAlgn="base">
              <a:lnSpc>
                <a:spcPct val="100000"/>
              </a:lnSpc>
            </a:pPr>
            <a:r>
              <a:rPr lang="en-US" altLang="zh-CN" sz="1800" strike="noStrike" noProof="1">
                <a:latin typeface="微软雅黑 Light" panose="020B0502040204020203" charset="-122"/>
                <a:ea typeface="微软雅黑 Light" panose="020B0502040204020203" charset="-122"/>
                <a:cs typeface="+mn-cs"/>
              </a:rPr>
              <a:t>   printf(“</a:t>
            </a:r>
            <a:r>
              <a:rPr lang="zh-CN" altLang="en-US" sz="1800" strike="noStrike" noProof="1">
                <a:latin typeface="微软雅黑 Light" panose="020B0502040204020203" charset="-122"/>
                <a:ea typeface="微软雅黑 Light" panose="020B0502040204020203" charset="-122"/>
                <a:cs typeface="+mn-cs"/>
              </a:rPr>
              <a:t>逆序存放后：</a:t>
            </a:r>
            <a:r>
              <a:rPr lang="en-US" altLang="zh-CN" sz="1800" strike="noStrike" noProof="1">
                <a:latin typeface="微软雅黑 Light" panose="020B0502040204020203" charset="-122"/>
                <a:ea typeface="微软雅黑 Light" panose="020B0502040204020203" charset="-122"/>
                <a:cs typeface="+mn-cs"/>
              </a:rPr>
              <a:t>”);</a:t>
            </a:r>
            <a:endParaRPr lang="en-US" altLang="zh-CN" sz="1800" strike="noStrike" noProof="1">
              <a:latin typeface="微软雅黑 Light" panose="020B0502040204020203" charset="-122"/>
              <a:ea typeface="微软雅黑 Light" panose="020B0502040204020203" charset="-122"/>
            </a:endParaRPr>
          </a:p>
          <a:p>
            <a:pPr lvl="1" indent="0" algn="l" fontAlgn="base">
              <a:lnSpc>
                <a:spcPct val="100000"/>
              </a:lnSpc>
            </a:pPr>
            <a:r>
              <a:rPr lang="en-US" altLang="zh-CN" sz="1800" strike="noStrike" noProof="1">
                <a:latin typeface="微软雅黑 Light" panose="020B0502040204020203" charset="-122"/>
                <a:ea typeface="微软雅黑 Light" panose="020B0502040204020203" charset="-122"/>
                <a:cs typeface="+mn-cs"/>
              </a:rPr>
              <a:t>   for( i=0; i&lt;n; i++)</a:t>
            </a:r>
            <a:endParaRPr lang="en-US" altLang="zh-CN" sz="1800" strike="noStrike" noProof="1">
              <a:latin typeface="微软雅黑 Light" panose="020B0502040204020203" charset="-122"/>
              <a:ea typeface="微软雅黑 Light" panose="020B0502040204020203" charset="-122"/>
            </a:endParaRPr>
          </a:p>
          <a:p>
            <a:pPr lvl="1" indent="0" algn="l" fontAlgn="base">
              <a:lnSpc>
                <a:spcPct val="100000"/>
              </a:lnSpc>
            </a:pPr>
            <a:r>
              <a:rPr lang="en-US" altLang="zh-CN" sz="1800" strike="noStrike" noProof="1">
                <a:latin typeface="微软雅黑 Light" panose="020B0502040204020203" charset="-122"/>
                <a:ea typeface="微软雅黑 Light" panose="020B0502040204020203" charset="-122"/>
                <a:cs typeface="+mn-cs"/>
              </a:rPr>
              <a:t>      printf(“%3d”, a[i]);</a:t>
            </a:r>
            <a:endParaRPr lang="en-US" altLang="zh-CN" sz="1800" strike="noStrike" noProof="1">
              <a:latin typeface="微软雅黑 Light" panose="020B0502040204020203" charset="-122"/>
              <a:ea typeface="微软雅黑 Light" panose="020B0502040204020203" charset="-122"/>
            </a:endParaRPr>
          </a:p>
          <a:p>
            <a:pPr lvl="1" indent="0" algn="l" fontAlgn="base">
              <a:lnSpc>
                <a:spcPct val="100000"/>
              </a:lnSpc>
            </a:pPr>
            <a:r>
              <a:rPr lang="en-US" altLang="zh-CN" sz="1800" strike="noStrike" noProof="1">
                <a:latin typeface="微软雅黑 Light" panose="020B0502040204020203" charset="-122"/>
                <a:ea typeface="微软雅黑 Light" panose="020B0502040204020203" charset="-122"/>
                <a:cs typeface="+mn-cs"/>
              </a:rPr>
              <a:t>   printf(“\n”);</a:t>
            </a:r>
            <a:endParaRPr lang="en-US" altLang="zh-CN" sz="1800" strike="noStrike" noProof="1">
              <a:latin typeface="微软雅黑 Light" panose="020B0502040204020203" charset="-122"/>
              <a:ea typeface="微软雅黑 Light" panose="020B0502040204020203" charset="-122"/>
            </a:endParaRPr>
          </a:p>
          <a:p>
            <a:pPr lvl="1" indent="0" algn="l" fontAlgn="base">
              <a:lnSpc>
                <a:spcPct val="100000"/>
              </a:lnSpc>
            </a:pPr>
            <a:r>
              <a:rPr lang="en-US" altLang="zh-CN" sz="1800" strike="noStrike" noProof="1">
                <a:latin typeface="微软雅黑 Light" panose="020B0502040204020203" charset="-122"/>
                <a:ea typeface="微软雅黑 Light" panose="020B0502040204020203" charset="-122"/>
                <a:cs typeface="+mn-cs"/>
              </a:rPr>
              <a:t>   return 0;</a:t>
            </a:r>
            <a:endParaRPr lang="en-US" altLang="zh-CN" sz="1800" strike="noStrike" noProof="1">
              <a:latin typeface="微软雅黑 Light" panose="020B0502040204020203" charset="-122"/>
              <a:ea typeface="微软雅黑 Light" panose="020B0502040204020203" charset="-122"/>
            </a:endParaRPr>
          </a:p>
          <a:p>
            <a:pPr lvl="1" indent="0" algn="l" fontAlgn="base">
              <a:lnSpc>
                <a:spcPct val="100000"/>
              </a:lnSpc>
            </a:pPr>
            <a:r>
              <a:rPr lang="en-US" altLang="zh-CN" sz="1800" strike="noStrike" noProof="1">
                <a:latin typeface="微软雅黑 Light" panose="020B0502040204020203" charset="-122"/>
                <a:ea typeface="微软雅黑 Light" panose="020B0502040204020203" charset="-122"/>
                <a:cs typeface="+mn-cs"/>
              </a:rPr>
              <a:t> }</a:t>
            </a:r>
            <a:endParaRPr lang="en-US" altLang="zh-CN" sz="1800" strike="noStrike" noProof="1">
              <a:latin typeface="微软雅黑 Light" panose="020B0502040204020203" charset="-122"/>
              <a:ea typeface="微软雅黑 Light" panose="020B0502040204020203" charset="-122"/>
            </a:endParaRPr>
          </a:p>
        </p:txBody>
      </p:sp>
      <p:sp>
        <p:nvSpPr>
          <p:cNvPr id="464899" name="标题 32776"/>
          <p:cNvSpPr>
            <a:spLocks noGrp="1"/>
          </p:cNvSpPr>
          <p:nvPr>
            <p:ph type="title" idx="4294967295"/>
          </p:nvPr>
        </p:nvSpPr>
        <p:spPr>
          <a:xfrm>
            <a:off x="2028825" y="474663"/>
            <a:ext cx="8555038" cy="1143000"/>
          </a:xfrm>
          <a:prstGeom prst="rect">
            <a:avLst/>
          </a:prstGeom>
          <a:noFill/>
          <a:ln w="9525">
            <a:noFill/>
          </a:ln>
        </p:spPr>
        <p:txBody>
          <a:bodyPr anchor="b" anchorCtr="0"/>
          <a:p>
            <a:pPr>
              <a:lnSpc>
                <a:spcPct val="150000"/>
              </a:lnSpc>
            </a:pPr>
            <a:r>
              <a:rPr lang="zh-CN" altLang="en-US" sz="2000" dirty="0">
                <a:latin typeface="微软雅黑 Light" panose="020B0502040204020203" charset="-122"/>
                <a:ea typeface="微软雅黑 Light" panose="020B0502040204020203" charset="-122"/>
              </a:rPr>
              <a:t>例</a:t>
            </a:r>
            <a:r>
              <a:rPr lang="en-US" altLang="zh-CN" sz="2000" dirty="0">
                <a:latin typeface="微软雅黑 Light" panose="020B0502040204020203" charset="-122"/>
                <a:ea typeface="微软雅黑 Light" panose="020B0502040204020203" charset="-122"/>
              </a:rPr>
              <a:t>1</a:t>
            </a:r>
            <a:r>
              <a:rPr lang="zh-CN" altLang="en-US" sz="2000" dirty="0">
                <a:latin typeface="微软雅黑 Light" panose="020B0502040204020203" charset="-122"/>
                <a:ea typeface="微软雅黑 Light" panose="020B0502040204020203" charset="-122"/>
              </a:rPr>
              <a:t>：编写程序，输入一个正整数</a:t>
            </a:r>
            <a:r>
              <a:rPr lang="en-US" altLang="zh-CN" sz="2000" dirty="0">
                <a:latin typeface="微软雅黑 Light" panose="020B0502040204020203" charset="-122"/>
                <a:ea typeface="微软雅黑 Light" panose="020B0502040204020203" charset="-122"/>
              </a:rPr>
              <a:t>n(1&lt;n&lt;=10)</a:t>
            </a:r>
            <a:r>
              <a:rPr lang="zh-CN" altLang="en-US" sz="2000" dirty="0">
                <a:latin typeface="微软雅黑 Light" panose="020B0502040204020203" charset="-122"/>
                <a:ea typeface="微软雅黑 Light" panose="020B0502040204020203" charset="-122"/>
              </a:rPr>
              <a:t>，再输入</a:t>
            </a:r>
            <a:r>
              <a:rPr lang="en-US" altLang="zh-CN" sz="2000" dirty="0">
                <a:latin typeface="微软雅黑 Light" panose="020B0502040204020203" charset="-122"/>
                <a:ea typeface="微软雅黑 Light" panose="020B0502040204020203" charset="-122"/>
              </a:rPr>
              <a:t>n</a:t>
            </a:r>
            <a:r>
              <a:rPr lang="zh-CN" altLang="en-US" sz="2000" dirty="0">
                <a:latin typeface="微软雅黑 Light" panose="020B0502040204020203" charset="-122"/>
                <a:ea typeface="微软雅黑 Light" panose="020B0502040204020203" charset="-122"/>
              </a:rPr>
              <a:t>个整数，将这</a:t>
            </a:r>
            <a:r>
              <a:rPr lang="en-US" altLang="zh-CN" sz="2000" dirty="0">
                <a:latin typeface="微软雅黑 Light" panose="020B0502040204020203" charset="-122"/>
                <a:ea typeface="微软雅黑 Light" panose="020B0502040204020203" charset="-122"/>
              </a:rPr>
              <a:t>n</a:t>
            </a:r>
            <a:r>
              <a:rPr lang="zh-CN" altLang="en-US" sz="2000" dirty="0">
                <a:latin typeface="微软雅黑 Light" panose="020B0502040204020203" charset="-122"/>
                <a:ea typeface="微软雅黑 Light" panose="020B0502040204020203" charset="-122"/>
              </a:rPr>
              <a:t>个整数逆序存放并输出。</a:t>
            </a:r>
            <a:endParaRPr lang="zh-CN" altLang="en-US" sz="2000" dirty="0">
              <a:latin typeface="微软雅黑 Light" panose="020B0502040204020203" charset="-122"/>
              <a:ea typeface="微软雅黑 Light" panose="020B0502040204020203" charset="-122"/>
            </a:endParaRPr>
          </a:p>
        </p:txBody>
      </p:sp>
      <p:grpSp>
        <p:nvGrpSpPr>
          <p:cNvPr id="464900" name="组合 32779"/>
          <p:cNvGrpSpPr/>
          <p:nvPr/>
        </p:nvGrpSpPr>
        <p:grpSpPr>
          <a:xfrm>
            <a:off x="9372600" y="6057900"/>
            <a:ext cx="1047750" cy="514350"/>
            <a:chOff x="4944" y="3816"/>
            <a:chExt cx="660" cy="324"/>
          </a:xfrm>
        </p:grpSpPr>
        <p:sp>
          <p:nvSpPr>
            <p:cNvPr id="464901" name="圆角矩形 32780">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464902" name="组合 32781"/>
            <p:cNvGrpSpPr/>
            <p:nvPr/>
          </p:nvGrpSpPr>
          <p:grpSpPr>
            <a:xfrm>
              <a:off x="5034" y="3846"/>
              <a:ext cx="450" cy="240"/>
              <a:chOff x="4530" y="3822"/>
              <a:chExt cx="450" cy="240"/>
            </a:xfrm>
          </p:grpSpPr>
          <p:sp>
            <p:nvSpPr>
              <p:cNvPr id="464903" name="任意多边形 32782">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464904" name="椭圆 32783"/>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464905" name="椭圆 32784"/>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464906"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32772">
                                            <p:txEl>
                                              <p:charRg st="0" end="1"/>
                                            </p:txEl>
                                          </p:spTgt>
                                        </p:tgtEl>
                                        <p:attrNameLst>
                                          <p:attrName>style.visibility</p:attrName>
                                        </p:attrNameLst>
                                      </p:cBhvr>
                                      <p:to>
                                        <p:strVal val="visible"/>
                                      </p:to>
                                    </p:set>
                                    <p:anim calcmode="lin" valueType="num">
                                      <p:cBhvr>
                                        <p:cTn id="7" dur="500" fill="hold"/>
                                        <p:tgtEl>
                                          <p:spTgt spid="32772">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32772">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32774"/>
                                        </p:tgtEl>
                                        <p:attrNameLst>
                                          <p:attrName>style.visibility</p:attrName>
                                        </p:attrNameLst>
                                      </p:cBhvr>
                                      <p:to>
                                        <p:strVal val="visible"/>
                                      </p:to>
                                    </p:set>
                                    <p:animEffect transition="in" filter="box(out)">
                                      <p:cBhvr>
                                        <p:cTn id="13" dur="500"/>
                                        <p:tgtEl>
                                          <p:spTgt spid="32774"/>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build="p"/>
      <p:bldP spid="32774" grpId="0" bldLvl="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2" name="文本框 32771"/>
          <p:cNvSpPr txBox="1"/>
          <p:nvPr/>
        </p:nvSpPr>
        <p:spPr>
          <a:xfrm>
            <a:off x="2381250" y="722313"/>
            <a:ext cx="309563" cy="368300"/>
          </a:xfrm>
          <a:prstGeom prst="rect">
            <a:avLst/>
          </a:prstGeom>
          <a:noFill/>
          <a:ln w="9525">
            <a:noFill/>
          </a:ln>
        </p:spPr>
        <p:txBody>
          <a:bodyPr wrap="none" anchor="t" anchorCtr="0">
            <a:spAutoFit/>
          </a:bodyPr>
          <a:p>
            <a:endParaRPr lang="zh-CN" altLang="zh-CN" dirty="0">
              <a:latin typeface="Times New Roman" panose="02020603050405020304" pitchFamily="18" charset="0"/>
              <a:ea typeface="宋体" panose="02010600030101010101" pitchFamily="2" charset="-122"/>
            </a:endParaRPr>
          </a:p>
        </p:txBody>
      </p:sp>
      <p:sp>
        <p:nvSpPr>
          <p:cNvPr id="32774" name="文本框 32773"/>
          <p:cNvSpPr txBox="1"/>
          <p:nvPr/>
        </p:nvSpPr>
        <p:spPr>
          <a:xfrm>
            <a:off x="1955800" y="2135188"/>
            <a:ext cx="7959725" cy="3970337"/>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00000"/>
              </a:lnSpc>
            </a:pPr>
            <a:r>
              <a:rPr lang="en-US" altLang="zh-CN" sz="1800">
                <a:latin typeface="微软雅黑 Light" panose="020B0502040204020203" charset="-122"/>
                <a:ea typeface="微软雅黑 Light" panose="020B0502040204020203" charset="-122"/>
              </a:rPr>
              <a:t>#include&lt;stdio.h&gt;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int main()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int  f[21],  i;</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f[1]=1;</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f[2]=1;</a:t>
            </a:r>
            <a:endParaRPr lang="en-US" altLang="zh-CN" sz="1800">
              <a:latin typeface="微软雅黑 Light" panose="020B0502040204020203" charset="-122"/>
              <a:ea typeface="微软雅黑 Light" panose="020B0502040204020203" charset="-122"/>
            </a:endParaRPr>
          </a:p>
          <a:p>
            <a:pPr lvl="1" indent="0" algn="l">
              <a:lnSpc>
                <a:spcPct val="100000"/>
              </a:lnSpc>
            </a:pPr>
            <a:r>
              <a:rPr lang="zh-CN" altLang="en-US" sz="1800">
                <a:latin typeface="微软雅黑 Light" panose="020B0502040204020203" charset="-122"/>
                <a:ea typeface="微软雅黑 Light" panose="020B0502040204020203" charset="-122"/>
              </a:rPr>
              <a:t>    </a:t>
            </a:r>
            <a:r>
              <a:rPr lang="en-US" altLang="zh-CN" sz="1800">
                <a:latin typeface="微软雅黑 Light" panose="020B0502040204020203" charset="-122"/>
                <a:ea typeface="微软雅黑 Light" panose="020B0502040204020203" charset="-122"/>
              </a:rPr>
              <a:t>for(i=3; i&lt;21; i++)</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f[i] = f[i-1]+f[i-2]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for(i=1;  i&lt;21;  i++)</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   printf(“%-8d”,f[i]);</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if(i%d==0)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return 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p:txBody>
      </p:sp>
      <p:sp>
        <p:nvSpPr>
          <p:cNvPr id="465923" name="标题 32776"/>
          <p:cNvSpPr>
            <a:spLocks noGrp="1"/>
          </p:cNvSpPr>
          <p:nvPr>
            <p:ph type="title" idx="4294967295"/>
          </p:nvPr>
        </p:nvSpPr>
        <p:spPr>
          <a:xfrm>
            <a:off x="1955800" y="476250"/>
            <a:ext cx="8555038" cy="1377950"/>
          </a:xfrm>
          <a:prstGeom prst="rect">
            <a:avLst/>
          </a:prstGeom>
          <a:noFill/>
          <a:ln w="9525">
            <a:noFill/>
          </a:ln>
        </p:spPr>
        <p:txBody>
          <a:bodyPr anchor="b" anchorCtr="0"/>
          <a:p>
            <a:pPr>
              <a:lnSpc>
                <a:spcPct val="100000"/>
              </a:lnSpc>
            </a:pPr>
            <a:r>
              <a:rPr lang="zh-CN" altLang="en-US" sz="2000" dirty="0">
                <a:latin typeface="微软雅黑 Light" panose="020B0502040204020203" charset="-122"/>
                <a:ea typeface="微软雅黑 Light" panose="020B0502040204020203" charset="-122"/>
              </a:rPr>
              <a:t>例</a:t>
            </a:r>
            <a:r>
              <a:rPr lang="en-US" altLang="zh-CN" sz="2000" dirty="0">
                <a:latin typeface="微软雅黑 Light" panose="020B0502040204020203" charset="-122"/>
                <a:ea typeface="微软雅黑 Light" panose="020B0502040204020203" charset="-122"/>
              </a:rPr>
              <a:t>2</a:t>
            </a:r>
            <a:r>
              <a:rPr lang="zh-CN" altLang="en-US" sz="2000" dirty="0">
                <a:latin typeface="微软雅黑 Light" panose="020B0502040204020203" charset="-122"/>
                <a:ea typeface="微软雅黑 Light" panose="020B0502040204020203" charset="-122"/>
              </a:rPr>
              <a:t>：递推法。输出斐波拉契数列的前</a:t>
            </a:r>
            <a:r>
              <a:rPr lang="en-US" altLang="zh-CN" sz="2000" dirty="0">
                <a:latin typeface="微软雅黑 Light" panose="020B0502040204020203" charset="-122"/>
                <a:ea typeface="微软雅黑 Light" panose="020B0502040204020203" charset="-122"/>
              </a:rPr>
              <a:t>20</a:t>
            </a:r>
            <a:r>
              <a:rPr lang="zh-CN" altLang="en-US" sz="2000" dirty="0">
                <a:latin typeface="微软雅黑 Light" panose="020B0502040204020203" charset="-122"/>
                <a:ea typeface="微软雅黑 Light" panose="020B0502040204020203" charset="-122"/>
              </a:rPr>
              <a:t>项。斐波拉契数列的递推公式如下：</a:t>
            </a:r>
            <a:br>
              <a:rPr lang="zh-CN" altLang="en-US" sz="2000" dirty="0">
                <a:latin typeface="微软雅黑 Light" panose="020B0502040204020203" charset="-122"/>
                <a:ea typeface="微软雅黑 Light" panose="020B0502040204020203" charset="-122"/>
              </a:rPr>
            </a:br>
            <a:br>
              <a:rPr lang="zh-CN" altLang="en-US" sz="2000" dirty="0">
                <a:latin typeface="微软雅黑 Light" panose="020B0502040204020203" charset="-122"/>
                <a:ea typeface="微软雅黑 Light" panose="020B0502040204020203" charset="-122"/>
              </a:rPr>
            </a:br>
            <a:r>
              <a:rPr lang="zh-CN" altLang="en-US" sz="2000" dirty="0">
                <a:latin typeface="微软雅黑 Light" panose="020B0502040204020203" charset="-122"/>
                <a:ea typeface="微软雅黑 Light" panose="020B0502040204020203" charset="-122"/>
              </a:rPr>
              <a:t>f</a:t>
            </a:r>
            <a:r>
              <a:rPr lang="en-US" altLang="zh-CN" sz="2000" dirty="0">
                <a:latin typeface="微软雅黑 Light" panose="020B0502040204020203" charset="-122"/>
                <a:ea typeface="微软雅黑 Light" panose="020B0502040204020203" charset="-122"/>
              </a:rPr>
              <a:t>(n) =</a:t>
            </a:r>
            <a:endParaRPr lang="en-US" altLang="zh-CN" sz="2000" dirty="0">
              <a:latin typeface="微软雅黑 Light" panose="020B0502040204020203" charset="-122"/>
              <a:ea typeface="微软雅黑 Light" panose="020B0502040204020203" charset="-122"/>
            </a:endParaRPr>
          </a:p>
        </p:txBody>
      </p:sp>
      <p:grpSp>
        <p:nvGrpSpPr>
          <p:cNvPr id="465924" name="组合 32779"/>
          <p:cNvGrpSpPr/>
          <p:nvPr/>
        </p:nvGrpSpPr>
        <p:grpSpPr>
          <a:xfrm>
            <a:off x="9372600" y="6057900"/>
            <a:ext cx="1047750" cy="514350"/>
            <a:chOff x="4944" y="3816"/>
            <a:chExt cx="660" cy="324"/>
          </a:xfrm>
        </p:grpSpPr>
        <p:sp>
          <p:nvSpPr>
            <p:cNvPr id="465925" name="圆角矩形 32780">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465926" name="组合 32781"/>
            <p:cNvGrpSpPr/>
            <p:nvPr/>
          </p:nvGrpSpPr>
          <p:grpSpPr>
            <a:xfrm>
              <a:off x="5034" y="3846"/>
              <a:ext cx="450" cy="240"/>
              <a:chOff x="4530" y="3822"/>
              <a:chExt cx="450" cy="240"/>
            </a:xfrm>
          </p:grpSpPr>
          <p:sp>
            <p:nvSpPr>
              <p:cNvPr id="465927" name="任意多边形 32782">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465928" name="椭圆 32783"/>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465929" name="椭圆 32784"/>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465930"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graphicFrame>
        <p:nvGraphicFramePr>
          <p:cNvPr id="465931" name="对象 1">
            <a:hlinkClick r:id="" action="ppaction://ole?verb="/>
          </p:cNvPr>
          <p:cNvGraphicFramePr>
            <a:graphicFrameLocks noChangeAspect="1"/>
          </p:cNvGraphicFramePr>
          <p:nvPr/>
        </p:nvGraphicFramePr>
        <p:xfrm>
          <a:off x="2690813" y="1100138"/>
          <a:ext cx="1655762" cy="955675"/>
        </p:xfrm>
        <a:graphic>
          <a:graphicData uri="http://schemas.openxmlformats.org/presentationml/2006/ole">
            <mc:AlternateContent xmlns:mc="http://schemas.openxmlformats.org/markup-compatibility/2006">
              <mc:Choice xmlns:v="urn:schemas-microsoft-com:vml" Requires="v">
                <p:oleObj spid="_x0000_s3076" name="" r:id="rId2" imgW="1231265" imgH="711200" progId="Equation.KSEE3">
                  <p:embed/>
                </p:oleObj>
              </mc:Choice>
              <mc:Fallback>
                <p:oleObj name="" r:id="rId2" imgW="1231265" imgH="711200" progId="Equation.KSEE3">
                  <p:embed/>
                  <p:pic>
                    <p:nvPicPr>
                      <p:cNvPr id="0" name="图片 3075"/>
                      <p:cNvPicPr/>
                      <p:nvPr/>
                    </p:nvPicPr>
                    <p:blipFill>
                      <a:blip r:embed="rId3"/>
                      <a:stretch>
                        <a:fillRect/>
                      </a:stretch>
                    </p:blipFill>
                    <p:spPr>
                      <a:xfrm>
                        <a:off x="2690813" y="1100138"/>
                        <a:ext cx="1655762" cy="955675"/>
                      </a:xfrm>
                      <a:prstGeom prst="rect">
                        <a:avLst/>
                      </a:prstGeom>
                      <a:noFill/>
                      <a:ln w="38100">
                        <a:noFill/>
                        <a:miter/>
                      </a:ln>
                    </p:spPr>
                  </p:pic>
                </p:oleObj>
              </mc:Fallback>
            </mc:AlternateContent>
          </a:graphicData>
        </a:graphic>
      </p:graphicFrame>
      <p:sp>
        <p:nvSpPr>
          <p:cNvPr id="465932" name="文本框 2"/>
          <p:cNvSpPr txBox="1"/>
          <p:nvPr/>
        </p:nvSpPr>
        <p:spPr>
          <a:xfrm>
            <a:off x="4533900" y="1087438"/>
            <a:ext cx="736600" cy="368300"/>
          </a:xfrm>
          <a:prstGeom prst="rect">
            <a:avLst/>
          </a:prstGeom>
          <a:noFill/>
          <a:ln w="12700">
            <a:noFill/>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p:spPr>
        <p:txBody>
          <a:bodyPr wrap="square" anchor="ctr" anchorCtr="0">
            <a:spAutoFit/>
            <a:flatTx/>
          </a:bodyPr>
          <a:p>
            <a:pPr algn="ctr"/>
            <a:r>
              <a:rPr lang="en-US" altLang="zh-CN" dirty="0">
                <a:latin typeface="Times New Roman" panose="02020603050405020304" pitchFamily="18" charset="0"/>
                <a:ea typeface="宋体" panose="02010600030101010101" pitchFamily="2" charset="-122"/>
              </a:rPr>
              <a:t>n=1</a:t>
            </a:r>
            <a:endParaRPr lang="en-US" altLang="zh-CN" dirty="0">
              <a:latin typeface="Times New Roman" panose="02020603050405020304" pitchFamily="18" charset="0"/>
              <a:ea typeface="宋体" panose="02010600030101010101" pitchFamily="2" charset="-122"/>
            </a:endParaRPr>
          </a:p>
        </p:txBody>
      </p:sp>
      <p:sp>
        <p:nvSpPr>
          <p:cNvPr id="465933" name="文本框 3"/>
          <p:cNvSpPr txBox="1"/>
          <p:nvPr/>
        </p:nvSpPr>
        <p:spPr>
          <a:xfrm>
            <a:off x="4533900" y="1354138"/>
            <a:ext cx="736600" cy="368300"/>
          </a:xfrm>
          <a:prstGeom prst="rect">
            <a:avLst/>
          </a:prstGeom>
          <a:noFill/>
          <a:ln w="12700">
            <a:noFill/>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p:spPr>
        <p:txBody>
          <a:bodyPr wrap="square" anchor="ctr" anchorCtr="0">
            <a:spAutoFit/>
            <a:flatTx/>
          </a:bodyPr>
          <a:p>
            <a:pPr algn="ctr"/>
            <a:r>
              <a:rPr lang="en-US" altLang="zh-CN" dirty="0">
                <a:latin typeface="Times New Roman" panose="02020603050405020304" pitchFamily="18" charset="0"/>
                <a:ea typeface="宋体" panose="02010600030101010101" pitchFamily="2" charset="-122"/>
              </a:rPr>
              <a:t>n=2</a:t>
            </a:r>
            <a:endParaRPr lang="en-US" altLang="zh-CN" dirty="0">
              <a:latin typeface="Times New Roman" panose="02020603050405020304" pitchFamily="18" charset="0"/>
              <a:ea typeface="宋体" panose="02010600030101010101" pitchFamily="2" charset="-122"/>
            </a:endParaRPr>
          </a:p>
        </p:txBody>
      </p:sp>
      <p:sp>
        <p:nvSpPr>
          <p:cNvPr id="465934" name="文本框 4"/>
          <p:cNvSpPr txBox="1"/>
          <p:nvPr/>
        </p:nvSpPr>
        <p:spPr>
          <a:xfrm>
            <a:off x="4600575" y="1674813"/>
            <a:ext cx="736600" cy="368300"/>
          </a:xfrm>
          <a:prstGeom prst="rect">
            <a:avLst/>
          </a:prstGeom>
          <a:noFill/>
          <a:ln w="12700">
            <a:noFill/>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p:spPr>
        <p:txBody>
          <a:bodyPr wrap="square" anchor="ctr" anchorCtr="0">
            <a:spAutoFit/>
            <a:flatTx/>
          </a:bodyPr>
          <a:p>
            <a:pPr algn="ctr"/>
            <a:r>
              <a:rPr lang="en-US" altLang="zh-CN" dirty="0">
                <a:latin typeface="Times New Roman" panose="02020603050405020304" pitchFamily="18" charset="0"/>
                <a:ea typeface="宋体" panose="02010600030101010101" pitchFamily="2" charset="-122"/>
              </a:rPr>
              <a:t>n&gt;=3</a:t>
            </a:r>
            <a:endParaRPr lang="en-US" altLang="zh-CN" dirty="0">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32772">
                                            <p:txEl>
                                              <p:charRg st="0" end="1"/>
                                            </p:txEl>
                                          </p:spTgt>
                                        </p:tgtEl>
                                        <p:attrNameLst>
                                          <p:attrName>style.visibility</p:attrName>
                                        </p:attrNameLst>
                                      </p:cBhvr>
                                      <p:to>
                                        <p:strVal val="visible"/>
                                      </p:to>
                                    </p:set>
                                    <p:anim calcmode="lin" valueType="num">
                                      <p:cBhvr>
                                        <p:cTn id="7" dur="500" fill="hold"/>
                                        <p:tgtEl>
                                          <p:spTgt spid="32772">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32772">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4"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32774"/>
                                        </p:tgtEl>
                                        <p:attrNameLst>
                                          <p:attrName>style.visibility</p:attrName>
                                        </p:attrNameLst>
                                      </p:cBhvr>
                                      <p:to>
                                        <p:strVal val="visible"/>
                                      </p:to>
                                    </p:set>
                                    <p:animEffect transition="in" filter="box(out)">
                                      <p:cBhvr>
                                        <p:cTn id="13" dur="500"/>
                                        <p:tgtEl>
                                          <p:spTgt spid="32774"/>
                                        </p:tgtEl>
                                      </p:cBhvr>
                                    </p:animEffect>
                                  </p:childTnLst>
                                  <p:subTnLst>
                                    <p:audio>
                                      <p:cMediaNode>
                                        <p:cTn display="0" masterRel="sameClick">
                                          <p:stCondLst>
                                            <p:cond evt="begin" delay="0">
                                              <p:tn val="11"/>
                                            </p:cond>
                                          </p:stCondLst>
                                          <p:endCondLst>
                                            <p:cond evt="onStopAudio" delay="0">
                                              <p:tgtEl>
                                                <p:sldTgt/>
                                              </p:tgtEl>
                                            </p:cond>
                                          </p:endCondLst>
                                        </p:cTn>
                                        <p:tgtEl>
                                          <p:sndTgt r:embed="rId5"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build="p"/>
      <p:bldP spid="32774" grpId="0" bldLvl="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2" name="文本框 32771"/>
          <p:cNvSpPr txBox="1"/>
          <p:nvPr/>
        </p:nvSpPr>
        <p:spPr>
          <a:xfrm>
            <a:off x="2381250" y="722313"/>
            <a:ext cx="309563" cy="368300"/>
          </a:xfrm>
          <a:prstGeom prst="rect">
            <a:avLst/>
          </a:prstGeom>
          <a:noFill/>
          <a:ln w="9525">
            <a:noFill/>
          </a:ln>
        </p:spPr>
        <p:txBody>
          <a:bodyPr wrap="none" anchor="t" anchorCtr="0">
            <a:spAutoFit/>
          </a:bodyPr>
          <a:p>
            <a:endParaRPr lang="zh-CN" altLang="zh-CN" dirty="0">
              <a:latin typeface="Times New Roman" panose="02020603050405020304" pitchFamily="18" charset="0"/>
              <a:ea typeface="宋体" panose="02010600030101010101" pitchFamily="2" charset="-122"/>
            </a:endParaRPr>
          </a:p>
        </p:txBody>
      </p:sp>
      <p:sp>
        <p:nvSpPr>
          <p:cNvPr id="466946" name="标题 32776"/>
          <p:cNvSpPr>
            <a:spLocks noGrp="1"/>
          </p:cNvSpPr>
          <p:nvPr>
            <p:ph type="title" idx="4294967295"/>
          </p:nvPr>
        </p:nvSpPr>
        <p:spPr>
          <a:xfrm>
            <a:off x="1955800" y="722313"/>
            <a:ext cx="8555038" cy="804862"/>
          </a:xfrm>
          <a:prstGeom prst="rect">
            <a:avLst/>
          </a:prstGeom>
          <a:noFill/>
          <a:ln w="9525">
            <a:noFill/>
          </a:ln>
        </p:spPr>
        <p:txBody>
          <a:bodyPr anchor="b" anchorCtr="0"/>
          <a:p>
            <a:pPr>
              <a:lnSpc>
                <a:spcPct val="100000"/>
              </a:lnSpc>
            </a:pPr>
            <a:r>
              <a:rPr lang="zh-CN" altLang="en-US" sz="2000" dirty="0">
                <a:latin typeface="微软雅黑 Light" panose="020B0502040204020203" charset="-122"/>
                <a:ea typeface="微软雅黑 Light" panose="020B0502040204020203" charset="-122"/>
              </a:rPr>
              <a:t>例</a:t>
            </a:r>
            <a:r>
              <a:rPr lang="en-US" altLang="zh-CN" sz="2000" dirty="0">
                <a:latin typeface="微软雅黑 Light" panose="020B0502040204020203" charset="-122"/>
                <a:ea typeface="微软雅黑 Light" panose="020B0502040204020203" charset="-122"/>
              </a:rPr>
              <a:t>3</a:t>
            </a:r>
            <a:r>
              <a:rPr lang="zh-CN" altLang="en-US" sz="2000" dirty="0">
                <a:latin typeface="微软雅黑 Light" panose="020B0502040204020203" charset="-122"/>
                <a:ea typeface="微软雅黑 Light" panose="020B0502040204020203" charset="-122"/>
              </a:rPr>
              <a:t>：选择法排序。从键盘输入</a:t>
            </a:r>
            <a:r>
              <a:rPr lang="en-US" altLang="zh-CN" sz="2000" dirty="0">
                <a:latin typeface="微软雅黑 Light" panose="020B0502040204020203" charset="-122"/>
                <a:ea typeface="微软雅黑 Light" panose="020B0502040204020203" charset="-122"/>
              </a:rPr>
              <a:t>10</a:t>
            </a:r>
            <a:r>
              <a:rPr lang="zh-CN" altLang="en-US" sz="2000" dirty="0">
                <a:latin typeface="微软雅黑 Light" panose="020B0502040204020203" charset="-122"/>
                <a:ea typeface="微软雅黑 Light" panose="020B0502040204020203" charset="-122"/>
              </a:rPr>
              <a:t>个数，要求按升序排序，输出排序结果。</a:t>
            </a:r>
            <a:br>
              <a:rPr lang="zh-CN" altLang="en-US" sz="2000" dirty="0">
                <a:latin typeface="微软雅黑 Light" panose="020B0502040204020203" charset="-122"/>
                <a:ea typeface="微软雅黑 Light" panose="020B0502040204020203" charset="-122"/>
                <a:sym typeface="宋体" panose="02010600030101010101" pitchFamily="2" charset="-122"/>
              </a:rPr>
            </a:br>
            <a:endParaRPr lang="en-US" altLang="zh-CN" sz="2000" dirty="0">
              <a:latin typeface="微软雅黑 Light" panose="020B0502040204020203" charset="-122"/>
              <a:ea typeface="微软雅黑 Light" panose="020B0502040204020203" charset="-122"/>
              <a:sym typeface="宋体" panose="02010600030101010101" pitchFamily="2" charset="-122"/>
            </a:endParaRPr>
          </a:p>
        </p:txBody>
      </p:sp>
      <p:grpSp>
        <p:nvGrpSpPr>
          <p:cNvPr id="466947" name="组合 32779"/>
          <p:cNvGrpSpPr/>
          <p:nvPr/>
        </p:nvGrpSpPr>
        <p:grpSpPr>
          <a:xfrm>
            <a:off x="9372600" y="6057900"/>
            <a:ext cx="1047750" cy="514350"/>
            <a:chOff x="4944" y="3816"/>
            <a:chExt cx="660" cy="324"/>
          </a:xfrm>
        </p:grpSpPr>
        <p:sp>
          <p:nvSpPr>
            <p:cNvPr id="466948" name="圆角矩形 32780">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466949" name="组合 32781"/>
            <p:cNvGrpSpPr/>
            <p:nvPr/>
          </p:nvGrpSpPr>
          <p:grpSpPr>
            <a:xfrm>
              <a:off x="5034" y="3846"/>
              <a:ext cx="450" cy="240"/>
              <a:chOff x="4530" y="3822"/>
              <a:chExt cx="450" cy="240"/>
            </a:xfrm>
          </p:grpSpPr>
          <p:sp>
            <p:nvSpPr>
              <p:cNvPr id="466950" name="任意多边形 32782">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466951" name="椭圆 32783"/>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466952" name="椭圆 32784"/>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466953"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
        <p:nvSpPr>
          <p:cNvPr id="6" name="标题 32776"/>
          <p:cNvSpPr>
            <a:spLocks noGrp="1"/>
          </p:cNvSpPr>
          <p:nvPr/>
        </p:nvSpPr>
        <p:spPr>
          <a:xfrm>
            <a:off x="1955800" y="1225550"/>
            <a:ext cx="8553450" cy="3136900"/>
          </a:xfrm>
          <a:prstGeom prst="rect">
            <a:avLst/>
          </a:prstGeom>
          <a:noFill/>
          <a:ln w="9525">
            <a:noFill/>
          </a:ln>
        </p:spPr>
        <p:txBody>
          <a:bodyPr anchor="b" anchorCtr="0"/>
          <a:p>
            <a:pPr>
              <a:lnSpc>
                <a:spcPct val="150000"/>
              </a:lnSpc>
            </a:pPr>
            <a:r>
              <a:rPr lang="zh-CN" altLang="en-US" sz="2000" dirty="0">
                <a:latin typeface="微软雅黑 Light" panose="020B0502040204020203" charset="-122"/>
                <a:ea typeface="微软雅黑 Light" panose="020B0502040204020203" charset="-122"/>
              </a:rPr>
              <a:t>排序方法</a:t>
            </a:r>
            <a:r>
              <a:rPr lang="en-US" altLang="zh-CN" sz="2000" dirty="0">
                <a:latin typeface="微软雅黑 Light" panose="020B0502040204020203" charset="-122"/>
                <a:ea typeface="微软雅黑 Light" panose="020B0502040204020203" charset="-122"/>
              </a:rPr>
              <a:t>: </a:t>
            </a:r>
            <a:endParaRPr lang="en-US" altLang="zh-CN" sz="2000" dirty="0">
              <a:latin typeface="微软雅黑 Light" panose="020B0502040204020203" charset="-122"/>
              <a:ea typeface="微软雅黑 Light" panose="020B0502040204020203" charset="-122"/>
            </a:endParaRPr>
          </a:p>
          <a:p>
            <a:pPr>
              <a:lnSpc>
                <a:spcPct val="150000"/>
              </a:lnSpc>
            </a:pPr>
            <a:r>
              <a:rPr lang="en-US" altLang="zh-CN" sz="2000" dirty="0">
                <a:latin typeface="微软雅黑 Light" panose="020B0502040204020203" charset="-122"/>
                <a:ea typeface="微软雅黑 Light" panose="020B0502040204020203" charset="-122"/>
              </a:rPr>
              <a:t>  </a:t>
            </a:r>
            <a:r>
              <a:rPr lang="zh-CN" altLang="en-US" sz="2000" dirty="0">
                <a:latin typeface="微软雅黑 Light" panose="020B0502040204020203" charset="-122"/>
                <a:ea typeface="微软雅黑 Light" panose="020B0502040204020203" charset="-122"/>
              </a:rPr>
              <a:t>（</a:t>
            </a:r>
            <a:r>
              <a:rPr lang="en-US" altLang="zh-CN" sz="2000" dirty="0">
                <a:latin typeface="微软雅黑 Light" panose="020B0502040204020203" charset="-122"/>
                <a:ea typeface="微软雅黑 Light" panose="020B0502040204020203" charset="-122"/>
              </a:rPr>
              <a:t>1</a:t>
            </a:r>
            <a:r>
              <a:rPr lang="zh-CN" altLang="en-US" sz="2000" dirty="0">
                <a:latin typeface="微软雅黑 Light" panose="020B0502040204020203" charset="-122"/>
                <a:ea typeface="微软雅黑 Light" panose="020B0502040204020203" charset="-122"/>
              </a:rPr>
              <a:t>）第</a:t>
            </a:r>
            <a:r>
              <a:rPr lang="en-US" altLang="zh-CN" sz="2000" dirty="0">
                <a:latin typeface="微软雅黑 Light" panose="020B0502040204020203" charset="-122"/>
                <a:ea typeface="微软雅黑 Light" panose="020B0502040204020203" charset="-122"/>
              </a:rPr>
              <a:t>1</a:t>
            </a:r>
            <a:r>
              <a:rPr lang="zh-CN" altLang="en-US" sz="2000" dirty="0">
                <a:latin typeface="微软雅黑 Light" panose="020B0502040204020203" charset="-122"/>
                <a:ea typeface="微软雅黑 Light" panose="020B0502040204020203" charset="-122"/>
              </a:rPr>
              <a:t>轮用</a:t>
            </a:r>
            <a:r>
              <a:rPr lang="en-US" altLang="zh-CN" sz="2000" dirty="0">
                <a:latin typeface="微软雅黑 Light" panose="020B0502040204020203" charset="-122"/>
                <a:ea typeface="微软雅黑 Light" panose="020B0502040204020203" charset="-122"/>
              </a:rPr>
              <a:t>a[0]</a:t>
            </a:r>
            <a:r>
              <a:rPr lang="zh-CN" altLang="en-US" sz="2000" dirty="0">
                <a:latin typeface="微软雅黑 Light" panose="020B0502040204020203" charset="-122"/>
                <a:ea typeface="微软雅黑 Light" panose="020B0502040204020203" charset="-122"/>
              </a:rPr>
              <a:t>依次与</a:t>
            </a:r>
            <a:r>
              <a:rPr lang="en-US" altLang="zh-CN" sz="2000" dirty="0">
                <a:latin typeface="微软雅黑 Light" panose="020B0502040204020203" charset="-122"/>
                <a:ea typeface="微软雅黑 Light" panose="020B0502040204020203" charset="-122"/>
              </a:rPr>
              <a:t>a[1]</a:t>
            </a:r>
            <a:r>
              <a:rPr lang="zh-CN" altLang="en-US" sz="2000" dirty="0">
                <a:latin typeface="微软雅黑 Light" panose="020B0502040204020203" charset="-122"/>
                <a:ea typeface="微软雅黑 Light" panose="020B0502040204020203" charset="-122"/>
              </a:rPr>
              <a:t>，</a:t>
            </a:r>
            <a:r>
              <a:rPr lang="en-US" altLang="zh-CN" sz="2000" dirty="0">
                <a:latin typeface="微软雅黑 Light" panose="020B0502040204020203" charset="-122"/>
                <a:ea typeface="微软雅黑 Light" panose="020B0502040204020203" charset="-122"/>
              </a:rPr>
              <a:t>a[2]</a:t>
            </a:r>
            <a:r>
              <a:rPr lang="zh-CN" altLang="en-US" sz="2000" dirty="0">
                <a:latin typeface="微软雅黑 Light" panose="020B0502040204020203" charset="-122"/>
                <a:ea typeface="微软雅黑 Light" panose="020B0502040204020203" charset="-122"/>
              </a:rPr>
              <a:t>，</a:t>
            </a:r>
            <a:r>
              <a:rPr lang="en-US" altLang="zh-CN" sz="2000" dirty="0">
                <a:latin typeface="微软雅黑 Light" panose="020B0502040204020203" charset="-122"/>
                <a:ea typeface="微软雅黑 Light" panose="020B0502040204020203" charset="-122"/>
              </a:rPr>
              <a:t>...a[9]</a:t>
            </a:r>
            <a:r>
              <a:rPr lang="zh-CN" altLang="en-US" sz="2000" dirty="0">
                <a:latin typeface="微软雅黑 Light" panose="020B0502040204020203" charset="-122"/>
                <a:ea typeface="微软雅黑 Light" panose="020B0502040204020203" charset="-122"/>
              </a:rPr>
              <a:t>进行比较，若次序不对就交换，否则就不交换。本轮结束后，</a:t>
            </a:r>
            <a:r>
              <a:rPr lang="en-US" altLang="zh-CN" sz="2000" dirty="0">
                <a:latin typeface="微软雅黑 Light" panose="020B0502040204020203" charset="-122"/>
                <a:ea typeface="微软雅黑 Light" panose="020B0502040204020203" charset="-122"/>
              </a:rPr>
              <a:t>a[0]</a:t>
            </a:r>
            <a:r>
              <a:rPr lang="zh-CN" altLang="en-US" sz="2000" dirty="0">
                <a:latin typeface="微软雅黑 Light" panose="020B0502040204020203" charset="-122"/>
                <a:ea typeface="微软雅黑 Light" panose="020B0502040204020203" charset="-122"/>
              </a:rPr>
              <a:t>中就是</a:t>
            </a:r>
            <a:r>
              <a:rPr lang="en-US" altLang="zh-CN" sz="2000" dirty="0">
                <a:latin typeface="微软雅黑 Light" panose="020B0502040204020203" charset="-122"/>
                <a:ea typeface="微软雅黑 Light" panose="020B0502040204020203" charset="-122"/>
              </a:rPr>
              <a:t>10</a:t>
            </a:r>
            <a:r>
              <a:rPr lang="zh-CN" altLang="en-US" sz="2000" dirty="0">
                <a:latin typeface="微软雅黑 Light" panose="020B0502040204020203" charset="-122"/>
                <a:ea typeface="微软雅黑 Light" panose="020B0502040204020203" charset="-122"/>
              </a:rPr>
              <a:t>个数中最小数。</a:t>
            </a:r>
            <a:endParaRPr lang="zh-CN" altLang="en-US" sz="2000" dirty="0">
              <a:latin typeface="微软雅黑 Light" panose="020B0502040204020203" charset="-122"/>
              <a:ea typeface="微软雅黑 Light" panose="020B0502040204020203" charset="-122"/>
            </a:endParaRPr>
          </a:p>
          <a:p>
            <a:pPr>
              <a:lnSpc>
                <a:spcPct val="150000"/>
              </a:lnSpc>
            </a:pPr>
            <a:r>
              <a:rPr lang="zh-CN" altLang="en-US" sz="2000" dirty="0">
                <a:latin typeface="微软雅黑 Light" panose="020B0502040204020203" charset="-122"/>
                <a:ea typeface="微软雅黑 Light" panose="020B0502040204020203" charset="-122"/>
              </a:rPr>
              <a:t>    </a:t>
            </a:r>
            <a:r>
              <a:rPr lang="en-US" altLang="zh-CN" sz="2000" dirty="0">
                <a:latin typeface="微软雅黑 Light" panose="020B0502040204020203" charset="-122"/>
                <a:ea typeface="微软雅黑 Light" panose="020B0502040204020203" charset="-122"/>
              </a:rPr>
              <a:t>(2) </a:t>
            </a:r>
            <a:r>
              <a:rPr lang="zh-CN" altLang="en-US" sz="2000" dirty="0">
                <a:latin typeface="微软雅黑 Light" panose="020B0502040204020203" charset="-122"/>
                <a:ea typeface="微软雅黑 Light" panose="020B0502040204020203" charset="-122"/>
              </a:rPr>
              <a:t>第</a:t>
            </a:r>
            <a:r>
              <a:rPr lang="en-US" altLang="zh-CN" sz="2000" dirty="0">
                <a:latin typeface="微软雅黑 Light" panose="020B0502040204020203" charset="-122"/>
                <a:ea typeface="微软雅黑 Light" panose="020B0502040204020203" charset="-122"/>
              </a:rPr>
              <a:t>2</a:t>
            </a:r>
            <a:r>
              <a:rPr lang="zh-CN" altLang="en-US" sz="2000" dirty="0">
                <a:latin typeface="微软雅黑 Light" panose="020B0502040204020203" charset="-122"/>
                <a:ea typeface="微软雅黑 Light" panose="020B0502040204020203" charset="-122"/>
              </a:rPr>
              <a:t>轮用</a:t>
            </a:r>
            <a:r>
              <a:rPr lang="en-US" altLang="zh-CN" sz="2000" dirty="0">
                <a:latin typeface="微软雅黑 Light" panose="020B0502040204020203" charset="-122"/>
                <a:ea typeface="微软雅黑 Light" panose="020B0502040204020203" charset="-122"/>
              </a:rPr>
              <a:t>a[1]</a:t>
            </a:r>
            <a:r>
              <a:rPr lang="zh-CN" altLang="en-US" sz="2000" dirty="0">
                <a:latin typeface="微软雅黑 Light" panose="020B0502040204020203" charset="-122"/>
                <a:ea typeface="微软雅黑 Light" panose="020B0502040204020203" charset="-122"/>
              </a:rPr>
              <a:t>依次与</a:t>
            </a:r>
            <a:r>
              <a:rPr lang="en-US" altLang="zh-CN" sz="2000" dirty="0">
                <a:latin typeface="微软雅黑 Light" panose="020B0502040204020203" charset="-122"/>
                <a:ea typeface="微软雅黑 Light" panose="020B0502040204020203" charset="-122"/>
              </a:rPr>
              <a:t>a[2]</a:t>
            </a:r>
            <a:r>
              <a:rPr lang="zh-CN" altLang="en-US" sz="2000" dirty="0">
                <a:latin typeface="微软雅黑 Light" panose="020B0502040204020203" charset="-122"/>
                <a:ea typeface="微软雅黑 Light" panose="020B0502040204020203" charset="-122"/>
              </a:rPr>
              <a:t>，</a:t>
            </a:r>
            <a:r>
              <a:rPr lang="en-US" altLang="zh-CN" sz="2000" dirty="0">
                <a:latin typeface="微软雅黑 Light" panose="020B0502040204020203" charset="-122"/>
                <a:ea typeface="微软雅黑 Light" panose="020B0502040204020203" charset="-122"/>
              </a:rPr>
              <a:t>a[3]</a:t>
            </a:r>
            <a:r>
              <a:rPr lang="zh-CN" altLang="en-US" sz="2000" dirty="0">
                <a:latin typeface="微软雅黑 Light" panose="020B0502040204020203" charset="-122"/>
                <a:ea typeface="微软雅黑 Light" panose="020B0502040204020203" charset="-122"/>
              </a:rPr>
              <a:t>，</a:t>
            </a:r>
            <a:r>
              <a:rPr lang="en-US" altLang="zh-CN" sz="2000" dirty="0">
                <a:latin typeface="微软雅黑 Light" panose="020B0502040204020203" charset="-122"/>
                <a:ea typeface="微软雅黑 Light" panose="020B0502040204020203" charset="-122"/>
              </a:rPr>
              <a:t>...a[9]</a:t>
            </a:r>
            <a:r>
              <a:rPr lang="zh-CN" altLang="en-US" sz="2000" dirty="0">
                <a:latin typeface="微软雅黑 Light" panose="020B0502040204020203" charset="-122"/>
                <a:ea typeface="微软雅黑 Light" panose="020B0502040204020203" charset="-122"/>
              </a:rPr>
              <a:t>进行比较，若次序不对就交换，否则就不交换。本轮结束后，</a:t>
            </a:r>
            <a:r>
              <a:rPr lang="en-US" altLang="zh-CN" sz="2000" dirty="0">
                <a:latin typeface="微软雅黑 Light" panose="020B0502040204020203" charset="-122"/>
                <a:ea typeface="微软雅黑 Light" panose="020B0502040204020203" charset="-122"/>
              </a:rPr>
              <a:t>a[1]</a:t>
            </a:r>
            <a:r>
              <a:rPr lang="zh-CN" altLang="en-US" sz="2000" dirty="0">
                <a:latin typeface="微软雅黑 Light" panose="020B0502040204020203" charset="-122"/>
                <a:ea typeface="微软雅黑 Light" panose="020B0502040204020203" charset="-122"/>
              </a:rPr>
              <a:t>中就是</a:t>
            </a:r>
            <a:r>
              <a:rPr lang="en-US" altLang="zh-CN" sz="2000" dirty="0">
                <a:latin typeface="微软雅黑 Light" panose="020B0502040204020203" charset="-122"/>
                <a:ea typeface="微软雅黑 Light" panose="020B0502040204020203" charset="-122"/>
              </a:rPr>
              <a:t>10</a:t>
            </a:r>
            <a:r>
              <a:rPr lang="zh-CN" altLang="en-US" sz="2000" dirty="0">
                <a:latin typeface="微软雅黑 Light" panose="020B0502040204020203" charset="-122"/>
                <a:ea typeface="微软雅黑 Light" panose="020B0502040204020203" charset="-122"/>
              </a:rPr>
              <a:t>个数中次小数。</a:t>
            </a:r>
            <a:endParaRPr lang="zh-CN" altLang="en-US" sz="2000" dirty="0">
              <a:latin typeface="微软雅黑 Light" panose="020B0502040204020203" charset="-122"/>
              <a:ea typeface="微软雅黑 Light" panose="020B0502040204020203" charset="-122"/>
            </a:endParaRPr>
          </a:p>
          <a:p>
            <a:pPr>
              <a:lnSpc>
                <a:spcPct val="150000"/>
              </a:lnSpc>
            </a:pPr>
            <a:r>
              <a:rPr lang="en-US" altLang="zh-CN" sz="2000" dirty="0">
                <a:latin typeface="微软雅黑 Light" panose="020B0502040204020203" charset="-122"/>
                <a:ea typeface="微软雅黑 Light" panose="020B0502040204020203" charset="-122"/>
              </a:rPr>
              <a:t>  </a:t>
            </a:r>
            <a:r>
              <a:rPr lang="zh-CN" altLang="en-US" sz="2000" dirty="0">
                <a:latin typeface="微软雅黑 Light" panose="020B0502040204020203" charset="-122"/>
                <a:ea typeface="微软雅黑 Light" panose="020B0502040204020203" charset="-122"/>
              </a:rPr>
              <a:t>（</a:t>
            </a:r>
            <a:r>
              <a:rPr lang="en-US" altLang="zh-CN" sz="2000" dirty="0">
                <a:latin typeface="微软雅黑 Light" panose="020B0502040204020203" charset="-122"/>
                <a:ea typeface="微软雅黑 Light" panose="020B0502040204020203" charset="-122"/>
              </a:rPr>
              <a:t>3</a:t>
            </a:r>
            <a:r>
              <a:rPr lang="zh-CN" altLang="en-US" sz="2000" dirty="0">
                <a:latin typeface="微软雅黑 Light" panose="020B0502040204020203" charset="-122"/>
                <a:ea typeface="微软雅黑 Light" panose="020B0502040204020203" charset="-122"/>
              </a:rPr>
              <a:t>）重复上述过程，至第</a:t>
            </a:r>
            <a:r>
              <a:rPr lang="en-US" altLang="zh-CN" sz="2000" dirty="0">
                <a:latin typeface="微软雅黑 Light" panose="020B0502040204020203" charset="-122"/>
                <a:ea typeface="微软雅黑 Light" panose="020B0502040204020203" charset="-122"/>
              </a:rPr>
              <a:t>9</a:t>
            </a:r>
            <a:r>
              <a:rPr lang="zh-CN" altLang="en-US" sz="2000" dirty="0">
                <a:latin typeface="微软雅黑 Light" panose="020B0502040204020203" charset="-122"/>
                <a:ea typeface="微软雅黑 Light" panose="020B0502040204020203" charset="-122"/>
              </a:rPr>
              <a:t>轮，比较</a:t>
            </a:r>
            <a:r>
              <a:rPr lang="en-US" altLang="zh-CN" sz="2000" dirty="0">
                <a:latin typeface="微软雅黑 Light" panose="020B0502040204020203" charset="-122"/>
                <a:ea typeface="微软雅黑 Light" panose="020B0502040204020203" charset="-122"/>
              </a:rPr>
              <a:t>a[8]</a:t>
            </a:r>
            <a:r>
              <a:rPr lang="zh-CN" altLang="en-US" sz="2000" dirty="0">
                <a:latin typeface="微软雅黑 Light" panose="020B0502040204020203" charset="-122"/>
                <a:ea typeface="微软雅黑 Light" panose="020B0502040204020203" charset="-122"/>
              </a:rPr>
              <a:t>与</a:t>
            </a:r>
            <a:r>
              <a:rPr lang="en-US" altLang="zh-CN" sz="2000" dirty="0">
                <a:latin typeface="微软雅黑 Light" panose="020B0502040204020203" charset="-122"/>
                <a:ea typeface="微软雅黑 Light" panose="020B0502040204020203" charset="-122"/>
              </a:rPr>
              <a:t>a[9]</a:t>
            </a:r>
            <a:r>
              <a:rPr lang="zh-CN" altLang="en-US" sz="2000" dirty="0">
                <a:latin typeface="微软雅黑 Light" panose="020B0502040204020203" charset="-122"/>
                <a:ea typeface="微软雅黑 Light" panose="020B0502040204020203" charset="-122"/>
              </a:rPr>
              <a:t>，把小的数存入</a:t>
            </a:r>
            <a:r>
              <a:rPr lang="en-US" altLang="zh-CN" sz="2000" dirty="0">
                <a:latin typeface="微软雅黑 Light" panose="020B0502040204020203" charset="-122"/>
                <a:ea typeface="微软雅黑 Light" panose="020B0502040204020203" charset="-122"/>
              </a:rPr>
              <a:t>a[8]</a:t>
            </a:r>
            <a:r>
              <a:rPr lang="zh-CN" altLang="en-US" sz="2000" dirty="0">
                <a:latin typeface="微软雅黑 Light" panose="020B0502040204020203" charset="-122"/>
                <a:ea typeface="微软雅黑 Light" panose="020B0502040204020203" charset="-122"/>
              </a:rPr>
              <a:t>，此时</a:t>
            </a:r>
            <a:r>
              <a:rPr lang="en-US" altLang="zh-CN" sz="2000" dirty="0">
                <a:latin typeface="微软雅黑 Light" panose="020B0502040204020203" charset="-122"/>
                <a:ea typeface="微软雅黑 Light" panose="020B0502040204020203" charset="-122"/>
              </a:rPr>
              <a:t>a[9]</a:t>
            </a:r>
            <a:r>
              <a:rPr lang="zh-CN" altLang="en-US" sz="2000" dirty="0">
                <a:latin typeface="微软雅黑 Light" panose="020B0502040204020203" charset="-122"/>
                <a:ea typeface="微软雅黑 Light" panose="020B0502040204020203" charset="-122"/>
              </a:rPr>
              <a:t>存放的就是最大数。到此为止，</a:t>
            </a:r>
            <a:r>
              <a:rPr lang="en-US" altLang="zh-CN" sz="2000" dirty="0">
                <a:latin typeface="微软雅黑 Light" panose="020B0502040204020203" charset="-122"/>
                <a:ea typeface="微软雅黑 Light" panose="020B0502040204020203" charset="-122"/>
              </a:rPr>
              <a:t>10</a:t>
            </a:r>
            <a:r>
              <a:rPr lang="zh-CN" altLang="en-US" sz="2000" dirty="0">
                <a:latin typeface="微软雅黑 Light" panose="020B0502040204020203" charset="-122"/>
                <a:ea typeface="微软雅黑 Light" panose="020B0502040204020203" charset="-122"/>
              </a:rPr>
              <a:t>个数已按升序排好。</a:t>
            </a:r>
            <a:endParaRPr lang="zh-CN" altLang="en-US" sz="2000" dirty="0">
              <a:latin typeface="微软雅黑 Light" panose="020B0502040204020203" charset="-122"/>
              <a:ea typeface="微软雅黑 Light" panose="020B0502040204020203"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32772">
                                            <p:txEl>
                                              <p:charRg st="0" end="1"/>
                                            </p:txEl>
                                          </p:spTgt>
                                        </p:tgtEl>
                                        <p:attrNameLst>
                                          <p:attrName>style.visibility</p:attrName>
                                        </p:attrNameLst>
                                      </p:cBhvr>
                                      <p:to>
                                        <p:strVal val="visible"/>
                                      </p:to>
                                    </p:set>
                                    <p:anim calcmode="lin" valueType="num">
                                      <p:cBhvr>
                                        <p:cTn id="7" dur="500" fill="hold"/>
                                        <p:tgtEl>
                                          <p:spTgt spid="32772">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32772">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randombar(horizont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build="p"/>
      <p:bldP spid="6" grpId="0"/>
      <p:bldP spid="6" grpId="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7969" name="矩形 54354"/>
          <p:cNvSpPr/>
          <p:nvPr/>
        </p:nvSpPr>
        <p:spPr>
          <a:xfrm>
            <a:off x="2105025" y="800100"/>
            <a:ext cx="7981950" cy="6057900"/>
          </a:xfrm>
          <a:prstGeom prst="rect">
            <a:avLst/>
          </a:prstGeom>
          <a:solidFill>
            <a:srgbClr val="C4EFFF"/>
          </a:solidFill>
          <a:ln w="25400" cap="flat" cmpd="sng">
            <a:solidFill>
              <a:schemeClr val="accent1"/>
            </a:solidFill>
            <a:prstDash val="solid"/>
            <a:miter/>
            <a:headEnd type="none" w="med" len="med"/>
            <a:tailEnd type="none" w="med" len="med"/>
          </a:ln>
        </p:spPr>
        <p:txBody>
          <a:bodyPr anchor="t" anchorCtr="0"/>
          <a:p>
            <a:pPr>
              <a:buSzTx/>
            </a:pPr>
            <a:endParaRPr lang="zh-CN" altLang="en-US">
              <a:latin typeface="Calibri" panose="020F0502020204030204" pitchFamily="34" charset="0"/>
              <a:ea typeface="宋体" panose="02010600030101010101" pitchFamily="2" charset="-122"/>
            </a:endParaRPr>
          </a:p>
        </p:txBody>
      </p:sp>
      <p:sp>
        <p:nvSpPr>
          <p:cNvPr id="467970" name="文本框 54274"/>
          <p:cNvSpPr txBox="1"/>
          <p:nvPr/>
        </p:nvSpPr>
        <p:spPr>
          <a:xfrm>
            <a:off x="4095750" y="1108075"/>
            <a:ext cx="309563" cy="398463"/>
          </a:xfrm>
          <a:prstGeom prst="rect">
            <a:avLst/>
          </a:prstGeom>
          <a:noFill/>
          <a:ln w="9525">
            <a:noFill/>
          </a:ln>
        </p:spPr>
        <p:txBody>
          <a:bodyPr wrap="none" anchor="t" anchorCtr="0">
            <a:spAutoFit/>
          </a:bodyPr>
          <a:p>
            <a:endParaRPr lang="zh-CN" altLang="zh-CN" sz="2000" dirty="0">
              <a:solidFill>
                <a:schemeClr val="bg2"/>
              </a:solidFill>
              <a:latin typeface="Times New Roman" panose="02020603050405020304" pitchFamily="18" charset="0"/>
              <a:ea typeface="宋体" panose="02010600030101010101" pitchFamily="2" charset="-122"/>
            </a:endParaRPr>
          </a:p>
        </p:txBody>
      </p:sp>
      <p:sp>
        <p:nvSpPr>
          <p:cNvPr id="54276" name="文本框 54275"/>
          <p:cNvSpPr txBox="1"/>
          <p:nvPr/>
        </p:nvSpPr>
        <p:spPr>
          <a:xfrm>
            <a:off x="3398838" y="1298575"/>
            <a:ext cx="5114925" cy="398463"/>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初始：</a:t>
            </a:r>
            <a:r>
              <a:rPr lang="zh-CN" altLang="en-US" sz="2000" dirty="0">
                <a:solidFill>
                  <a:schemeClr val="accent1"/>
                </a:solidFill>
                <a:latin typeface="Times New Roman" panose="02020603050405020304" pitchFamily="18" charset="0"/>
                <a:ea typeface="宋体" panose="02010600030101010101" pitchFamily="2" charset="-122"/>
              </a:rPr>
              <a:t>   </a:t>
            </a:r>
            <a:r>
              <a:rPr lang="en-US" altLang="zh-CN" sz="2000">
                <a:solidFill>
                  <a:schemeClr val="accent1"/>
                </a:solidFill>
                <a:latin typeface="Times New Roman" panose="02020603050405020304" pitchFamily="18" charset="0"/>
                <a:ea typeface="宋体" panose="02010600030101010101" pitchFamily="2" charset="-122"/>
              </a:rPr>
              <a:t>[ 49     38     65     97     76     13     27 ]</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54370" name="组合 54369"/>
          <p:cNvGrpSpPr/>
          <p:nvPr/>
        </p:nvGrpSpPr>
        <p:grpSpPr>
          <a:xfrm>
            <a:off x="5172075" y="1611313"/>
            <a:ext cx="254000" cy="600075"/>
            <a:chOff x="2320" y="767"/>
            <a:chExt cx="160" cy="378"/>
          </a:xfrm>
        </p:grpSpPr>
        <p:sp>
          <p:nvSpPr>
            <p:cNvPr id="467973" name="直接连接符 54280"/>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7974" name="文本框 54281"/>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sp>
        <p:nvSpPr>
          <p:cNvPr id="54304" name="文本框 54303"/>
          <p:cNvSpPr txBox="1"/>
          <p:nvPr/>
        </p:nvSpPr>
        <p:spPr>
          <a:xfrm>
            <a:off x="2825750" y="1336675"/>
            <a:ext cx="523875" cy="398463"/>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i=0</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54305" name="文本框 54304"/>
          <p:cNvSpPr txBox="1"/>
          <p:nvPr/>
        </p:nvSpPr>
        <p:spPr>
          <a:xfrm>
            <a:off x="4454525" y="1222375"/>
            <a:ext cx="438150" cy="398463"/>
          </a:xfrm>
          <a:prstGeom prst="rect">
            <a:avLst/>
          </a:prstGeom>
          <a:solidFill>
            <a:schemeClr val="bg1"/>
          </a:solidFill>
          <a:ln w="9525">
            <a:noFill/>
          </a:ln>
        </p:spPr>
        <p:txBody>
          <a:bodyPr wrap="non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38</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36882" name="文本框 54332"/>
          <p:cNvSpPr txBox="1"/>
          <p:nvPr/>
        </p:nvSpPr>
        <p:spPr>
          <a:xfrm>
            <a:off x="3335338" y="3525838"/>
            <a:ext cx="5189537" cy="398462"/>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二趟： </a:t>
            </a:r>
            <a:r>
              <a:rPr lang="zh-CN" altLang="en-US" sz="2000" dirty="0">
                <a:solidFill>
                  <a:schemeClr val="accent1"/>
                </a:solidFill>
                <a:latin typeface="Times New Roman" panose="02020603050405020304" pitchFamily="18" charset="0"/>
                <a:ea typeface="宋体" panose="02010600030101010101" pitchFamily="2" charset="-122"/>
              </a:rPr>
              <a:t>   </a:t>
            </a:r>
            <a:r>
              <a:rPr lang="en-US" altLang="zh-CN" sz="2000">
                <a:solidFill>
                  <a:srgbClr val="FF0000"/>
                </a:solidFill>
                <a:latin typeface="Times New Roman" panose="02020603050405020304" pitchFamily="18" charset="0"/>
                <a:ea typeface="宋体" panose="02010600030101010101" pitchFamily="2" charset="-122"/>
              </a:rPr>
              <a:t>13      27</a:t>
            </a:r>
            <a:r>
              <a:rPr lang="en-US" altLang="zh-CN" sz="2000">
                <a:solidFill>
                  <a:schemeClr val="accent1"/>
                </a:solidFill>
                <a:latin typeface="Times New Roman" panose="02020603050405020304" pitchFamily="18" charset="0"/>
                <a:ea typeface="宋体" panose="02010600030101010101" pitchFamily="2" charset="-122"/>
              </a:rPr>
              <a:t>     [65     97     76     49     38 ]</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36888" name="文本框 54337"/>
          <p:cNvSpPr txBox="1"/>
          <p:nvPr/>
        </p:nvSpPr>
        <p:spPr>
          <a:xfrm>
            <a:off x="3335338" y="4386263"/>
            <a:ext cx="5178425" cy="398462"/>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三趟：</a:t>
            </a:r>
            <a:r>
              <a:rPr lang="zh-CN" altLang="en-US" sz="2000" dirty="0">
                <a:solidFill>
                  <a:schemeClr val="bg2"/>
                </a:solidFill>
                <a:latin typeface="Times New Roman" panose="02020603050405020304" pitchFamily="18" charset="0"/>
                <a:ea typeface="宋体" panose="02010600030101010101" pitchFamily="2" charset="-122"/>
              </a:rPr>
              <a:t>    </a:t>
            </a:r>
            <a:r>
              <a:rPr lang="en-US" altLang="zh-CN" sz="2000">
                <a:solidFill>
                  <a:srgbClr val="FF0000"/>
                </a:solidFill>
                <a:latin typeface="Times New Roman" panose="02020603050405020304" pitchFamily="18" charset="0"/>
                <a:ea typeface="宋体" panose="02010600030101010101" pitchFamily="2" charset="-122"/>
              </a:rPr>
              <a:t>13      27     38</a:t>
            </a:r>
            <a:r>
              <a:rPr lang="en-US" altLang="zh-CN" sz="2000">
                <a:solidFill>
                  <a:schemeClr val="bg2"/>
                </a:solidFill>
                <a:latin typeface="Times New Roman" panose="02020603050405020304" pitchFamily="18" charset="0"/>
                <a:ea typeface="宋体" panose="02010600030101010101" pitchFamily="2" charset="-122"/>
              </a:rPr>
              <a:t>    </a:t>
            </a:r>
            <a:r>
              <a:rPr lang="en-US" altLang="zh-CN" sz="2000">
                <a:solidFill>
                  <a:schemeClr val="accent1"/>
                </a:solidFill>
                <a:latin typeface="Times New Roman" panose="02020603050405020304" pitchFamily="18" charset="0"/>
                <a:ea typeface="宋体" panose="02010600030101010101" pitchFamily="2" charset="-122"/>
              </a:rPr>
              <a:t> [97     76     65     49 ]</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36894" name="文本框 54342"/>
          <p:cNvSpPr txBox="1"/>
          <p:nvPr/>
        </p:nvSpPr>
        <p:spPr>
          <a:xfrm>
            <a:off x="3352800" y="5170488"/>
            <a:ext cx="5178425" cy="398462"/>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四趟：</a:t>
            </a:r>
            <a:r>
              <a:rPr lang="zh-CN" altLang="en-US" sz="2000" dirty="0">
                <a:solidFill>
                  <a:schemeClr val="bg2"/>
                </a:solidFill>
                <a:latin typeface="Times New Roman" panose="02020603050405020304" pitchFamily="18" charset="0"/>
                <a:ea typeface="宋体" panose="02010600030101010101" pitchFamily="2" charset="-122"/>
              </a:rPr>
              <a:t>    </a:t>
            </a:r>
            <a:r>
              <a:rPr lang="en-US" altLang="zh-CN" sz="2000">
                <a:solidFill>
                  <a:srgbClr val="FF0000"/>
                </a:solidFill>
                <a:latin typeface="Times New Roman" panose="02020603050405020304" pitchFamily="18" charset="0"/>
                <a:ea typeface="宋体" panose="02010600030101010101" pitchFamily="2" charset="-122"/>
              </a:rPr>
              <a:t>13      27     38     49</a:t>
            </a:r>
            <a:r>
              <a:rPr lang="en-US" altLang="zh-CN" sz="2000">
                <a:solidFill>
                  <a:schemeClr val="bg2"/>
                </a:solidFill>
                <a:latin typeface="Times New Roman" panose="02020603050405020304" pitchFamily="18" charset="0"/>
                <a:ea typeface="宋体" panose="02010600030101010101" pitchFamily="2" charset="-122"/>
              </a:rPr>
              <a:t>   </a:t>
            </a:r>
            <a:r>
              <a:rPr lang="en-US" altLang="zh-CN" sz="2000">
                <a:solidFill>
                  <a:schemeClr val="accent1"/>
                </a:solidFill>
                <a:latin typeface="Times New Roman" panose="02020603050405020304" pitchFamily="18" charset="0"/>
                <a:ea typeface="宋体" panose="02010600030101010101" pitchFamily="2" charset="-122"/>
              </a:rPr>
              <a:t>  [97     76     65 ]</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36900" name="文本框 54347"/>
          <p:cNvSpPr txBox="1"/>
          <p:nvPr/>
        </p:nvSpPr>
        <p:spPr>
          <a:xfrm>
            <a:off x="3352800" y="5727700"/>
            <a:ext cx="5178425" cy="398463"/>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五趟：</a:t>
            </a:r>
            <a:r>
              <a:rPr lang="zh-CN" altLang="en-US" sz="2000" dirty="0">
                <a:solidFill>
                  <a:schemeClr val="bg2"/>
                </a:solidFill>
                <a:latin typeface="Times New Roman" panose="02020603050405020304" pitchFamily="18" charset="0"/>
                <a:ea typeface="宋体" panose="02010600030101010101" pitchFamily="2" charset="-122"/>
              </a:rPr>
              <a:t>    </a:t>
            </a:r>
            <a:r>
              <a:rPr lang="en-US" altLang="zh-CN" sz="2000">
                <a:solidFill>
                  <a:srgbClr val="FF0000"/>
                </a:solidFill>
                <a:latin typeface="Times New Roman" panose="02020603050405020304" pitchFamily="18" charset="0"/>
                <a:ea typeface="宋体" panose="02010600030101010101" pitchFamily="2" charset="-122"/>
              </a:rPr>
              <a:t>13      27     38     49     65</a:t>
            </a:r>
            <a:r>
              <a:rPr lang="en-US" altLang="zh-CN" sz="2000">
                <a:solidFill>
                  <a:schemeClr val="bg2"/>
                </a:solidFill>
                <a:latin typeface="Times New Roman" panose="02020603050405020304" pitchFamily="18" charset="0"/>
                <a:ea typeface="宋体" panose="02010600030101010101" pitchFamily="2" charset="-122"/>
              </a:rPr>
              <a:t>   </a:t>
            </a:r>
            <a:r>
              <a:rPr lang="en-US" altLang="zh-CN" sz="2000">
                <a:solidFill>
                  <a:schemeClr val="accent1"/>
                </a:solidFill>
                <a:latin typeface="Times New Roman" panose="02020603050405020304" pitchFamily="18" charset="0"/>
                <a:ea typeface="宋体" panose="02010600030101010101" pitchFamily="2" charset="-122"/>
              </a:rPr>
              <a:t>  [97     76 ]</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4352" name="文本框 54351"/>
          <p:cNvSpPr txBox="1"/>
          <p:nvPr/>
        </p:nvSpPr>
        <p:spPr>
          <a:xfrm>
            <a:off x="3352800" y="6292850"/>
            <a:ext cx="5178425" cy="398463"/>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六趟：</a:t>
            </a:r>
            <a:r>
              <a:rPr lang="zh-CN" altLang="en-US" sz="2000" dirty="0">
                <a:solidFill>
                  <a:schemeClr val="bg2"/>
                </a:solidFill>
                <a:latin typeface="Times New Roman" panose="02020603050405020304" pitchFamily="18" charset="0"/>
                <a:ea typeface="宋体" panose="02010600030101010101" pitchFamily="2" charset="-122"/>
              </a:rPr>
              <a:t>    </a:t>
            </a:r>
            <a:r>
              <a:rPr lang="en-US" altLang="zh-CN" sz="2000">
                <a:solidFill>
                  <a:srgbClr val="FF0000"/>
                </a:solidFill>
                <a:latin typeface="Times New Roman" panose="02020603050405020304" pitchFamily="18" charset="0"/>
                <a:ea typeface="宋体" panose="02010600030101010101" pitchFamily="2" charset="-122"/>
              </a:rPr>
              <a:t>13      27     38     49     65     76</a:t>
            </a:r>
            <a:r>
              <a:rPr lang="en-US" altLang="zh-CN" sz="2000">
                <a:solidFill>
                  <a:schemeClr val="bg2"/>
                </a:solidFill>
                <a:latin typeface="Times New Roman" panose="02020603050405020304" pitchFamily="18" charset="0"/>
                <a:ea typeface="宋体" panose="02010600030101010101" pitchFamily="2" charset="-122"/>
              </a:rPr>
              <a:t>   </a:t>
            </a:r>
            <a:r>
              <a:rPr lang="en-US" altLang="zh-CN" sz="2000">
                <a:solidFill>
                  <a:schemeClr val="accent1"/>
                </a:solidFill>
                <a:latin typeface="Times New Roman" panose="02020603050405020304" pitchFamily="18" charset="0"/>
                <a:ea typeface="宋体" panose="02010600030101010101" pitchFamily="2" charset="-122"/>
              </a:rPr>
              <a:t>  [97 ]</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54371" name="组合 54370"/>
          <p:cNvGrpSpPr/>
          <p:nvPr/>
        </p:nvGrpSpPr>
        <p:grpSpPr>
          <a:xfrm>
            <a:off x="5762625" y="1592263"/>
            <a:ext cx="254000" cy="600075"/>
            <a:chOff x="2320" y="767"/>
            <a:chExt cx="160" cy="378"/>
          </a:xfrm>
        </p:grpSpPr>
        <p:sp>
          <p:nvSpPr>
            <p:cNvPr id="467983" name="直接连接符 54371"/>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7984" name="文本框 54372"/>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74" name="组合 54373"/>
          <p:cNvGrpSpPr/>
          <p:nvPr/>
        </p:nvGrpSpPr>
        <p:grpSpPr>
          <a:xfrm>
            <a:off x="6276975" y="1611313"/>
            <a:ext cx="254000" cy="600075"/>
            <a:chOff x="2320" y="767"/>
            <a:chExt cx="160" cy="378"/>
          </a:xfrm>
        </p:grpSpPr>
        <p:sp>
          <p:nvSpPr>
            <p:cNvPr id="467986" name="直接连接符 54374"/>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7987" name="文本框 54375"/>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77" name="组合 54376"/>
          <p:cNvGrpSpPr/>
          <p:nvPr/>
        </p:nvGrpSpPr>
        <p:grpSpPr>
          <a:xfrm>
            <a:off x="6848475" y="1630363"/>
            <a:ext cx="254000" cy="600075"/>
            <a:chOff x="2320" y="767"/>
            <a:chExt cx="160" cy="378"/>
          </a:xfrm>
        </p:grpSpPr>
        <p:sp>
          <p:nvSpPr>
            <p:cNvPr id="467989" name="直接连接符 54377"/>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7990" name="文本框 54378"/>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80" name="组合 54379"/>
          <p:cNvGrpSpPr/>
          <p:nvPr/>
        </p:nvGrpSpPr>
        <p:grpSpPr>
          <a:xfrm>
            <a:off x="7415213" y="1649413"/>
            <a:ext cx="254000" cy="600075"/>
            <a:chOff x="2320" y="767"/>
            <a:chExt cx="160" cy="378"/>
          </a:xfrm>
        </p:grpSpPr>
        <p:sp>
          <p:nvSpPr>
            <p:cNvPr id="467992" name="直接连接符 54380"/>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7993" name="文本框 54381"/>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83" name="组合 54382"/>
          <p:cNvGrpSpPr/>
          <p:nvPr/>
        </p:nvGrpSpPr>
        <p:grpSpPr>
          <a:xfrm>
            <a:off x="8010525" y="1592263"/>
            <a:ext cx="254000" cy="600075"/>
            <a:chOff x="2320" y="767"/>
            <a:chExt cx="160" cy="378"/>
          </a:xfrm>
        </p:grpSpPr>
        <p:sp>
          <p:nvSpPr>
            <p:cNvPr id="467995" name="直接连接符 54383"/>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7996" name="文本框 54384"/>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467997" name="组合 54412"/>
          <p:cNvGrpSpPr/>
          <p:nvPr/>
        </p:nvGrpSpPr>
        <p:grpSpPr>
          <a:xfrm>
            <a:off x="9620250" y="6343650"/>
            <a:ext cx="1047750" cy="514350"/>
            <a:chOff x="4944" y="3816"/>
            <a:chExt cx="660" cy="324"/>
          </a:xfrm>
        </p:grpSpPr>
        <p:sp>
          <p:nvSpPr>
            <p:cNvPr id="467998" name="圆角矩形 54413">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467999" name="组合 54414"/>
            <p:cNvGrpSpPr/>
            <p:nvPr/>
          </p:nvGrpSpPr>
          <p:grpSpPr>
            <a:xfrm>
              <a:off x="5034" y="3846"/>
              <a:ext cx="450" cy="240"/>
              <a:chOff x="4530" y="3822"/>
              <a:chExt cx="450" cy="240"/>
            </a:xfrm>
          </p:grpSpPr>
          <p:sp>
            <p:nvSpPr>
              <p:cNvPr id="468000" name="任意多边形 54415">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468001" name="椭圆 54416"/>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468002" name="椭圆 54417"/>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468003"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
        <p:nvSpPr>
          <p:cNvPr id="5" name="文本框 4"/>
          <p:cNvSpPr txBox="1"/>
          <p:nvPr/>
        </p:nvSpPr>
        <p:spPr>
          <a:xfrm>
            <a:off x="5057775" y="1222375"/>
            <a:ext cx="436563" cy="398463"/>
          </a:xfrm>
          <a:prstGeom prst="rect">
            <a:avLst/>
          </a:prstGeom>
          <a:solidFill>
            <a:schemeClr val="bg1"/>
          </a:solidFill>
          <a:ln w="9525">
            <a:noFill/>
          </a:ln>
        </p:spPr>
        <p:txBody>
          <a:bodyPr wrap="non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49</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6" name="文本框 5"/>
          <p:cNvSpPr txBox="1"/>
          <p:nvPr/>
        </p:nvSpPr>
        <p:spPr>
          <a:xfrm>
            <a:off x="7312025" y="1260475"/>
            <a:ext cx="436563" cy="398463"/>
          </a:xfrm>
          <a:prstGeom prst="rect">
            <a:avLst/>
          </a:prstGeom>
          <a:solidFill>
            <a:schemeClr val="bg1"/>
          </a:solidFill>
          <a:ln w="9525">
            <a:noFill/>
          </a:ln>
        </p:spPr>
        <p:txBody>
          <a:bodyPr wrap="non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38</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7" name="文本框 6"/>
          <p:cNvSpPr txBox="1"/>
          <p:nvPr/>
        </p:nvSpPr>
        <p:spPr>
          <a:xfrm>
            <a:off x="4445000" y="1212850"/>
            <a:ext cx="436563" cy="398463"/>
          </a:xfrm>
          <a:prstGeom prst="rect">
            <a:avLst/>
          </a:prstGeom>
          <a:solidFill>
            <a:schemeClr val="bg1"/>
          </a:solidFill>
          <a:ln w="9525">
            <a:noFill/>
          </a:ln>
        </p:spPr>
        <p:txBody>
          <a:bodyPr wrap="non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13</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4307" name="文本框 54306"/>
          <p:cNvSpPr txBox="1"/>
          <p:nvPr/>
        </p:nvSpPr>
        <p:spPr>
          <a:xfrm>
            <a:off x="3357563" y="2381250"/>
            <a:ext cx="5114925" cy="398463"/>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一趟：</a:t>
            </a:r>
            <a:r>
              <a:rPr lang="zh-CN" altLang="en-US" sz="2000" dirty="0">
                <a:solidFill>
                  <a:schemeClr val="accent1"/>
                </a:solidFill>
                <a:latin typeface="Times New Roman" panose="02020603050405020304" pitchFamily="18" charset="0"/>
                <a:ea typeface="宋体" panose="02010600030101010101" pitchFamily="2" charset="-122"/>
              </a:rPr>
              <a:t>    </a:t>
            </a:r>
            <a:r>
              <a:rPr lang="en-US" altLang="zh-CN" sz="2000">
                <a:solidFill>
                  <a:srgbClr val="FF0000"/>
                </a:solidFill>
                <a:latin typeface="Times New Roman" panose="02020603050405020304" pitchFamily="18" charset="0"/>
                <a:ea typeface="宋体" panose="02010600030101010101" pitchFamily="2" charset="-122"/>
              </a:rPr>
              <a:t>13</a:t>
            </a:r>
            <a:r>
              <a:rPr lang="en-US" altLang="zh-CN" sz="2000">
                <a:solidFill>
                  <a:schemeClr val="accent1"/>
                </a:solidFill>
                <a:latin typeface="Times New Roman" panose="02020603050405020304" pitchFamily="18" charset="0"/>
                <a:ea typeface="宋体" panose="02010600030101010101" pitchFamily="2" charset="-122"/>
              </a:rPr>
              <a:t>     [49     65     97     76     38     27 ]</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4308" name="文本框 54307"/>
          <p:cNvSpPr txBox="1"/>
          <p:nvPr/>
        </p:nvSpPr>
        <p:spPr>
          <a:xfrm>
            <a:off x="2828925" y="2354263"/>
            <a:ext cx="523875" cy="398462"/>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i=1</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54330" name="文本框 54329"/>
          <p:cNvSpPr txBox="1"/>
          <p:nvPr/>
        </p:nvSpPr>
        <p:spPr>
          <a:xfrm>
            <a:off x="5080000" y="2381250"/>
            <a:ext cx="438150" cy="398463"/>
          </a:xfrm>
          <a:prstGeom prst="rect">
            <a:avLst/>
          </a:prstGeom>
          <a:solidFill>
            <a:schemeClr val="bg1"/>
          </a:solidFill>
          <a:ln w="9525">
            <a:noFill/>
          </a:ln>
        </p:spPr>
        <p:txBody>
          <a:bodyPr wrap="non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38</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4331" name="文本框 54330"/>
          <p:cNvSpPr txBox="1"/>
          <p:nvPr/>
        </p:nvSpPr>
        <p:spPr>
          <a:xfrm>
            <a:off x="7323138" y="2336800"/>
            <a:ext cx="436562" cy="398463"/>
          </a:xfrm>
          <a:prstGeom prst="rect">
            <a:avLst/>
          </a:prstGeom>
          <a:solidFill>
            <a:schemeClr val="bg1"/>
          </a:solidFill>
          <a:ln w="9525">
            <a:noFill/>
          </a:ln>
        </p:spPr>
        <p:txBody>
          <a:bodyPr wrap="non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49</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54386" name="组合 54385"/>
          <p:cNvGrpSpPr/>
          <p:nvPr/>
        </p:nvGrpSpPr>
        <p:grpSpPr>
          <a:xfrm>
            <a:off x="5686425" y="2773363"/>
            <a:ext cx="254000" cy="600075"/>
            <a:chOff x="2320" y="767"/>
            <a:chExt cx="160" cy="378"/>
          </a:xfrm>
        </p:grpSpPr>
        <p:sp>
          <p:nvSpPr>
            <p:cNvPr id="468012" name="直接连接符 54386"/>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8013" name="文本框 54387"/>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89" name="组合 54388"/>
          <p:cNvGrpSpPr/>
          <p:nvPr/>
        </p:nvGrpSpPr>
        <p:grpSpPr>
          <a:xfrm>
            <a:off x="6219825" y="2754313"/>
            <a:ext cx="254000" cy="600075"/>
            <a:chOff x="2320" y="767"/>
            <a:chExt cx="160" cy="378"/>
          </a:xfrm>
        </p:grpSpPr>
        <p:sp>
          <p:nvSpPr>
            <p:cNvPr id="468015" name="直接连接符 54389"/>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8016" name="文本框 54390"/>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92" name="组合 54391"/>
          <p:cNvGrpSpPr/>
          <p:nvPr/>
        </p:nvGrpSpPr>
        <p:grpSpPr>
          <a:xfrm>
            <a:off x="6810375" y="2754313"/>
            <a:ext cx="254000" cy="600075"/>
            <a:chOff x="2320" y="767"/>
            <a:chExt cx="160" cy="378"/>
          </a:xfrm>
        </p:grpSpPr>
        <p:sp>
          <p:nvSpPr>
            <p:cNvPr id="468018" name="直接连接符 54392"/>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8019" name="文本框 54393"/>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95" name="组合 54394"/>
          <p:cNvGrpSpPr/>
          <p:nvPr/>
        </p:nvGrpSpPr>
        <p:grpSpPr>
          <a:xfrm>
            <a:off x="7419975" y="2735263"/>
            <a:ext cx="254000" cy="600075"/>
            <a:chOff x="2320" y="767"/>
            <a:chExt cx="160" cy="378"/>
          </a:xfrm>
        </p:grpSpPr>
        <p:sp>
          <p:nvSpPr>
            <p:cNvPr id="468021" name="直接连接符 54395"/>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8022" name="文本框 54396"/>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98" name="组合 54397"/>
          <p:cNvGrpSpPr/>
          <p:nvPr/>
        </p:nvGrpSpPr>
        <p:grpSpPr>
          <a:xfrm>
            <a:off x="7967663" y="2743200"/>
            <a:ext cx="254000" cy="600075"/>
            <a:chOff x="2320" y="767"/>
            <a:chExt cx="160" cy="378"/>
          </a:xfrm>
        </p:grpSpPr>
        <p:sp>
          <p:nvSpPr>
            <p:cNvPr id="468024" name="直接连接符 54398"/>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8025" name="文本框 54399"/>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sp>
        <p:nvSpPr>
          <p:cNvPr id="8" name="文本框 7"/>
          <p:cNvSpPr txBox="1"/>
          <p:nvPr/>
        </p:nvSpPr>
        <p:spPr>
          <a:xfrm>
            <a:off x="5057775" y="2381250"/>
            <a:ext cx="436563" cy="398463"/>
          </a:xfrm>
          <a:prstGeom prst="rect">
            <a:avLst/>
          </a:prstGeom>
          <a:solidFill>
            <a:schemeClr val="bg1"/>
          </a:solidFill>
          <a:ln w="9525">
            <a:noFill/>
          </a:ln>
        </p:spPr>
        <p:txBody>
          <a:bodyPr wrap="non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27</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9" name="文本框 8"/>
          <p:cNvSpPr txBox="1"/>
          <p:nvPr/>
        </p:nvSpPr>
        <p:spPr>
          <a:xfrm>
            <a:off x="7918450" y="2354263"/>
            <a:ext cx="438150" cy="398462"/>
          </a:xfrm>
          <a:prstGeom prst="rect">
            <a:avLst/>
          </a:prstGeom>
          <a:solidFill>
            <a:schemeClr val="bg1"/>
          </a:solidFill>
          <a:ln w="9525">
            <a:noFill/>
          </a:ln>
        </p:spPr>
        <p:txBody>
          <a:bodyPr wrap="non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38</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10" name="文本框 9"/>
          <p:cNvSpPr txBox="1"/>
          <p:nvPr/>
        </p:nvSpPr>
        <p:spPr>
          <a:xfrm>
            <a:off x="5670550" y="3543300"/>
            <a:ext cx="438150"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49</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13" name="组合 12"/>
          <p:cNvGrpSpPr/>
          <p:nvPr/>
        </p:nvGrpSpPr>
        <p:grpSpPr>
          <a:xfrm>
            <a:off x="6346825" y="3844925"/>
            <a:ext cx="254000" cy="600075"/>
            <a:chOff x="2320" y="767"/>
            <a:chExt cx="160" cy="378"/>
          </a:xfrm>
        </p:grpSpPr>
        <p:sp>
          <p:nvSpPr>
            <p:cNvPr id="468030" name="直接连接符 54398"/>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8031" name="文本框 54399"/>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16" name="组合 15"/>
          <p:cNvGrpSpPr/>
          <p:nvPr/>
        </p:nvGrpSpPr>
        <p:grpSpPr>
          <a:xfrm>
            <a:off x="6937375" y="3876675"/>
            <a:ext cx="254000" cy="600075"/>
            <a:chOff x="2320" y="767"/>
            <a:chExt cx="160" cy="378"/>
          </a:xfrm>
        </p:grpSpPr>
        <p:sp>
          <p:nvSpPr>
            <p:cNvPr id="468033" name="直接连接符 54398"/>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8034" name="文本框 54399"/>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19" name="组合 18"/>
          <p:cNvGrpSpPr/>
          <p:nvPr/>
        </p:nvGrpSpPr>
        <p:grpSpPr>
          <a:xfrm>
            <a:off x="7477125" y="3875088"/>
            <a:ext cx="254000" cy="600075"/>
            <a:chOff x="2320" y="767"/>
            <a:chExt cx="160" cy="378"/>
          </a:xfrm>
        </p:grpSpPr>
        <p:sp>
          <p:nvSpPr>
            <p:cNvPr id="468036" name="直接连接符 54398"/>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8037" name="文本框 54399"/>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sp>
        <p:nvSpPr>
          <p:cNvPr id="22" name="文本框 21"/>
          <p:cNvSpPr txBox="1"/>
          <p:nvPr/>
        </p:nvSpPr>
        <p:spPr>
          <a:xfrm>
            <a:off x="7385050" y="3475038"/>
            <a:ext cx="438150"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65</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24" name="组合 23"/>
          <p:cNvGrpSpPr/>
          <p:nvPr/>
        </p:nvGrpSpPr>
        <p:grpSpPr>
          <a:xfrm>
            <a:off x="8010525" y="3878263"/>
            <a:ext cx="254000" cy="600075"/>
            <a:chOff x="2320" y="767"/>
            <a:chExt cx="160" cy="378"/>
          </a:xfrm>
        </p:grpSpPr>
        <p:sp>
          <p:nvSpPr>
            <p:cNvPr id="468040" name="直接连接符 54398"/>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8041" name="文本框 54399"/>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sp>
        <p:nvSpPr>
          <p:cNvPr id="27" name="文本框 26"/>
          <p:cNvSpPr txBox="1"/>
          <p:nvPr/>
        </p:nvSpPr>
        <p:spPr>
          <a:xfrm>
            <a:off x="5670550" y="3535363"/>
            <a:ext cx="438150" cy="400050"/>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38</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28" name="文本框 27"/>
          <p:cNvSpPr txBox="1"/>
          <p:nvPr/>
        </p:nvSpPr>
        <p:spPr>
          <a:xfrm>
            <a:off x="7918450" y="3475038"/>
            <a:ext cx="438150"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49</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29" name="组合 28"/>
          <p:cNvGrpSpPr/>
          <p:nvPr/>
        </p:nvGrpSpPr>
        <p:grpSpPr>
          <a:xfrm>
            <a:off x="6937375" y="4784725"/>
            <a:ext cx="254000" cy="577850"/>
            <a:chOff x="2320" y="767"/>
            <a:chExt cx="160" cy="409"/>
          </a:xfrm>
        </p:grpSpPr>
        <p:sp>
          <p:nvSpPr>
            <p:cNvPr id="468045" name="直接连接符 54398"/>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8046" name="文本框 54399"/>
            <p:cNvSpPr txBox="1"/>
            <p:nvPr/>
          </p:nvSpPr>
          <p:spPr>
            <a:xfrm>
              <a:off x="2320" y="894"/>
              <a:ext cx="160" cy="282"/>
            </a:xfrm>
            <a:prstGeom prst="rect">
              <a:avLst/>
            </a:prstGeom>
            <a:noFill/>
            <a:ln w="9525">
              <a:noFill/>
            </a:ln>
          </p:spPr>
          <p:txBody>
            <a:bodyPr wrap="squar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sp>
        <p:nvSpPr>
          <p:cNvPr id="32" name="文本框 31"/>
          <p:cNvSpPr txBox="1"/>
          <p:nvPr/>
        </p:nvSpPr>
        <p:spPr>
          <a:xfrm>
            <a:off x="6184900" y="4386263"/>
            <a:ext cx="438150"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76</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33" name="文本框 32"/>
          <p:cNvSpPr txBox="1"/>
          <p:nvPr/>
        </p:nvSpPr>
        <p:spPr>
          <a:xfrm>
            <a:off x="6810375" y="4384675"/>
            <a:ext cx="436563"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97</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34" name="组合 33"/>
          <p:cNvGrpSpPr/>
          <p:nvPr/>
        </p:nvGrpSpPr>
        <p:grpSpPr>
          <a:xfrm>
            <a:off x="7419975" y="4784725"/>
            <a:ext cx="254000" cy="577850"/>
            <a:chOff x="2320" y="767"/>
            <a:chExt cx="160" cy="409"/>
          </a:xfrm>
        </p:grpSpPr>
        <p:sp>
          <p:nvSpPr>
            <p:cNvPr id="468050" name="直接连接符 54398"/>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8051" name="文本框 54399"/>
            <p:cNvSpPr txBox="1"/>
            <p:nvPr/>
          </p:nvSpPr>
          <p:spPr>
            <a:xfrm>
              <a:off x="2320" y="894"/>
              <a:ext cx="160" cy="282"/>
            </a:xfrm>
            <a:prstGeom prst="rect">
              <a:avLst/>
            </a:prstGeom>
            <a:noFill/>
            <a:ln w="9525">
              <a:noFill/>
            </a:ln>
          </p:spPr>
          <p:txBody>
            <a:bodyPr wrap="squar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sp>
        <p:nvSpPr>
          <p:cNvPr id="37" name="文本框 36"/>
          <p:cNvSpPr txBox="1"/>
          <p:nvPr/>
        </p:nvSpPr>
        <p:spPr>
          <a:xfrm>
            <a:off x="7327900" y="4386263"/>
            <a:ext cx="438150"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76</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38" name="文本框 37"/>
          <p:cNvSpPr txBox="1"/>
          <p:nvPr/>
        </p:nvSpPr>
        <p:spPr>
          <a:xfrm>
            <a:off x="6184900" y="4384675"/>
            <a:ext cx="438150"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65</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39" name="组合 38"/>
          <p:cNvGrpSpPr/>
          <p:nvPr/>
        </p:nvGrpSpPr>
        <p:grpSpPr>
          <a:xfrm>
            <a:off x="8010525" y="4784725"/>
            <a:ext cx="254000" cy="577850"/>
            <a:chOff x="2320" y="767"/>
            <a:chExt cx="160" cy="409"/>
          </a:xfrm>
        </p:grpSpPr>
        <p:sp>
          <p:nvSpPr>
            <p:cNvPr id="468055" name="直接连接符 54398"/>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68056" name="文本框 54399"/>
            <p:cNvSpPr txBox="1"/>
            <p:nvPr/>
          </p:nvSpPr>
          <p:spPr>
            <a:xfrm>
              <a:off x="2320" y="894"/>
              <a:ext cx="160" cy="282"/>
            </a:xfrm>
            <a:prstGeom prst="rect">
              <a:avLst/>
            </a:prstGeom>
            <a:noFill/>
            <a:ln w="9525">
              <a:noFill/>
            </a:ln>
          </p:spPr>
          <p:txBody>
            <a:bodyPr wrap="squar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sp>
        <p:nvSpPr>
          <p:cNvPr id="42" name="文本框 41"/>
          <p:cNvSpPr txBox="1"/>
          <p:nvPr/>
        </p:nvSpPr>
        <p:spPr>
          <a:xfrm>
            <a:off x="7877175" y="4386263"/>
            <a:ext cx="436563"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65</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43" name="文本框 42"/>
          <p:cNvSpPr txBox="1"/>
          <p:nvPr/>
        </p:nvSpPr>
        <p:spPr>
          <a:xfrm>
            <a:off x="6189663" y="4384675"/>
            <a:ext cx="436562"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49</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45" name="直接连接符 54398"/>
          <p:cNvSpPr/>
          <p:nvPr/>
        </p:nvSpPr>
        <p:spPr>
          <a:xfrm flipV="1">
            <a:off x="7572375" y="5530850"/>
            <a:ext cx="0" cy="234950"/>
          </a:xfrm>
          <a:prstGeom prst="line">
            <a:avLst/>
          </a:prstGeom>
          <a:ln w="9525" cap="flat" cmpd="sng">
            <a:solidFill>
              <a:srgbClr val="669900"/>
            </a:solidFill>
            <a:prstDash val="solid"/>
            <a:round/>
            <a:headEnd type="none" w="med" len="med"/>
            <a:tailEnd type="triangle" w="med" len="med"/>
          </a:ln>
        </p:spPr>
      </p:sp>
      <p:sp>
        <p:nvSpPr>
          <p:cNvPr id="47" name="文本框 46"/>
          <p:cNvSpPr txBox="1"/>
          <p:nvPr/>
        </p:nvSpPr>
        <p:spPr>
          <a:xfrm>
            <a:off x="6886575" y="5170488"/>
            <a:ext cx="436563"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76</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48" name="文本框 47"/>
          <p:cNvSpPr txBox="1"/>
          <p:nvPr/>
        </p:nvSpPr>
        <p:spPr>
          <a:xfrm>
            <a:off x="7404100" y="5170488"/>
            <a:ext cx="438150"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97</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5" name="直接连接符 54398"/>
          <p:cNvSpPr/>
          <p:nvPr/>
        </p:nvSpPr>
        <p:spPr>
          <a:xfrm flipV="1">
            <a:off x="8137525" y="5530850"/>
            <a:ext cx="0" cy="234950"/>
          </a:xfrm>
          <a:prstGeom prst="line">
            <a:avLst/>
          </a:prstGeom>
          <a:ln w="9525" cap="flat" cmpd="sng">
            <a:solidFill>
              <a:srgbClr val="669900"/>
            </a:solidFill>
            <a:prstDash val="solid"/>
            <a:round/>
            <a:headEnd type="none" w="med" len="med"/>
            <a:tailEnd type="triangle" w="med" len="med"/>
          </a:ln>
        </p:spPr>
      </p:sp>
      <p:sp>
        <p:nvSpPr>
          <p:cNvPr id="57" name="文本框 56"/>
          <p:cNvSpPr txBox="1"/>
          <p:nvPr/>
        </p:nvSpPr>
        <p:spPr>
          <a:xfrm>
            <a:off x="7967663" y="5170488"/>
            <a:ext cx="436562"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76</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8" name="文本框 57"/>
          <p:cNvSpPr txBox="1"/>
          <p:nvPr/>
        </p:nvSpPr>
        <p:spPr>
          <a:xfrm>
            <a:off x="6873875" y="5170488"/>
            <a:ext cx="438150"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65</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60" name="直接连接符 54398"/>
          <p:cNvSpPr/>
          <p:nvPr/>
        </p:nvSpPr>
        <p:spPr>
          <a:xfrm flipV="1">
            <a:off x="8186738" y="6070600"/>
            <a:ext cx="0" cy="234950"/>
          </a:xfrm>
          <a:prstGeom prst="line">
            <a:avLst/>
          </a:prstGeom>
          <a:ln w="9525" cap="flat" cmpd="sng">
            <a:solidFill>
              <a:srgbClr val="669900"/>
            </a:solidFill>
            <a:prstDash val="solid"/>
            <a:round/>
            <a:headEnd type="none" w="med" len="med"/>
            <a:tailEnd type="triangle" w="med" len="med"/>
          </a:ln>
        </p:spPr>
      </p:sp>
      <p:sp>
        <p:nvSpPr>
          <p:cNvPr id="62" name="文本框 61"/>
          <p:cNvSpPr txBox="1"/>
          <p:nvPr/>
        </p:nvSpPr>
        <p:spPr>
          <a:xfrm>
            <a:off x="7404100" y="5727700"/>
            <a:ext cx="438150"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76</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63" name="文本框 62"/>
          <p:cNvSpPr txBox="1"/>
          <p:nvPr/>
        </p:nvSpPr>
        <p:spPr>
          <a:xfrm>
            <a:off x="7989888" y="5708650"/>
            <a:ext cx="436562"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97</a:t>
            </a:r>
            <a:endParaRPr lang="en-US" altLang="zh-CN" sz="2000">
              <a:solidFill>
                <a:schemeClr val="accent1"/>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4276">
                                            <p:txEl>
                                              <p:charRg st="0" end="55"/>
                                            </p:txEl>
                                          </p:spTgt>
                                        </p:tgtEl>
                                        <p:attrNameLst>
                                          <p:attrName>style.visibility</p:attrName>
                                        </p:attrNameLst>
                                      </p:cBhvr>
                                      <p:to>
                                        <p:strVal val="visible"/>
                                      </p:to>
                                    </p:set>
                                    <p:animEffect transition="in" filter="box(out)">
                                      <p:cBhvr>
                                        <p:cTn id="7" dur="500"/>
                                        <p:tgtEl>
                                          <p:spTgt spid="54276">
                                            <p:txEl>
                                              <p:charRg st="0" end="55"/>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4304">
                                            <p:txEl>
                                              <p:charRg st="0" end="4"/>
                                            </p:txEl>
                                          </p:spTgt>
                                        </p:tgtEl>
                                        <p:attrNameLst>
                                          <p:attrName>style.visibility</p:attrName>
                                        </p:attrNameLst>
                                      </p:cBhvr>
                                      <p:to>
                                        <p:strVal val="visible"/>
                                      </p:to>
                                    </p:set>
                                    <p:animEffect transition="in" filter="box(out)">
                                      <p:cBhvr>
                                        <p:cTn id="12" dur="500"/>
                                        <p:tgtEl>
                                          <p:spTgt spid="54304">
                                            <p:txEl>
                                              <p:charRg st="0" end="4"/>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54370"/>
                                        </p:tgtEl>
                                        <p:attrNameLst>
                                          <p:attrName>style.visibility</p:attrName>
                                        </p:attrNameLst>
                                      </p:cBhvr>
                                      <p:to>
                                        <p:strVal val="visible"/>
                                      </p:to>
                                    </p:se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7" fill="hold">
                      <p:stCondLst>
                        <p:cond delay="indefinite"/>
                      </p:stCondLst>
                      <p:childTnLst>
                        <p:par>
                          <p:cTn id="18" fill="hold">
                            <p:stCondLst>
                              <p:cond delay="0"/>
                            </p:stCondLst>
                            <p:childTnLst>
                              <p:par>
                                <p:cTn id="19" presetID="4" presetClass="entr" presetSubtype="32" fill="hold" grpId="0" nodeType="clickEffect">
                                  <p:stCondLst>
                                    <p:cond delay="0"/>
                                  </p:stCondLst>
                                  <p:childTnLst>
                                    <p:set>
                                      <p:cBhvr>
                                        <p:cTn id="20" dur="1" fill="hold">
                                          <p:stCondLst>
                                            <p:cond delay="0"/>
                                          </p:stCondLst>
                                        </p:cTn>
                                        <p:tgtEl>
                                          <p:spTgt spid="54305"/>
                                        </p:tgtEl>
                                        <p:attrNameLst>
                                          <p:attrName>style.visibility</p:attrName>
                                        </p:attrNameLst>
                                      </p:cBhvr>
                                      <p:to>
                                        <p:strVal val="visible"/>
                                      </p:to>
                                    </p:set>
                                    <p:animEffect transition="in" filter="box(out)">
                                      <p:cBhvr>
                                        <p:cTn id="21" dur="500"/>
                                        <p:tgtEl>
                                          <p:spTgt spid="54305"/>
                                        </p:tgtEl>
                                      </p:cBhvr>
                                    </p:animEffect>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5"/>
                                        </p:tgtEl>
                                        <p:attrNameLst>
                                          <p:attrName>style.visibility</p:attrName>
                                        </p:attrNameLst>
                                      </p:cBhvr>
                                      <p:to>
                                        <p:strVal val="visible"/>
                                      </p:to>
                                    </p:set>
                                    <p:animEffect transition="in" filter="box(out)">
                                      <p:cBhvr>
                                        <p:cTn id="26" dur="500"/>
                                        <p:tgtEl>
                                          <p:spTgt spid="5"/>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499"/>
                                          </p:stCondLst>
                                        </p:cTn>
                                        <p:tgtEl>
                                          <p:spTgt spid="54371"/>
                                        </p:tgtEl>
                                        <p:attrNameLst>
                                          <p:attrName>style.visibility</p:attrName>
                                        </p:attrNameLst>
                                      </p:cBhvr>
                                      <p:to>
                                        <p:strVal val="visible"/>
                                      </p:to>
                                    </p:set>
                                  </p:childTnLst>
                                  <p:subTnLst>
                                    <p:audio>
                                      <p:cMediaNode>
                                        <p:cTn display="0" masterRel="sameClick">
                                          <p:stCondLst>
                                            <p:cond evt="begin" delay="0">
                                              <p:tn val="29"/>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499"/>
                                          </p:stCondLst>
                                        </p:cTn>
                                        <p:tgtEl>
                                          <p:spTgt spid="54374"/>
                                        </p:tgtEl>
                                        <p:attrNameLst>
                                          <p:attrName>style.visibility</p:attrName>
                                        </p:attrNameLst>
                                      </p:cBhvr>
                                      <p:to>
                                        <p:strVal val="visible"/>
                                      </p:to>
                                    </p:se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499"/>
                                          </p:stCondLst>
                                        </p:cTn>
                                        <p:tgtEl>
                                          <p:spTgt spid="54377"/>
                                        </p:tgtEl>
                                        <p:attrNameLst>
                                          <p:attrName>style.visibility</p:attrName>
                                        </p:attrNameLst>
                                      </p:cBhvr>
                                      <p:to>
                                        <p:strVal val="visible"/>
                                      </p:to>
                                    </p:set>
                                  </p:childTnLst>
                                  <p:subTnLst>
                                    <p:audio>
                                      <p:cMediaNode>
                                        <p:cTn display="0" masterRel="sameClick">
                                          <p:stCondLst>
                                            <p:cond evt="begin" delay="0">
                                              <p:tn val="37"/>
                                            </p:cond>
                                          </p:stCondLst>
                                          <p:endCondLst>
                                            <p:cond evt="onStopAudio" delay="0">
                                              <p:tgtEl>
                                                <p:sldTgt/>
                                              </p:tgtEl>
                                            </p:cond>
                                          </p:endCondLst>
                                        </p:cTn>
                                        <p:tgtEl>
                                          <p:sndTgt r:embed="rId2" name="CAMERA.WAV"/>
                                        </p:tgtEl>
                                      </p:cMediaNode>
                                    </p:audio>
                                  </p:sub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499"/>
                                          </p:stCondLst>
                                        </p:cTn>
                                        <p:tgtEl>
                                          <p:spTgt spid="54380"/>
                                        </p:tgtEl>
                                        <p:attrNameLst>
                                          <p:attrName>style.visibility</p:attrName>
                                        </p:attrNameLst>
                                      </p:cBhvr>
                                      <p:to>
                                        <p:strVal val="visible"/>
                                      </p:to>
                                    </p:set>
                                  </p:childTnLst>
                                  <p:subTnLst>
                                    <p:audio>
                                      <p:cMediaNode>
                                        <p:cTn display="0" masterRel="sameClick">
                                          <p:stCondLst>
                                            <p:cond evt="begin" delay="0">
                                              <p:tn val="41"/>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box(out)">
                                      <p:cBhvr>
                                        <p:cTn id="47" dur="500"/>
                                        <p:tgtEl>
                                          <p:spTgt spid="7"/>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box(out)">
                                      <p:cBhvr>
                                        <p:cTn id="52" dur="500"/>
                                        <p:tgtEl>
                                          <p:spTgt spid="6"/>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499"/>
                                          </p:stCondLst>
                                        </p:cTn>
                                        <p:tgtEl>
                                          <p:spTgt spid="54383"/>
                                        </p:tgtEl>
                                        <p:attrNameLst>
                                          <p:attrName>style.visibility</p:attrName>
                                        </p:attrNameLst>
                                      </p:cBhvr>
                                      <p:to>
                                        <p:strVal val="visible"/>
                                      </p:to>
                                    </p:se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7" fill="hold">
                      <p:stCondLst>
                        <p:cond delay="indefinite"/>
                      </p:stCondLst>
                      <p:childTnLst>
                        <p:par>
                          <p:cTn id="58" fill="hold">
                            <p:stCondLst>
                              <p:cond delay="0"/>
                            </p:stCondLst>
                            <p:childTnLst>
                              <p:par>
                                <p:cTn id="59" presetID="4" presetClass="entr" presetSubtype="16" fill="hold" grpId="0" nodeType="clickEffect">
                                  <p:stCondLst>
                                    <p:cond delay="0"/>
                                  </p:stCondLst>
                                  <p:childTnLst>
                                    <p:set>
                                      <p:cBhvr>
                                        <p:cTn id="60" dur="1" fill="hold">
                                          <p:stCondLst>
                                            <p:cond delay="0"/>
                                          </p:stCondLst>
                                        </p:cTn>
                                        <p:tgtEl>
                                          <p:spTgt spid="54307"/>
                                        </p:tgtEl>
                                        <p:attrNameLst>
                                          <p:attrName>style.visibility</p:attrName>
                                        </p:attrNameLst>
                                      </p:cBhvr>
                                      <p:to>
                                        <p:strVal val="visible"/>
                                      </p:to>
                                    </p:set>
                                    <p:animEffect transition="in" filter="box(in)">
                                      <p:cBhvr>
                                        <p:cTn id="61" dur="2000"/>
                                        <p:tgtEl>
                                          <p:spTgt spid="54307"/>
                                        </p:tgtEl>
                                      </p:cBhvr>
                                    </p:animEffect>
                                  </p:childTnLst>
                                </p:cTn>
                              </p:par>
                            </p:childTnLst>
                          </p:cTn>
                        </p:par>
                      </p:childTnLst>
                    </p:cTn>
                  </p:par>
                  <p:par>
                    <p:cTn id="62" fill="hold">
                      <p:stCondLst>
                        <p:cond delay="indefinite"/>
                      </p:stCondLst>
                      <p:childTnLst>
                        <p:par>
                          <p:cTn id="63" fill="hold">
                            <p:stCondLst>
                              <p:cond delay="0"/>
                            </p:stCondLst>
                            <p:childTnLst>
                              <p:par>
                                <p:cTn id="64" presetID="4" presetClass="entr" presetSubtype="16" fill="hold" grpId="0" nodeType="clickEffect">
                                  <p:stCondLst>
                                    <p:cond delay="0"/>
                                  </p:stCondLst>
                                  <p:childTnLst>
                                    <p:set>
                                      <p:cBhvr>
                                        <p:cTn id="65" dur="1" fill="hold">
                                          <p:stCondLst>
                                            <p:cond delay="0"/>
                                          </p:stCondLst>
                                        </p:cTn>
                                        <p:tgtEl>
                                          <p:spTgt spid="54308"/>
                                        </p:tgtEl>
                                        <p:attrNameLst>
                                          <p:attrName>style.visibility</p:attrName>
                                        </p:attrNameLst>
                                      </p:cBhvr>
                                      <p:to>
                                        <p:strVal val="visible"/>
                                      </p:to>
                                    </p:set>
                                    <p:animEffect transition="in" filter="box(in)">
                                      <p:cBhvr>
                                        <p:cTn id="66" dur="2000"/>
                                        <p:tgtEl>
                                          <p:spTgt spid="54308"/>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54386"/>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54389"/>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4392"/>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54395"/>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4" presetClass="entr" presetSubtype="32" fill="hold" grpId="0" nodeType="clickEffect">
                                  <p:stCondLst>
                                    <p:cond delay="0"/>
                                  </p:stCondLst>
                                  <p:childTnLst>
                                    <p:set>
                                      <p:cBhvr>
                                        <p:cTn id="86" dur="1000" fill="hold">
                                          <p:stCondLst>
                                            <p:cond delay="0"/>
                                          </p:stCondLst>
                                        </p:cTn>
                                        <p:tgtEl>
                                          <p:spTgt spid="54330"/>
                                        </p:tgtEl>
                                        <p:attrNameLst>
                                          <p:attrName>style.visibility</p:attrName>
                                        </p:attrNameLst>
                                      </p:cBhvr>
                                      <p:to>
                                        <p:strVal val="visible"/>
                                      </p:to>
                                    </p:set>
                                    <p:animEffect transition="in" filter="box(out)">
                                      <p:cBhvr>
                                        <p:cTn id="87" dur="1000"/>
                                        <p:tgtEl>
                                          <p:spTgt spid="54330"/>
                                        </p:tgtEl>
                                      </p:cBhvr>
                                    </p:animEffect>
                                  </p:childTnLst>
                                </p:cTn>
                              </p:par>
                            </p:childTnLst>
                          </p:cTn>
                        </p:par>
                      </p:childTnLst>
                    </p:cTn>
                  </p:par>
                  <p:par>
                    <p:cTn id="88" fill="hold">
                      <p:stCondLst>
                        <p:cond delay="indefinite"/>
                      </p:stCondLst>
                      <p:childTnLst>
                        <p:par>
                          <p:cTn id="89" fill="hold">
                            <p:stCondLst>
                              <p:cond delay="0"/>
                            </p:stCondLst>
                            <p:childTnLst>
                              <p:par>
                                <p:cTn id="90" presetID="4" presetClass="entr" presetSubtype="32" fill="hold" grpId="0" nodeType="clickEffect">
                                  <p:stCondLst>
                                    <p:cond delay="0"/>
                                  </p:stCondLst>
                                  <p:childTnLst>
                                    <p:set>
                                      <p:cBhvr>
                                        <p:cTn id="91" dur="1000" fill="hold">
                                          <p:stCondLst>
                                            <p:cond delay="0"/>
                                          </p:stCondLst>
                                        </p:cTn>
                                        <p:tgtEl>
                                          <p:spTgt spid="54331"/>
                                        </p:tgtEl>
                                        <p:attrNameLst>
                                          <p:attrName>style.visibility</p:attrName>
                                        </p:attrNameLst>
                                      </p:cBhvr>
                                      <p:to>
                                        <p:strVal val="visible"/>
                                      </p:to>
                                    </p:set>
                                    <p:animEffect transition="in" filter="box(out)">
                                      <p:cBhvr>
                                        <p:cTn id="92" dur="1000"/>
                                        <p:tgtEl>
                                          <p:spTgt spid="54331"/>
                                        </p:tgtEl>
                                      </p:cBhvr>
                                    </p:animEffec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54398"/>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4" presetClass="entr" presetSubtype="32" fill="hold" grpId="0" nodeType="clickEffect">
                                  <p:stCondLst>
                                    <p:cond delay="0"/>
                                  </p:stCondLst>
                                  <p:childTnLst>
                                    <p:set>
                                      <p:cBhvr>
                                        <p:cTn id="100" dur="1000" fill="hold">
                                          <p:stCondLst>
                                            <p:cond delay="0"/>
                                          </p:stCondLst>
                                        </p:cTn>
                                        <p:tgtEl>
                                          <p:spTgt spid="8"/>
                                        </p:tgtEl>
                                        <p:attrNameLst>
                                          <p:attrName>style.visibility</p:attrName>
                                        </p:attrNameLst>
                                      </p:cBhvr>
                                      <p:to>
                                        <p:strVal val="visible"/>
                                      </p:to>
                                    </p:set>
                                    <p:animEffect transition="in" filter="box(out)">
                                      <p:cBhvr>
                                        <p:cTn id="101" dur="1000"/>
                                        <p:tgtEl>
                                          <p:spTgt spid="8"/>
                                        </p:tgtEl>
                                      </p:cBhvr>
                                    </p:animEffect>
                                  </p:childTnLst>
                                </p:cTn>
                              </p:par>
                            </p:childTnLst>
                          </p:cTn>
                        </p:par>
                      </p:childTnLst>
                    </p:cTn>
                  </p:par>
                  <p:par>
                    <p:cTn id="102" fill="hold">
                      <p:stCondLst>
                        <p:cond delay="indefinite"/>
                      </p:stCondLst>
                      <p:childTnLst>
                        <p:par>
                          <p:cTn id="103" fill="hold">
                            <p:stCondLst>
                              <p:cond delay="0"/>
                            </p:stCondLst>
                            <p:childTnLst>
                              <p:par>
                                <p:cTn id="104" presetID="4" presetClass="entr" presetSubtype="32" fill="hold" grpId="0" nodeType="clickEffect">
                                  <p:stCondLst>
                                    <p:cond delay="0"/>
                                  </p:stCondLst>
                                  <p:childTnLst>
                                    <p:set>
                                      <p:cBhvr>
                                        <p:cTn id="105" dur="1000" fill="hold">
                                          <p:stCondLst>
                                            <p:cond delay="0"/>
                                          </p:stCondLst>
                                        </p:cTn>
                                        <p:tgtEl>
                                          <p:spTgt spid="9"/>
                                        </p:tgtEl>
                                        <p:attrNameLst>
                                          <p:attrName>style.visibility</p:attrName>
                                        </p:attrNameLst>
                                      </p:cBhvr>
                                      <p:to>
                                        <p:strVal val="visible"/>
                                      </p:to>
                                    </p:set>
                                    <p:animEffect transition="in" filter="box(out)">
                                      <p:cBhvr>
                                        <p:cTn id="106" dur="1000"/>
                                        <p:tgtEl>
                                          <p:spTgt spid="9"/>
                                        </p:tgtEl>
                                      </p:cBhvr>
                                    </p:animEffect>
                                  </p:childTnLst>
                                </p:cTn>
                              </p:par>
                            </p:childTnLst>
                          </p:cTn>
                        </p:par>
                      </p:childTnLst>
                    </p:cTn>
                  </p:par>
                  <p:par>
                    <p:cTn id="107" fill="hold">
                      <p:stCondLst>
                        <p:cond delay="indefinite"/>
                      </p:stCondLst>
                      <p:childTnLst>
                        <p:par>
                          <p:cTn id="108" fill="hold">
                            <p:stCondLst>
                              <p:cond delay="0"/>
                            </p:stCondLst>
                            <p:childTnLst>
                              <p:par>
                                <p:cTn id="109" presetID="4" presetClass="entr" presetSubtype="16" fill="hold" grpId="0" nodeType="clickEffect">
                                  <p:stCondLst>
                                    <p:cond delay="0"/>
                                  </p:stCondLst>
                                  <p:childTnLst>
                                    <p:set>
                                      <p:cBhvr>
                                        <p:cTn id="110" dur="1000" fill="hold">
                                          <p:stCondLst>
                                            <p:cond delay="0"/>
                                          </p:stCondLst>
                                        </p:cTn>
                                        <p:tgtEl>
                                          <p:spTgt spid="36882"/>
                                        </p:tgtEl>
                                        <p:attrNameLst>
                                          <p:attrName>style.visibility</p:attrName>
                                        </p:attrNameLst>
                                      </p:cBhvr>
                                      <p:to>
                                        <p:strVal val="visible"/>
                                      </p:to>
                                    </p:set>
                                    <p:animEffect transition="in" filter="box(in)">
                                      <p:cBhvr>
                                        <p:cTn id="111" dur="1000"/>
                                        <p:tgtEl>
                                          <p:spTgt spid="36882"/>
                                        </p:tgtEl>
                                      </p:cBhvr>
                                    </p:animEffec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nodeType="clickEffect">
                                  <p:stCondLst>
                                    <p:cond delay="0"/>
                                  </p:stCondLst>
                                  <p:childTnLst>
                                    <p:set>
                                      <p:cBhvr>
                                        <p:cTn id="115" dur="1" fill="hold">
                                          <p:stCondLst>
                                            <p:cond delay="0"/>
                                          </p:stCondLst>
                                        </p:cTn>
                                        <p:tgtEl>
                                          <p:spTgt spid="13"/>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fill="hold" nodeType="clickEffect">
                                  <p:stCondLst>
                                    <p:cond delay="0"/>
                                  </p:stCondLst>
                                  <p:childTnLst>
                                    <p:set>
                                      <p:cBhvr>
                                        <p:cTn id="119" dur="1" fill="hold">
                                          <p:stCondLst>
                                            <p:cond delay="0"/>
                                          </p:stCondLst>
                                        </p:cTn>
                                        <p:tgtEl>
                                          <p:spTgt spid="16"/>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nodeType="clickEffect">
                                  <p:stCondLst>
                                    <p:cond delay="0"/>
                                  </p:stCondLst>
                                  <p:childTnLst>
                                    <p:set>
                                      <p:cBhvr>
                                        <p:cTn id="123" dur="1" fill="hold">
                                          <p:stCondLst>
                                            <p:cond delay="0"/>
                                          </p:stCondLst>
                                        </p:cTn>
                                        <p:tgtEl>
                                          <p:spTgt spid="19"/>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4" presetClass="entr" presetSubtype="32" fill="hold" grpId="0" nodeType="clickEffect">
                                  <p:stCondLst>
                                    <p:cond delay="0"/>
                                  </p:stCondLst>
                                  <p:childTnLst>
                                    <p:set>
                                      <p:cBhvr>
                                        <p:cTn id="127" dur="1" fill="hold">
                                          <p:stCondLst>
                                            <p:cond delay="0"/>
                                          </p:stCondLst>
                                        </p:cTn>
                                        <p:tgtEl>
                                          <p:spTgt spid="10"/>
                                        </p:tgtEl>
                                        <p:attrNameLst>
                                          <p:attrName>style.visibility</p:attrName>
                                        </p:attrNameLst>
                                      </p:cBhvr>
                                      <p:to>
                                        <p:strVal val="visible"/>
                                      </p:to>
                                    </p:set>
                                    <p:animEffect transition="in" filter="box(out)">
                                      <p:cBhvr>
                                        <p:cTn id="128" dur="500"/>
                                        <p:tgtEl>
                                          <p:spTgt spid="10"/>
                                        </p:tgtEl>
                                      </p:cBhvr>
                                    </p:animEffect>
                                  </p:childTnLst>
                                  <p:subTnLst>
                                    <p:audio>
                                      <p:cMediaNode>
                                        <p:cTn display="0" masterRel="sameClick">
                                          <p:stCondLst>
                                            <p:cond evt="begin" delay="0">
                                              <p:tn val="126"/>
                                            </p:cond>
                                          </p:stCondLst>
                                          <p:endCondLst>
                                            <p:cond evt="onStopAudio" delay="0">
                                              <p:tgtEl>
                                                <p:sldTgt/>
                                              </p:tgtEl>
                                            </p:cond>
                                          </p:endCondLst>
                                        </p:cTn>
                                        <p:tgtEl>
                                          <p:sndTgt r:embed="rId2" name="CAMERA.WAV"/>
                                        </p:tgtEl>
                                      </p:cMediaNode>
                                    </p:audio>
                                  </p:subTnLst>
                                </p:cTn>
                              </p:par>
                            </p:childTnLst>
                          </p:cTn>
                        </p:par>
                      </p:childTnLst>
                    </p:cTn>
                  </p:par>
                  <p:par>
                    <p:cTn id="129" fill="hold">
                      <p:stCondLst>
                        <p:cond delay="indefinite"/>
                      </p:stCondLst>
                      <p:childTnLst>
                        <p:par>
                          <p:cTn id="130" fill="hold">
                            <p:stCondLst>
                              <p:cond delay="0"/>
                            </p:stCondLst>
                            <p:childTnLst>
                              <p:par>
                                <p:cTn id="131" presetID="4" presetClass="entr" presetSubtype="32" fill="hold" grpId="0" nodeType="clickEffect">
                                  <p:stCondLst>
                                    <p:cond delay="0"/>
                                  </p:stCondLst>
                                  <p:childTnLst>
                                    <p:set>
                                      <p:cBhvr>
                                        <p:cTn id="132" dur="1" fill="hold">
                                          <p:stCondLst>
                                            <p:cond delay="0"/>
                                          </p:stCondLst>
                                        </p:cTn>
                                        <p:tgtEl>
                                          <p:spTgt spid="22"/>
                                        </p:tgtEl>
                                        <p:attrNameLst>
                                          <p:attrName>style.visibility</p:attrName>
                                        </p:attrNameLst>
                                      </p:cBhvr>
                                      <p:to>
                                        <p:strVal val="visible"/>
                                      </p:to>
                                    </p:set>
                                    <p:animEffect transition="in" filter="box(out)">
                                      <p:cBhvr>
                                        <p:cTn id="133" dur="500"/>
                                        <p:tgtEl>
                                          <p:spTgt spid="22"/>
                                        </p:tgtEl>
                                      </p:cBhvr>
                                    </p:animEffect>
                                  </p:childTnLst>
                                  <p:subTnLst>
                                    <p:audio>
                                      <p:cMediaNode>
                                        <p:cTn display="0" masterRel="sameClick">
                                          <p:stCondLst>
                                            <p:cond evt="begin" delay="0">
                                              <p:tn val="131"/>
                                            </p:cond>
                                          </p:stCondLst>
                                          <p:endCondLst>
                                            <p:cond evt="onStopAudio" delay="0">
                                              <p:tgtEl>
                                                <p:sldTgt/>
                                              </p:tgtEl>
                                            </p:cond>
                                          </p:endCondLst>
                                        </p:cTn>
                                        <p:tgtEl>
                                          <p:sndTgt r:embed="rId2" name="CAMERA.WAV"/>
                                        </p:tgtEl>
                                      </p:cMediaNode>
                                    </p:audio>
                                  </p:subTnLst>
                                </p:cTn>
                              </p:par>
                            </p:childTnLst>
                          </p:cTn>
                        </p:par>
                      </p:childTnLst>
                    </p:cTn>
                  </p:par>
                  <p:par>
                    <p:cTn id="134" fill="hold">
                      <p:stCondLst>
                        <p:cond delay="indefinite"/>
                      </p:stCondLst>
                      <p:childTnLst>
                        <p:par>
                          <p:cTn id="135" fill="hold">
                            <p:stCondLst>
                              <p:cond delay="0"/>
                            </p:stCondLst>
                            <p:childTnLst>
                              <p:par>
                                <p:cTn id="136" presetID="1" presetClass="entr" presetSubtype="0" fill="hold" nodeType="clickEffect">
                                  <p:stCondLst>
                                    <p:cond delay="0"/>
                                  </p:stCondLst>
                                  <p:childTnLst>
                                    <p:set>
                                      <p:cBhvr>
                                        <p:cTn id="137" dur="1" fill="hold">
                                          <p:stCondLst>
                                            <p:cond delay="0"/>
                                          </p:stCondLst>
                                        </p:cTn>
                                        <p:tgtEl>
                                          <p:spTgt spid="24"/>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presetID="4" presetClass="entr" presetSubtype="32" fill="hold" grpId="0" nodeType="clickEffect">
                                  <p:stCondLst>
                                    <p:cond delay="0"/>
                                  </p:stCondLst>
                                  <p:childTnLst>
                                    <p:set>
                                      <p:cBhvr>
                                        <p:cTn id="141" dur="1" fill="hold">
                                          <p:stCondLst>
                                            <p:cond delay="0"/>
                                          </p:stCondLst>
                                        </p:cTn>
                                        <p:tgtEl>
                                          <p:spTgt spid="27"/>
                                        </p:tgtEl>
                                        <p:attrNameLst>
                                          <p:attrName>style.visibility</p:attrName>
                                        </p:attrNameLst>
                                      </p:cBhvr>
                                      <p:to>
                                        <p:strVal val="visible"/>
                                      </p:to>
                                    </p:set>
                                    <p:animEffect transition="in" filter="box(out)">
                                      <p:cBhvr>
                                        <p:cTn id="142" dur="500"/>
                                        <p:tgtEl>
                                          <p:spTgt spid="27"/>
                                        </p:tgtEl>
                                      </p:cBhvr>
                                    </p:animEffect>
                                  </p:childTnLst>
                                  <p:subTnLst>
                                    <p:audio>
                                      <p:cMediaNode>
                                        <p:cTn display="0" masterRel="sameClick">
                                          <p:stCondLst>
                                            <p:cond evt="begin" delay="0">
                                              <p:tn val="140"/>
                                            </p:cond>
                                          </p:stCondLst>
                                          <p:endCondLst>
                                            <p:cond evt="onStopAudio" delay="0">
                                              <p:tgtEl>
                                                <p:sldTgt/>
                                              </p:tgtEl>
                                            </p:cond>
                                          </p:endCondLst>
                                        </p:cTn>
                                        <p:tgtEl>
                                          <p:sndTgt r:embed="rId2" name="CAMERA.WAV"/>
                                        </p:tgtEl>
                                      </p:cMediaNode>
                                    </p:audio>
                                  </p:subTnLst>
                                </p:cTn>
                              </p:par>
                            </p:childTnLst>
                          </p:cTn>
                        </p:par>
                      </p:childTnLst>
                    </p:cTn>
                  </p:par>
                  <p:par>
                    <p:cTn id="143" fill="hold">
                      <p:stCondLst>
                        <p:cond delay="indefinite"/>
                      </p:stCondLst>
                      <p:childTnLst>
                        <p:par>
                          <p:cTn id="144" fill="hold">
                            <p:stCondLst>
                              <p:cond delay="0"/>
                            </p:stCondLst>
                            <p:childTnLst>
                              <p:par>
                                <p:cTn id="145" presetID="4" presetClass="entr" presetSubtype="32" fill="hold" grpId="0" nodeType="clickEffect">
                                  <p:stCondLst>
                                    <p:cond delay="0"/>
                                  </p:stCondLst>
                                  <p:childTnLst>
                                    <p:set>
                                      <p:cBhvr>
                                        <p:cTn id="146" dur="1" fill="hold">
                                          <p:stCondLst>
                                            <p:cond delay="0"/>
                                          </p:stCondLst>
                                        </p:cTn>
                                        <p:tgtEl>
                                          <p:spTgt spid="28"/>
                                        </p:tgtEl>
                                        <p:attrNameLst>
                                          <p:attrName>style.visibility</p:attrName>
                                        </p:attrNameLst>
                                      </p:cBhvr>
                                      <p:to>
                                        <p:strVal val="visible"/>
                                      </p:to>
                                    </p:set>
                                    <p:animEffect transition="in" filter="box(out)">
                                      <p:cBhvr>
                                        <p:cTn id="147" dur="500"/>
                                        <p:tgtEl>
                                          <p:spTgt spid="28"/>
                                        </p:tgtEl>
                                      </p:cBhvr>
                                    </p:animEffect>
                                  </p:childTnLst>
                                  <p:subTnLst>
                                    <p:audio>
                                      <p:cMediaNode>
                                        <p:cTn display="0" masterRel="sameClick">
                                          <p:stCondLst>
                                            <p:cond evt="begin" delay="0">
                                              <p:tn val="145"/>
                                            </p:cond>
                                          </p:stCondLst>
                                          <p:endCondLst>
                                            <p:cond evt="onStopAudio" delay="0">
                                              <p:tgtEl>
                                                <p:sldTgt/>
                                              </p:tgtEl>
                                            </p:cond>
                                          </p:endCondLst>
                                        </p:cTn>
                                        <p:tgtEl>
                                          <p:sndTgt r:embed="rId2" name="CAMERA.WAV"/>
                                        </p:tgtEl>
                                      </p:cMediaNode>
                                    </p:audio>
                                  </p:subTnLst>
                                </p:cTn>
                              </p:par>
                            </p:childTnLst>
                          </p:cTn>
                        </p:par>
                      </p:childTnLst>
                    </p:cTn>
                  </p:par>
                  <p:par>
                    <p:cTn id="148" fill="hold">
                      <p:stCondLst>
                        <p:cond delay="indefinite"/>
                      </p:stCondLst>
                      <p:childTnLst>
                        <p:par>
                          <p:cTn id="149" fill="hold">
                            <p:stCondLst>
                              <p:cond delay="0"/>
                            </p:stCondLst>
                            <p:childTnLst>
                              <p:par>
                                <p:cTn id="150" presetID="4" presetClass="entr" presetSubtype="32" fill="hold" grpId="0" nodeType="clickEffect">
                                  <p:stCondLst>
                                    <p:cond delay="0"/>
                                  </p:stCondLst>
                                  <p:childTnLst>
                                    <p:set>
                                      <p:cBhvr>
                                        <p:cTn id="151" dur="1000" fill="hold">
                                          <p:stCondLst>
                                            <p:cond delay="0"/>
                                          </p:stCondLst>
                                        </p:cTn>
                                        <p:tgtEl>
                                          <p:spTgt spid="36888"/>
                                        </p:tgtEl>
                                        <p:attrNameLst>
                                          <p:attrName>style.visibility</p:attrName>
                                        </p:attrNameLst>
                                      </p:cBhvr>
                                      <p:to>
                                        <p:strVal val="visible"/>
                                      </p:to>
                                    </p:set>
                                    <p:animEffect transition="in" filter="box(out)">
                                      <p:cBhvr>
                                        <p:cTn id="152" dur="1000"/>
                                        <p:tgtEl>
                                          <p:spTgt spid="36888"/>
                                        </p:tgtEl>
                                      </p:cBhvr>
                                    </p:animEffect>
                                  </p:childTnLst>
                                </p:cTn>
                              </p:par>
                            </p:childTnLst>
                          </p:cTn>
                        </p:par>
                      </p:childTnLst>
                    </p:cTn>
                  </p:par>
                  <p:par>
                    <p:cTn id="153" fill="hold">
                      <p:stCondLst>
                        <p:cond delay="indefinite"/>
                      </p:stCondLst>
                      <p:childTnLst>
                        <p:par>
                          <p:cTn id="154" fill="hold">
                            <p:stCondLst>
                              <p:cond delay="0"/>
                            </p:stCondLst>
                            <p:childTnLst>
                              <p:par>
                                <p:cTn id="155" presetID="1" presetClass="entr" presetSubtype="0" fill="hold" nodeType="clickEffect">
                                  <p:stCondLst>
                                    <p:cond delay="0"/>
                                  </p:stCondLst>
                                  <p:childTnLst>
                                    <p:set>
                                      <p:cBhvr>
                                        <p:cTn id="156" dur="1" fill="hold">
                                          <p:stCondLst>
                                            <p:cond delay="0"/>
                                          </p:stCondLst>
                                        </p:cTn>
                                        <p:tgtEl>
                                          <p:spTgt spid="29"/>
                                        </p:tgtEl>
                                        <p:attrNameLst>
                                          <p:attrName>style.visibility</p:attrName>
                                        </p:attrNameLst>
                                      </p:cBhvr>
                                      <p:to>
                                        <p:strVal val="visible"/>
                                      </p:to>
                                    </p:set>
                                  </p:childTnLst>
                                </p:cTn>
                              </p:par>
                            </p:childTnLst>
                          </p:cTn>
                        </p:par>
                      </p:childTnLst>
                    </p:cTn>
                  </p:par>
                  <p:par>
                    <p:cTn id="157" fill="hold">
                      <p:stCondLst>
                        <p:cond delay="indefinite"/>
                      </p:stCondLst>
                      <p:childTnLst>
                        <p:par>
                          <p:cTn id="158" fill="hold">
                            <p:stCondLst>
                              <p:cond delay="0"/>
                            </p:stCondLst>
                            <p:childTnLst>
                              <p:par>
                                <p:cTn id="159" presetID="4" presetClass="entr" presetSubtype="32" fill="hold" grpId="0" nodeType="clickEffect">
                                  <p:stCondLst>
                                    <p:cond delay="0"/>
                                  </p:stCondLst>
                                  <p:childTnLst>
                                    <p:set>
                                      <p:cBhvr>
                                        <p:cTn id="160" dur="1" fill="hold">
                                          <p:stCondLst>
                                            <p:cond delay="0"/>
                                          </p:stCondLst>
                                        </p:cTn>
                                        <p:tgtEl>
                                          <p:spTgt spid="32"/>
                                        </p:tgtEl>
                                        <p:attrNameLst>
                                          <p:attrName>style.visibility</p:attrName>
                                        </p:attrNameLst>
                                      </p:cBhvr>
                                      <p:to>
                                        <p:strVal val="visible"/>
                                      </p:to>
                                    </p:set>
                                    <p:animEffect transition="in" filter="box(out)">
                                      <p:cBhvr>
                                        <p:cTn id="161" dur="500"/>
                                        <p:tgtEl>
                                          <p:spTgt spid="32"/>
                                        </p:tgtEl>
                                      </p:cBhvr>
                                    </p:animEffect>
                                  </p:childTnLst>
                                  <p:subTnLst>
                                    <p:audio>
                                      <p:cMediaNode>
                                        <p:cTn display="0" masterRel="sameClick">
                                          <p:stCondLst>
                                            <p:cond evt="begin" delay="0">
                                              <p:tn val="159"/>
                                            </p:cond>
                                          </p:stCondLst>
                                          <p:endCondLst>
                                            <p:cond evt="onStopAudio" delay="0">
                                              <p:tgtEl>
                                                <p:sldTgt/>
                                              </p:tgtEl>
                                            </p:cond>
                                          </p:endCondLst>
                                        </p:cTn>
                                        <p:tgtEl>
                                          <p:sndTgt r:embed="rId2" name="CAMERA.WAV"/>
                                        </p:tgtEl>
                                      </p:cMediaNode>
                                    </p:audio>
                                  </p:subTnLst>
                                </p:cTn>
                              </p:par>
                            </p:childTnLst>
                          </p:cTn>
                        </p:par>
                      </p:childTnLst>
                    </p:cTn>
                  </p:par>
                  <p:par>
                    <p:cTn id="162" fill="hold">
                      <p:stCondLst>
                        <p:cond delay="indefinite"/>
                      </p:stCondLst>
                      <p:childTnLst>
                        <p:par>
                          <p:cTn id="163" fill="hold">
                            <p:stCondLst>
                              <p:cond delay="0"/>
                            </p:stCondLst>
                            <p:childTnLst>
                              <p:par>
                                <p:cTn id="164" presetID="4" presetClass="entr" presetSubtype="32" fill="hold" grpId="0" nodeType="clickEffect">
                                  <p:stCondLst>
                                    <p:cond delay="0"/>
                                  </p:stCondLst>
                                  <p:childTnLst>
                                    <p:set>
                                      <p:cBhvr>
                                        <p:cTn id="165" dur="1" fill="hold">
                                          <p:stCondLst>
                                            <p:cond delay="0"/>
                                          </p:stCondLst>
                                        </p:cTn>
                                        <p:tgtEl>
                                          <p:spTgt spid="33"/>
                                        </p:tgtEl>
                                        <p:attrNameLst>
                                          <p:attrName>style.visibility</p:attrName>
                                        </p:attrNameLst>
                                      </p:cBhvr>
                                      <p:to>
                                        <p:strVal val="visible"/>
                                      </p:to>
                                    </p:set>
                                    <p:animEffect transition="in" filter="box(out)">
                                      <p:cBhvr>
                                        <p:cTn id="166" dur="500"/>
                                        <p:tgtEl>
                                          <p:spTgt spid="33"/>
                                        </p:tgtEl>
                                      </p:cBhvr>
                                    </p:animEffect>
                                  </p:childTnLst>
                                  <p:subTnLst>
                                    <p:audio>
                                      <p:cMediaNode>
                                        <p:cTn display="0" masterRel="sameClick">
                                          <p:stCondLst>
                                            <p:cond evt="begin" delay="0">
                                              <p:tn val="164"/>
                                            </p:cond>
                                          </p:stCondLst>
                                          <p:endCondLst>
                                            <p:cond evt="onStopAudio" delay="0">
                                              <p:tgtEl>
                                                <p:sldTgt/>
                                              </p:tgtEl>
                                            </p:cond>
                                          </p:endCondLst>
                                        </p:cTn>
                                        <p:tgtEl>
                                          <p:sndTgt r:embed="rId2" name="CAMERA.WAV"/>
                                        </p:tgtEl>
                                      </p:cMediaNode>
                                    </p:audio>
                                  </p:subTnLst>
                                </p:cTn>
                              </p:par>
                            </p:childTnLst>
                          </p:cTn>
                        </p:par>
                      </p:childTnLst>
                    </p:cTn>
                  </p:par>
                  <p:par>
                    <p:cTn id="167" fill="hold">
                      <p:stCondLst>
                        <p:cond delay="indefinite"/>
                      </p:stCondLst>
                      <p:childTnLst>
                        <p:par>
                          <p:cTn id="168" fill="hold">
                            <p:stCondLst>
                              <p:cond delay="0"/>
                            </p:stCondLst>
                            <p:childTnLst>
                              <p:par>
                                <p:cTn id="169" presetID="1" presetClass="entr" presetSubtype="0" fill="hold" nodeType="clickEffect">
                                  <p:stCondLst>
                                    <p:cond delay="0"/>
                                  </p:stCondLst>
                                  <p:childTnLst>
                                    <p:set>
                                      <p:cBhvr>
                                        <p:cTn id="170" dur="1" fill="hold">
                                          <p:stCondLst>
                                            <p:cond delay="0"/>
                                          </p:stCondLst>
                                        </p:cTn>
                                        <p:tgtEl>
                                          <p:spTgt spid="34"/>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presetID="4" presetClass="entr" presetSubtype="32" fill="hold" grpId="0" nodeType="clickEffect">
                                  <p:stCondLst>
                                    <p:cond delay="0"/>
                                  </p:stCondLst>
                                  <p:childTnLst>
                                    <p:set>
                                      <p:cBhvr>
                                        <p:cTn id="174" dur="1" fill="hold">
                                          <p:stCondLst>
                                            <p:cond delay="0"/>
                                          </p:stCondLst>
                                        </p:cTn>
                                        <p:tgtEl>
                                          <p:spTgt spid="38"/>
                                        </p:tgtEl>
                                        <p:attrNameLst>
                                          <p:attrName>style.visibility</p:attrName>
                                        </p:attrNameLst>
                                      </p:cBhvr>
                                      <p:to>
                                        <p:strVal val="visible"/>
                                      </p:to>
                                    </p:set>
                                    <p:animEffect transition="in" filter="box(out)">
                                      <p:cBhvr>
                                        <p:cTn id="175" dur="500"/>
                                        <p:tgtEl>
                                          <p:spTgt spid="38"/>
                                        </p:tgtEl>
                                      </p:cBhvr>
                                    </p:animEffect>
                                  </p:childTnLst>
                                  <p:subTnLst>
                                    <p:audio>
                                      <p:cMediaNode>
                                        <p:cTn display="0" masterRel="sameClick">
                                          <p:stCondLst>
                                            <p:cond evt="begin" delay="0">
                                              <p:tn val="173"/>
                                            </p:cond>
                                          </p:stCondLst>
                                          <p:endCondLst>
                                            <p:cond evt="onStopAudio" delay="0">
                                              <p:tgtEl>
                                                <p:sldTgt/>
                                              </p:tgtEl>
                                            </p:cond>
                                          </p:endCondLst>
                                        </p:cTn>
                                        <p:tgtEl>
                                          <p:sndTgt r:embed="rId2" name="CAMERA.WAV"/>
                                        </p:tgtEl>
                                      </p:cMediaNode>
                                    </p:audio>
                                  </p:subTnLst>
                                </p:cTn>
                              </p:par>
                            </p:childTnLst>
                          </p:cTn>
                        </p:par>
                      </p:childTnLst>
                    </p:cTn>
                  </p:par>
                  <p:par>
                    <p:cTn id="176" fill="hold">
                      <p:stCondLst>
                        <p:cond delay="indefinite"/>
                      </p:stCondLst>
                      <p:childTnLst>
                        <p:par>
                          <p:cTn id="177" fill="hold">
                            <p:stCondLst>
                              <p:cond delay="0"/>
                            </p:stCondLst>
                            <p:childTnLst>
                              <p:par>
                                <p:cTn id="178" presetID="4" presetClass="entr" presetSubtype="32" fill="hold" grpId="0" nodeType="clickEffect">
                                  <p:stCondLst>
                                    <p:cond delay="0"/>
                                  </p:stCondLst>
                                  <p:childTnLst>
                                    <p:set>
                                      <p:cBhvr>
                                        <p:cTn id="179" dur="1" fill="hold">
                                          <p:stCondLst>
                                            <p:cond delay="0"/>
                                          </p:stCondLst>
                                        </p:cTn>
                                        <p:tgtEl>
                                          <p:spTgt spid="37"/>
                                        </p:tgtEl>
                                        <p:attrNameLst>
                                          <p:attrName>style.visibility</p:attrName>
                                        </p:attrNameLst>
                                      </p:cBhvr>
                                      <p:to>
                                        <p:strVal val="visible"/>
                                      </p:to>
                                    </p:set>
                                    <p:animEffect transition="in" filter="box(out)">
                                      <p:cBhvr>
                                        <p:cTn id="180" dur="500"/>
                                        <p:tgtEl>
                                          <p:spTgt spid="37"/>
                                        </p:tgtEl>
                                      </p:cBhvr>
                                    </p:animEffect>
                                  </p:childTnLst>
                                  <p:subTnLst>
                                    <p:audio>
                                      <p:cMediaNode>
                                        <p:cTn display="0" masterRel="sameClick">
                                          <p:stCondLst>
                                            <p:cond evt="begin" delay="0">
                                              <p:tn val="178"/>
                                            </p:cond>
                                          </p:stCondLst>
                                          <p:endCondLst>
                                            <p:cond evt="onStopAudio" delay="0">
                                              <p:tgtEl>
                                                <p:sldTgt/>
                                              </p:tgtEl>
                                            </p:cond>
                                          </p:endCondLst>
                                        </p:cTn>
                                        <p:tgtEl>
                                          <p:sndTgt r:embed="rId2" name="CAMERA.WAV"/>
                                        </p:tgtEl>
                                      </p:cMediaNode>
                                    </p:audio>
                                  </p:subTnLst>
                                </p:cTn>
                              </p:par>
                            </p:childTnLst>
                          </p:cTn>
                        </p:par>
                      </p:childTnLst>
                    </p:cTn>
                  </p:par>
                  <p:par>
                    <p:cTn id="181" fill="hold">
                      <p:stCondLst>
                        <p:cond delay="indefinite"/>
                      </p:stCondLst>
                      <p:childTnLst>
                        <p:par>
                          <p:cTn id="182" fill="hold">
                            <p:stCondLst>
                              <p:cond delay="0"/>
                            </p:stCondLst>
                            <p:childTnLst>
                              <p:par>
                                <p:cTn id="183" presetID="1" presetClass="entr" presetSubtype="0" fill="hold" nodeType="clickEffect">
                                  <p:stCondLst>
                                    <p:cond delay="0"/>
                                  </p:stCondLst>
                                  <p:childTnLst>
                                    <p:set>
                                      <p:cBhvr>
                                        <p:cTn id="184" dur="1" fill="hold">
                                          <p:stCondLst>
                                            <p:cond delay="0"/>
                                          </p:stCondLst>
                                        </p:cTn>
                                        <p:tgtEl>
                                          <p:spTgt spid="39"/>
                                        </p:tgtEl>
                                        <p:attrNameLst>
                                          <p:attrName>style.visibility</p:attrName>
                                        </p:attrNameLst>
                                      </p:cBhvr>
                                      <p:to>
                                        <p:strVal val="visible"/>
                                      </p:to>
                                    </p:set>
                                  </p:childTnLst>
                                </p:cTn>
                              </p:par>
                            </p:childTnLst>
                          </p:cTn>
                        </p:par>
                      </p:childTnLst>
                    </p:cTn>
                  </p:par>
                  <p:par>
                    <p:cTn id="185" fill="hold">
                      <p:stCondLst>
                        <p:cond delay="indefinite"/>
                      </p:stCondLst>
                      <p:childTnLst>
                        <p:par>
                          <p:cTn id="186" fill="hold">
                            <p:stCondLst>
                              <p:cond delay="0"/>
                            </p:stCondLst>
                            <p:childTnLst>
                              <p:par>
                                <p:cTn id="187" presetID="4" presetClass="entr" presetSubtype="32" fill="hold" grpId="0" nodeType="clickEffect">
                                  <p:stCondLst>
                                    <p:cond delay="0"/>
                                  </p:stCondLst>
                                  <p:childTnLst>
                                    <p:set>
                                      <p:cBhvr>
                                        <p:cTn id="188" dur="1" fill="hold">
                                          <p:stCondLst>
                                            <p:cond delay="0"/>
                                          </p:stCondLst>
                                        </p:cTn>
                                        <p:tgtEl>
                                          <p:spTgt spid="43"/>
                                        </p:tgtEl>
                                        <p:attrNameLst>
                                          <p:attrName>style.visibility</p:attrName>
                                        </p:attrNameLst>
                                      </p:cBhvr>
                                      <p:to>
                                        <p:strVal val="visible"/>
                                      </p:to>
                                    </p:set>
                                    <p:animEffect transition="in" filter="box(out)">
                                      <p:cBhvr>
                                        <p:cTn id="189" dur="500"/>
                                        <p:tgtEl>
                                          <p:spTgt spid="43"/>
                                        </p:tgtEl>
                                      </p:cBhvr>
                                    </p:animEffect>
                                  </p:childTnLst>
                                  <p:subTnLst>
                                    <p:audio>
                                      <p:cMediaNode>
                                        <p:cTn display="0" masterRel="sameClick">
                                          <p:stCondLst>
                                            <p:cond evt="begin" delay="0">
                                              <p:tn val="187"/>
                                            </p:cond>
                                          </p:stCondLst>
                                          <p:endCondLst>
                                            <p:cond evt="onStopAudio" delay="0">
                                              <p:tgtEl>
                                                <p:sldTgt/>
                                              </p:tgtEl>
                                            </p:cond>
                                          </p:endCondLst>
                                        </p:cTn>
                                        <p:tgtEl>
                                          <p:sndTgt r:embed="rId2" name="CAMERA.WAV"/>
                                        </p:tgtEl>
                                      </p:cMediaNode>
                                    </p:audio>
                                  </p:subTnLst>
                                </p:cTn>
                              </p:par>
                            </p:childTnLst>
                          </p:cTn>
                        </p:par>
                      </p:childTnLst>
                    </p:cTn>
                  </p:par>
                  <p:par>
                    <p:cTn id="190" fill="hold">
                      <p:stCondLst>
                        <p:cond delay="indefinite"/>
                      </p:stCondLst>
                      <p:childTnLst>
                        <p:par>
                          <p:cTn id="191" fill="hold">
                            <p:stCondLst>
                              <p:cond delay="0"/>
                            </p:stCondLst>
                            <p:childTnLst>
                              <p:par>
                                <p:cTn id="192" presetID="4" presetClass="entr" presetSubtype="32" fill="hold" grpId="0" nodeType="clickEffect">
                                  <p:stCondLst>
                                    <p:cond delay="0"/>
                                  </p:stCondLst>
                                  <p:childTnLst>
                                    <p:set>
                                      <p:cBhvr>
                                        <p:cTn id="193" dur="1" fill="hold">
                                          <p:stCondLst>
                                            <p:cond delay="0"/>
                                          </p:stCondLst>
                                        </p:cTn>
                                        <p:tgtEl>
                                          <p:spTgt spid="42"/>
                                        </p:tgtEl>
                                        <p:attrNameLst>
                                          <p:attrName>style.visibility</p:attrName>
                                        </p:attrNameLst>
                                      </p:cBhvr>
                                      <p:to>
                                        <p:strVal val="visible"/>
                                      </p:to>
                                    </p:set>
                                    <p:animEffect transition="in" filter="box(out)">
                                      <p:cBhvr>
                                        <p:cTn id="194" dur="500"/>
                                        <p:tgtEl>
                                          <p:spTgt spid="42"/>
                                        </p:tgtEl>
                                      </p:cBhvr>
                                    </p:animEffect>
                                  </p:childTnLst>
                                  <p:subTnLst>
                                    <p:audio>
                                      <p:cMediaNode>
                                        <p:cTn display="0" masterRel="sameClick">
                                          <p:stCondLst>
                                            <p:cond evt="begin" delay="0">
                                              <p:tn val="192"/>
                                            </p:cond>
                                          </p:stCondLst>
                                          <p:endCondLst>
                                            <p:cond evt="onStopAudio" delay="0">
                                              <p:tgtEl>
                                                <p:sldTgt/>
                                              </p:tgtEl>
                                            </p:cond>
                                          </p:endCondLst>
                                        </p:cTn>
                                        <p:tgtEl>
                                          <p:sndTgt r:embed="rId2" name="CAMERA.WAV"/>
                                        </p:tgtEl>
                                      </p:cMediaNode>
                                    </p:audio>
                                  </p:subTnLst>
                                </p:cTn>
                              </p:par>
                            </p:childTnLst>
                          </p:cTn>
                        </p:par>
                      </p:childTnLst>
                    </p:cTn>
                  </p:par>
                  <p:par>
                    <p:cTn id="195" fill="hold">
                      <p:stCondLst>
                        <p:cond delay="indefinite"/>
                      </p:stCondLst>
                      <p:childTnLst>
                        <p:par>
                          <p:cTn id="196" fill="hold">
                            <p:stCondLst>
                              <p:cond delay="0"/>
                            </p:stCondLst>
                            <p:childTnLst>
                              <p:par>
                                <p:cTn id="197" presetID="4" presetClass="entr" presetSubtype="32" fill="hold" grpId="0" nodeType="clickEffect">
                                  <p:stCondLst>
                                    <p:cond delay="0"/>
                                  </p:stCondLst>
                                  <p:childTnLst>
                                    <p:set>
                                      <p:cBhvr>
                                        <p:cTn id="198" dur="1000" fill="hold">
                                          <p:stCondLst>
                                            <p:cond delay="0"/>
                                          </p:stCondLst>
                                        </p:cTn>
                                        <p:tgtEl>
                                          <p:spTgt spid="36894"/>
                                        </p:tgtEl>
                                        <p:attrNameLst>
                                          <p:attrName>style.visibility</p:attrName>
                                        </p:attrNameLst>
                                      </p:cBhvr>
                                      <p:to>
                                        <p:strVal val="visible"/>
                                      </p:to>
                                    </p:set>
                                    <p:animEffect transition="in" filter="box(out)">
                                      <p:cBhvr>
                                        <p:cTn id="199" dur="1000"/>
                                        <p:tgtEl>
                                          <p:spTgt spid="36894"/>
                                        </p:tgtEl>
                                      </p:cBhvr>
                                    </p:animEffect>
                                  </p:childTnLst>
                                </p:cTn>
                              </p:par>
                            </p:childTnLst>
                          </p:cTn>
                        </p:par>
                      </p:childTnLst>
                    </p:cTn>
                  </p:par>
                  <p:par>
                    <p:cTn id="200" fill="hold">
                      <p:stCondLst>
                        <p:cond delay="indefinite"/>
                      </p:stCondLst>
                      <p:childTnLst>
                        <p:par>
                          <p:cTn id="201" fill="hold">
                            <p:stCondLst>
                              <p:cond delay="0"/>
                            </p:stCondLst>
                            <p:childTnLst>
                              <p:par>
                                <p:cTn id="202" presetID="1" presetClass="entr" presetSubtype="0" fill="hold" nodeType="clickEffect">
                                  <p:stCondLst>
                                    <p:cond delay="0"/>
                                  </p:stCondLst>
                                  <p:childTnLst>
                                    <p:set>
                                      <p:cBhvr>
                                        <p:cTn id="203" dur="1" fill="hold">
                                          <p:stCondLst>
                                            <p:cond delay="0"/>
                                          </p:stCondLst>
                                        </p:cTn>
                                        <p:tgtEl>
                                          <p:spTgt spid="45"/>
                                        </p:tgtEl>
                                        <p:attrNameLst>
                                          <p:attrName>style.visibility</p:attrName>
                                        </p:attrNameLst>
                                      </p:cBhvr>
                                      <p:to>
                                        <p:strVal val="visible"/>
                                      </p:to>
                                    </p:set>
                                  </p:childTnLst>
                                </p:cTn>
                              </p:par>
                            </p:childTnLst>
                          </p:cTn>
                        </p:par>
                      </p:childTnLst>
                    </p:cTn>
                  </p:par>
                  <p:par>
                    <p:cTn id="204" fill="hold">
                      <p:stCondLst>
                        <p:cond delay="indefinite"/>
                      </p:stCondLst>
                      <p:childTnLst>
                        <p:par>
                          <p:cTn id="205" fill="hold">
                            <p:stCondLst>
                              <p:cond delay="0"/>
                            </p:stCondLst>
                            <p:childTnLst>
                              <p:par>
                                <p:cTn id="206" presetID="4" presetClass="entr" presetSubtype="32" fill="hold" grpId="0" nodeType="clickEffect">
                                  <p:stCondLst>
                                    <p:cond delay="0"/>
                                  </p:stCondLst>
                                  <p:childTnLst>
                                    <p:set>
                                      <p:cBhvr>
                                        <p:cTn id="207" dur="1" fill="hold">
                                          <p:stCondLst>
                                            <p:cond delay="0"/>
                                          </p:stCondLst>
                                        </p:cTn>
                                        <p:tgtEl>
                                          <p:spTgt spid="47"/>
                                        </p:tgtEl>
                                        <p:attrNameLst>
                                          <p:attrName>style.visibility</p:attrName>
                                        </p:attrNameLst>
                                      </p:cBhvr>
                                      <p:to>
                                        <p:strVal val="visible"/>
                                      </p:to>
                                    </p:set>
                                    <p:animEffect transition="in" filter="box(out)">
                                      <p:cBhvr>
                                        <p:cTn id="208" dur="500"/>
                                        <p:tgtEl>
                                          <p:spTgt spid="47"/>
                                        </p:tgtEl>
                                      </p:cBhvr>
                                    </p:animEffect>
                                  </p:childTnLst>
                                  <p:subTnLst>
                                    <p:audio>
                                      <p:cMediaNode>
                                        <p:cTn display="0" masterRel="sameClick">
                                          <p:stCondLst>
                                            <p:cond evt="begin" delay="0">
                                              <p:tn val="206"/>
                                            </p:cond>
                                          </p:stCondLst>
                                          <p:endCondLst>
                                            <p:cond evt="onStopAudio" delay="0">
                                              <p:tgtEl>
                                                <p:sldTgt/>
                                              </p:tgtEl>
                                            </p:cond>
                                          </p:endCondLst>
                                        </p:cTn>
                                        <p:tgtEl>
                                          <p:sndTgt r:embed="rId2" name="CAMERA.WAV"/>
                                        </p:tgtEl>
                                      </p:cMediaNode>
                                    </p:audio>
                                  </p:subTnLst>
                                </p:cTn>
                              </p:par>
                            </p:childTnLst>
                          </p:cTn>
                        </p:par>
                      </p:childTnLst>
                    </p:cTn>
                  </p:par>
                  <p:par>
                    <p:cTn id="209" fill="hold">
                      <p:stCondLst>
                        <p:cond delay="indefinite"/>
                      </p:stCondLst>
                      <p:childTnLst>
                        <p:par>
                          <p:cTn id="210" fill="hold">
                            <p:stCondLst>
                              <p:cond delay="0"/>
                            </p:stCondLst>
                            <p:childTnLst>
                              <p:par>
                                <p:cTn id="211" presetID="4" presetClass="entr" presetSubtype="32" fill="hold" grpId="0" nodeType="clickEffect">
                                  <p:stCondLst>
                                    <p:cond delay="0"/>
                                  </p:stCondLst>
                                  <p:childTnLst>
                                    <p:set>
                                      <p:cBhvr>
                                        <p:cTn id="212" dur="1" fill="hold">
                                          <p:stCondLst>
                                            <p:cond delay="0"/>
                                          </p:stCondLst>
                                        </p:cTn>
                                        <p:tgtEl>
                                          <p:spTgt spid="48"/>
                                        </p:tgtEl>
                                        <p:attrNameLst>
                                          <p:attrName>style.visibility</p:attrName>
                                        </p:attrNameLst>
                                      </p:cBhvr>
                                      <p:to>
                                        <p:strVal val="visible"/>
                                      </p:to>
                                    </p:set>
                                    <p:animEffect transition="in" filter="box(out)">
                                      <p:cBhvr>
                                        <p:cTn id="213" dur="500"/>
                                        <p:tgtEl>
                                          <p:spTgt spid="48"/>
                                        </p:tgtEl>
                                      </p:cBhvr>
                                    </p:animEffect>
                                  </p:childTnLst>
                                  <p:subTnLst>
                                    <p:audio>
                                      <p:cMediaNode>
                                        <p:cTn display="0" masterRel="sameClick">
                                          <p:stCondLst>
                                            <p:cond evt="begin" delay="0">
                                              <p:tn val="211"/>
                                            </p:cond>
                                          </p:stCondLst>
                                          <p:endCondLst>
                                            <p:cond evt="onStopAudio" delay="0">
                                              <p:tgtEl>
                                                <p:sldTgt/>
                                              </p:tgtEl>
                                            </p:cond>
                                          </p:endCondLst>
                                        </p:cTn>
                                        <p:tgtEl>
                                          <p:sndTgt r:embed="rId2" name="CAMERA.WAV"/>
                                        </p:tgtEl>
                                      </p:cMediaNode>
                                    </p:audio>
                                  </p:subTnLst>
                                </p:cTn>
                              </p:par>
                            </p:childTnLst>
                          </p:cTn>
                        </p:par>
                      </p:childTnLst>
                    </p:cTn>
                  </p:par>
                  <p:par>
                    <p:cTn id="214" fill="hold">
                      <p:stCondLst>
                        <p:cond delay="indefinite"/>
                      </p:stCondLst>
                      <p:childTnLst>
                        <p:par>
                          <p:cTn id="215" fill="hold">
                            <p:stCondLst>
                              <p:cond delay="0"/>
                            </p:stCondLst>
                            <p:childTnLst>
                              <p:par>
                                <p:cTn id="216" presetID="1" presetClass="entr" presetSubtype="0" fill="hold" nodeType="clickEffect">
                                  <p:stCondLst>
                                    <p:cond delay="0"/>
                                  </p:stCondLst>
                                  <p:childTnLst>
                                    <p:set>
                                      <p:cBhvr>
                                        <p:cTn id="217" dur="1" fill="hold">
                                          <p:stCondLst>
                                            <p:cond delay="0"/>
                                          </p:stCondLst>
                                        </p:cTn>
                                        <p:tgtEl>
                                          <p:spTgt spid="55"/>
                                        </p:tgtEl>
                                        <p:attrNameLst>
                                          <p:attrName>style.visibility</p:attrName>
                                        </p:attrNameLst>
                                      </p:cBhvr>
                                      <p:to>
                                        <p:strVal val="visible"/>
                                      </p:to>
                                    </p:set>
                                  </p:childTnLst>
                                </p:cTn>
                              </p:par>
                            </p:childTnLst>
                          </p:cTn>
                        </p:par>
                      </p:childTnLst>
                    </p:cTn>
                  </p:par>
                  <p:par>
                    <p:cTn id="218" fill="hold">
                      <p:stCondLst>
                        <p:cond delay="indefinite"/>
                      </p:stCondLst>
                      <p:childTnLst>
                        <p:par>
                          <p:cTn id="219" fill="hold">
                            <p:stCondLst>
                              <p:cond delay="0"/>
                            </p:stCondLst>
                            <p:childTnLst>
                              <p:par>
                                <p:cTn id="220" presetID="4" presetClass="entr" presetSubtype="32" fill="hold" grpId="0" nodeType="clickEffect">
                                  <p:stCondLst>
                                    <p:cond delay="0"/>
                                  </p:stCondLst>
                                  <p:childTnLst>
                                    <p:set>
                                      <p:cBhvr>
                                        <p:cTn id="221" dur="1" fill="hold">
                                          <p:stCondLst>
                                            <p:cond delay="0"/>
                                          </p:stCondLst>
                                        </p:cTn>
                                        <p:tgtEl>
                                          <p:spTgt spid="58"/>
                                        </p:tgtEl>
                                        <p:attrNameLst>
                                          <p:attrName>style.visibility</p:attrName>
                                        </p:attrNameLst>
                                      </p:cBhvr>
                                      <p:to>
                                        <p:strVal val="visible"/>
                                      </p:to>
                                    </p:set>
                                    <p:animEffect transition="in" filter="box(out)">
                                      <p:cBhvr>
                                        <p:cTn id="222" dur="500"/>
                                        <p:tgtEl>
                                          <p:spTgt spid="58"/>
                                        </p:tgtEl>
                                      </p:cBhvr>
                                    </p:animEffect>
                                  </p:childTnLst>
                                  <p:subTnLst>
                                    <p:audio>
                                      <p:cMediaNode>
                                        <p:cTn display="0" masterRel="sameClick">
                                          <p:stCondLst>
                                            <p:cond evt="begin" delay="0">
                                              <p:tn val="220"/>
                                            </p:cond>
                                          </p:stCondLst>
                                          <p:endCondLst>
                                            <p:cond evt="onStopAudio" delay="0">
                                              <p:tgtEl>
                                                <p:sldTgt/>
                                              </p:tgtEl>
                                            </p:cond>
                                          </p:endCondLst>
                                        </p:cTn>
                                        <p:tgtEl>
                                          <p:sndTgt r:embed="rId2" name="CAMERA.WAV"/>
                                        </p:tgtEl>
                                      </p:cMediaNode>
                                    </p:audio>
                                  </p:subTnLst>
                                </p:cTn>
                              </p:par>
                            </p:childTnLst>
                          </p:cTn>
                        </p:par>
                      </p:childTnLst>
                    </p:cTn>
                  </p:par>
                  <p:par>
                    <p:cTn id="223" fill="hold">
                      <p:stCondLst>
                        <p:cond delay="indefinite"/>
                      </p:stCondLst>
                      <p:childTnLst>
                        <p:par>
                          <p:cTn id="224" fill="hold">
                            <p:stCondLst>
                              <p:cond delay="0"/>
                            </p:stCondLst>
                            <p:childTnLst>
                              <p:par>
                                <p:cTn id="225" presetID="4" presetClass="entr" presetSubtype="32" fill="hold" grpId="0" nodeType="clickEffect">
                                  <p:stCondLst>
                                    <p:cond delay="0"/>
                                  </p:stCondLst>
                                  <p:childTnLst>
                                    <p:set>
                                      <p:cBhvr>
                                        <p:cTn id="226" dur="1" fill="hold">
                                          <p:stCondLst>
                                            <p:cond delay="0"/>
                                          </p:stCondLst>
                                        </p:cTn>
                                        <p:tgtEl>
                                          <p:spTgt spid="57"/>
                                        </p:tgtEl>
                                        <p:attrNameLst>
                                          <p:attrName>style.visibility</p:attrName>
                                        </p:attrNameLst>
                                      </p:cBhvr>
                                      <p:to>
                                        <p:strVal val="visible"/>
                                      </p:to>
                                    </p:set>
                                    <p:animEffect transition="in" filter="box(out)">
                                      <p:cBhvr>
                                        <p:cTn id="227" dur="500"/>
                                        <p:tgtEl>
                                          <p:spTgt spid="57"/>
                                        </p:tgtEl>
                                      </p:cBhvr>
                                    </p:animEffect>
                                  </p:childTnLst>
                                  <p:subTnLst>
                                    <p:audio>
                                      <p:cMediaNode>
                                        <p:cTn display="0" masterRel="sameClick">
                                          <p:stCondLst>
                                            <p:cond evt="begin" delay="0">
                                              <p:tn val="225"/>
                                            </p:cond>
                                          </p:stCondLst>
                                          <p:endCondLst>
                                            <p:cond evt="onStopAudio" delay="0">
                                              <p:tgtEl>
                                                <p:sldTgt/>
                                              </p:tgtEl>
                                            </p:cond>
                                          </p:endCondLst>
                                        </p:cTn>
                                        <p:tgtEl>
                                          <p:sndTgt r:embed="rId2" name="CAMERA.WAV"/>
                                        </p:tgtEl>
                                      </p:cMediaNode>
                                    </p:audio>
                                  </p:subTnLst>
                                </p:cTn>
                              </p:par>
                            </p:childTnLst>
                          </p:cTn>
                        </p:par>
                      </p:childTnLst>
                    </p:cTn>
                  </p:par>
                  <p:par>
                    <p:cTn id="228" fill="hold">
                      <p:stCondLst>
                        <p:cond delay="indefinite"/>
                      </p:stCondLst>
                      <p:childTnLst>
                        <p:par>
                          <p:cTn id="229" fill="hold">
                            <p:stCondLst>
                              <p:cond delay="0"/>
                            </p:stCondLst>
                            <p:childTnLst>
                              <p:par>
                                <p:cTn id="230" presetID="4" presetClass="entr" presetSubtype="32" fill="hold" grpId="0" nodeType="clickEffect">
                                  <p:stCondLst>
                                    <p:cond delay="0"/>
                                  </p:stCondLst>
                                  <p:childTnLst>
                                    <p:set>
                                      <p:cBhvr>
                                        <p:cTn id="231" dur="1000" fill="hold">
                                          <p:stCondLst>
                                            <p:cond delay="0"/>
                                          </p:stCondLst>
                                        </p:cTn>
                                        <p:tgtEl>
                                          <p:spTgt spid="36900"/>
                                        </p:tgtEl>
                                        <p:attrNameLst>
                                          <p:attrName>style.visibility</p:attrName>
                                        </p:attrNameLst>
                                      </p:cBhvr>
                                      <p:to>
                                        <p:strVal val="visible"/>
                                      </p:to>
                                    </p:set>
                                    <p:animEffect transition="in" filter="box(out)">
                                      <p:cBhvr>
                                        <p:cTn id="232" dur="1000"/>
                                        <p:tgtEl>
                                          <p:spTgt spid="36900"/>
                                        </p:tgtEl>
                                      </p:cBhvr>
                                    </p:animEffect>
                                  </p:childTnLst>
                                </p:cTn>
                              </p:par>
                            </p:childTnLst>
                          </p:cTn>
                        </p:par>
                      </p:childTnLst>
                    </p:cTn>
                  </p:par>
                  <p:par>
                    <p:cTn id="233" fill="hold">
                      <p:stCondLst>
                        <p:cond delay="indefinite"/>
                      </p:stCondLst>
                      <p:childTnLst>
                        <p:par>
                          <p:cTn id="234" fill="hold">
                            <p:stCondLst>
                              <p:cond delay="0"/>
                            </p:stCondLst>
                            <p:childTnLst>
                              <p:par>
                                <p:cTn id="235" presetID="1" presetClass="entr" presetSubtype="0" fill="hold" nodeType="clickEffect">
                                  <p:stCondLst>
                                    <p:cond delay="0"/>
                                  </p:stCondLst>
                                  <p:childTnLst>
                                    <p:set>
                                      <p:cBhvr>
                                        <p:cTn id="236" dur="1" fill="hold">
                                          <p:stCondLst>
                                            <p:cond delay="0"/>
                                          </p:stCondLst>
                                        </p:cTn>
                                        <p:tgtEl>
                                          <p:spTgt spid="60"/>
                                        </p:tgtEl>
                                        <p:attrNameLst>
                                          <p:attrName>style.visibility</p:attrName>
                                        </p:attrNameLst>
                                      </p:cBhvr>
                                      <p:to>
                                        <p:strVal val="visible"/>
                                      </p:to>
                                    </p:set>
                                  </p:childTnLst>
                                </p:cTn>
                              </p:par>
                            </p:childTnLst>
                          </p:cTn>
                        </p:par>
                      </p:childTnLst>
                    </p:cTn>
                  </p:par>
                  <p:par>
                    <p:cTn id="237" fill="hold">
                      <p:stCondLst>
                        <p:cond delay="indefinite"/>
                      </p:stCondLst>
                      <p:childTnLst>
                        <p:par>
                          <p:cTn id="238" fill="hold">
                            <p:stCondLst>
                              <p:cond delay="0"/>
                            </p:stCondLst>
                            <p:childTnLst>
                              <p:par>
                                <p:cTn id="239" presetID="4" presetClass="entr" presetSubtype="32" fill="hold" grpId="0" nodeType="clickEffect">
                                  <p:stCondLst>
                                    <p:cond delay="0"/>
                                  </p:stCondLst>
                                  <p:childTnLst>
                                    <p:set>
                                      <p:cBhvr>
                                        <p:cTn id="240" dur="1" fill="hold">
                                          <p:stCondLst>
                                            <p:cond delay="0"/>
                                          </p:stCondLst>
                                        </p:cTn>
                                        <p:tgtEl>
                                          <p:spTgt spid="62"/>
                                        </p:tgtEl>
                                        <p:attrNameLst>
                                          <p:attrName>style.visibility</p:attrName>
                                        </p:attrNameLst>
                                      </p:cBhvr>
                                      <p:to>
                                        <p:strVal val="visible"/>
                                      </p:to>
                                    </p:set>
                                    <p:animEffect transition="in" filter="box(out)">
                                      <p:cBhvr>
                                        <p:cTn id="241" dur="500"/>
                                        <p:tgtEl>
                                          <p:spTgt spid="62"/>
                                        </p:tgtEl>
                                      </p:cBhvr>
                                    </p:animEffect>
                                  </p:childTnLst>
                                  <p:subTnLst>
                                    <p:audio>
                                      <p:cMediaNode>
                                        <p:cTn display="0" masterRel="sameClick">
                                          <p:stCondLst>
                                            <p:cond evt="begin" delay="0">
                                              <p:tn val="239"/>
                                            </p:cond>
                                          </p:stCondLst>
                                          <p:endCondLst>
                                            <p:cond evt="onStopAudio" delay="0">
                                              <p:tgtEl>
                                                <p:sldTgt/>
                                              </p:tgtEl>
                                            </p:cond>
                                          </p:endCondLst>
                                        </p:cTn>
                                        <p:tgtEl>
                                          <p:sndTgt r:embed="rId2" name="CAMERA.WAV"/>
                                        </p:tgtEl>
                                      </p:cMediaNode>
                                    </p:audio>
                                  </p:subTnLst>
                                </p:cTn>
                              </p:par>
                            </p:childTnLst>
                          </p:cTn>
                        </p:par>
                      </p:childTnLst>
                    </p:cTn>
                  </p:par>
                  <p:par>
                    <p:cTn id="242" fill="hold">
                      <p:stCondLst>
                        <p:cond delay="indefinite"/>
                      </p:stCondLst>
                      <p:childTnLst>
                        <p:par>
                          <p:cTn id="243" fill="hold">
                            <p:stCondLst>
                              <p:cond delay="0"/>
                            </p:stCondLst>
                            <p:childTnLst>
                              <p:par>
                                <p:cTn id="244" presetID="4" presetClass="entr" presetSubtype="32" fill="hold" grpId="0" nodeType="clickEffect">
                                  <p:stCondLst>
                                    <p:cond delay="0"/>
                                  </p:stCondLst>
                                  <p:childTnLst>
                                    <p:set>
                                      <p:cBhvr>
                                        <p:cTn id="245" dur="1" fill="hold">
                                          <p:stCondLst>
                                            <p:cond delay="0"/>
                                          </p:stCondLst>
                                        </p:cTn>
                                        <p:tgtEl>
                                          <p:spTgt spid="63"/>
                                        </p:tgtEl>
                                        <p:attrNameLst>
                                          <p:attrName>style.visibility</p:attrName>
                                        </p:attrNameLst>
                                      </p:cBhvr>
                                      <p:to>
                                        <p:strVal val="visible"/>
                                      </p:to>
                                    </p:set>
                                    <p:animEffect transition="in" filter="box(out)">
                                      <p:cBhvr>
                                        <p:cTn id="246" dur="500"/>
                                        <p:tgtEl>
                                          <p:spTgt spid="63"/>
                                        </p:tgtEl>
                                      </p:cBhvr>
                                    </p:animEffect>
                                  </p:childTnLst>
                                  <p:subTnLst>
                                    <p:audio>
                                      <p:cMediaNode>
                                        <p:cTn display="0" masterRel="sameClick">
                                          <p:stCondLst>
                                            <p:cond evt="begin" delay="0">
                                              <p:tn val="244"/>
                                            </p:cond>
                                          </p:stCondLst>
                                          <p:endCondLst>
                                            <p:cond evt="onStopAudio" delay="0">
                                              <p:tgtEl>
                                                <p:sldTgt/>
                                              </p:tgtEl>
                                            </p:cond>
                                          </p:endCondLst>
                                        </p:cTn>
                                        <p:tgtEl>
                                          <p:sndTgt r:embed="rId2" name="CAMERA.WAV"/>
                                        </p:tgtEl>
                                      </p:cMediaNode>
                                    </p:audio>
                                  </p:subTnLst>
                                </p:cTn>
                              </p:par>
                            </p:childTnLst>
                          </p:cTn>
                        </p:par>
                      </p:childTnLst>
                    </p:cTn>
                  </p:par>
                  <p:par>
                    <p:cTn id="247" fill="hold">
                      <p:stCondLst>
                        <p:cond delay="indefinite"/>
                      </p:stCondLst>
                      <p:childTnLst>
                        <p:par>
                          <p:cTn id="248" fill="hold">
                            <p:stCondLst>
                              <p:cond delay="0"/>
                            </p:stCondLst>
                            <p:childTnLst>
                              <p:par>
                                <p:cTn id="249" presetID="4" presetClass="entr" presetSubtype="32" fill="hold" grpId="0" nodeType="clickEffect">
                                  <p:stCondLst>
                                    <p:cond delay="0"/>
                                  </p:stCondLst>
                                  <p:childTnLst>
                                    <p:set>
                                      <p:cBhvr>
                                        <p:cTn id="250" dur="1" fill="hold">
                                          <p:stCondLst>
                                            <p:cond delay="0"/>
                                          </p:stCondLst>
                                        </p:cTn>
                                        <p:tgtEl>
                                          <p:spTgt spid="54352">
                                            <p:txEl>
                                              <p:charRg st="0" end="56"/>
                                            </p:txEl>
                                          </p:spTgt>
                                        </p:tgtEl>
                                        <p:attrNameLst>
                                          <p:attrName>style.visibility</p:attrName>
                                        </p:attrNameLst>
                                      </p:cBhvr>
                                      <p:to>
                                        <p:strVal val="visible"/>
                                      </p:to>
                                    </p:set>
                                    <p:animEffect transition="in" filter="box(out)">
                                      <p:cBhvr>
                                        <p:cTn id="251" dur="500"/>
                                        <p:tgtEl>
                                          <p:spTgt spid="54352">
                                            <p:txEl>
                                              <p:charRg st="0" end="56"/>
                                            </p:txEl>
                                          </p:spTgt>
                                        </p:tgtEl>
                                      </p:cBhvr>
                                    </p:animEffect>
                                  </p:childTnLst>
                                  <p:subTnLst>
                                    <p:audio>
                                      <p:cMediaNode>
                                        <p:cTn display="0" masterRel="sameClick">
                                          <p:stCondLst>
                                            <p:cond evt="begin" delay="0">
                                              <p:tn val="24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build="p"/>
      <p:bldP spid="54304" grpId="0" build="p"/>
      <p:bldP spid="54305" grpId="0" bldLvl="0" animBg="1"/>
      <p:bldP spid="54352" grpId="0" build="p"/>
      <p:bldP spid="5" grpId="0" bldLvl="0" animBg="1"/>
      <p:bldP spid="6" grpId="0" bldLvl="0" animBg="1"/>
      <p:bldP spid="7" grpId="0" bldLvl="0" animBg="1"/>
      <p:bldP spid="10" grpId="0" bldLvl="0" animBg="1"/>
      <p:bldP spid="54308" grpId="0"/>
      <p:bldP spid="54308" grpId="1"/>
      <p:bldP spid="54307" grpId="0"/>
      <p:bldP spid="54307" grpId="1"/>
      <p:bldP spid="54330" grpId="0" animBg="1"/>
      <p:bldP spid="54330" grpId="1" animBg="1"/>
      <p:bldP spid="54331" grpId="0" animBg="1"/>
      <p:bldP spid="54331" grpId="1" animBg="1"/>
      <p:bldP spid="8" grpId="0" animBg="1"/>
      <p:bldP spid="8" grpId="1" animBg="1"/>
      <p:bldP spid="9" grpId="0" animBg="1"/>
      <p:bldP spid="9" grpId="1" animBg="1"/>
      <p:bldP spid="36882" grpId="0"/>
      <p:bldP spid="36882" grpId="1"/>
      <p:bldP spid="22" grpId="0" bldLvl="0" animBg="1"/>
      <p:bldP spid="27" grpId="0" bldLvl="0" animBg="1"/>
      <p:bldP spid="28" grpId="0" bldLvl="0" animBg="1"/>
      <p:bldP spid="36888" grpId="0"/>
      <p:bldP spid="36888" grpId="1"/>
      <p:bldP spid="32" grpId="0" bldLvl="0" animBg="1"/>
      <p:bldP spid="33" grpId="0" bldLvl="0" animBg="1"/>
      <p:bldP spid="37" grpId="0" bldLvl="0" animBg="1"/>
      <p:bldP spid="38" grpId="0" bldLvl="0" animBg="1"/>
      <p:bldP spid="42" grpId="0" bldLvl="0" animBg="1"/>
      <p:bldP spid="43" grpId="0" bldLvl="0" animBg="1"/>
      <p:bldP spid="36894" grpId="0"/>
      <p:bldP spid="36894" grpId="1"/>
      <p:bldP spid="47" grpId="0" bldLvl="0" animBg="1"/>
      <p:bldP spid="48" grpId="0" bldLvl="0" animBg="1"/>
      <p:bldP spid="57" grpId="0" bldLvl="0" animBg="1"/>
      <p:bldP spid="58" grpId="0" bldLvl="0" animBg="1"/>
      <p:bldP spid="36900" grpId="0"/>
      <p:bldP spid="36900" grpId="1"/>
      <p:bldP spid="62" grpId="0" bldLvl="0" animBg="1"/>
      <p:bldP spid="63"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68993" name="文本框 32771"/>
          <p:cNvSpPr txBox="1"/>
          <p:nvPr/>
        </p:nvSpPr>
        <p:spPr>
          <a:xfrm>
            <a:off x="2381250" y="722313"/>
            <a:ext cx="309563" cy="368300"/>
          </a:xfrm>
          <a:prstGeom prst="rect">
            <a:avLst/>
          </a:prstGeom>
          <a:noFill/>
          <a:ln w="9525">
            <a:noFill/>
          </a:ln>
        </p:spPr>
        <p:txBody>
          <a:bodyPr wrap="none" anchor="t" anchorCtr="0">
            <a:spAutoFit/>
          </a:bodyPr>
          <a:p>
            <a:endParaRPr lang="zh-CN" altLang="zh-CN" dirty="0">
              <a:latin typeface="Times New Roman" panose="02020603050405020304" pitchFamily="18" charset="0"/>
              <a:ea typeface="宋体" panose="02010600030101010101" pitchFamily="2" charset="-122"/>
            </a:endParaRPr>
          </a:p>
        </p:txBody>
      </p:sp>
      <p:grpSp>
        <p:nvGrpSpPr>
          <p:cNvPr id="468994" name="组合 32779"/>
          <p:cNvGrpSpPr/>
          <p:nvPr/>
        </p:nvGrpSpPr>
        <p:grpSpPr>
          <a:xfrm>
            <a:off x="9372600" y="6057900"/>
            <a:ext cx="1047750" cy="514350"/>
            <a:chOff x="4944" y="3816"/>
            <a:chExt cx="660" cy="324"/>
          </a:xfrm>
        </p:grpSpPr>
        <p:sp>
          <p:nvSpPr>
            <p:cNvPr id="468995" name="圆角矩形 32780">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468996" name="组合 32781"/>
            <p:cNvGrpSpPr/>
            <p:nvPr/>
          </p:nvGrpSpPr>
          <p:grpSpPr>
            <a:xfrm>
              <a:off x="5034" y="3846"/>
              <a:ext cx="450" cy="240"/>
              <a:chOff x="4530" y="3822"/>
              <a:chExt cx="450" cy="240"/>
            </a:xfrm>
          </p:grpSpPr>
          <p:sp>
            <p:nvSpPr>
              <p:cNvPr id="468997" name="任意多边形 32782">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468998" name="椭圆 32783"/>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468999" name="椭圆 32784"/>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469000"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
        <p:nvSpPr>
          <p:cNvPr id="32774" name="文本框 32773"/>
          <p:cNvSpPr txBox="1"/>
          <p:nvPr/>
        </p:nvSpPr>
        <p:spPr>
          <a:xfrm>
            <a:off x="2155825" y="671513"/>
            <a:ext cx="7959725" cy="6186487"/>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00000"/>
              </a:lnSpc>
            </a:pPr>
            <a:r>
              <a:rPr lang="en-US" altLang="zh-CN" sz="1800">
                <a:latin typeface="微软雅黑 Light" panose="020B0502040204020203" charset="-122"/>
                <a:ea typeface="微软雅黑 Light" panose="020B0502040204020203" charset="-122"/>
              </a:rPr>
              <a:t>#include&lt;stdio.h&gt;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int main()</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   int  i, j , t , a[10];</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请输入</a:t>
            </a:r>
            <a:r>
              <a:rPr lang="en-US" altLang="zh-CN" sz="1800">
                <a:latin typeface="微软雅黑 Light" panose="020B0502040204020203" charset="-122"/>
                <a:ea typeface="微软雅黑 Light" panose="020B0502040204020203" charset="-122"/>
              </a:rPr>
              <a:t>10</a:t>
            </a:r>
            <a:r>
              <a:rPr lang="zh-CN" altLang="en-US" sz="1800">
                <a:latin typeface="微软雅黑 Light" panose="020B0502040204020203" charset="-122"/>
                <a:ea typeface="微软雅黑 Light" panose="020B0502040204020203" charset="-122"/>
              </a:rPr>
              <a:t>个整数：</a:t>
            </a:r>
            <a:r>
              <a:rPr lang="en-US" altLang="zh-CN" sz="1800">
                <a:latin typeface="微软雅黑 Light" panose="020B0502040204020203" charset="-122"/>
                <a:ea typeface="微软雅黑 Light" panose="020B0502040204020203" charset="-122"/>
              </a:rPr>
              <a:t>”);</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    for( j=0; j&lt;10;  j++)</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        scanf(“%d”, &amp;a[j]);</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    printf(“\n”);</a:t>
            </a:r>
            <a:endParaRPr lang="en-US" altLang="zh-CN" sz="1800">
              <a:latin typeface="微软雅黑 Light" panose="020B0502040204020203" charset="-122"/>
              <a:ea typeface="微软雅黑 Light" panose="020B0502040204020203" charset="-122"/>
            </a:endParaRPr>
          </a:p>
          <a:p>
            <a:pPr lvl="1" indent="0" algn="l">
              <a:lnSpc>
                <a:spcPct val="150000"/>
              </a:lnSpc>
            </a:pPr>
            <a:r>
              <a:rPr lang="zh-CN" altLang="en-US" sz="1800">
                <a:latin typeface="微软雅黑 Light" panose="020B0502040204020203" charset="-122"/>
                <a:ea typeface="微软雅黑 Light" panose="020B0502040204020203" charset="-122"/>
              </a:rPr>
              <a:t>    </a:t>
            </a:r>
            <a:r>
              <a:rPr lang="en-US" altLang="zh-CN" sz="1800">
                <a:latin typeface="微软雅黑 Light" panose="020B0502040204020203" charset="-122"/>
                <a:ea typeface="微软雅黑 Light" panose="020B0502040204020203" charset="-122"/>
              </a:rPr>
              <a:t>for(i=0; i&lt;9; i++)</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         for( j=i+1; j&lt;10; j++)</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              if( a[i]&gt; a[j] )</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                { t=a[i];   a[i]= a[j] ;  a[j]=t; }</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排序之后：</a:t>
            </a:r>
            <a:r>
              <a:rPr lang="en-US" altLang="zh-CN" sz="1800">
                <a:latin typeface="微软雅黑 Light" panose="020B0502040204020203" charset="-122"/>
                <a:ea typeface="微软雅黑 Light" panose="020B0502040204020203" charset="-122"/>
              </a:rPr>
              <a:t>\n”);</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    for( j=0; j&lt;10;  j++)</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          printf(“%4d”,  a[j]);</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return 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animEffect transition="in" filter="box(out)">
                                      <p:cBhvr>
                                        <p:cTn id="7" dur="500"/>
                                        <p:tgtEl>
                                          <p:spTgt spid="3277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2" name="文本框 32771"/>
          <p:cNvSpPr txBox="1"/>
          <p:nvPr/>
        </p:nvSpPr>
        <p:spPr>
          <a:xfrm>
            <a:off x="2381250" y="722313"/>
            <a:ext cx="309563" cy="368300"/>
          </a:xfrm>
          <a:prstGeom prst="rect">
            <a:avLst/>
          </a:prstGeom>
          <a:noFill/>
          <a:ln w="9525">
            <a:noFill/>
          </a:ln>
        </p:spPr>
        <p:txBody>
          <a:bodyPr wrap="none" anchor="t" anchorCtr="0">
            <a:spAutoFit/>
          </a:bodyPr>
          <a:p>
            <a:endParaRPr lang="zh-CN" altLang="zh-CN" dirty="0">
              <a:latin typeface="Times New Roman" panose="02020603050405020304" pitchFamily="18" charset="0"/>
              <a:ea typeface="宋体" panose="02010600030101010101" pitchFamily="2" charset="-122"/>
            </a:endParaRPr>
          </a:p>
        </p:txBody>
      </p:sp>
      <p:sp>
        <p:nvSpPr>
          <p:cNvPr id="470018" name="标题 32776"/>
          <p:cNvSpPr>
            <a:spLocks noGrp="1"/>
          </p:cNvSpPr>
          <p:nvPr>
            <p:ph type="title" idx="4294967295"/>
          </p:nvPr>
        </p:nvSpPr>
        <p:spPr>
          <a:xfrm>
            <a:off x="1955800" y="722313"/>
            <a:ext cx="8555038" cy="804862"/>
          </a:xfrm>
          <a:prstGeom prst="rect">
            <a:avLst/>
          </a:prstGeom>
          <a:noFill/>
          <a:ln w="9525">
            <a:noFill/>
          </a:ln>
        </p:spPr>
        <p:txBody>
          <a:bodyPr anchor="b" anchorCtr="0"/>
          <a:p>
            <a:pPr>
              <a:lnSpc>
                <a:spcPct val="100000"/>
              </a:lnSpc>
            </a:pPr>
            <a:r>
              <a:rPr lang="zh-CN" altLang="en-US" sz="2000" dirty="0">
                <a:latin typeface="微软雅黑 Light" panose="020B0502040204020203" charset="-122"/>
                <a:ea typeface="微软雅黑 Light" panose="020B0502040204020203" charset="-122"/>
              </a:rPr>
              <a:t>例</a:t>
            </a:r>
            <a:r>
              <a:rPr lang="en-US" altLang="zh-CN" sz="2000" dirty="0">
                <a:latin typeface="微软雅黑 Light" panose="020B0502040204020203" charset="-122"/>
                <a:ea typeface="微软雅黑 Light" panose="020B0502040204020203" charset="-122"/>
              </a:rPr>
              <a:t>4</a:t>
            </a:r>
            <a:r>
              <a:rPr lang="zh-CN" altLang="en-US" sz="2000" dirty="0">
                <a:latin typeface="微软雅黑 Light" panose="020B0502040204020203" charset="-122"/>
                <a:ea typeface="微软雅黑 Light" panose="020B0502040204020203" charset="-122"/>
              </a:rPr>
              <a:t>：直接法排序。从键盘输入</a:t>
            </a:r>
            <a:r>
              <a:rPr lang="en-US" altLang="zh-CN" sz="2000" dirty="0">
                <a:latin typeface="微软雅黑 Light" panose="020B0502040204020203" charset="-122"/>
                <a:ea typeface="微软雅黑 Light" panose="020B0502040204020203" charset="-122"/>
              </a:rPr>
              <a:t>10</a:t>
            </a:r>
            <a:r>
              <a:rPr lang="zh-CN" altLang="en-US" sz="2000" dirty="0">
                <a:latin typeface="微软雅黑 Light" panose="020B0502040204020203" charset="-122"/>
                <a:ea typeface="微软雅黑 Light" panose="020B0502040204020203" charset="-122"/>
              </a:rPr>
              <a:t>个数，要求按升序排序，输出排序结果。</a:t>
            </a:r>
            <a:br>
              <a:rPr lang="zh-CN" altLang="en-US" sz="2000" dirty="0">
                <a:latin typeface="微软雅黑 Light" panose="020B0502040204020203" charset="-122"/>
                <a:ea typeface="微软雅黑 Light" panose="020B0502040204020203" charset="-122"/>
                <a:sym typeface="宋体" panose="02010600030101010101" pitchFamily="2" charset="-122"/>
              </a:rPr>
            </a:br>
            <a:endParaRPr lang="en-US" altLang="zh-CN" sz="2000" dirty="0">
              <a:latin typeface="微软雅黑 Light" panose="020B0502040204020203" charset="-122"/>
              <a:ea typeface="微软雅黑 Light" panose="020B0502040204020203" charset="-122"/>
              <a:sym typeface="宋体" panose="02010600030101010101" pitchFamily="2" charset="-122"/>
            </a:endParaRPr>
          </a:p>
        </p:txBody>
      </p:sp>
      <p:grpSp>
        <p:nvGrpSpPr>
          <p:cNvPr id="470019" name="组合 32779"/>
          <p:cNvGrpSpPr/>
          <p:nvPr/>
        </p:nvGrpSpPr>
        <p:grpSpPr>
          <a:xfrm>
            <a:off x="9372600" y="6057900"/>
            <a:ext cx="1047750" cy="514350"/>
            <a:chOff x="4944" y="3816"/>
            <a:chExt cx="660" cy="324"/>
          </a:xfrm>
        </p:grpSpPr>
        <p:sp>
          <p:nvSpPr>
            <p:cNvPr id="470020" name="圆角矩形 32780">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470021" name="组合 32781"/>
            <p:cNvGrpSpPr/>
            <p:nvPr/>
          </p:nvGrpSpPr>
          <p:grpSpPr>
            <a:xfrm>
              <a:off x="5034" y="3846"/>
              <a:ext cx="450" cy="240"/>
              <a:chOff x="4530" y="3822"/>
              <a:chExt cx="450" cy="240"/>
            </a:xfrm>
          </p:grpSpPr>
          <p:sp>
            <p:nvSpPr>
              <p:cNvPr id="470022" name="任意多边形 32782">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470023" name="椭圆 32783"/>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470024" name="椭圆 32784"/>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470025"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
        <p:nvSpPr>
          <p:cNvPr id="6" name="标题 32776"/>
          <p:cNvSpPr>
            <a:spLocks noGrp="1"/>
          </p:cNvSpPr>
          <p:nvPr/>
        </p:nvSpPr>
        <p:spPr>
          <a:xfrm>
            <a:off x="2103438" y="1223963"/>
            <a:ext cx="8555037" cy="1941512"/>
          </a:xfrm>
          <a:prstGeom prst="rect">
            <a:avLst/>
          </a:prstGeom>
          <a:noFill/>
          <a:ln w="9525">
            <a:noFill/>
          </a:ln>
        </p:spPr>
        <p:txBody>
          <a:bodyPr anchor="b" anchorCtr="0"/>
          <a:p>
            <a:pPr>
              <a:lnSpc>
                <a:spcPct val="150000"/>
              </a:lnSpc>
            </a:pPr>
            <a:r>
              <a:rPr lang="zh-CN" altLang="en-US" sz="2000" dirty="0">
                <a:latin typeface="微软雅黑 Light" panose="020B0502040204020203" charset="-122"/>
                <a:ea typeface="微软雅黑 Light" panose="020B0502040204020203" charset="-122"/>
              </a:rPr>
              <a:t>排序方法</a:t>
            </a:r>
            <a:r>
              <a:rPr lang="en-US" altLang="zh-CN" sz="2000" dirty="0">
                <a:latin typeface="微软雅黑 Light" panose="020B0502040204020203" charset="-122"/>
                <a:ea typeface="微软雅黑 Light" panose="020B0502040204020203" charset="-122"/>
              </a:rPr>
              <a:t>: </a:t>
            </a:r>
            <a:endParaRPr lang="en-US" altLang="zh-CN" sz="2000" dirty="0">
              <a:latin typeface="微软雅黑 Light" panose="020B0502040204020203" charset="-122"/>
              <a:ea typeface="微软雅黑 Light" panose="020B0502040204020203" charset="-122"/>
            </a:endParaRPr>
          </a:p>
          <a:p>
            <a:pPr>
              <a:lnSpc>
                <a:spcPct val="150000"/>
              </a:lnSpc>
            </a:pPr>
            <a:r>
              <a:rPr lang="en-US" altLang="zh-CN" sz="2000" dirty="0">
                <a:latin typeface="微软雅黑 Light" panose="020B0502040204020203" charset="-122"/>
                <a:ea typeface="微软雅黑 Light" panose="020B0502040204020203" charset="-122"/>
              </a:rPr>
              <a:t>  </a:t>
            </a:r>
            <a:r>
              <a:rPr lang="zh-CN" altLang="en-US" sz="2000" dirty="0">
                <a:latin typeface="微软雅黑 Light" panose="020B0502040204020203" charset="-122"/>
                <a:ea typeface="微软雅黑 Light" panose="020B0502040204020203" charset="-122"/>
              </a:rPr>
              <a:t>用于排序的双重循环中，每当</a:t>
            </a:r>
            <a:r>
              <a:rPr lang="en-US" altLang="zh-CN" sz="2000" dirty="0">
                <a:latin typeface="微软雅黑 Light" panose="020B0502040204020203" charset="-122"/>
                <a:ea typeface="微软雅黑 Light" panose="020B0502040204020203" charset="-122"/>
              </a:rPr>
              <a:t>a[i]&gt;a[j]</a:t>
            </a:r>
            <a:r>
              <a:rPr lang="zh-CN" altLang="en-US" sz="2000" dirty="0">
                <a:latin typeface="微软雅黑 Light" panose="020B0502040204020203" charset="-122"/>
                <a:ea typeface="微软雅黑 Light" panose="020B0502040204020203" charset="-122"/>
              </a:rPr>
              <a:t>时，就交换</a:t>
            </a:r>
            <a:r>
              <a:rPr lang="en-US" altLang="zh-CN" sz="2000" dirty="0">
                <a:latin typeface="微软雅黑 Light" panose="020B0502040204020203" charset="-122"/>
                <a:ea typeface="微软雅黑 Light" panose="020B0502040204020203" charset="-122"/>
              </a:rPr>
              <a:t>a[i]</a:t>
            </a:r>
            <a:r>
              <a:rPr lang="zh-CN" altLang="en-US" sz="2000" dirty="0">
                <a:latin typeface="微软雅黑 Light" panose="020B0502040204020203" charset="-122"/>
                <a:ea typeface="微软雅黑 Light" panose="020B0502040204020203" charset="-122"/>
              </a:rPr>
              <a:t>与</a:t>
            </a:r>
            <a:r>
              <a:rPr lang="en-US" altLang="zh-CN" sz="2000" dirty="0">
                <a:latin typeface="微软雅黑 Light" panose="020B0502040204020203" charset="-122"/>
                <a:ea typeface="微软雅黑 Light" panose="020B0502040204020203" charset="-122"/>
              </a:rPr>
              <a:t>a[j]</a:t>
            </a:r>
            <a:r>
              <a:rPr lang="zh-CN" altLang="en-US" sz="2000" dirty="0">
                <a:latin typeface="微软雅黑 Light" panose="020B0502040204020203" charset="-122"/>
                <a:ea typeface="微软雅黑 Light" panose="020B0502040204020203" charset="-122"/>
              </a:rPr>
              <a:t>，实际上不需要每次都交换，只要增设一个变量</a:t>
            </a:r>
            <a:r>
              <a:rPr lang="en-US" altLang="zh-CN" sz="2000" dirty="0">
                <a:latin typeface="微软雅黑 Light" panose="020B0502040204020203" charset="-122"/>
                <a:ea typeface="微软雅黑 Light" panose="020B0502040204020203" charset="-122"/>
              </a:rPr>
              <a:t>k</a:t>
            </a:r>
            <a:r>
              <a:rPr lang="zh-CN" altLang="en-US" sz="2000" dirty="0">
                <a:latin typeface="微软雅黑 Light" panose="020B0502040204020203" charset="-122"/>
                <a:ea typeface="微软雅黑 Light" panose="020B0502040204020203" charset="-122"/>
              </a:rPr>
              <a:t>，用于记录每次较小数的下标，在本轮比较结束后，交换</a:t>
            </a:r>
            <a:r>
              <a:rPr lang="en-US" altLang="zh-CN" sz="2000" dirty="0">
                <a:latin typeface="微软雅黑 Light" panose="020B0502040204020203" charset="-122"/>
                <a:ea typeface="微软雅黑 Light" panose="020B0502040204020203" charset="-122"/>
              </a:rPr>
              <a:t>a[i]</a:t>
            </a:r>
            <a:r>
              <a:rPr lang="zh-CN" altLang="en-US" sz="2000" dirty="0">
                <a:latin typeface="微软雅黑 Light" panose="020B0502040204020203" charset="-122"/>
                <a:ea typeface="微软雅黑 Light" panose="020B0502040204020203" charset="-122"/>
              </a:rPr>
              <a:t>与</a:t>
            </a:r>
            <a:r>
              <a:rPr lang="en-US" altLang="zh-CN" sz="2000" dirty="0">
                <a:latin typeface="微软雅黑 Light" panose="020B0502040204020203" charset="-122"/>
                <a:ea typeface="微软雅黑 Light" panose="020B0502040204020203" charset="-122"/>
              </a:rPr>
              <a:t>a[k]</a:t>
            </a:r>
            <a:r>
              <a:rPr lang="zh-CN" altLang="en-US" sz="2000" dirty="0">
                <a:latin typeface="微软雅黑 Light" panose="020B0502040204020203" charset="-122"/>
                <a:ea typeface="微软雅黑 Light" panose="020B0502040204020203" charset="-122"/>
              </a:rPr>
              <a:t>即可。</a:t>
            </a:r>
            <a:endParaRPr lang="zh-CN" altLang="en-US" sz="2000" dirty="0">
              <a:latin typeface="微软雅黑 Light" panose="020B0502040204020203" charset="-122"/>
              <a:ea typeface="微软雅黑 Light" panose="020B0502040204020203"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32772">
                                            <p:txEl>
                                              <p:charRg st="0" end="1"/>
                                            </p:txEl>
                                          </p:spTgt>
                                        </p:tgtEl>
                                        <p:attrNameLst>
                                          <p:attrName>style.visibility</p:attrName>
                                        </p:attrNameLst>
                                      </p:cBhvr>
                                      <p:to>
                                        <p:strVal val="visible"/>
                                      </p:to>
                                    </p:set>
                                    <p:anim calcmode="lin" valueType="num">
                                      <p:cBhvr>
                                        <p:cTn id="7" dur="500" fill="hold"/>
                                        <p:tgtEl>
                                          <p:spTgt spid="32772">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32772">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14" presetClass="entr" presetSubtype="1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randombar(horizontal)">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build="p"/>
      <p:bldP spid="6" grpId="0"/>
      <p:bldP spid="6" grpId="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1041" name="矩形 54354"/>
          <p:cNvSpPr/>
          <p:nvPr/>
        </p:nvSpPr>
        <p:spPr>
          <a:xfrm>
            <a:off x="2105025" y="704850"/>
            <a:ext cx="7981950" cy="6057900"/>
          </a:xfrm>
          <a:prstGeom prst="rect">
            <a:avLst/>
          </a:prstGeom>
          <a:solidFill>
            <a:srgbClr val="C4EFFF"/>
          </a:solidFill>
          <a:ln w="25400" cap="flat" cmpd="sng">
            <a:solidFill>
              <a:schemeClr val="accent1"/>
            </a:solidFill>
            <a:prstDash val="solid"/>
            <a:miter/>
            <a:headEnd type="none" w="med" len="med"/>
            <a:tailEnd type="none" w="med" len="med"/>
          </a:ln>
        </p:spPr>
        <p:txBody>
          <a:bodyPr anchor="t" anchorCtr="0"/>
          <a:p>
            <a:pPr>
              <a:buSzTx/>
            </a:pPr>
            <a:endParaRPr lang="zh-CN" altLang="en-US">
              <a:latin typeface="Calibri" panose="020F0502020204030204" pitchFamily="34" charset="0"/>
              <a:ea typeface="宋体" panose="02010600030101010101" pitchFamily="2" charset="-122"/>
            </a:endParaRPr>
          </a:p>
        </p:txBody>
      </p:sp>
      <p:sp>
        <p:nvSpPr>
          <p:cNvPr id="471042" name="文本框 54274"/>
          <p:cNvSpPr txBox="1"/>
          <p:nvPr/>
        </p:nvSpPr>
        <p:spPr>
          <a:xfrm>
            <a:off x="4095750" y="1108075"/>
            <a:ext cx="309563" cy="398463"/>
          </a:xfrm>
          <a:prstGeom prst="rect">
            <a:avLst/>
          </a:prstGeom>
          <a:noFill/>
          <a:ln w="9525">
            <a:noFill/>
          </a:ln>
        </p:spPr>
        <p:txBody>
          <a:bodyPr wrap="none" anchor="t" anchorCtr="0">
            <a:spAutoFit/>
          </a:bodyPr>
          <a:p>
            <a:endParaRPr lang="zh-CN" altLang="zh-CN" sz="2000" dirty="0">
              <a:solidFill>
                <a:schemeClr val="bg2"/>
              </a:solidFill>
              <a:latin typeface="Times New Roman" panose="02020603050405020304" pitchFamily="18" charset="0"/>
              <a:ea typeface="宋体" panose="02010600030101010101" pitchFamily="2" charset="-122"/>
            </a:endParaRPr>
          </a:p>
        </p:txBody>
      </p:sp>
      <p:sp>
        <p:nvSpPr>
          <p:cNvPr id="54276" name="文本框 54275"/>
          <p:cNvSpPr txBox="1"/>
          <p:nvPr/>
        </p:nvSpPr>
        <p:spPr>
          <a:xfrm>
            <a:off x="3398838" y="1298575"/>
            <a:ext cx="5114925" cy="398463"/>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初始：</a:t>
            </a:r>
            <a:r>
              <a:rPr lang="zh-CN" altLang="en-US" sz="2000" dirty="0">
                <a:solidFill>
                  <a:schemeClr val="accent1"/>
                </a:solidFill>
                <a:latin typeface="Times New Roman" panose="02020603050405020304" pitchFamily="18" charset="0"/>
                <a:ea typeface="宋体" panose="02010600030101010101" pitchFamily="2" charset="-122"/>
              </a:rPr>
              <a:t>   </a:t>
            </a:r>
            <a:r>
              <a:rPr lang="en-US" altLang="zh-CN" sz="2000">
                <a:solidFill>
                  <a:schemeClr val="accent1"/>
                </a:solidFill>
                <a:latin typeface="Times New Roman" panose="02020603050405020304" pitchFamily="18" charset="0"/>
                <a:ea typeface="宋体" panose="02010600030101010101" pitchFamily="2" charset="-122"/>
              </a:rPr>
              <a:t>[ 49     38     65     97     76     13     27 ]</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54357" name="组合 54356"/>
          <p:cNvGrpSpPr/>
          <p:nvPr/>
        </p:nvGrpSpPr>
        <p:grpSpPr>
          <a:xfrm>
            <a:off x="4537075" y="720725"/>
            <a:ext cx="309563" cy="625475"/>
            <a:chOff x="1920" y="206"/>
            <a:chExt cx="195" cy="394"/>
          </a:xfrm>
        </p:grpSpPr>
        <p:sp>
          <p:nvSpPr>
            <p:cNvPr id="471045" name="直接连接符 54277"/>
            <p:cNvSpPr/>
            <p:nvPr/>
          </p:nvSpPr>
          <p:spPr>
            <a:xfrm>
              <a:off x="2000" y="422"/>
              <a:ext cx="0" cy="178"/>
            </a:xfrm>
            <a:prstGeom prst="line">
              <a:avLst/>
            </a:prstGeom>
            <a:ln w="9525" cap="flat" cmpd="sng">
              <a:solidFill>
                <a:srgbClr val="0000FF"/>
              </a:solidFill>
              <a:prstDash val="solid"/>
              <a:round/>
              <a:headEnd type="none" w="med" len="med"/>
              <a:tailEnd type="triangle" w="med" len="med"/>
            </a:ln>
          </p:spPr>
        </p:sp>
        <p:sp>
          <p:nvSpPr>
            <p:cNvPr id="471046" name="文本框 54278"/>
            <p:cNvSpPr txBox="1"/>
            <p:nvPr/>
          </p:nvSpPr>
          <p:spPr>
            <a:xfrm>
              <a:off x="1920" y="206"/>
              <a:ext cx="195" cy="251"/>
            </a:xfrm>
            <a:prstGeom prst="rect">
              <a:avLst/>
            </a:prstGeom>
            <a:noFill/>
            <a:ln w="9525">
              <a:noFill/>
            </a:ln>
          </p:spPr>
          <p:txBody>
            <a:bodyPr wrap="none" anchor="t" anchorCtr="0">
              <a:spAutoFit/>
            </a:bodyPr>
            <a:p>
              <a:r>
                <a:rPr lang="en-US" altLang="zh-CN" sz="2000">
                  <a:solidFill>
                    <a:srgbClr val="0000FF"/>
                  </a:solidFill>
                  <a:latin typeface="Times New Roman" panose="02020603050405020304" pitchFamily="18" charset="0"/>
                  <a:ea typeface="宋体" panose="02010600030101010101" pitchFamily="2" charset="-122"/>
                </a:rPr>
                <a:t>k</a:t>
              </a:r>
              <a:endParaRPr lang="en-US" altLang="zh-CN" sz="2000">
                <a:solidFill>
                  <a:schemeClr val="bg2"/>
                </a:solidFill>
                <a:latin typeface="Times New Roman" panose="02020603050405020304" pitchFamily="18" charset="0"/>
                <a:ea typeface="宋体" panose="02010600030101010101" pitchFamily="2" charset="-122"/>
              </a:endParaRPr>
            </a:p>
          </p:txBody>
        </p:sp>
      </p:grpSp>
      <p:grpSp>
        <p:nvGrpSpPr>
          <p:cNvPr id="54370" name="组合 54369"/>
          <p:cNvGrpSpPr/>
          <p:nvPr/>
        </p:nvGrpSpPr>
        <p:grpSpPr>
          <a:xfrm>
            <a:off x="5172075" y="1611313"/>
            <a:ext cx="254000" cy="600075"/>
            <a:chOff x="2320" y="767"/>
            <a:chExt cx="160" cy="378"/>
          </a:xfrm>
        </p:grpSpPr>
        <p:sp>
          <p:nvSpPr>
            <p:cNvPr id="471048" name="直接连接符 54280"/>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71049" name="文本框 54281"/>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sp>
        <p:nvSpPr>
          <p:cNvPr id="54304" name="文本框 54303"/>
          <p:cNvSpPr txBox="1"/>
          <p:nvPr/>
        </p:nvSpPr>
        <p:spPr>
          <a:xfrm>
            <a:off x="2825750" y="1336675"/>
            <a:ext cx="523875" cy="398463"/>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i=1</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54305" name="文本框 54304"/>
          <p:cNvSpPr txBox="1"/>
          <p:nvPr/>
        </p:nvSpPr>
        <p:spPr>
          <a:xfrm>
            <a:off x="4410075" y="1346200"/>
            <a:ext cx="436563" cy="398463"/>
          </a:xfrm>
          <a:prstGeom prst="rect">
            <a:avLst/>
          </a:prstGeom>
          <a:solidFill>
            <a:schemeClr val="bg1"/>
          </a:solidFill>
          <a:ln w="9525">
            <a:noFill/>
          </a:ln>
        </p:spPr>
        <p:txBody>
          <a:bodyPr wrap="non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13</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4306" name="文本框 54305"/>
          <p:cNvSpPr txBox="1"/>
          <p:nvPr/>
        </p:nvSpPr>
        <p:spPr>
          <a:xfrm>
            <a:off x="7359650" y="1338263"/>
            <a:ext cx="436563" cy="398462"/>
          </a:xfrm>
          <a:prstGeom prst="rect">
            <a:avLst/>
          </a:prstGeom>
          <a:solidFill>
            <a:schemeClr val="bg1"/>
          </a:solidFill>
          <a:ln w="9525">
            <a:noFill/>
          </a:ln>
        </p:spPr>
        <p:txBody>
          <a:bodyPr wrap="non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49</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4307" name="文本框 54306"/>
          <p:cNvSpPr txBox="1"/>
          <p:nvPr/>
        </p:nvSpPr>
        <p:spPr>
          <a:xfrm>
            <a:off x="3357563" y="2895600"/>
            <a:ext cx="5114925" cy="398463"/>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一趟：</a:t>
            </a:r>
            <a:r>
              <a:rPr lang="zh-CN" altLang="en-US" sz="2000" dirty="0">
                <a:solidFill>
                  <a:schemeClr val="accent1"/>
                </a:solidFill>
                <a:latin typeface="Times New Roman" panose="02020603050405020304" pitchFamily="18" charset="0"/>
                <a:ea typeface="宋体" panose="02010600030101010101" pitchFamily="2" charset="-122"/>
              </a:rPr>
              <a:t>    </a:t>
            </a:r>
            <a:r>
              <a:rPr lang="en-US" altLang="zh-CN" sz="2000">
                <a:solidFill>
                  <a:srgbClr val="FF0000"/>
                </a:solidFill>
                <a:latin typeface="Times New Roman" panose="02020603050405020304" pitchFamily="18" charset="0"/>
                <a:ea typeface="宋体" panose="02010600030101010101" pitchFamily="2" charset="-122"/>
              </a:rPr>
              <a:t>13</a:t>
            </a:r>
            <a:r>
              <a:rPr lang="en-US" altLang="zh-CN" sz="2000">
                <a:solidFill>
                  <a:schemeClr val="accent1"/>
                </a:solidFill>
                <a:latin typeface="Times New Roman" panose="02020603050405020304" pitchFamily="18" charset="0"/>
                <a:ea typeface="宋体" panose="02010600030101010101" pitchFamily="2" charset="-122"/>
              </a:rPr>
              <a:t>     [38     65     97     76     49     27 ]</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4308" name="文本框 54307"/>
          <p:cNvSpPr txBox="1"/>
          <p:nvPr/>
        </p:nvSpPr>
        <p:spPr>
          <a:xfrm>
            <a:off x="2828925" y="2868613"/>
            <a:ext cx="523875" cy="400050"/>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i=2</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54330" name="文本框 54329"/>
          <p:cNvSpPr txBox="1"/>
          <p:nvPr/>
        </p:nvSpPr>
        <p:spPr>
          <a:xfrm>
            <a:off x="5057775" y="2925763"/>
            <a:ext cx="436563" cy="400050"/>
          </a:xfrm>
          <a:prstGeom prst="rect">
            <a:avLst/>
          </a:prstGeom>
          <a:solidFill>
            <a:schemeClr val="bg1"/>
          </a:solidFill>
          <a:ln w="9525">
            <a:noFill/>
          </a:ln>
        </p:spPr>
        <p:txBody>
          <a:bodyPr wrap="non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27</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4331" name="文本框 54330"/>
          <p:cNvSpPr txBox="1"/>
          <p:nvPr/>
        </p:nvSpPr>
        <p:spPr>
          <a:xfrm>
            <a:off x="7877175" y="2889250"/>
            <a:ext cx="436563" cy="398463"/>
          </a:xfrm>
          <a:prstGeom prst="rect">
            <a:avLst/>
          </a:prstGeom>
          <a:solidFill>
            <a:schemeClr val="bg1"/>
          </a:solidFill>
          <a:ln w="9525">
            <a:noFill/>
          </a:ln>
        </p:spPr>
        <p:txBody>
          <a:bodyPr wrap="non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38</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54402" name="组合 54401"/>
          <p:cNvGrpSpPr/>
          <p:nvPr/>
        </p:nvGrpSpPr>
        <p:grpSpPr>
          <a:xfrm>
            <a:off x="3352800" y="3914775"/>
            <a:ext cx="5189538" cy="558800"/>
            <a:chOff x="1174" y="2218"/>
            <a:chExt cx="3269" cy="352"/>
          </a:xfrm>
        </p:grpSpPr>
        <p:sp>
          <p:nvSpPr>
            <p:cNvPr id="471058" name="文本框 54332"/>
            <p:cNvSpPr txBox="1"/>
            <p:nvPr/>
          </p:nvSpPr>
          <p:spPr>
            <a:xfrm>
              <a:off x="1174" y="2218"/>
              <a:ext cx="3269" cy="251"/>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二趟： </a:t>
              </a:r>
              <a:r>
                <a:rPr lang="zh-CN" altLang="en-US" sz="2000" dirty="0">
                  <a:solidFill>
                    <a:schemeClr val="accent1"/>
                  </a:solidFill>
                  <a:latin typeface="Times New Roman" panose="02020603050405020304" pitchFamily="18" charset="0"/>
                  <a:ea typeface="宋体" panose="02010600030101010101" pitchFamily="2" charset="-122"/>
                </a:rPr>
                <a:t>   </a:t>
              </a:r>
              <a:r>
                <a:rPr lang="en-US" altLang="zh-CN" sz="2000">
                  <a:solidFill>
                    <a:srgbClr val="FF0000"/>
                  </a:solidFill>
                  <a:latin typeface="Times New Roman" panose="02020603050405020304" pitchFamily="18" charset="0"/>
                  <a:ea typeface="宋体" panose="02010600030101010101" pitchFamily="2" charset="-122"/>
                </a:rPr>
                <a:t>13      27</a:t>
              </a:r>
              <a:r>
                <a:rPr lang="en-US" altLang="zh-CN" sz="2000">
                  <a:solidFill>
                    <a:schemeClr val="accent1"/>
                  </a:solidFill>
                  <a:latin typeface="Times New Roman" panose="02020603050405020304" pitchFamily="18" charset="0"/>
                  <a:ea typeface="宋体" panose="02010600030101010101" pitchFamily="2" charset="-122"/>
                </a:rPr>
                <a:t>     [65     97     76     49     38 ]</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471059" name="组合 54400"/>
            <p:cNvGrpSpPr/>
            <p:nvPr/>
          </p:nvGrpSpPr>
          <p:grpSpPr>
            <a:xfrm>
              <a:off x="2775" y="2408"/>
              <a:ext cx="1420" cy="162"/>
              <a:chOff x="2775" y="2408"/>
              <a:chExt cx="1420" cy="162"/>
            </a:xfrm>
          </p:grpSpPr>
          <p:sp>
            <p:nvSpPr>
              <p:cNvPr id="471060" name="直接连接符 54333"/>
              <p:cNvSpPr/>
              <p:nvPr/>
            </p:nvSpPr>
            <p:spPr>
              <a:xfrm>
                <a:off x="4194" y="2426"/>
                <a:ext cx="1" cy="144"/>
              </a:xfrm>
              <a:prstGeom prst="line">
                <a:avLst/>
              </a:prstGeom>
              <a:ln w="9525" cap="flat" cmpd="sng">
                <a:solidFill>
                  <a:srgbClr val="0000FF"/>
                </a:solidFill>
                <a:prstDash val="solid"/>
                <a:round/>
                <a:headEnd type="none" w="med" len="med"/>
                <a:tailEnd type="triangle" w="med" len="med"/>
              </a:ln>
            </p:spPr>
          </p:sp>
          <p:sp>
            <p:nvSpPr>
              <p:cNvPr id="471061" name="直接连接符 54334"/>
              <p:cNvSpPr/>
              <p:nvPr/>
            </p:nvSpPr>
            <p:spPr>
              <a:xfrm flipV="1">
                <a:off x="2775" y="2408"/>
                <a:ext cx="0" cy="122"/>
              </a:xfrm>
              <a:prstGeom prst="line">
                <a:avLst/>
              </a:prstGeom>
              <a:ln w="9525" cap="flat" cmpd="sng">
                <a:solidFill>
                  <a:srgbClr val="0000FF"/>
                </a:solidFill>
                <a:prstDash val="solid"/>
                <a:round/>
                <a:headEnd type="none" w="med" len="med"/>
                <a:tailEnd type="triangle" w="med" len="med"/>
              </a:ln>
            </p:spPr>
          </p:sp>
          <p:sp>
            <p:nvSpPr>
              <p:cNvPr id="471062" name="直接连接符 54335"/>
              <p:cNvSpPr/>
              <p:nvPr/>
            </p:nvSpPr>
            <p:spPr>
              <a:xfrm>
                <a:off x="2790" y="2534"/>
                <a:ext cx="1389" cy="0"/>
              </a:xfrm>
              <a:prstGeom prst="line">
                <a:avLst/>
              </a:prstGeom>
              <a:ln w="9525" cap="flat" cmpd="sng">
                <a:solidFill>
                  <a:srgbClr val="0000FF"/>
                </a:solidFill>
                <a:prstDash val="solid"/>
                <a:round/>
                <a:headEnd type="none" w="med" len="med"/>
                <a:tailEnd type="none" w="med" len="med"/>
              </a:ln>
            </p:spPr>
          </p:sp>
        </p:grpSp>
      </p:grpSp>
      <p:grpSp>
        <p:nvGrpSpPr>
          <p:cNvPr id="54404" name="组合 54403"/>
          <p:cNvGrpSpPr/>
          <p:nvPr/>
        </p:nvGrpSpPr>
        <p:grpSpPr>
          <a:xfrm>
            <a:off x="3352800" y="4648200"/>
            <a:ext cx="5178425" cy="504825"/>
            <a:chOff x="1174" y="2680"/>
            <a:chExt cx="3262" cy="318"/>
          </a:xfrm>
        </p:grpSpPr>
        <p:sp>
          <p:nvSpPr>
            <p:cNvPr id="471064" name="文本框 54337"/>
            <p:cNvSpPr txBox="1"/>
            <p:nvPr/>
          </p:nvSpPr>
          <p:spPr>
            <a:xfrm>
              <a:off x="1174" y="2680"/>
              <a:ext cx="3262" cy="251"/>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三趟：</a:t>
              </a:r>
              <a:r>
                <a:rPr lang="zh-CN" altLang="en-US" sz="2000" dirty="0">
                  <a:solidFill>
                    <a:schemeClr val="bg2"/>
                  </a:solidFill>
                  <a:latin typeface="Times New Roman" panose="02020603050405020304" pitchFamily="18" charset="0"/>
                  <a:ea typeface="宋体" panose="02010600030101010101" pitchFamily="2" charset="-122"/>
                </a:rPr>
                <a:t>    </a:t>
              </a:r>
              <a:r>
                <a:rPr lang="en-US" altLang="zh-CN" sz="2000">
                  <a:solidFill>
                    <a:srgbClr val="FF0000"/>
                  </a:solidFill>
                  <a:latin typeface="Times New Roman" panose="02020603050405020304" pitchFamily="18" charset="0"/>
                  <a:ea typeface="宋体" panose="02010600030101010101" pitchFamily="2" charset="-122"/>
                </a:rPr>
                <a:t>13      27     38</a:t>
              </a:r>
              <a:r>
                <a:rPr lang="en-US" altLang="zh-CN" sz="2000">
                  <a:solidFill>
                    <a:schemeClr val="bg2"/>
                  </a:solidFill>
                  <a:latin typeface="Times New Roman" panose="02020603050405020304" pitchFamily="18" charset="0"/>
                  <a:ea typeface="宋体" panose="02010600030101010101" pitchFamily="2" charset="-122"/>
                </a:rPr>
                <a:t>    </a:t>
              </a:r>
              <a:r>
                <a:rPr lang="en-US" altLang="zh-CN" sz="2000">
                  <a:solidFill>
                    <a:schemeClr val="accent1"/>
                  </a:solidFill>
                  <a:latin typeface="Times New Roman" panose="02020603050405020304" pitchFamily="18" charset="0"/>
                  <a:ea typeface="宋体" panose="02010600030101010101" pitchFamily="2" charset="-122"/>
                </a:rPr>
                <a:t> [97     76     49     65 ]</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471065" name="组合 54402"/>
            <p:cNvGrpSpPr/>
            <p:nvPr/>
          </p:nvGrpSpPr>
          <p:grpSpPr>
            <a:xfrm>
              <a:off x="3108" y="2854"/>
              <a:ext cx="709" cy="144"/>
              <a:chOff x="3108" y="2854"/>
              <a:chExt cx="709" cy="144"/>
            </a:xfrm>
          </p:grpSpPr>
          <p:sp>
            <p:nvSpPr>
              <p:cNvPr id="471066" name="直接连接符 54338"/>
              <p:cNvSpPr/>
              <p:nvPr/>
            </p:nvSpPr>
            <p:spPr>
              <a:xfrm>
                <a:off x="3816" y="2854"/>
                <a:ext cx="1" cy="144"/>
              </a:xfrm>
              <a:prstGeom prst="line">
                <a:avLst/>
              </a:prstGeom>
              <a:ln w="9525" cap="flat" cmpd="sng">
                <a:solidFill>
                  <a:srgbClr val="0000FF"/>
                </a:solidFill>
                <a:prstDash val="solid"/>
                <a:round/>
                <a:headEnd type="none" w="med" len="med"/>
                <a:tailEnd type="triangle" w="med" len="med"/>
              </a:ln>
            </p:spPr>
          </p:sp>
          <p:sp>
            <p:nvSpPr>
              <p:cNvPr id="471067" name="直接连接符 54339"/>
              <p:cNvSpPr/>
              <p:nvPr/>
            </p:nvSpPr>
            <p:spPr>
              <a:xfrm flipV="1">
                <a:off x="3108" y="2859"/>
                <a:ext cx="0" cy="122"/>
              </a:xfrm>
              <a:prstGeom prst="line">
                <a:avLst/>
              </a:prstGeom>
              <a:ln w="9525" cap="flat" cmpd="sng">
                <a:solidFill>
                  <a:srgbClr val="0000FF"/>
                </a:solidFill>
                <a:prstDash val="solid"/>
                <a:round/>
                <a:headEnd type="none" w="med" len="med"/>
                <a:tailEnd type="triangle" w="med" len="med"/>
              </a:ln>
            </p:spPr>
          </p:sp>
          <p:sp>
            <p:nvSpPr>
              <p:cNvPr id="471068" name="直接连接符 54340"/>
              <p:cNvSpPr/>
              <p:nvPr/>
            </p:nvSpPr>
            <p:spPr>
              <a:xfrm>
                <a:off x="3117" y="2989"/>
                <a:ext cx="688" cy="0"/>
              </a:xfrm>
              <a:prstGeom prst="line">
                <a:avLst/>
              </a:prstGeom>
              <a:ln w="9525" cap="flat" cmpd="sng">
                <a:solidFill>
                  <a:srgbClr val="0000FF"/>
                </a:solidFill>
                <a:prstDash val="solid"/>
                <a:round/>
                <a:headEnd type="none" w="med" len="med"/>
                <a:tailEnd type="none" w="med" len="med"/>
              </a:ln>
            </p:spPr>
          </p:sp>
        </p:grpSp>
      </p:grpSp>
      <p:grpSp>
        <p:nvGrpSpPr>
          <p:cNvPr id="54406" name="组合 54405"/>
          <p:cNvGrpSpPr/>
          <p:nvPr/>
        </p:nvGrpSpPr>
        <p:grpSpPr>
          <a:xfrm>
            <a:off x="3352800" y="5170488"/>
            <a:ext cx="5178425" cy="539750"/>
            <a:chOff x="1174" y="3009"/>
            <a:chExt cx="3262" cy="340"/>
          </a:xfrm>
        </p:grpSpPr>
        <p:sp>
          <p:nvSpPr>
            <p:cNvPr id="471070" name="文本框 54342"/>
            <p:cNvSpPr txBox="1"/>
            <p:nvPr/>
          </p:nvSpPr>
          <p:spPr>
            <a:xfrm>
              <a:off x="1174" y="3009"/>
              <a:ext cx="3262" cy="251"/>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四趟：</a:t>
              </a:r>
              <a:r>
                <a:rPr lang="zh-CN" altLang="en-US" sz="2000" dirty="0">
                  <a:solidFill>
                    <a:schemeClr val="bg2"/>
                  </a:solidFill>
                  <a:latin typeface="Times New Roman" panose="02020603050405020304" pitchFamily="18" charset="0"/>
                  <a:ea typeface="宋体" panose="02010600030101010101" pitchFamily="2" charset="-122"/>
                </a:rPr>
                <a:t>    </a:t>
              </a:r>
              <a:r>
                <a:rPr lang="en-US" altLang="zh-CN" sz="2000">
                  <a:solidFill>
                    <a:srgbClr val="FF0000"/>
                  </a:solidFill>
                  <a:latin typeface="Times New Roman" panose="02020603050405020304" pitchFamily="18" charset="0"/>
                  <a:ea typeface="宋体" panose="02010600030101010101" pitchFamily="2" charset="-122"/>
                </a:rPr>
                <a:t>13      27     38     49</a:t>
              </a:r>
              <a:r>
                <a:rPr lang="en-US" altLang="zh-CN" sz="2000">
                  <a:solidFill>
                    <a:schemeClr val="bg2"/>
                  </a:solidFill>
                  <a:latin typeface="Times New Roman" panose="02020603050405020304" pitchFamily="18" charset="0"/>
                  <a:ea typeface="宋体" panose="02010600030101010101" pitchFamily="2" charset="-122"/>
                </a:rPr>
                <a:t>   </a:t>
              </a:r>
              <a:r>
                <a:rPr lang="en-US" altLang="zh-CN" sz="2000">
                  <a:solidFill>
                    <a:schemeClr val="accent1"/>
                  </a:solidFill>
                  <a:latin typeface="Times New Roman" panose="02020603050405020304" pitchFamily="18" charset="0"/>
                  <a:ea typeface="宋体" panose="02010600030101010101" pitchFamily="2" charset="-122"/>
                </a:rPr>
                <a:t>  [76     97     65 ]</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471071" name="组合 54404"/>
            <p:cNvGrpSpPr/>
            <p:nvPr/>
          </p:nvGrpSpPr>
          <p:grpSpPr>
            <a:xfrm>
              <a:off x="3452" y="3205"/>
              <a:ext cx="709" cy="144"/>
              <a:chOff x="3452" y="3205"/>
              <a:chExt cx="709" cy="144"/>
            </a:xfrm>
          </p:grpSpPr>
          <p:sp>
            <p:nvSpPr>
              <p:cNvPr id="471072" name="直接连接符 54343"/>
              <p:cNvSpPr/>
              <p:nvPr/>
            </p:nvSpPr>
            <p:spPr>
              <a:xfrm>
                <a:off x="4160" y="3205"/>
                <a:ext cx="1" cy="144"/>
              </a:xfrm>
              <a:prstGeom prst="line">
                <a:avLst/>
              </a:prstGeom>
              <a:ln w="9525" cap="flat" cmpd="sng">
                <a:solidFill>
                  <a:srgbClr val="0000FF"/>
                </a:solidFill>
                <a:prstDash val="solid"/>
                <a:round/>
                <a:headEnd type="none" w="med" len="med"/>
                <a:tailEnd type="triangle" w="med" len="med"/>
              </a:ln>
            </p:spPr>
          </p:sp>
          <p:sp>
            <p:nvSpPr>
              <p:cNvPr id="471073" name="直接连接符 54344"/>
              <p:cNvSpPr/>
              <p:nvPr/>
            </p:nvSpPr>
            <p:spPr>
              <a:xfrm flipV="1">
                <a:off x="3452" y="3210"/>
                <a:ext cx="0" cy="122"/>
              </a:xfrm>
              <a:prstGeom prst="line">
                <a:avLst/>
              </a:prstGeom>
              <a:ln w="9525" cap="flat" cmpd="sng">
                <a:solidFill>
                  <a:srgbClr val="0000FF"/>
                </a:solidFill>
                <a:prstDash val="solid"/>
                <a:round/>
                <a:headEnd type="none" w="med" len="med"/>
                <a:tailEnd type="triangle" w="med" len="med"/>
              </a:ln>
            </p:spPr>
          </p:sp>
          <p:sp>
            <p:nvSpPr>
              <p:cNvPr id="471074" name="直接连接符 54345"/>
              <p:cNvSpPr/>
              <p:nvPr/>
            </p:nvSpPr>
            <p:spPr>
              <a:xfrm>
                <a:off x="3461" y="3340"/>
                <a:ext cx="688" cy="0"/>
              </a:xfrm>
              <a:prstGeom prst="line">
                <a:avLst/>
              </a:prstGeom>
              <a:ln w="9525" cap="flat" cmpd="sng">
                <a:solidFill>
                  <a:srgbClr val="0000FF"/>
                </a:solidFill>
                <a:prstDash val="solid"/>
                <a:round/>
                <a:headEnd type="none" w="med" len="med"/>
                <a:tailEnd type="none" w="med" len="med"/>
              </a:ln>
            </p:spPr>
          </p:sp>
        </p:grpSp>
      </p:grpSp>
      <p:grpSp>
        <p:nvGrpSpPr>
          <p:cNvPr id="54408" name="组合 54407"/>
          <p:cNvGrpSpPr/>
          <p:nvPr/>
        </p:nvGrpSpPr>
        <p:grpSpPr>
          <a:xfrm>
            <a:off x="3352800" y="5727700"/>
            <a:ext cx="5178425" cy="539750"/>
            <a:chOff x="1174" y="3360"/>
            <a:chExt cx="3262" cy="340"/>
          </a:xfrm>
        </p:grpSpPr>
        <p:sp>
          <p:nvSpPr>
            <p:cNvPr id="471076" name="文本框 54347"/>
            <p:cNvSpPr txBox="1"/>
            <p:nvPr/>
          </p:nvSpPr>
          <p:spPr>
            <a:xfrm>
              <a:off x="1174" y="3360"/>
              <a:ext cx="3262" cy="251"/>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五趟：</a:t>
              </a:r>
              <a:r>
                <a:rPr lang="zh-CN" altLang="en-US" sz="2000" dirty="0">
                  <a:solidFill>
                    <a:schemeClr val="bg2"/>
                  </a:solidFill>
                  <a:latin typeface="Times New Roman" panose="02020603050405020304" pitchFamily="18" charset="0"/>
                  <a:ea typeface="宋体" panose="02010600030101010101" pitchFamily="2" charset="-122"/>
                </a:rPr>
                <a:t>    </a:t>
              </a:r>
              <a:r>
                <a:rPr lang="en-US" altLang="zh-CN" sz="2000">
                  <a:solidFill>
                    <a:srgbClr val="FF0000"/>
                  </a:solidFill>
                  <a:latin typeface="Times New Roman" panose="02020603050405020304" pitchFamily="18" charset="0"/>
                  <a:ea typeface="宋体" panose="02010600030101010101" pitchFamily="2" charset="-122"/>
                </a:rPr>
                <a:t>13      27     38     49     65</a:t>
              </a:r>
              <a:r>
                <a:rPr lang="en-US" altLang="zh-CN" sz="2000">
                  <a:solidFill>
                    <a:schemeClr val="bg2"/>
                  </a:solidFill>
                  <a:latin typeface="Times New Roman" panose="02020603050405020304" pitchFamily="18" charset="0"/>
                  <a:ea typeface="宋体" panose="02010600030101010101" pitchFamily="2" charset="-122"/>
                </a:rPr>
                <a:t>   </a:t>
              </a:r>
              <a:r>
                <a:rPr lang="en-US" altLang="zh-CN" sz="2000">
                  <a:solidFill>
                    <a:schemeClr val="accent1"/>
                  </a:solidFill>
                  <a:latin typeface="Times New Roman" panose="02020603050405020304" pitchFamily="18" charset="0"/>
                  <a:ea typeface="宋体" panose="02010600030101010101" pitchFamily="2" charset="-122"/>
                </a:rPr>
                <a:t>  [97     76 ]</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471077" name="组合 54406"/>
            <p:cNvGrpSpPr/>
            <p:nvPr/>
          </p:nvGrpSpPr>
          <p:grpSpPr>
            <a:xfrm>
              <a:off x="3847" y="3556"/>
              <a:ext cx="314" cy="144"/>
              <a:chOff x="3847" y="3556"/>
              <a:chExt cx="314" cy="144"/>
            </a:xfrm>
          </p:grpSpPr>
          <p:sp>
            <p:nvSpPr>
              <p:cNvPr id="471078" name="直接连接符 54348"/>
              <p:cNvSpPr/>
              <p:nvPr/>
            </p:nvSpPr>
            <p:spPr>
              <a:xfrm>
                <a:off x="4160" y="3556"/>
                <a:ext cx="1" cy="144"/>
              </a:xfrm>
              <a:prstGeom prst="line">
                <a:avLst/>
              </a:prstGeom>
              <a:ln w="9525" cap="flat" cmpd="sng">
                <a:solidFill>
                  <a:srgbClr val="0000FF"/>
                </a:solidFill>
                <a:prstDash val="solid"/>
                <a:round/>
                <a:headEnd type="none" w="med" len="med"/>
                <a:tailEnd type="triangle" w="med" len="med"/>
              </a:ln>
            </p:spPr>
          </p:sp>
          <p:sp>
            <p:nvSpPr>
              <p:cNvPr id="471079" name="直接连接符 54349"/>
              <p:cNvSpPr/>
              <p:nvPr/>
            </p:nvSpPr>
            <p:spPr>
              <a:xfrm flipV="1">
                <a:off x="3852" y="3561"/>
                <a:ext cx="0" cy="122"/>
              </a:xfrm>
              <a:prstGeom prst="line">
                <a:avLst/>
              </a:prstGeom>
              <a:ln w="9525" cap="flat" cmpd="sng">
                <a:solidFill>
                  <a:srgbClr val="0000FF"/>
                </a:solidFill>
                <a:prstDash val="solid"/>
                <a:round/>
                <a:headEnd type="none" w="med" len="med"/>
                <a:tailEnd type="triangle" w="med" len="med"/>
              </a:ln>
            </p:spPr>
          </p:sp>
          <p:sp>
            <p:nvSpPr>
              <p:cNvPr id="471080" name="直接连接符 54350"/>
              <p:cNvSpPr/>
              <p:nvPr/>
            </p:nvSpPr>
            <p:spPr>
              <a:xfrm>
                <a:off x="3847" y="3677"/>
                <a:ext cx="311" cy="0"/>
              </a:xfrm>
              <a:prstGeom prst="line">
                <a:avLst/>
              </a:prstGeom>
              <a:ln w="9525" cap="flat" cmpd="sng">
                <a:solidFill>
                  <a:srgbClr val="0000FF"/>
                </a:solidFill>
                <a:prstDash val="solid"/>
                <a:round/>
                <a:headEnd type="none" w="med" len="med"/>
                <a:tailEnd type="none" w="med" len="med"/>
              </a:ln>
            </p:spPr>
          </p:sp>
        </p:grpSp>
      </p:grpSp>
      <p:sp>
        <p:nvSpPr>
          <p:cNvPr id="54352" name="文本框 54351"/>
          <p:cNvSpPr txBox="1"/>
          <p:nvPr/>
        </p:nvSpPr>
        <p:spPr>
          <a:xfrm>
            <a:off x="3352800" y="6292850"/>
            <a:ext cx="5178425" cy="398463"/>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六趟：</a:t>
            </a:r>
            <a:r>
              <a:rPr lang="zh-CN" altLang="en-US" sz="2000" dirty="0">
                <a:solidFill>
                  <a:schemeClr val="bg2"/>
                </a:solidFill>
                <a:latin typeface="Times New Roman" panose="02020603050405020304" pitchFamily="18" charset="0"/>
                <a:ea typeface="宋体" panose="02010600030101010101" pitchFamily="2" charset="-122"/>
              </a:rPr>
              <a:t>    </a:t>
            </a:r>
            <a:r>
              <a:rPr lang="en-US" altLang="zh-CN" sz="2000">
                <a:solidFill>
                  <a:srgbClr val="FF0000"/>
                </a:solidFill>
                <a:latin typeface="Times New Roman" panose="02020603050405020304" pitchFamily="18" charset="0"/>
                <a:ea typeface="宋体" panose="02010600030101010101" pitchFamily="2" charset="-122"/>
              </a:rPr>
              <a:t>13      27     38     49     65     76</a:t>
            </a:r>
            <a:r>
              <a:rPr lang="en-US" altLang="zh-CN" sz="2000">
                <a:solidFill>
                  <a:schemeClr val="bg2"/>
                </a:solidFill>
                <a:latin typeface="Times New Roman" panose="02020603050405020304" pitchFamily="18" charset="0"/>
                <a:ea typeface="宋体" panose="02010600030101010101" pitchFamily="2" charset="-122"/>
              </a:rPr>
              <a:t>   </a:t>
            </a:r>
            <a:r>
              <a:rPr lang="en-US" altLang="zh-CN" sz="2000">
                <a:solidFill>
                  <a:schemeClr val="accent1"/>
                </a:solidFill>
                <a:latin typeface="Times New Roman" panose="02020603050405020304" pitchFamily="18" charset="0"/>
                <a:ea typeface="宋体" panose="02010600030101010101" pitchFamily="2" charset="-122"/>
              </a:rPr>
              <a:t>  [97 ]</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54358" name="组合 54357"/>
          <p:cNvGrpSpPr/>
          <p:nvPr/>
        </p:nvGrpSpPr>
        <p:grpSpPr>
          <a:xfrm>
            <a:off x="7432675" y="796925"/>
            <a:ext cx="309563" cy="625475"/>
            <a:chOff x="1920" y="206"/>
            <a:chExt cx="195" cy="394"/>
          </a:xfrm>
        </p:grpSpPr>
        <p:sp>
          <p:nvSpPr>
            <p:cNvPr id="471083" name="直接连接符 54358"/>
            <p:cNvSpPr/>
            <p:nvPr/>
          </p:nvSpPr>
          <p:spPr>
            <a:xfrm>
              <a:off x="2000" y="422"/>
              <a:ext cx="0" cy="178"/>
            </a:xfrm>
            <a:prstGeom prst="line">
              <a:avLst/>
            </a:prstGeom>
            <a:ln w="9525" cap="flat" cmpd="sng">
              <a:solidFill>
                <a:srgbClr val="0000FF"/>
              </a:solidFill>
              <a:prstDash val="solid"/>
              <a:round/>
              <a:headEnd type="none" w="med" len="med"/>
              <a:tailEnd type="triangle" w="med" len="med"/>
            </a:ln>
          </p:spPr>
        </p:sp>
        <p:sp>
          <p:nvSpPr>
            <p:cNvPr id="471084" name="文本框 54359"/>
            <p:cNvSpPr txBox="1"/>
            <p:nvPr/>
          </p:nvSpPr>
          <p:spPr>
            <a:xfrm>
              <a:off x="1920" y="206"/>
              <a:ext cx="195" cy="251"/>
            </a:xfrm>
            <a:prstGeom prst="rect">
              <a:avLst/>
            </a:prstGeom>
            <a:noFill/>
            <a:ln w="9525">
              <a:noFill/>
            </a:ln>
          </p:spPr>
          <p:txBody>
            <a:bodyPr wrap="none" anchor="t" anchorCtr="0">
              <a:spAutoFit/>
            </a:bodyPr>
            <a:p>
              <a:r>
                <a:rPr lang="en-US" altLang="zh-CN" sz="2000">
                  <a:solidFill>
                    <a:srgbClr val="0000FF"/>
                  </a:solidFill>
                  <a:latin typeface="Times New Roman" panose="02020603050405020304" pitchFamily="18" charset="0"/>
                  <a:ea typeface="宋体" panose="02010600030101010101" pitchFamily="2" charset="-122"/>
                </a:rPr>
                <a:t>k</a:t>
              </a:r>
              <a:endParaRPr lang="en-US" altLang="zh-CN" sz="2000">
                <a:solidFill>
                  <a:schemeClr val="bg2"/>
                </a:solidFill>
                <a:latin typeface="Times New Roman" panose="02020603050405020304" pitchFamily="18" charset="0"/>
                <a:ea typeface="宋体" panose="02010600030101010101" pitchFamily="2" charset="-122"/>
              </a:endParaRPr>
            </a:p>
          </p:txBody>
        </p:sp>
      </p:grpSp>
      <p:grpSp>
        <p:nvGrpSpPr>
          <p:cNvPr id="54361" name="组合 54360"/>
          <p:cNvGrpSpPr/>
          <p:nvPr/>
        </p:nvGrpSpPr>
        <p:grpSpPr>
          <a:xfrm>
            <a:off x="7870825" y="2359025"/>
            <a:ext cx="309563" cy="625475"/>
            <a:chOff x="1920" y="206"/>
            <a:chExt cx="195" cy="394"/>
          </a:xfrm>
        </p:grpSpPr>
        <p:sp>
          <p:nvSpPr>
            <p:cNvPr id="471086" name="直接连接符 54361"/>
            <p:cNvSpPr/>
            <p:nvPr/>
          </p:nvSpPr>
          <p:spPr>
            <a:xfrm>
              <a:off x="2000" y="422"/>
              <a:ext cx="0" cy="178"/>
            </a:xfrm>
            <a:prstGeom prst="line">
              <a:avLst/>
            </a:prstGeom>
            <a:ln w="9525" cap="flat" cmpd="sng">
              <a:solidFill>
                <a:srgbClr val="0000FF"/>
              </a:solidFill>
              <a:prstDash val="solid"/>
              <a:round/>
              <a:headEnd type="none" w="med" len="med"/>
              <a:tailEnd type="triangle" w="med" len="med"/>
            </a:ln>
          </p:spPr>
        </p:sp>
        <p:sp>
          <p:nvSpPr>
            <p:cNvPr id="471087" name="文本框 54362"/>
            <p:cNvSpPr txBox="1"/>
            <p:nvPr/>
          </p:nvSpPr>
          <p:spPr>
            <a:xfrm>
              <a:off x="1920" y="206"/>
              <a:ext cx="195" cy="251"/>
            </a:xfrm>
            <a:prstGeom prst="rect">
              <a:avLst/>
            </a:prstGeom>
            <a:noFill/>
            <a:ln w="9525">
              <a:noFill/>
            </a:ln>
          </p:spPr>
          <p:txBody>
            <a:bodyPr wrap="none" anchor="t" anchorCtr="0">
              <a:spAutoFit/>
            </a:bodyPr>
            <a:p>
              <a:r>
                <a:rPr lang="en-US" altLang="zh-CN" sz="2000">
                  <a:solidFill>
                    <a:srgbClr val="0000FF"/>
                  </a:solidFill>
                  <a:latin typeface="Times New Roman" panose="02020603050405020304" pitchFamily="18" charset="0"/>
                  <a:ea typeface="宋体" panose="02010600030101010101" pitchFamily="2" charset="-122"/>
                </a:rPr>
                <a:t>k</a:t>
              </a:r>
              <a:endParaRPr lang="en-US" altLang="zh-CN" sz="2000">
                <a:solidFill>
                  <a:schemeClr val="bg2"/>
                </a:solidFill>
                <a:latin typeface="Times New Roman" panose="02020603050405020304" pitchFamily="18" charset="0"/>
                <a:ea typeface="宋体" panose="02010600030101010101" pitchFamily="2" charset="-122"/>
              </a:endParaRPr>
            </a:p>
          </p:txBody>
        </p:sp>
      </p:grpSp>
      <p:grpSp>
        <p:nvGrpSpPr>
          <p:cNvPr id="54364" name="组合 54363"/>
          <p:cNvGrpSpPr/>
          <p:nvPr/>
        </p:nvGrpSpPr>
        <p:grpSpPr>
          <a:xfrm>
            <a:off x="5184775" y="2320925"/>
            <a:ext cx="309563" cy="625475"/>
            <a:chOff x="1920" y="206"/>
            <a:chExt cx="195" cy="394"/>
          </a:xfrm>
        </p:grpSpPr>
        <p:sp>
          <p:nvSpPr>
            <p:cNvPr id="471089" name="直接连接符 54364"/>
            <p:cNvSpPr/>
            <p:nvPr/>
          </p:nvSpPr>
          <p:spPr>
            <a:xfrm>
              <a:off x="2000" y="422"/>
              <a:ext cx="0" cy="178"/>
            </a:xfrm>
            <a:prstGeom prst="line">
              <a:avLst/>
            </a:prstGeom>
            <a:ln w="9525" cap="flat" cmpd="sng">
              <a:solidFill>
                <a:srgbClr val="0000FF"/>
              </a:solidFill>
              <a:prstDash val="solid"/>
              <a:round/>
              <a:headEnd type="none" w="med" len="med"/>
              <a:tailEnd type="triangle" w="med" len="med"/>
            </a:ln>
          </p:spPr>
        </p:sp>
        <p:sp>
          <p:nvSpPr>
            <p:cNvPr id="471090" name="文本框 54365"/>
            <p:cNvSpPr txBox="1"/>
            <p:nvPr/>
          </p:nvSpPr>
          <p:spPr>
            <a:xfrm>
              <a:off x="1920" y="206"/>
              <a:ext cx="195" cy="251"/>
            </a:xfrm>
            <a:prstGeom prst="rect">
              <a:avLst/>
            </a:prstGeom>
            <a:noFill/>
            <a:ln w="9525">
              <a:noFill/>
            </a:ln>
          </p:spPr>
          <p:txBody>
            <a:bodyPr wrap="none" anchor="t" anchorCtr="0">
              <a:spAutoFit/>
            </a:bodyPr>
            <a:p>
              <a:r>
                <a:rPr lang="en-US" altLang="zh-CN" sz="2000">
                  <a:solidFill>
                    <a:srgbClr val="0000FF"/>
                  </a:solidFill>
                  <a:latin typeface="Times New Roman" panose="02020603050405020304" pitchFamily="18" charset="0"/>
                  <a:ea typeface="宋体" panose="02010600030101010101" pitchFamily="2" charset="-122"/>
                </a:rPr>
                <a:t>k</a:t>
              </a:r>
              <a:endParaRPr lang="en-US" altLang="zh-CN" sz="2000">
                <a:solidFill>
                  <a:schemeClr val="bg2"/>
                </a:solidFill>
                <a:latin typeface="Times New Roman" panose="02020603050405020304" pitchFamily="18" charset="0"/>
                <a:ea typeface="宋体" panose="02010600030101010101" pitchFamily="2" charset="-122"/>
              </a:endParaRPr>
            </a:p>
          </p:txBody>
        </p:sp>
      </p:grpSp>
      <p:grpSp>
        <p:nvGrpSpPr>
          <p:cNvPr id="54367" name="组合 54366"/>
          <p:cNvGrpSpPr/>
          <p:nvPr/>
        </p:nvGrpSpPr>
        <p:grpSpPr>
          <a:xfrm>
            <a:off x="5165725" y="739775"/>
            <a:ext cx="309563" cy="625475"/>
            <a:chOff x="1920" y="206"/>
            <a:chExt cx="195" cy="394"/>
          </a:xfrm>
        </p:grpSpPr>
        <p:sp>
          <p:nvSpPr>
            <p:cNvPr id="471092" name="直接连接符 54367"/>
            <p:cNvSpPr/>
            <p:nvPr/>
          </p:nvSpPr>
          <p:spPr>
            <a:xfrm>
              <a:off x="2000" y="422"/>
              <a:ext cx="0" cy="178"/>
            </a:xfrm>
            <a:prstGeom prst="line">
              <a:avLst/>
            </a:prstGeom>
            <a:ln w="9525" cap="flat" cmpd="sng">
              <a:solidFill>
                <a:srgbClr val="0000FF"/>
              </a:solidFill>
              <a:prstDash val="solid"/>
              <a:round/>
              <a:headEnd type="none" w="med" len="med"/>
              <a:tailEnd type="triangle" w="med" len="med"/>
            </a:ln>
          </p:spPr>
        </p:sp>
        <p:sp>
          <p:nvSpPr>
            <p:cNvPr id="471093" name="文本框 54368"/>
            <p:cNvSpPr txBox="1"/>
            <p:nvPr/>
          </p:nvSpPr>
          <p:spPr>
            <a:xfrm>
              <a:off x="1920" y="206"/>
              <a:ext cx="195" cy="251"/>
            </a:xfrm>
            <a:prstGeom prst="rect">
              <a:avLst/>
            </a:prstGeom>
            <a:noFill/>
            <a:ln w="9525">
              <a:noFill/>
            </a:ln>
          </p:spPr>
          <p:txBody>
            <a:bodyPr wrap="none" anchor="t" anchorCtr="0">
              <a:spAutoFit/>
            </a:bodyPr>
            <a:p>
              <a:r>
                <a:rPr lang="en-US" altLang="zh-CN" sz="2000">
                  <a:solidFill>
                    <a:srgbClr val="0000FF"/>
                  </a:solidFill>
                  <a:latin typeface="Times New Roman" panose="02020603050405020304" pitchFamily="18" charset="0"/>
                  <a:ea typeface="宋体" panose="02010600030101010101" pitchFamily="2" charset="-122"/>
                </a:rPr>
                <a:t>k</a:t>
              </a:r>
              <a:endParaRPr lang="en-US" altLang="zh-CN" sz="2000">
                <a:solidFill>
                  <a:schemeClr val="bg2"/>
                </a:solidFill>
                <a:latin typeface="Times New Roman" panose="02020603050405020304" pitchFamily="18" charset="0"/>
                <a:ea typeface="宋体" panose="02010600030101010101" pitchFamily="2" charset="-122"/>
              </a:endParaRPr>
            </a:p>
          </p:txBody>
        </p:sp>
      </p:grpSp>
      <p:grpSp>
        <p:nvGrpSpPr>
          <p:cNvPr id="54371" name="组合 54370"/>
          <p:cNvGrpSpPr/>
          <p:nvPr/>
        </p:nvGrpSpPr>
        <p:grpSpPr>
          <a:xfrm>
            <a:off x="5762625" y="1592263"/>
            <a:ext cx="254000" cy="600075"/>
            <a:chOff x="2320" y="767"/>
            <a:chExt cx="160" cy="378"/>
          </a:xfrm>
        </p:grpSpPr>
        <p:sp>
          <p:nvSpPr>
            <p:cNvPr id="471095" name="直接连接符 54371"/>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71096" name="文本框 54372"/>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74" name="组合 54373"/>
          <p:cNvGrpSpPr/>
          <p:nvPr/>
        </p:nvGrpSpPr>
        <p:grpSpPr>
          <a:xfrm>
            <a:off x="6276975" y="1611313"/>
            <a:ext cx="254000" cy="600075"/>
            <a:chOff x="2320" y="767"/>
            <a:chExt cx="160" cy="378"/>
          </a:xfrm>
        </p:grpSpPr>
        <p:sp>
          <p:nvSpPr>
            <p:cNvPr id="471098" name="直接连接符 54374"/>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71099" name="文本框 54375"/>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77" name="组合 54376"/>
          <p:cNvGrpSpPr/>
          <p:nvPr/>
        </p:nvGrpSpPr>
        <p:grpSpPr>
          <a:xfrm>
            <a:off x="6848475" y="1630363"/>
            <a:ext cx="254000" cy="600075"/>
            <a:chOff x="2320" y="767"/>
            <a:chExt cx="160" cy="378"/>
          </a:xfrm>
        </p:grpSpPr>
        <p:sp>
          <p:nvSpPr>
            <p:cNvPr id="471101" name="直接连接符 54377"/>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71102" name="文本框 54378"/>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80" name="组合 54379"/>
          <p:cNvGrpSpPr/>
          <p:nvPr/>
        </p:nvGrpSpPr>
        <p:grpSpPr>
          <a:xfrm>
            <a:off x="7343775" y="1649413"/>
            <a:ext cx="254000" cy="600075"/>
            <a:chOff x="2320" y="767"/>
            <a:chExt cx="160" cy="378"/>
          </a:xfrm>
        </p:grpSpPr>
        <p:sp>
          <p:nvSpPr>
            <p:cNvPr id="471104" name="直接连接符 54380"/>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71105" name="文本框 54381"/>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83" name="组合 54382"/>
          <p:cNvGrpSpPr/>
          <p:nvPr/>
        </p:nvGrpSpPr>
        <p:grpSpPr>
          <a:xfrm>
            <a:off x="8010525" y="1592263"/>
            <a:ext cx="254000" cy="600075"/>
            <a:chOff x="2320" y="767"/>
            <a:chExt cx="160" cy="378"/>
          </a:xfrm>
        </p:grpSpPr>
        <p:sp>
          <p:nvSpPr>
            <p:cNvPr id="471107" name="直接连接符 54383"/>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71108" name="文本框 54384"/>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86" name="组合 54385"/>
          <p:cNvGrpSpPr/>
          <p:nvPr/>
        </p:nvGrpSpPr>
        <p:grpSpPr>
          <a:xfrm>
            <a:off x="5686425" y="3287713"/>
            <a:ext cx="254000" cy="600075"/>
            <a:chOff x="2320" y="767"/>
            <a:chExt cx="160" cy="378"/>
          </a:xfrm>
        </p:grpSpPr>
        <p:sp>
          <p:nvSpPr>
            <p:cNvPr id="471110" name="直接连接符 54386"/>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71111" name="文本框 54387"/>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89" name="组合 54388"/>
          <p:cNvGrpSpPr/>
          <p:nvPr/>
        </p:nvGrpSpPr>
        <p:grpSpPr>
          <a:xfrm>
            <a:off x="6219825" y="3268663"/>
            <a:ext cx="254000" cy="600075"/>
            <a:chOff x="2320" y="767"/>
            <a:chExt cx="160" cy="378"/>
          </a:xfrm>
        </p:grpSpPr>
        <p:sp>
          <p:nvSpPr>
            <p:cNvPr id="471113" name="直接连接符 54389"/>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71114" name="文本框 54390"/>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92" name="组合 54391"/>
          <p:cNvGrpSpPr/>
          <p:nvPr/>
        </p:nvGrpSpPr>
        <p:grpSpPr>
          <a:xfrm>
            <a:off x="6810375" y="3268663"/>
            <a:ext cx="254000" cy="600075"/>
            <a:chOff x="2320" y="767"/>
            <a:chExt cx="160" cy="378"/>
          </a:xfrm>
        </p:grpSpPr>
        <p:sp>
          <p:nvSpPr>
            <p:cNvPr id="471116" name="直接连接符 54392"/>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71117" name="文本框 54393"/>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95" name="组合 54394"/>
          <p:cNvGrpSpPr/>
          <p:nvPr/>
        </p:nvGrpSpPr>
        <p:grpSpPr>
          <a:xfrm>
            <a:off x="7419975" y="3249613"/>
            <a:ext cx="254000" cy="600075"/>
            <a:chOff x="2320" y="767"/>
            <a:chExt cx="160" cy="378"/>
          </a:xfrm>
        </p:grpSpPr>
        <p:sp>
          <p:nvSpPr>
            <p:cNvPr id="471119" name="直接连接符 54395"/>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71120" name="文本框 54396"/>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54398" name="组合 54397"/>
          <p:cNvGrpSpPr/>
          <p:nvPr/>
        </p:nvGrpSpPr>
        <p:grpSpPr>
          <a:xfrm>
            <a:off x="7877175" y="3325813"/>
            <a:ext cx="254000" cy="600075"/>
            <a:chOff x="2320" y="767"/>
            <a:chExt cx="160" cy="378"/>
          </a:xfrm>
        </p:grpSpPr>
        <p:sp>
          <p:nvSpPr>
            <p:cNvPr id="471122" name="直接连接符 54398"/>
            <p:cNvSpPr/>
            <p:nvPr/>
          </p:nvSpPr>
          <p:spPr>
            <a:xfrm flipV="1">
              <a:off x="2400" y="767"/>
              <a:ext cx="0" cy="166"/>
            </a:xfrm>
            <a:prstGeom prst="line">
              <a:avLst/>
            </a:prstGeom>
            <a:ln w="9525" cap="flat" cmpd="sng">
              <a:solidFill>
                <a:srgbClr val="669900"/>
              </a:solidFill>
              <a:prstDash val="solid"/>
              <a:round/>
              <a:headEnd type="none" w="med" len="med"/>
              <a:tailEnd type="triangle" w="med" len="med"/>
            </a:ln>
          </p:spPr>
        </p:sp>
        <p:sp>
          <p:nvSpPr>
            <p:cNvPr id="471123" name="文本框 54399"/>
            <p:cNvSpPr txBox="1"/>
            <p:nvPr/>
          </p:nvSpPr>
          <p:spPr>
            <a:xfrm>
              <a:off x="2320" y="894"/>
              <a:ext cx="160" cy="251"/>
            </a:xfrm>
            <a:prstGeom prst="rect">
              <a:avLst/>
            </a:prstGeom>
            <a:noFill/>
            <a:ln w="9525">
              <a:noFill/>
            </a:ln>
          </p:spPr>
          <p:txBody>
            <a:bodyPr wrap="none" anchor="t" anchorCtr="0">
              <a:spAutoFit/>
            </a:bodyPr>
            <a:p>
              <a:r>
                <a:rPr lang="en-US" altLang="zh-CN" sz="2000">
                  <a:solidFill>
                    <a:srgbClr val="669900"/>
                  </a:solidFill>
                  <a:latin typeface="Times New Roman" panose="02020603050405020304" pitchFamily="18" charset="0"/>
                  <a:ea typeface="宋体" panose="02010600030101010101" pitchFamily="2" charset="-122"/>
                </a:rPr>
                <a:t>j</a:t>
              </a:r>
              <a:endParaRPr lang="en-US" altLang="zh-CN" sz="2000">
                <a:solidFill>
                  <a:srgbClr val="669900"/>
                </a:solidFill>
                <a:latin typeface="Times New Roman" panose="02020603050405020304" pitchFamily="18" charset="0"/>
                <a:ea typeface="宋体" panose="02010600030101010101" pitchFamily="2" charset="-122"/>
              </a:endParaRPr>
            </a:p>
          </p:txBody>
        </p:sp>
      </p:grpSp>
      <p:grpSp>
        <p:nvGrpSpPr>
          <p:cNvPr id="471124" name="组合 54412"/>
          <p:cNvGrpSpPr/>
          <p:nvPr/>
        </p:nvGrpSpPr>
        <p:grpSpPr>
          <a:xfrm>
            <a:off x="9620250" y="6343650"/>
            <a:ext cx="1047750" cy="514350"/>
            <a:chOff x="4944" y="3816"/>
            <a:chExt cx="660" cy="324"/>
          </a:xfrm>
        </p:grpSpPr>
        <p:sp>
          <p:nvSpPr>
            <p:cNvPr id="471125" name="圆角矩形 54413">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471126" name="组合 54414"/>
            <p:cNvGrpSpPr/>
            <p:nvPr/>
          </p:nvGrpSpPr>
          <p:grpSpPr>
            <a:xfrm>
              <a:off x="5034" y="3846"/>
              <a:ext cx="450" cy="240"/>
              <a:chOff x="4530" y="3822"/>
              <a:chExt cx="450" cy="240"/>
            </a:xfrm>
          </p:grpSpPr>
          <p:sp>
            <p:nvSpPr>
              <p:cNvPr id="471127" name="任意多边形 54415">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471128" name="椭圆 54416"/>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471129" name="椭圆 54417"/>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471130"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4276">
                                            <p:txEl>
                                              <p:charRg st="0" end="55"/>
                                            </p:txEl>
                                          </p:spTgt>
                                        </p:tgtEl>
                                        <p:attrNameLst>
                                          <p:attrName>style.visibility</p:attrName>
                                        </p:attrNameLst>
                                      </p:cBhvr>
                                      <p:to>
                                        <p:strVal val="visible"/>
                                      </p:to>
                                    </p:set>
                                    <p:animEffect transition="in" filter="box(out)">
                                      <p:cBhvr>
                                        <p:cTn id="7" dur="500"/>
                                        <p:tgtEl>
                                          <p:spTgt spid="54276">
                                            <p:txEl>
                                              <p:charRg st="0" end="55"/>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4304">
                                            <p:txEl>
                                              <p:charRg st="0" end="4"/>
                                            </p:txEl>
                                          </p:spTgt>
                                        </p:tgtEl>
                                        <p:attrNameLst>
                                          <p:attrName>style.visibility</p:attrName>
                                        </p:attrNameLst>
                                      </p:cBhvr>
                                      <p:to>
                                        <p:strVal val="visible"/>
                                      </p:to>
                                    </p:set>
                                    <p:animEffect transition="in" filter="box(out)">
                                      <p:cBhvr>
                                        <p:cTn id="12" dur="500"/>
                                        <p:tgtEl>
                                          <p:spTgt spid="54304">
                                            <p:txEl>
                                              <p:charRg st="0" end="4"/>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499"/>
                                          </p:stCondLst>
                                        </p:cTn>
                                        <p:tgtEl>
                                          <p:spTgt spid="54357"/>
                                        </p:tgtEl>
                                        <p:attrNameLst>
                                          <p:attrName>style.visibility</p:attrName>
                                        </p:attrNameLst>
                                      </p:cBhvr>
                                      <p:to>
                                        <p:strVal val="visible"/>
                                      </p:to>
                                    </p:se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499"/>
                                          </p:stCondLst>
                                        </p:cTn>
                                        <p:tgtEl>
                                          <p:spTgt spid="54370"/>
                                        </p:tgtEl>
                                        <p:attrNameLst>
                                          <p:attrName>style.visibility</p:attrName>
                                        </p:attrNameLst>
                                      </p:cBhvr>
                                      <p:to>
                                        <p:strVal val="visible"/>
                                      </p:to>
                                    </p:set>
                                  </p:childTnLst>
                                  <p:subTnLst>
                                    <p:audio>
                                      <p:cMediaNode>
                                        <p:cTn display="0" masterRel="sameClick">
                                          <p:stCondLst>
                                            <p:cond evt="begin" delay="0">
                                              <p:tn val="19"/>
                                            </p:cond>
                                          </p:stCondLst>
                                          <p:endCondLst>
                                            <p:cond evt="onStopAudio" delay="0">
                                              <p:tgtEl>
                                                <p:sldTgt/>
                                              </p:tgtEl>
                                            </p:cond>
                                          </p:endCondLst>
                                        </p:cTn>
                                        <p:tgtEl>
                                          <p:sndTgt r:embed="rId2" name="CAMERA.WAV"/>
                                        </p:tgtEl>
                                      </p:cMediaNode>
                                    </p:audio>
                                  </p:sub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499"/>
                                          </p:stCondLst>
                                        </p:cTn>
                                        <p:tgtEl>
                                          <p:spTgt spid="54367"/>
                                        </p:tgtEl>
                                        <p:attrNameLst>
                                          <p:attrName>style.visibility</p:attrName>
                                        </p:attrNameLst>
                                      </p:cBhvr>
                                      <p:to>
                                        <p:strVal val="visible"/>
                                      </p:to>
                                    </p:set>
                                  </p:childTnLst>
                                  <p:subTnLs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499"/>
                                          </p:stCondLst>
                                        </p:cTn>
                                        <p:tgtEl>
                                          <p:spTgt spid="54371"/>
                                        </p:tgtEl>
                                        <p:attrNameLst>
                                          <p:attrName>style.visibility</p:attrName>
                                        </p:attrNameLst>
                                      </p:cBhvr>
                                      <p:to>
                                        <p:strVal val="visible"/>
                                      </p:to>
                                    </p:set>
                                  </p:childTnLst>
                                  <p:subTnLst>
                                    <p:audio>
                                      <p:cMediaNode>
                                        <p:cTn display="0" masterRel="sameClick">
                                          <p:stCondLst>
                                            <p:cond evt="begin" delay="0">
                                              <p:tn val="27"/>
                                            </p:cond>
                                          </p:stCondLst>
                                          <p:endCondLst>
                                            <p:cond evt="onStopAudio" delay="0">
                                              <p:tgtEl>
                                                <p:sldTgt/>
                                              </p:tgtEl>
                                            </p:cond>
                                          </p:endCondLst>
                                        </p:cTn>
                                        <p:tgtEl>
                                          <p:sndTgt r:embed="rId2" name="CAMERA.WAV"/>
                                        </p:tgtEl>
                                      </p:cMediaNode>
                                    </p:audio>
                                  </p:sub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499"/>
                                          </p:stCondLst>
                                        </p:cTn>
                                        <p:tgtEl>
                                          <p:spTgt spid="54374"/>
                                        </p:tgtEl>
                                        <p:attrNameLst>
                                          <p:attrName>style.visibility</p:attrName>
                                        </p:attrNameLst>
                                      </p:cBhvr>
                                      <p:to>
                                        <p:strVal val="visible"/>
                                      </p:to>
                                    </p:set>
                                  </p:childTnLst>
                                  <p:subTnLst>
                                    <p:audio>
                                      <p:cMediaNode>
                                        <p:cTn display="0" masterRel="sameClick">
                                          <p:stCondLst>
                                            <p:cond evt="begin" delay="0">
                                              <p:tn val="31"/>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499"/>
                                          </p:stCondLst>
                                        </p:cTn>
                                        <p:tgtEl>
                                          <p:spTgt spid="54377"/>
                                        </p:tgtEl>
                                        <p:attrNameLst>
                                          <p:attrName>style.visibility</p:attrName>
                                        </p:attrNameLst>
                                      </p:cBhvr>
                                      <p:to>
                                        <p:strVal val="visible"/>
                                      </p:to>
                                    </p:se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499"/>
                                          </p:stCondLst>
                                        </p:cTn>
                                        <p:tgtEl>
                                          <p:spTgt spid="54380"/>
                                        </p:tgtEl>
                                        <p:attrNameLst>
                                          <p:attrName>style.visibility</p:attrName>
                                        </p:attrNameLst>
                                      </p:cBhvr>
                                      <p:to>
                                        <p:strVal val="visible"/>
                                      </p:to>
                                    </p:set>
                                  </p:childTnLst>
                                  <p:subTnLst>
                                    <p:audio>
                                      <p:cMediaNode>
                                        <p:cTn display="0" masterRel="sameClick">
                                          <p:stCondLst>
                                            <p:cond evt="begin" delay="0">
                                              <p:tn val="39"/>
                                            </p:cond>
                                          </p:stCondLst>
                                          <p:endCondLst>
                                            <p:cond evt="onStopAudio" delay="0">
                                              <p:tgtEl>
                                                <p:sldTgt/>
                                              </p:tgtEl>
                                            </p:cond>
                                          </p:endCondLst>
                                        </p:cTn>
                                        <p:tgtEl>
                                          <p:sndTgt r:embed="rId2" name="CAMERA.WAV"/>
                                        </p:tgtEl>
                                      </p:cMediaNode>
                                    </p:audio>
                                  </p:sub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499"/>
                                          </p:stCondLst>
                                        </p:cTn>
                                        <p:tgtEl>
                                          <p:spTgt spid="54358"/>
                                        </p:tgtEl>
                                        <p:attrNameLst>
                                          <p:attrName>style.visibility</p:attrName>
                                        </p:attrNameLst>
                                      </p:cBhvr>
                                      <p:to>
                                        <p:strVal val="visible"/>
                                      </p:to>
                                    </p:set>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childTnLst>
                          </p:cTn>
                        </p:par>
                      </p:childTnLst>
                    </p:cTn>
                  </p:par>
                  <p:par>
                    <p:cTn id="45" fill="hold">
                      <p:stCondLst>
                        <p:cond delay="indefinite"/>
                      </p:stCondLst>
                      <p:childTnLst>
                        <p:par>
                          <p:cTn id="46" fill="hold">
                            <p:stCondLst>
                              <p:cond delay="0"/>
                            </p:stCondLst>
                            <p:childTnLst>
                              <p:par>
                                <p:cTn id="47" presetID="1" presetClass="entr" presetSubtype="0" fill="hold" nodeType="clickEffect">
                                  <p:stCondLst>
                                    <p:cond delay="0"/>
                                  </p:stCondLst>
                                  <p:childTnLst>
                                    <p:set>
                                      <p:cBhvr>
                                        <p:cTn id="48" dur="1" fill="hold">
                                          <p:stCondLst>
                                            <p:cond delay="499"/>
                                          </p:stCondLst>
                                        </p:cTn>
                                        <p:tgtEl>
                                          <p:spTgt spid="54383"/>
                                        </p:tgtEl>
                                        <p:attrNameLst>
                                          <p:attrName>style.visibility</p:attrName>
                                        </p:attrNameLst>
                                      </p:cBhvr>
                                      <p:to>
                                        <p:strVal val="visible"/>
                                      </p:to>
                                    </p:set>
                                  </p:childTnLst>
                                  <p:subTnLst>
                                    <p:audio>
                                      <p:cMediaNode>
                                        <p:cTn display="0" masterRel="sameClick">
                                          <p:stCondLst>
                                            <p:cond evt="begin" delay="0">
                                              <p:tn val="47"/>
                                            </p:cond>
                                          </p:stCondLst>
                                          <p:endCondLst>
                                            <p:cond evt="onStopAudio" delay="0">
                                              <p:tgtEl>
                                                <p:sldTgt/>
                                              </p:tgtEl>
                                            </p:cond>
                                          </p:endCondLst>
                                        </p:cTn>
                                        <p:tgtEl>
                                          <p:sndTgt r:embed="rId2"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54305"/>
                                        </p:tgtEl>
                                        <p:attrNameLst>
                                          <p:attrName>style.visibility</p:attrName>
                                        </p:attrNameLst>
                                      </p:cBhvr>
                                      <p:to>
                                        <p:strVal val="visible"/>
                                      </p:to>
                                    </p:set>
                                    <p:animEffect transition="in" filter="box(out)">
                                      <p:cBhvr>
                                        <p:cTn id="53" dur="500"/>
                                        <p:tgtEl>
                                          <p:spTgt spid="54305"/>
                                        </p:tgtEl>
                                      </p:cBhvr>
                                    </p:animEffect>
                                  </p:childTnLst>
                                  <p:subTnLst>
                                    <p:audio>
                                      <p:cMediaNode>
                                        <p:cTn display="0" masterRel="sameClick">
                                          <p:stCondLst>
                                            <p:cond evt="begin" delay="0">
                                              <p:tn val="51"/>
                                            </p:cond>
                                          </p:stCondLst>
                                          <p:endCondLst>
                                            <p:cond evt="onStopAudio" delay="0">
                                              <p:tgtEl>
                                                <p:sldTgt/>
                                              </p:tgtEl>
                                            </p:cond>
                                          </p:endCondLst>
                                        </p:cTn>
                                        <p:tgtEl>
                                          <p:sndTgt r:embed="rId2"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54306"/>
                                        </p:tgtEl>
                                        <p:attrNameLst>
                                          <p:attrName>style.visibility</p:attrName>
                                        </p:attrNameLst>
                                      </p:cBhvr>
                                      <p:to>
                                        <p:strVal val="visible"/>
                                      </p:to>
                                    </p:set>
                                    <p:animEffect transition="in" filter="box(out)">
                                      <p:cBhvr>
                                        <p:cTn id="58" dur="500"/>
                                        <p:tgtEl>
                                          <p:spTgt spid="54306"/>
                                        </p:tgtEl>
                                      </p:cBhvr>
                                    </p:animEffect>
                                  </p:childTnLst>
                                  <p:subTnLst>
                                    <p:audio>
                                      <p:cMediaNode>
                                        <p:cTn display="0" masterRel="sameClick">
                                          <p:stCondLst>
                                            <p:cond evt="begin" delay="0">
                                              <p:tn val="56"/>
                                            </p:cond>
                                          </p:stCondLst>
                                          <p:endCondLst>
                                            <p:cond evt="onStopAudio" delay="0">
                                              <p:tgtEl>
                                                <p:sldTgt/>
                                              </p:tgtEl>
                                            </p:cond>
                                          </p:endCondLst>
                                        </p:cTn>
                                        <p:tgtEl>
                                          <p:sndTgt r:embed="rId2" name="CAMERA.WAV"/>
                                        </p:tgtEl>
                                      </p:cMediaNode>
                                    </p:audio>
                                  </p:subTnLst>
                                </p:cTn>
                              </p:par>
                            </p:childTnLst>
                          </p:cTn>
                        </p:par>
                      </p:childTnLst>
                    </p:cTn>
                  </p:par>
                  <p:par>
                    <p:cTn id="59" fill="hold">
                      <p:stCondLst>
                        <p:cond delay="indefinite"/>
                      </p:stCondLst>
                      <p:childTnLst>
                        <p:par>
                          <p:cTn id="60" fill="hold">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54307">
                                            <p:txEl>
                                              <p:charRg st="0" end="55"/>
                                            </p:txEl>
                                          </p:spTgt>
                                        </p:tgtEl>
                                        <p:attrNameLst>
                                          <p:attrName>style.visibility</p:attrName>
                                        </p:attrNameLst>
                                      </p:cBhvr>
                                      <p:to>
                                        <p:strVal val="visible"/>
                                      </p:to>
                                    </p:set>
                                    <p:animEffect transition="in" filter="box(out)">
                                      <p:cBhvr>
                                        <p:cTn id="63" dur="500"/>
                                        <p:tgtEl>
                                          <p:spTgt spid="54307">
                                            <p:txEl>
                                              <p:charRg st="0" end="55"/>
                                            </p:txEl>
                                          </p:spTgt>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childTnLst>
                    </p:cTn>
                  </p:par>
                  <p:par>
                    <p:cTn id="64" fill="hold">
                      <p:stCondLst>
                        <p:cond delay="indefinite"/>
                      </p:stCondLst>
                      <p:childTnLst>
                        <p:par>
                          <p:cTn id="65" fill="hold">
                            <p:stCondLst>
                              <p:cond delay="0"/>
                            </p:stCondLst>
                            <p:childTnLst>
                              <p:par>
                                <p:cTn id="66" presetID="4" presetClass="entr" presetSubtype="32" fill="hold" grpId="0" nodeType="clickEffect">
                                  <p:stCondLst>
                                    <p:cond delay="0"/>
                                  </p:stCondLst>
                                  <p:childTnLst>
                                    <p:set>
                                      <p:cBhvr>
                                        <p:cTn id="67" dur="1" fill="hold">
                                          <p:stCondLst>
                                            <p:cond delay="0"/>
                                          </p:stCondLst>
                                        </p:cTn>
                                        <p:tgtEl>
                                          <p:spTgt spid="54308">
                                            <p:txEl>
                                              <p:charRg st="0" end="4"/>
                                            </p:txEl>
                                          </p:spTgt>
                                        </p:tgtEl>
                                        <p:attrNameLst>
                                          <p:attrName>style.visibility</p:attrName>
                                        </p:attrNameLst>
                                      </p:cBhvr>
                                      <p:to>
                                        <p:strVal val="visible"/>
                                      </p:to>
                                    </p:set>
                                    <p:animEffect transition="in" filter="box(out)">
                                      <p:cBhvr>
                                        <p:cTn id="68" dur="500"/>
                                        <p:tgtEl>
                                          <p:spTgt spid="54308">
                                            <p:txEl>
                                              <p:charRg st="0" end="4"/>
                                            </p:txEl>
                                          </p:spTgt>
                                        </p:tgtEl>
                                      </p:cBhvr>
                                    </p:animEffect>
                                  </p:childTnLst>
                                  <p:subTnLst>
                                    <p:audio>
                                      <p:cMediaNode>
                                        <p:cTn display="0" masterRel="sameClick">
                                          <p:stCondLst>
                                            <p:cond evt="begin" delay="0">
                                              <p:tn val="66"/>
                                            </p:cond>
                                          </p:stCondLst>
                                          <p:endCondLst>
                                            <p:cond evt="onStopAudio" delay="0">
                                              <p:tgtEl>
                                                <p:sldTgt/>
                                              </p:tgtEl>
                                            </p:cond>
                                          </p:endCondLst>
                                        </p:cTn>
                                        <p:tgtEl>
                                          <p:sndTgt r:embed="rId2" name="CAMERA.WAV"/>
                                        </p:tgtEl>
                                      </p:cMediaNode>
                                    </p:audio>
                                  </p:sub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499"/>
                                          </p:stCondLst>
                                        </p:cTn>
                                        <p:tgtEl>
                                          <p:spTgt spid="54364"/>
                                        </p:tgtEl>
                                        <p:attrNameLst>
                                          <p:attrName>style.visibility</p:attrName>
                                        </p:attrNameLst>
                                      </p:cBhvr>
                                      <p:to>
                                        <p:strVal val="visible"/>
                                      </p:to>
                                    </p:set>
                                  </p:childTnLst>
                                  <p:subTnLst>
                                    <p:audio>
                                      <p:cMediaNode>
                                        <p:cTn display="0" masterRel="sameClick">
                                          <p:stCondLst>
                                            <p:cond evt="begin" delay="0">
                                              <p:tn val="71"/>
                                            </p:cond>
                                          </p:stCondLst>
                                          <p:endCondLst>
                                            <p:cond evt="onStopAudio" delay="0">
                                              <p:tgtEl>
                                                <p:sldTgt/>
                                              </p:tgtEl>
                                            </p:cond>
                                          </p:endCondLst>
                                        </p:cTn>
                                        <p:tgtEl>
                                          <p:sndTgt r:embed="rId2" name="CAMERA.WAV"/>
                                        </p:tgtEl>
                                      </p:cMediaNode>
                                    </p:audio>
                                  </p:sub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499"/>
                                          </p:stCondLst>
                                        </p:cTn>
                                        <p:tgtEl>
                                          <p:spTgt spid="54386"/>
                                        </p:tgtEl>
                                        <p:attrNameLst>
                                          <p:attrName>style.visibility</p:attrName>
                                        </p:attrNameLst>
                                      </p:cBhvr>
                                      <p:to>
                                        <p:strVal val="visible"/>
                                      </p:to>
                                    </p:set>
                                  </p:childTnLst>
                                  <p:subTnLst>
                                    <p:audio>
                                      <p:cMediaNode>
                                        <p:cTn display="0" masterRel="sameClick">
                                          <p:stCondLst>
                                            <p:cond evt="begin" delay="0">
                                              <p:tn val="75"/>
                                            </p:cond>
                                          </p:stCondLst>
                                          <p:endCondLst>
                                            <p:cond evt="onStopAudio" delay="0">
                                              <p:tgtEl>
                                                <p:sldTgt/>
                                              </p:tgtEl>
                                            </p:cond>
                                          </p:endCondLst>
                                        </p:cTn>
                                        <p:tgtEl>
                                          <p:sndTgt r:embed="rId2" name="CAMERA.WAV"/>
                                        </p:tgtEl>
                                      </p:cMediaNode>
                                    </p:audio>
                                  </p:subTnLst>
                                </p:cTn>
                              </p:par>
                            </p:childTnLst>
                          </p:cTn>
                        </p:par>
                      </p:childTnLst>
                    </p:cTn>
                  </p:par>
                  <p:par>
                    <p:cTn id="77" fill="hold">
                      <p:stCondLst>
                        <p:cond delay="indefinite"/>
                      </p:stCondLst>
                      <p:childTnLst>
                        <p:par>
                          <p:cTn id="78" fill="hold">
                            <p:stCondLst>
                              <p:cond delay="0"/>
                            </p:stCondLst>
                            <p:childTnLst>
                              <p:par>
                                <p:cTn id="79" presetID="1" presetClass="entr" presetSubtype="0" fill="hold" nodeType="clickEffect">
                                  <p:stCondLst>
                                    <p:cond delay="0"/>
                                  </p:stCondLst>
                                  <p:childTnLst>
                                    <p:set>
                                      <p:cBhvr>
                                        <p:cTn id="80" dur="1" fill="hold">
                                          <p:stCondLst>
                                            <p:cond delay="499"/>
                                          </p:stCondLst>
                                        </p:cTn>
                                        <p:tgtEl>
                                          <p:spTgt spid="54389"/>
                                        </p:tgtEl>
                                        <p:attrNameLst>
                                          <p:attrName>style.visibility</p:attrName>
                                        </p:attrNameLst>
                                      </p:cBhvr>
                                      <p:to>
                                        <p:strVal val="visible"/>
                                      </p:to>
                                    </p:set>
                                  </p:childTnLst>
                                  <p:subTnLst>
                                    <p:audio>
                                      <p:cMediaNode>
                                        <p:cTn display="0" masterRel="sameClick">
                                          <p:stCondLst>
                                            <p:cond evt="begin" delay="0">
                                              <p:tn val="79"/>
                                            </p:cond>
                                          </p:stCondLst>
                                          <p:endCondLst>
                                            <p:cond evt="onStopAudio" delay="0">
                                              <p:tgtEl>
                                                <p:sldTgt/>
                                              </p:tgtEl>
                                            </p:cond>
                                          </p:endCondLst>
                                        </p:cTn>
                                        <p:tgtEl>
                                          <p:sndTgt r:embed="rId2" name="CAMERA.WAV"/>
                                        </p:tgtEl>
                                      </p:cMediaNode>
                                    </p:audio>
                                  </p:subTnLst>
                                </p:cTn>
                              </p:par>
                            </p:childTnLst>
                          </p:cTn>
                        </p:par>
                      </p:childTnLst>
                    </p:cTn>
                  </p:par>
                  <p:par>
                    <p:cTn id="81" fill="hold">
                      <p:stCondLst>
                        <p:cond delay="indefinite"/>
                      </p:stCondLst>
                      <p:childTnLst>
                        <p:par>
                          <p:cTn id="82" fill="hold">
                            <p:stCondLst>
                              <p:cond delay="0"/>
                            </p:stCondLst>
                            <p:childTnLst>
                              <p:par>
                                <p:cTn id="83" presetID="1" presetClass="entr" presetSubtype="0" fill="hold" nodeType="clickEffect">
                                  <p:stCondLst>
                                    <p:cond delay="0"/>
                                  </p:stCondLst>
                                  <p:childTnLst>
                                    <p:set>
                                      <p:cBhvr>
                                        <p:cTn id="84" dur="1" fill="hold">
                                          <p:stCondLst>
                                            <p:cond delay="499"/>
                                          </p:stCondLst>
                                        </p:cTn>
                                        <p:tgtEl>
                                          <p:spTgt spid="54392"/>
                                        </p:tgtEl>
                                        <p:attrNameLst>
                                          <p:attrName>style.visibility</p:attrName>
                                        </p:attrNameLst>
                                      </p:cBhvr>
                                      <p:to>
                                        <p:strVal val="visible"/>
                                      </p:to>
                                    </p:set>
                                  </p:childTnLst>
                                  <p:subTnLst>
                                    <p:audio>
                                      <p:cMediaNode>
                                        <p:cTn display="0" masterRel="sameClick">
                                          <p:stCondLst>
                                            <p:cond evt="begin" delay="0">
                                              <p:tn val="83"/>
                                            </p:cond>
                                          </p:stCondLst>
                                          <p:endCondLst>
                                            <p:cond evt="onStopAudio" delay="0">
                                              <p:tgtEl>
                                                <p:sldTgt/>
                                              </p:tgtEl>
                                            </p:cond>
                                          </p:endCondLst>
                                        </p:cTn>
                                        <p:tgtEl>
                                          <p:sndTgt r:embed="rId2" name="CAMERA.WAV"/>
                                        </p:tgtEl>
                                      </p:cMediaNode>
                                    </p:audio>
                                  </p:subTnLst>
                                </p:cTn>
                              </p:par>
                            </p:childTnLst>
                          </p:cTn>
                        </p:par>
                      </p:childTnLst>
                    </p:cTn>
                  </p:par>
                  <p:par>
                    <p:cTn id="85" fill="hold">
                      <p:stCondLst>
                        <p:cond delay="indefinite"/>
                      </p:stCondLst>
                      <p:childTnLst>
                        <p:par>
                          <p:cTn id="86" fill="hold">
                            <p:stCondLst>
                              <p:cond delay="0"/>
                            </p:stCondLst>
                            <p:childTnLst>
                              <p:par>
                                <p:cTn id="87" presetID="1" presetClass="entr" presetSubtype="0" fill="hold" nodeType="clickEffect">
                                  <p:stCondLst>
                                    <p:cond delay="0"/>
                                  </p:stCondLst>
                                  <p:childTnLst>
                                    <p:set>
                                      <p:cBhvr>
                                        <p:cTn id="88" dur="1" fill="hold">
                                          <p:stCondLst>
                                            <p:cond delay="499"/>
                                          </p:stCondLst>
                                        </p:cTn>
                                        <p:tgtEl>
                                          <p:spTgt spid="54395"/>
                                        </p:tgtEl>
                                        <p:attrNameLst>
                                          <p:attrName>style.visibility</p:attrName>
                                        </p:attrNameLst>
                                      </p:cBhvr>
                                      <p:to>
                                        <p:strVal val="visible"/>
                                      </p:to>
                                    </p:set>
                                  </p:childTnLst>
                                  <p:subTnLst>
                                    <p:audio>
                                      <p:cMediaNode>
                                        <p:cTn display="0" masterRel="sameClick">
                                          <p:stCondLst>
                                            <p:cond evt="begin" delay="0">
                                              <p:tn val="87"/>
                                            </p:cond>
                                          </p:stCondLst>
                                          <p:endCondLst>
                                            <p:cond evt="onStopAudio" delay="0">
                                              <p:tgtEl>
                                                <p:sldTgt/>
                                              </p:tgtEl>
                                            </p:cond>
                                          </p:endCondLst>
                                        </p:cTn>
                                        <p:tgtEl>
                                          <p:sndTgt r:embed="rId2" name="CAMERA.WAV"/>
                                        </p:tgtEl>
                                      </p:cMediaNode>
                                    </p:audio>
                                  </p:sub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499"/>
                                          </p:stCondLst>
                                        </p:cTn>
                                        <p:tgtEl>
                                          <p:spTgt spid="54398"/>
                                        </p:tgtEl>
                                        <p:attrNameLst>
                                          <p:attrName>style.visibility</p:attrName>
                                        </p:attrNameLst>
                                      </p:cBhvr>
                                      <p:to>
                                        <p:strVal val="visible"/>
                                      </p:to>
                                    </p:set>
                                  </p:childTnLst>
                                  <p:subTnLst>
                                    <p:audio>
                                      <p:cMediaNode>
                                        <p:cTn display="0" masterRel="sameClick">
                                          <p:stCondLst>
                                            <p:cond evt="begin" delay="0">
                                              <p:tn val="91"/>
                                            </p:cond>
                                          </p:stCondLst>
                                          <p:endCondLst>
                                            <p:cond evt="onStopAudio" delay="0">
                                              <p:tgtEl>
                                                <p:sldTgt/>
                                              </p:tgtEl>
                                            </p:cond>
                                          </p:endCondLst>
                                        </p:cTn>
                                        <p:tgtEl>
                                          <p:sndTgt r:embed="rId2" name="CAMERA.WAV"/>
                                        </p:tgtEl>
                                      </p:cMediaNode>
                                    </p:audio>
                                  </p:sub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499"/>
                                          </p:stCondLst>
                                        </p:cTn>
                                        <p:tgtEl>
                                          <p:spTgt spid="54361"/>
                                        </p:tgtEl>
                                        <p:attrNameLst>
                                          <p:attrName>style.visibility</p:attrName>
                                        </p:attrNameLst>
                                      </p:cBhvr>
                                      <p:to>
                                        <p:strVal val="visible"/>
                                      </p:to>
                                    </p:set>
                                  </p:childTnLst>
                                  <p:subTnLst>
                                    <p:audio>
                                      <p:cMediaNode>
                                        <p:cTn display="0" masterRel="sameClick">
                                          <p:stCondLst>
                                            <p:cond evt="begin" delay="0">
                                              <p:tn val="95"/>
                                            </p:cond>
                                          </p:stCondLst>
                                          <p:endCondLst>
                                            <p:cond evt="onStopAudio" delay="0">
                                              <p:tgtEl>
                                                <p:sldTgt/>
                                              </p:tgtEl>
                                            </p:cond>
                                          </p:endCondLst>
                                        </p:cTn>
                                        <p:tgtEl>
                                          <p:sndTgt r:embed="rId2" name="CAMERA.WAV"/>
                                        </p:tgtEl>
                                      </p:cMediaNode>
                                    </p:audio>
                                  </p:subTnLst>
                                </p:cTn>
                              </p:par>
                            </p:childTnLst>
                          </p:cTn>
                        </p:par>
                      </p:childTnLst>
                    </p:cTn>
                  </p:par>
                  <p:par>
                    <p:cTn id="97" fill="hold">
                      <p:stCondLst>
                        <p:cond delay="indefinite"/>
                      </p:stCondLst>
                      <p:childTnLst>
                        <p:par>
                          <p:cTn id="98" fill="hold">
                            <p:stCondLst>
                              <p:cond delay="0"/>
                            </p:stCondLst>
                            <p:childTnLst>
                              <p:par>
                                <p:cTn id="99" presetID="4" presetClass="entr" presetSubtype="32" fill="hold" grpId="0" nodeType="clickEffect">
                                  <p:stCondLst>
                                    <p:cond delay="0"/>
                                  </p:stCondLst>
                                  <p:childTnLst>
                                    <p:set>
                                      <p:cBhvr>
                                        <p:cTn id="100" dur="1" fill="hold">
                                          <p:stCondLst>
                                            <p:cond delay="0"/>
                                          </p:stCondLst>
                                        </p:cTn>
                                        <p:tgtEl>
                                          <p:spTgt spid="54330"/>
                                        </p:tgtEl>
                                        <p:attrNameLst>
                                          <p:attrName>style.visibility</p:attrName>
                                        </p:attrNameLst>
                                      </p:cBhvr>
                                      <p:to>
                                        <p:strVal val="visible"/>
                                      </p:to>
                                    </p:set>
                                    <p:animEffect transition="in" filter="box(out)">
                                      <p:cBhvr>
                                        <p:cTn id="101" dur="500"/>
                                        <p:tgtEl>
                                          <p:spTgt spid="54330"/>
                                        </p:tgtEl>
                                      </p:cBhvr>
                                    </p:animEffect>
                                  </p:childTnLst>
                                  <p:subTnLst>
                                    <p:audio>
                                      <p:cMediaNode>
                                        <p:cTn display="0" masterRel="sameClick">
                                          <p:stCondLst>
                                            <p:cond evt="begin" delay="0">
                                              <p:tn val="99"/>
                                            </p:cond>
                                          </p:stCondLst>
                                          <p:endCondLst>
                                            <p:cond evt="onStopAudio" delay="0">
                                              <p:tgtEl>
                                                <p:sldTgt/>
                                              </p:tgtEl>
                                            </p:cond>
                                          </p:endCondLst>
                                        </p:cTn>
                                        <p:tgtEl>
                                          <p:sndTgt r:embed="rId2" name="CAMERA.WAV"/>
                                        </p:tgtEl>
                                      </p:cMediaNode>
                                    </p:audio>
                                  </p:subTnLst>
                                </p:cTn>
                              </p:par>
                            </p:childTnLst>
                          </p:cTn>
                        </p:par>
                      </p:childTnLst>
                    </p:cTn>
                  </p:par>
                  <p:par>
                    <p:cTn id="102" fill="hold">
                      <p:stCondLst>
                        <p:cond delay="indefinite"/>
                      </p:stCondLst>
                      <p:childTnLst>
                        <p:par>
                          <p:cTn id="103" fill="hold">
                            <p:stCondLst>
                              <p:cond delay="0"/>
                            </p:stCondLst>
                            <p:childTnLst>
                              <p:par>
                                <p:cTn id="104" presetID="4" presetClass="entr" presetSubtype="32" fill="hold" grpId="0" nodeType="clickEffect">
                                  <p:stCondLst>
                                    <p:cond delay="0"/>
                                  </p:stCondLst>
                                  <p:childTnLst>
                                    <p:set>
                                      <p:cBhvr>
                                        <p:cTn id="105" dur="1" fill="hold">
                                          <p:stCondLst>
                                            <p:cond delay="0"/>
                                          </p:stCondLst>
                                        </p:cTn>
                                        <p:tgtEl>
                                          <p:spTgt spid="54331"/>
                                        </p:tgtEl>
                                        <p:attrNameLst>
                                          <p:attrName>style.visibility</p:attrName>
                                        </p:attrNameLst>
                                      </p:cBhvr>
                                      <p:to>
                                        <p:strVal val="visible"/>
                                      </p:to>
                                    </p:set>
                                    <p:animEffect transition="in" filter="box(out)">
                                      <p:cBhvr>
                                        <p:cTn id="106" dur="500"/>
                                        <p:tgtEl>
                                          <p:spTgt spid="54331"/>
                                        </p:tgtEl>
                                      </p:cBhvr>
                                    </p:animEffect>
                                  </p:childTnLst>
                                  <p:subTnLst>
                                    <p:audio>
                                      <p:cMediaNode>
                                        <p:cTn display="0" masterRel="sameClick">
                                          <p:stCondLst>
                                            <p:cond evt="begin" delay="0">
                                              <p:tn val="104"/>
                                            </p:cond>
                                          </p:stCondLst>
                                          <p:endCondLst>
                                            <p:cond evt="onStopAudio" delay="0">
                                              <p:tgtEl>
                                                <p:sldTgt/>
                                              </p:tgtEl>
                                            </p:cond>
                                          </p:endCondLst>
                                        </p:cTn>
                                        <p:tgtEl>
                                          <p:sndTgt r:embed="rId2" name="CAMERA.WAV"/>
                                        </p:tgtEl>
                                      </p:cMediaNode>
                                    </p:audio>
                                  </p:subTnLst>
                                </p:cTn>
                              </p:par>
                            </p:childTnLst>
                          </p:cTn>
                        </p:par>
                      </p:childTnLst>
                    </p:cTn>
                  </p:par>
                  <p:par>
                    <p:cTn id="107" fill="hold">
                      <p:stCondLst>
                        <p:cond delay="indefinite"/>
                      </p:stCondLst>
                      <p:childTnLst>
                        <p:par>
                          <p:cTn id="108" fill="hold">
                            <p:stCondLst>
                              <p:cond delay="0"/>
                            </p:stCondLst>
                            <p:childTnLst>
                              <p:par>
                                <p:cTn id="109" presetID="4" presetClass="entr" presetSubtype="32" fill="hold" nodeType="clickEffect">
                                  <p:stCondLst>
                                    <p:cond delay="0"/>
                                  </p:stCondLst>
                                  <p:childTnLst>
                                    <p:set>
                                      <p:cBhvr>
                                        <p:cTn id="110" dur="1" fill="hold">
                                          <p:stCondLst>
                                            <p:cond delay="0"/>
                                          </p:stCondLst>
                                        </p:cTn>
                                        <p:tgtEl>
                                          <p:spTgt spid="54402"/>
                                        </p:tgtEl>
                                        <p:attrNameLst>
                                          <p:attrName>style.visibility</p:attrName>
                                        </p:attrNameLst>
                                      </p:cBhvr>
                                      <p:to>
                                        <p:strVal val="visible"/>
                                      </p:to>
                                    </p:set>
                                    <p:animEffect transition="in" filter="box(out)">
                                      <p:cBhvr>
                                        <p:cTn id="111" dur="500"/>
                                        <p:tgtEl>
                                          <p:spTgt spid="54402"/>
                                        </p:tgtEl>
                                      </p:cBhvr>
                                    </p:animEffect>
                                  </p:childTnLst>
                                  <p:subTnLst>
                                    <p:audio>
                                      <p:cMediaNode>
                                        <p:cTn display="0" masterRel="sameClick">
                                          <p:stCondLst>
                                            <p:cond evt="begin" delay="0">
                                              <p:tn val="109"/>
                                            </p:cond>
                                          </p:stCondLst>
                                          <p:endCondLst>
                                            <p:cond evt="onStopAudio" delay="0">
                                              <p:tgtEl>
                                                <p:sldTgt/>
                                              </p:tgtEl>
                                            </p:cond>
                                          </p:endCondLst>
                                        </p:cTn>
                                        <p:tgtEl>
                                          <p:sndTgt r:embed="rId2" name="CAMERA.WAV"/>
                                        </p:tgtEl>
                                      </p:cMediaNode>
                                    </p:audio>
                                  </p:subTnLst>
                                </p:cTn>
                              </p:par>
                            </p:childTnLst>
                          </p:cTn>
                        </p:par>
                      </p:childTnLst>
                    </p:cTn>
                  </p:par>
                  <p:par>
                    <p:cTn id="112" fill="hold">
                      <p:stCondLst>
                        <p:cond delay="indefinite"/>
                      </p:stCondLst>
                      <p:childTnLst>
                        <p:par>
                          <p:cTn id="113" fill="hold">
                            <p:stCondLst>
                              <p:cond delay="0"/>
                            </p:stCondLst>
                            <p:childTnLst>
                              <p:par>
                                <p:cTn id="114" presetID="4" presetClass="entr" presetSubtype="32" fill="hold" nodeType="clickEffect">
                                  <p:stCondLst>
                                    <p:cond delay="0"/>
                                  </p:stCondLst>
                                  <p:childTnLst>
                                    <p:set>
                                      <p:cBhvr>
                                        <p:cTn id="115" dur="1" fill="hold">
                                          <p:stCondLst>
                                            <p:cond delay="0"/>
                                          </p:stCondLst>
                                        </p:cTn>
                                        <p:tgtEl>
                                          <p:spTgt spid="54404"/>
                                        </p:tgtEl>
                                        <p:attrNameLst>
                                          <p:attrName>style.visibility</p:attrName>
                                        </p:attrNameLst>
                                      </p:cBhvr>
                                      <p:to>
                                        <p:strVal val="visible"/>
                                      </p:to>
                                    </p:set>
                                    <p:animEffect transition="in" filter="box(out)">
                                      <p:cBhvr>
                                        <p:cTn id="116" dur="500"/>
                                        <p:tgtEl>
                                          <p:spTgt spid="54404"/>
                                        </p:tgtEl>
                                      </p:cBhvr>
                                    </p:animEffect>
                                  </p:childTnLst>
                                  <p:subTnLst>
                                    <p:audio>
                                      <p:cMediaNode>
                                        <p:cTn display="0" masterRel="sameClick">
                                          <p:stCondLst>
                                            <p:cond evt="begin" delay="0">
                                              <p:tn val="114"/>
                                            </p:cond>
                                          </p:stCondLst>
                                          <p:endCondLst>
                                            <p:cond evt="onStopAudio" delay="0">
                                              <p:tgtEl>
                                                <p:sldTgt/>
                                              </p:tgtEl>
                                            </p:cond>
                                          </p:endCondLst>
                                        </p:cTn>
                                        <p:tgtEl>
                                          <p:sndTgt r:embed="rId2" name="CAMERA.WAV"/>
                                        </p:tgtEl>
                                      </p:cMediaNode>
                                    </p:audio>
                                  </p:subTnLst>
                                </p:cTn>
                              </p:par>
                            </p:childTnLst>
                          </p:cTn>
                        </p:par>
                      </p:childTnLst>
                    </p:cTn>
                  </p:par>
                  <p:par>
                    <p:cTn id="117" fill="hold">
                      <p:stCondLst>
                        <p:cond delay="indefinite"/>
                      </p:stCondLst>
                      <p:childTnLst>
                        <p:par>
                          <p:cTn id="118" fill="hold">
                            <p:stCondLst>
                              <p:cond delay="0"/>
                            </p:stCondLst>
                            <p:childTnLst>
                              <p:par>
                                <p:cTn id="119" presetID="4" presetClass="entr" presetSubtype="32" fill="hold" nodeType="clickEffect">
                                  <p:stCondLst>
                                    <p:cond delay="0"/>
                                  </p:stCondLst>
                                  <p:childTnLst>
                                    <p:set>
                                      <p:cBhvr>
                                        <p:cTn id="120" dur="1" fill="hold">
                                          <p:stCondLst>
                                            <p:cond delay="0"/>
                                          </p:stCondLst>
                                        </p:cTn>
                                        <p:tgtEl>
                                          <p:spTgt spid="54406"/>
                                        </p:tgtEl>
                                        <p:attrNameLst>
                                          <p:attrName>style.visibility</p:attrName>
                                        </p:attrNameLst>
                                      </p:cBhvr>
                                      <p:to>
                                        <p:strVal val="visible"/>
                                      </p:to>
                                    </p:set>
                                    <p:animEffect transition="in" filter="box(out)">
                                      <p:cBhvr>
                                        <p:cTn id="121" dur="500"/>
                                        <p:tgtEl>
                                          <p:spTgt spid="54406"/>
                                        </p:tgtEl>
                                      </p:cBhvr>
                                    </p:animEffect>
                                  </p:childTnLst>
                                  <p:subTnLst>
                                    <p:audio>
                                      <p:cMediaNode>
                                        <p:cTn display="0" masterRel="sameClick">
                                          <p:stCondLst>
                                            <p:cond evt="begin" delay="0">
                                              <p:tn val="119"/>
                                            </p:cond>
                                          </p:stCondLst>
                                          <p:endCondLst>
                                            <p:cond evt="onStopAudio" delay="0">
                                              <p:tgtEl>
                                                <p:sldTgt/>
                                              </p:tgtEl>
                                            </p:cond>
                                          </p:endCondLst>
                                        </p:cTn>
                                        <p:tgtEl>
                                          <p:sndTgt r:embed="rId2" name="CAMERA.WAV"/>
                                        </p:tgtEl>
                                      </p:cMediaNode>
                                    </p:audio>
                                  </p:subTnLst>
                                </p:cTn>
                              </p:par>
                            </p:childTnLst>
                          </p:cTn>
                        </p:par>
                      </p:childTnLst>
                    </p:cTn>
                  </p:par>
                  <p:par>
                    <p:cTn id="122" fill="hold">
                      <p:stCondLst>
                        <p:cond delay="indefinite"/>
                      </p:stCondLst>
                      <p:childTnLst>
                        <p:par>
                          <p:cTn id="123" fill="hold">
                            <p:stCondLst>
                              <p:cond delay="0"/>
                            </p:stCondLst>
                            <p:childTnLst>
                              <p:par>
                                <p:cTn id="124" presetID="4" presetClass="entr" presetSubtype="32" fill="hold" nodeType="clickEffect">
                                  <p:stCondLst>
                                    <p:cond delay="0"/>
                                  </p:stCondLst>
                                  <p:childTnLst>
                                    <p:set>
                                      <p:cBhvr>
                                        <p:cTn id="125" dur="1" fill="hold">
                                          <p:stCondLst>
                                            <p:cond delay="0"/>
                                          </p:stCondLst>
                                        </p:cTn>
                                        <p:tgtEl>
                                          <p:spTgt spid="54408"/>
                                        </p:tgtEl>
                                        <p:attrNameLst>
                                          <p:attrName>style.visibility</p:attrName>
                                        </p:attrNameLst>
                                      </p:cBhvr>
                                      <p:to>
                                        <p:strVal val="visible"/>
                                      </p:to>
                                    </p:set>
                                    <p:animEffect transition="in" filter="box(out)">
                                      <p:cBhvr>
                                        <p:cTn id="126" dur="500"/>
                                        <p:tgtEl>
                                          <p:spTgt spid="54408"/>
                                        </p:tgtEl>
                                      </p:cBhvr>
                                    </p:animEffect>
                                  </p:childTnLst>
                                  <p:subTnLst>
                                    <p:audio>
                                      <p:cMediaNode>
                                        <p:cTn display="0" masterRel="sameClick">
                                          <p:stCondLst>
                                            <p:cond evt="begin" delay="0">
                                              <p:tn val="124"/>
                                            </p:cond>
                                          </p:stCondLst>
                                          <p:endCondLst>
                                            <p:cond evt="onStopAudio" delay="0">
                                              <p:tgtEl>
                                                <p:sldTgt/>
                                              </p:tgtEl>
                                            </p:cond>
                                          </p:endCondLst>
                                        </p:cTn>
                                        <p:tgtEl>
                                          <p:sndTgt r:embed="rId2" name="CAMERA.WAV"/>
                                        </p:tgtEl>
                                      </p:cMediaNode>
                                    </p:audio>
                                  </p:subTnLst>
                                </p:cTn>
                              </p:par>
                            </p:childTnLst>
                          </p:cTn>
                        </p:par>
                      </p:childTnLst>
                    </p:cTn>
                  </p:par>
                  <p:par>
                    <p:cTn id="127" fill="hold">
                      <p:stCondLst>
                        <p:cond delay="indefinite"/>
                      </p:stCondLst>
                      <p:childTnLst>
                        <p:par>
                          <p:cTn id="128" fill="hold">
                            <p:stCondLst>
                              <p:cond delay="0"/>
                            </p:stCondLst>
                            <p:childTnLst>
                              <p:par>
                                <p:cTn id="129" presetID="4" presetClass="entr" presetSubtype="32" fill="hold" grpId="0" nodeType="clickEffect">
                                  <p:stCondLst>
                                    <p:cond delay="0"/>
                                  </p:stCondLst>
                                  <p:childTnLst>
                                    <p:set>
                                      <p:cBhvr>
                                        <p:cTn id="130" dur="1" fill="hold">
                                          <p:stCondLst>
                                            <p:cond delay="0"/>
                                          </p:stCondLst>
                                        </p:cTn>
                                        <p:tgtEl>
                                          <p:spTgt spid="54352">
                                            <p:txEl>
                                              <p:charRg st="0" end="56"/>
                                            </p:txEl>
                                          </p:spTgt>
                                        </p:tgtEl>
                                        <p:attrNameLst>
                                          <p:attrName>style.visibility</p:attrName>
                                        </p:attrNameLst>
                                      </p:cBhvr>
                                      <p:to>
                                        <p:strVal val="visible"/>
                                      </p:to>
                                    </p:set>
                                    <p:animEffect transition="in" filter="box(out)">
                                      <p:cBhvr>
                                        <p:cTn id="131" dur="500"/>
                                        <p:tgtEl>
                                          <p:spTgt spid="54352">
                                            <p:txEl>
                                              <p:charRg st="0" end="56"/>
                                            </p:txEl>
                                          </p:spTgt>
                                        </p:tgtEl>
                                      </p:cBhvr>
                                    </p:animEffect>
                                  </p:childTnLst>
                                  <p:subTnLst>
                                    <p:audio>
                                      <p:cMediaNode>
                                        <p:cTn display="0" masterRel="sameClick">
                                          <p:stCondLst>
                                            <p:cond evt="begin" delay="0">
                                              <p:tn val="129"/>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6" grpId="0" build="p"/>
      <p:bldP spid="54304" grpId="0" build="p"/>
      <p:bldP spid="54305" grpId="0" bldLvl="0" animBg="1"/>
      <p:bldP spid="54306" grpId="0" bldLvl="0" animBg="1"/>
      <p:bldP spid="54307" grpId="0" build="p"/>
      <p:bldP spid="54308" grpId="0" build="p"/>
      <p:bldP spid="54330" grpId="0" bldLvl="0" animBg="1"/>
      <p:bldP spid="54331" grpId="0" bldLvl="0" animBg="1"/>
      <p:bldP spid="54352"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2065" name="文本框 32771"/>
          <p:cNvSpPr txBox="1"/>
          <p:nvPr/>
        </p:nvSpPr>
        <p:spPr>
          <a:xfrm>
            <a:off x="2381250" y="722313"/>
            <a:ext cx="309563" cy="368300"/>
          </a:xfrm>
          <a:prstGeom prst="rect">
            <a:avLst/>
          </a:prstGeom>
          <a:noFill/>
          <a:ln w="9525">
            <a:noFill/>
          </a:ln>
        </p:spPr>
        <p:txBody>
          <a:bodyPr wrap="none" anchor="t" anchorCtr="0">
            <a:spAutoFit/>
          </a:bodyPr>
          <a:p>
            <a:endParaRPr lang="zh-CN" altLang="zh-CN" dirty="0">
              <a:latin typeface="Times New Roman" panose="02020603050405020304" pitchFamily="18" charset="0"/>
              <a:ea typeface="宋体" panose="02010600030101010101" pitchFamily="2" charset="-122"/>
            </a:endParaRPr>
          </a:p>
        </p:txBody>
      </p:sp>
      <p:grpSp>
        <p:nvGrpSpPr>
          <p:cNvPr id="472066" name="组合 32779"/>
          <p:cNvGrpSpPr/>
          <p:nvPr/>
        </p:nvGrpSpPr>
        <p:grpSpPr>
          <a:xfrm>
            <a:off x="9372600" y="6057900"/>
            <a:ext cx="1047750" cy="514350"/>
            <a:chOff x="4944" y="3816"/>
            <a:chExt cx="660" cy="324"/>
          </a:xfrm>
        </p:grpSpPr>
        <p:sp>
          <p:nvSpPr>
            <p:cNvPr id="472067" name="圆角矩形 32780">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472068" name="组合 32781"/>
            <p:cNvGrpSpPr/>
            <p:nvPr/>
          </p:nvGrpSpPr>
          <p:grpSpPr>
            <a:xfrm>
              <a:off x="5034" y="3846"/>
              <a:ext cx="450" cy="240"/>
              <a:chOff x="4530" y="3822"/>
              <a:chExt cx="450" cy="240"/>
            </a:xfrm>
          </p:grpSpPr>
          <p:sp>
            <p:nvSpPr>
              <p:cNvPr id="472069" name="任意多边形 32782">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472070" name="椭圆 32783"/>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472071" name="椭圆 32784"/>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472072"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
        <p:nvSpPr>
          <p:cNvPr id="32774" name="文本框 32773"/>
          <p:cNvSpPr txBox="1"/>
          <p:nvPr/>
        </p:nvSpPr>
        <p:spPr>
          <a:xfrm>
            <a:off x="2270125" y="844550"/>
            <a:ext cx="7959725" cy="5632450"/>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00000"/>
              </a:lnSpc>
            </a:pPr>
            <a:r>
              <a:rPr lang="en-US" altLang="zh-CN" sz="1800">
                <a:latin typeface="微软雅黑 Light" panose="020B0502040204020203" charset="-122"/>
                <a:ea typeface="微软雅黑 Light" panose="020B0502040204020203" charset="-122"/>
              </a:rPr>
              <a:t>#include&lt;stdio.h&gt;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int main()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int  i, j , t , a[10]</a:t>
            </a:r>
            <a:r>
              <a:rPr lang="zh-CN" altLang="en-US" sz="1800">
                <a:latin typeface="微软雅黑 Light" panose="020B0502040204020203" charset="-122"/>
                <a:ea typeface="微软雅黑 Light" panose="020B0502040204020203" charset="-122"/>
              </a:rPr>
              <a:t>，</a:t>
            </a:r>
            <a:r>
              <a:rPr lang="en-US" altLang="zh-CN" sz="1800">
                <a:latin typeface="微软雅黑 Light" panose="020B0502040204020203" charset="-122"/>
                <a:ea typeface="微软雅黑 Light" panose="020B0502040204020203" charset="-122"/>
              </a:rPr>
              <a:t>k;</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请输入</a:t>
            </a:r>
            <a:r>
              <a:rPr lang="en-US" altLang="zh-CN" sz="1800">
                <a:latin typeface="微软雅黑 Light" panose="020B0502040204020203" charset="-122"/>
                <a:ea typeface="微软雅黑 Light" panose="020B0502040204020203" charset="-122"/>
              </a:rPr>
              <a:t>10</a:t>
            </a:r>
            <a:r>
              <a:rPr lang="zh-CN" altLang="en-US" sz="1800">
                <a:latin typeface="微软雅黑 Light" panose="020B0502040204020203" charset="-122"/>
                <a:ea typeface="微软雅黑 Light" panose="020B0502040204020203" charset="-122"/>
              </a:rPr>
              <a:t>个整数：</a:t>
            </a:r>
            <a:r>
              <a:rPr lang="en-US" altLang="zh-CN" sz="1800">
                <a:latin typeface="微软雅黑 Light" panose="020B0502040204020203" charset="-122"/>
                <a:ea typeface="微软雅黑 Light" panose="020B0502040204020203" charset="-122"/>
              </a:rPr>
              <a: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for( j=0; j&lt;10;  j++)</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scanf(“%d”, &amp;a[j]);</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printf(“\n”);</a:t>
            </a:r>
            <a:endParaRPr lang="en-US" altLang="zh-CN" sz="1800">
              <a:latin typeface="微软雅黑 Light" panose="020B0502040204020203" charset="-122"/>
              <a:ea typeface="微软雅黑 Light" panose="020B0502040204020203" charset="-122"/>
            </a:endParaRPr>
          </a:p>
          <a:p>
            <a:pPr lvl="1" indent="0" algn="l">
              <a:lnSpc>
                <a:spcPct val="100000"/>
              </a:lnSpc>
            </a:pPr>
            <a:r>
              <a:rPr lang="zh-CN" altLang="en-US" sz="1800">
                <a:latin typeface="微软雅黑 Light" panose="020B0502040204020203" charset="-122"/>
                <a:ea typeface="微软雅黑 Light" panose="020B0502040204020203" charset="-122"/>
              </a:rPr>
              <a:t>    </a:t>
            </a:r>
            <a:r>
              <a:rPr lang="en-US" altLang="zh-CN" sz="1800">
                <a:latin typeface="微软雅黑 Light" panose="020B0502040204020203" charset="-122"/>
                <a:ea typeface="微软雅黑 Light" panose="020B0502040204020203" charset="-122"/>
              </a:rPr>
              <a:t>for(i=0; i&lt;9; i++)</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   k=i;</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for( j=i+1; j&lt;10; j++)</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if( a[k]&gt; a[j]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k=j;</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if( i!=k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 t=a[k];  a[k]=a[i];  a[i]=t;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排序之后：</a:t>
            </a:r>
            <a:r>
              <a:rPr lang="en-US" altLang="zh-CN" sz="1800">
                <a:latin typeface="微软雅黑 Light" panose="020B0502040204020203" charset="-122"/>
                <a:ea typeface="微软雅黑 Light" panose="020B0502040204020203" charset="-122"/>
              </a:rPr>
              <a:t>\n”);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for( j=0; j&lt;10;  j++)</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printf(“%4d”,  a[j]);</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return 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animEffect transition="in" filter="box(out)">
                                      <p:cBhvr>
                                        <p:cTn id="7" dur="500"/>
                                        <p:tgtEl>
                                          <p:spTgt spid="3277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bldLvl="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2772" name="文本框 32771"/>
          <p:cNvSpPr txBox="1"/>
          <p:nvPr/>
        </p:nvSpPr>
        <p:spPr>
          <a:xfrm>
            <a:off x="2381250" y="722313"/>
            <a:ext cx="309563" cy="368300"/>
          </a:xfrm>
          <a:prstGeom prst="rect">
            <a:avLst/>
          </a:prstGeom>
          <a:noFill/>
          <a:ln w="9525">
            <a:noFill/>
          </a:ln>
        </p:spPr>
        <p:txBody>
          <a:bodyPr wrap="none" anchor="t" anchorCtr="0">
            <a:spAutoFit/>
          </a:bodyPr>
          <a:p>
            <a:endParaRPr lang="zh-CN" altLang="zh-CN" dirty="0">
              <a:latin typeface="Times New Roman" panose="02020603050405020304" pitchFamily="18" charset="0"/>
              <a:ea typeface="宋体" panose="02010600030101010101" pitchFamily="2" charset="-122"/>
            </a:endParaRPr>
          </a:p>
        </p:txBody>
      </p:sp>
      <p:sp>
        <p:nvSpPr>
          <p:cNvPr id="32774" name="文本框 32773"/>
          <p:cNvSpPr txBox="1"/>
          <p:nvPr/>
        </p:nvSpPr>
        <p:spPr>
          <a:xfrm>
            <a:off x="2049463" y="1720850"/>
            <a:ext cx="7959725" cy="3416300"/>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50000"/>
              </a:lnSpc>
            </a:pPr>
            <a:r>
              <a:rPr lang="zh-CN" altLang="zh-CN" sz="1800">
                <a:latin typeface="微软雅黑 Light" panose="020B0502040204020203" charset="-122"/>
                <a:ea typeface="微软雅黑 Light" panose="020B0502040204020203" charset="-122"/>
              </a:rPr>
              <a:t>排序过程：</a:t>
            </a:r>
            <a:endParaRPr lang="zh-CN" altLang="zh-CN" sz="1800">
              <a:latin typeface="微软雅黑 Light" panose="020B0502040204020203" charset="-122"/>
              <a:ea typeface="微软雅黑 Light" panose="020B0502040204020203" charset="-122"/>
            </a:endParaRPr>
          </a:p>
          <a:p>
            <a:pPr lvl="1" indent="0" algn="l">
              <a:lnSpc>
                <a:spcPct val="150000"/>
              </a:lnSpc>
            </a:pPr>
            <a:r>
              <a:rPr lang="zh-CN" altLang="zh-CN" sz="1800">
                <a:latin typeface="微软雅黑 Light" panose="020B0502040204020203" charset="-122"/>
                <a:ea typeface="微软雅黑 Light" panose="020B0502040204020203" charset="-122"/>
              </a:rPr>
              <a:t>（1）比较第一个数与第二个数，若为逆序a[0]&gt;a[1]，则交换；然</a:t>
            </a:r>
            <a:endParaRPr lang="zh-CN" altLang="zh-CN" sz="1800">
              <a:latin typeface="微软雅黑 Light" panose="020B0502040204020203" charset="-122"/>
              <a:ea typeface="微软雅黑 Light" panose="020B0502040204020203" charset="-122"/>
            </a:endParaRPr>
          </a:p>
          <a:p>
            <a:pPr lvl="1" indent="0" algn="l">
              <a:lnSpc>
                <a:spcPct val="150000"/>
              </a:lnSpc>
            </a:pPr>
            <a:r>
              <a:rPr lang="zh-CN" altLang="zh-CN" sz="1800">
                <a:latin typeface="微软雅黑 Light" panose="020B0502040204020203" charset="-122"/>
                <a:ea typeface="微软雅黑 Light" panose="020B0502040204020203" charset="-122"/>
              </a:rPr>
              <a:t>         后比较第二个数与第三个数；依次类推，直至第n-1个数和第</a:t>
            </a:r>
            <a:endParaRPr lang="zh-CN" altLang="zh-CN" sz="1800">
              <a:latin typeface="微软雅黑 Light" panose="020B0502040204020203" charset="-122"/>
              <a:ea typeface="微软雅黑 Light" panose="020B0502040204020203" charset="-122"/>
            </a:endParaRPr>
          </a:p>
          <a:p>
            <a:pPr lvl="1" indent="0" algn="l">
              <a:lnSpc>
                <a:spcPct val="150000"/>
              </a:lnSpc>
            </a:pPr>
            <a:r>
              <a:rPr lang="zh-CN" altLang="zh-CN" sz="1800">
                <a:latin typeface="微软雅黑 Light" panose="020B0502040204020203" charset="-122"/>
                <a:ea typeface="微软雅黑 Light" panose="020B0502040204020203" charset="-122"/>
              </a:rPr>
              <a:t>         n个数比较为止——第一趟冒泡排序，结果最大的数被安置在</a:t>
            </a:r>
            <a:endParaRPr lang="zh-CN" altLang="zh-CN" sz="1800">
              <a:latin typeface="微软雅黑 Light" panose="020B0502040204020203" charset="-122"/>
              <a:ea typeface="微软雅黑 Light" panose="020B0502040204020203" charset="-122"/>
            </a:endParaRPr>
          </a:p>
          <a:p>
            <a:pPr lvl="1" indent="0" algn="l">
              <a:lnSpc>
                <a:spcPct val="150000"/>
              </a:lnSpc>
            </a:pPr>
            <a:r>
              <a:rPr lang="zh-CN" altLang="zh-CN" sz="1800">
                <a:latin typeface="微软雅黑 Light" panose="020B0502040204020203" charset="-122"/>
                <a:ea typeface="微软雅黑 Light" panose="020B0502040204020203" charset="-122"/>
              </a:rPr>
              <a:t>        最后一个元素位置上</a:t>
            </a:r>
            <a:endParaRPr lang="zh-CN" altLang="zh-CN" sz="1800">
              <a:latin typeface="微软雅黑 Light" panose="020B0502040204020203" charset="-122"/>
              <a:ea typeface="微软雅黑 Light" panose="020B0502040204020203" charset="-122"/>
            </a:endParaRPr>
          </a:p>
          <a:p>
            <a:pPr lvl="1" indent="0" algn="l">
              <a:lnSpc>
                <a:spcPct val="150000"/>
              </a:lnSpc>
            </a:pPr>
            <a:r>
              <a:rPr lang="zh-CN" altLang="zh-CN" sz="1800">
                <a:latin typeface="微软雅黑 Light" panose="020B0502040204020203" charset="-122"/>
                <a:ea typeface="微软雅黑 Light" panose="020B0502040204020203" charset="-122"/>
              </a:rPr>
              <a:t>（2）对前n-1个数进行第二趟冒泡排序，结果使次大的数被安置在</a:t>
            </a:r>
            <a:endParaRPr lang="zh-CN" altLang="zh-CN" sz="1800">
              <a:latin typeface="微软雅黑 Light" panose="020B0502040204020203" charset="-122"/>
              <a:ea typeface="微软雅黑 Light" panose="020B0502040204020203" charset="-122"/>
            </a:endParaRPr>
          </a:p>
          <a:p>
            <a:pPr lvl="1" indent="0" algn="l">
              <a:lnSpc>
                <a:spcPct val="150000"/>
              </a:lnSpc>
            </a:pPr>
            <a:r>
              <a:rPr lang="zh-CN" altLang="zh-CN" sz="1800">
                <a:latin typeface="微软雅黑 Light" panose="020B0502040204020203" charset="-122"/>
                <a:ea typeface="微软雅黑 Light" panose="020B0502040204020203" charset="-122"/>
              </a:rPr>
              <a:t>        第n-1个元素位置</a:t>
            </a:r>
            <a:endParaRPr lang="zh-CN" altLang="zh-CN" sz="1800">
              <a:latin typeface="微软雅黑 Light" panose="020B0502040204020203" charset="-122"/>
              <a:ea typeface="微软雅黑 Light" panose="020B0502040204020203" charset="-122"/>
            </a:endParaRPr>
          </a:p>
          <a:p>
            <a:pPr lvl="1" indent="0" algn="l">
              <a:lnSpc>
                <a:spcPct val="150000"/>
              </a:lnSpc>
            </a:pPr>
            <a:r>
              <a:rPr lang="zh-CN" altLang="zh-CN" sz="1800">
                <a:latin typeface="微软雅黑 Light" panose="020B0502040204020203" charset="-122"/>
                <a:ea typeface="微软雅黑 Light" panose="020B0502040204020203" charset="-122"/>
              </a:rPr>
              <a:t>（3）重复上述过程，共经过n-1趟冒泡排序后，排序结束</a:t>
            </a:r>
            <a:endParaRPr lang="zh-CN" altLang="zh-CN" sz="1800">
              <a:latin typeface="微软雅黑 Light" panose="020B0502040204020203" charset="-122"/>
              <a:ea typeface="微软雅黑 Light" panose="020B0502040204020203" charset="-122"/>
            </a:endParaRPr>
          </a:p>
        </p:txBody>
      </p:sp>
      <p:sp>
        <p:nvSpPr>
          <p:cNvPr id="473091" name="标题 32776"/>
          <p:cNvSpPr>
            <a:spLocks noGrp="1"/>
          </p:cNvSpPr>
          <p:nvPr>
            <p:ph type="title" idx="4294967295"/>
          </p:nvPr>
        </p:nvSpPr>
        <p:spPr>
          <a:xfrm>
            <a:off x="2028825" y="474663"/>
            <a:ext cx="8001000" cy="1143000"/>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例</a:t>
            </a:r>
            <a:r>
              <a:rPr lang="en-US" altLang="zh-CN" sz="2400" dirty="0">
                <a:latin typeface="微软雅黑 Light" panose="020B0502040204020203" charset="-122"/>
                <a:ea typeface="微软雅黑 Light" panose="020B0502040204020203" charset="-122"/>
              </a:rPr>
              <a:t>5</a:t>
            </a:r>
            <a:r>
              <a:rPr lang="zh-CN" altLang="en-US" sz="2400" dirty="0">
                <a:latin typeface="微软雅黑 Light" panose="020B0502040204020203" charset="-122"/>
                <a:ea typeface="微软雅黑 Light" panose="020B0502040204020203" charset="-122"/>
              </a:rPr>
              <a:t>：用冒泡法对</a:t>
            </a:r>
            <a:r>
              <a:rPr lang="en-US" altLang="zh-CN" sz="2400" dirty="0">
                <a:latin typeface="微软雅黑 Light" panose="020B0502040204020203" charset="-122"/>
                <a:ea typeface="微软雅黑 Light" panose="020B0502040204020203" charset="-122"/>
              </a:rPr>
              <a:t>10</a:t>
            </a:r>
            <a:r>
              <a:rPr lang="zh-CN" altLang="en-US" sz="2400" dirty="0">
                <a:latin typeface="微软雅黑 Light" panose="020B0502040204020203" charset="-122"/>
                <a:ea typeface="微软雅黑 Light" panose="020B0502040204020203" charset="-122"/>
              </a:rPr>
              <a:t>个数排序</a:t>
            </a:r>
            <a:endParaRPr lang="zh-CN" altLang="en-US" dirty="0">
              <a:latin typeface="微软雅黑 Light" panose="020B0502040204020203" charset="-122"/>
              <a:ea typeface="微软雅黑 Light" panose="020B0502040204020203" charset="-122"/>
            </a:endParaRPr>
          </a:p>
        </p:txBody>
      </p:sp>
      <p:grpSp>
        <p:nvGrpSpPr>
          <p:cNvPr id="473092" name="组合 32779"/>
          <p:cNvGrpSpPr/>
          <p:nvPr/>
        </p:nvGrpSpPr>
        <p:grpSpPr>
          <a:xfrm>
            <a:off x="9372600" y="6057900"/>
            <a:ext cx="1047750" cy="514350"/>
            <a:chOff x="4944" y="3816"/>
            <a:chExt cx="660" cy="324"/>
          </a:xfrm>
        </p:grpSpPr>
        <p:sp>
          <p:nvSpPr>
            <p:cNvPr id="473093" name="圆角矩形 32780">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473094" name="组合 32781"/>
            <p:cNvGrpSpPr/>
            <p:nvPr/>
          </p:nvGrpSpPr>
          <p:grpSpPr>
            <a:xfrm>
              <a:off x="5034" y="3846"/>
              <a:ext cx="450" cy="240"/>
              <a:chOff x="4530" y="3822"/>
              <a:chExt cx="450" cy="240"/>
            </a:xfrm>
          </p:grpSpPr>
          <p:sp>
            <p:nvSpPr>
              <p:cNvPr id="473095" name="任意多边形 32782">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473096" name="椭圆 32783"/>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473097" name="椭圆 32784"/>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473098"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32772">
                                            <p:txEl>
                                              <p:charRg st="0" end="1"/>
                                            </p:txEl>
                                          </p:spTgt>
                                        </p:tgtEl>
                                        <p:attrNameLst>
                                          <p:attrName>style.visibility</p:attrName>
                                        </p:attrNameLst>
                                      </p:cBhvr>
                                      <p:to>
                                        <p:strVal val="visible"/>
                                      </p:to>
                                    </p:set>
                                    <p:anim calcmode="lin" valueType="num">
                                      <p:cBhvr>
                                        <p:cTn id="7" dur="500" fill="hold"/>
                                        <p:tgtEl>
                                          <p:spTgt spid="32772">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32772">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32774"/>
                                        </p:tgtEl>
                                        <p:attrNameLst>
                                          <p:attrName>style.visibility</p:attrName>
                                        </p:attrNameLst>
                                      </p:cBhvr>
                                      <p:to>
                                        <p:strVal val="visible"/>
                                      </p:to>
                                    </p:set>
                                    <p:animEffect transition="in" filter="box(out)">
                                      <p:cBhvr>
                                        <p:cTn id="13" dur="500"/>
                                        <p:tgtEl>
                                          <p:spTgt spid="32774"/>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2" grpId="0" build="p"/>
      <p:bldP spid="32774"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4113" name="矩形 52281"/>
          <p:cNvSpPr/>
          <p:nvPr/>
        </p:nvSpPr>
        <p:spPr>
          <a:xfrm>
            <a:off x="2217738" y="714375"/>
            <a:ext cx="7921625" cy="6084888"/>
          </a:xfrm>
          <a:prstGeom prst="rect">
            <a:avLst/>
          </a:prstGeom>
          <a:solidFill>
            <a:srgbClr val="C4EFFF"/>
          </a:solidFill>
          <a:ln w="25400" cap="flat" cmpd="sng">
            <a:solidFill>
              <a:schemeClr val="accent1"/>
            </a:solidFill>
            <a:prstDash val="solid"/>
            <a:miter/>
            <a:headEnd type="none" w="med" len="med"/>
            <a:tailEnd type="none" w="med" len="med"/>
          </a:ln>
        </p:spPr>
        <p:txBody>
          <a:bodyPr anchor="t" anchorCtr="0"/>
          <a:p>
            <a:endParaRPr lang="zh-CN" altLang="en-US">
              <a:latin typeface="Calibri" panose="020F0502020204030204" pitchFamily="34" charset="0"/>
              <a:ea typeface="宋体" panose="02010600030101010101" pitchFamily="2" charset="-122"/>
            </a:endParaRPr>
          </a:p>
        </p:txBody>
      </p:sp>
      <p:sp>
        <p:nvSpPr>
          <p:cNvPr id="52226" name="文本框 52225"/>
          <p:cNvSpPr txBox="1"/>
          <p:nvPr/>
        </p:nvSpPr>
        <p:spPr>
          <a:xfrm>
            <a:off x="2830513" y="1508125"/>
            <a:ext cx="411162" cy="368300"/>
          </a:xfrm>
          <a:prstGeom prst="rect">
            <a:avLst/>
          </a:prstGeom>
          <a:noFill/>
          <a:ln w="9525">
            <a:noFill/>
          </a:ln>
        </p:spPr>
        <p:txBody>
          <a:bodyPr wrap="square" anchor="t" anchorCtr="0">
            <a:spAutoFit/>
          </a:bodyPr>
          <a:p>
            <a:r>
              <a:rPr lang="zh-CN" altLang="en-US" dirty="0">
                <a:solidFill>
                  <a:schemeClr val="accent1"/>
                </a:solidFill>
                <a:latin typeface="微软雅黑 Light" panose="020B0502040204020203" charset="-122"/>
                <a:ea typeface="微软雅黑 Light" panose="020B0502040204020203" charset="-122"/>
              </a:rPr>
              <a:t>例</a:t>
            </a:r>
            <a:endParaRPr lang="zh-CN" altLang="en-US" dirty="0">
              <a:solidFill>
                <a:schemeClr val="accent1"/>
              </a:solidFill>
              <a:latin typeface="微软雅黑 Light" panose="020B0502040204020203" charset="-122"/>
              <a:ea typeface="微软雅黑 Light" panose="020B0502040204020203" charset="-122"/>
            </a:endParaRPr>
          </a:p>
        </p:txBody>
      </p:sp>
      <p:grpSp>
        <p:nvGrpSpPr>
          <p:cNvPr id="52230" name="组合 52229"/>
          <p:cNvGrpSpPr/>
          <p:nvPr/>
        </p:nvGrpSpPr>
        <p:grpSpPr>
          <a:xfrm>
            <a:off x="4008438" y="815975"/>
            <a:ext cx="477837" cy="5575300"/>
            <a:chOff x="1592" y="473"/>
            <a:chExt cx="301" cy="3061"/>
          </a:xfrm>
        </p:grpSpPr>
        <p:sp>
          <p:nvSpPr>
            <p:cNvPr id="474116" name="文本框 52230"/>
            <p:cNvSpPr txBox="1"/>
            <p:nvPr/>
          </p:nvSpPr>
          <p:spPr>
            <a:xfrm>
              <a:off x="1603" y="473"/>
              <a:ext cx="290" cy="2107"/>
            </a:xfrm>
            <a:prstGeom prst="rect">
              <a:avLst/>
            </a:prstGeom>
            <a:noFill/>
            <a:ln w="9525">
              <a:noFill/>
            </a:ln>
          </p:spPr>
          <p:txBody>
            <a:bodyPr vert="eaVert" wrap="square" anchor="t" anchorCtr="0">
              <a:spAutoFit/>
            </a:bodyPr>
            <a:p>
              <a:r>
                <a:rPr lang="en-US" altLang="zh-CN">
                  <a:solidFill>
                    <a:schemeClr val="accent1"/>
                  </a:solidFill>
                  <a:latin typeface="Times New Roman" panose="02020603050405020304" pitchFamily="18" charset="0"/>
                  <a:ea typeface="宋体" panose="02010600030101010101" pitchFamily="2" charset="-122"/>
                </a:rPr>
                <a:t>38    49    65    76    13    27    30   97</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474117" name="文本框 52231"/>
            <p:cNvSpPr txBox="1"/>
            <p:nvPr/>
          </p:nvSpPr>
          <p:spPr>
            <a:xfrm>
              <a:off x="1592" y="2818"/>
              <a:ext cx="290" cy="716"/>
            </a:xfrm>
            <a:prstGeom prst="rect">
              <a:avLst/>
            </a:prstGeom>
            <a:noFill/>
            <a:ln w="9525">
              <a:noFill/>
            </a:ln>
          </p:spPr>
          <p:txBody>
            <a:bodyPr vert="eaVert" wrap="square" anchor="t" anchorCtr="0">
              <a:spAutoFit/>
            </a:bodyPr>
            <a:p>
              <a:r>
                <a:rPr lang="en-US" altLang="zh-CN" dirty="0">
                  <a:solidFill>
                    <a:schemeClr val="accent1"/>
                  </a:solidFill>
                  <a:latin typeface="Times New Roman" panose="02020603050405020304" pitchFamily="18" charset="0"/>
                  <a:ea typeface="宋体" panose="02010600030101010101" pitchFamily="2" charset="-122"/>
                </a:rPr>
                <a:t>     </a:t>
              </a:r>
              <a:r>
                <a:rPr lang="zh-CN" altLang="en-US" sz="1600" dirty="0">
                  <a:solidFill>
                    <a:schemeClr val="accent1"/>
                  </a:solidFill>
                  <a:latin typeface="微软雅黑 Light" panose="020B0502040204020203" charset="-122"/>
                  <a:ea typeface="微软雅黑 Light" panose="020B0502040204020203" charset="-122"/>
                </a:rPr>
                <a:t>第一趟</a:t>
              </a:r>
              <a:endParaRPr lang="zh-CN" altLang="en-US" sz="1600" dirty="0">
                <a:solidFill>
                  <a:schemeClr val="accent1"/>
                </a:solidFill>
                <a:latin typeface="微软雅黑 Light" panose="020B0502040204020203" charset="-122"/>
                <a:ea typeface="微软雅黑 Light" panose="020B0502040204020203" charset="-122"/>
              </a:endParaRPr>
            </a:p>
          </p:txBody>
        </p:sp>
      </p:grpSp>
      <p:grpSp>
        <p:nvGrpSpPr>
          <p:cNvPr id="52233" name="组合 52232"/>
          <p:cNvGrpSpPr/>
          <p:nvPr/>
        </p:nvGrpSpPr>
        <p:grpSpPr>
          <a:xfrm>
            <a:off x="4651375" y="835025"/>
            <a:ext cx="477838" cy="5086350"/>
            <a:chOff x="1986" y="473"/>
            <a:chExt cx="301" cy="3064"/>
          </a:xfrm>
        </p:grpSpPr>
        <p:sp>
          <p:nvSpPr>
            <p:cNvPr id="474119" name="文本框 52233"/>
            <p:cNvSpPr txBox="1"/>
            <p:nvPr/>
          </p:nvSpPr>
          <p:spPr>
            <a:xfrm>
              <a:off x="1997" y="473"/>
              <a:ext cx="290" cy="1836"/>
            </a:xfrm>
            <a:prstGeom prst="rect">
              <a:avLst/>
            </a:prstGeom>
            <a:noFill/>
            <a:ln w="9525">
              <a:noFill/>
            </a:ln>
          </p:spPr>
          <p:txBody>
            <a:bodyPr vert="eaVert" wrap="square" anchor="t" anchorCtr="0">
              <a:spAutoFit/>
            </a:bodyPr>
            <a:p>
              <a:r>
                <a:rPr lang="en-US" altLang="zh-CN">
                  <a:solidFill>
                    <a:schemeClr val="accent1"/>
                  </a:solidFill>
                  <a:latin typeface="Times New Roman" panose="02020603050405020304" pitchFamily="18" charset="0"/>
                  <a:ea typeface="宋体" panose="02010600030101010101" pitchFamily="2" charset="-122"/>
                </a:rPr>
                <a:t>38    49    65    13    27    30   76</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474120" name="文本框 52234"/>
            <p:cNvSpPr txBox="1"/>
            <p:nvPr/>
          </p:nvSpPr>
          <p:spPr>
            <a:xfrm>
              <a:off x="1986" y="2818"/>
              <a:ext cx="290" cy="719"/>
            </a:xfrm>
            <a:prstGeom prst="rect">
              <a:avLst/>
            </a:prstGeom>
            <a:noFill/>
            <a:ln w="9525">
              <a:noFill/>
            </a:ln>
          </p:spPr>
          <p:txBody>
            <a:bodyPr vert="eaVert" wrap="square" anchor="t" anchorCtr="0">
              <a:spAutoFit/>
            </a:bodyPr>
            <a:p>
              <a:r>
                <a:rPr lang="en-US" altLang="zh-CN" dirty="0">
                  <a:solidFill>
                    <a:schemeClr val="accent1"/>
                  </a:solidFill>
                  <a:latin typeface="Times New Roman" panose="02020603050405020304" pitchFamily="18" charset="0"/>
                  <a:ea typeface="宋体" panose="02010600030101010101" pitchFamily="2" charset="-122"/>
                </a:rPr>
                <a:t>     </a:t>
              </a:r>
              <a:r>
                <a:rPr lang="zh-CN" altLang="en-US" sz="1600" dirty="0">
                  <a:solidFill>
                    <a:schemeClr val="accent1"/>
                  </a:solidFill>
                  <a:latin typeface="微软雅黑 Light" panose="020B0502040204020203" charset="-122"/>
                  <a:ea typeface="微软雅黑 Light" panose="020B0502040204020203" charset="-122"/>
                </a:rPr>
                <a:t>第二趟</a:t>
              </a:r>
              <a:endParaRPr lang="zh-CN" altLang="en-US" sz="1600" dirty="0">
                <a:solidFill>
                  <a:schemeClr val="accent1"/>
                </a:solidFill>
                <a:latin typeface="微软雅黑 Light" panose="020B0502040204020203" charset="-122"/>
                <a:ea typeface="微软雅黑 Light" panose="020B0502040204020203" charset="-122"/>
              </a:endParaRPr>
            </a:p>
          </p:txBody>
        </p:sp>
      </p:grpSp>
      <p:grpSp>
        <p:nvGrpSpPr>
          <p:cNvPr id="52236" name="组合 52235"/>
          <p:cNvGrpSpPr/>
          <p:nvPr/>
        </p:nvGrpSpPr>
        <p:grpSpPr>
          <a:xfrm>
            <a:off x="5281613" y="844550"/>
            <a:ext cx="476250" cy="5168900"/>
            <a:chOff x="2380" y="473"/>
            <a:chExt cx="300" cy="3015"/>
          </a:xfrm>
        </p:grpSpPr>
        <p:sp>
          <p:nvSpPr>
            <p:cNvPr id="474122" name="文本框 52236"/>
            <p:cNvSpPr txBox="1"/>
            <p:nvPr/>
          </p:nvSpPr>
          <p:spPr>
            <a:xfrm>
              <a:off x="2391" y="473"/>
              <a:ext cx="289" cy="1676"/>
            </a:xfrm>
            <a:prstGeom prst="rect">
              <a:avLst/>
            </a:prstGeom>
            <a:noFill/>
            <a:ln w="9525">
              <a:noFill/>
            </a:ln>
          </p:spPr>
          <p:txBody>
            <a:bodyPr vert="eaVert" anchor="t" anchorCtr="0">
              <a:spAutoFit/>
            </a:bodyPr>
            <a:p>
              <a:r>
                <a:rPr lang="en-US" altLang="zh-CN">
                  <a:solidFill>
                    <a:schemeClr val="accent1"/>
                  </a:solidFill>
                  <a:latin typeface="Times New Roman" panose="02020603050405020304" pitchFamily="18" charset="0"/>
                  <a:ea typeface="宋体" panose="02010600030101010101" pitchFamily="2" charset="-122"/>
                </a:rPr>
                <a:t>38    49    13    27    30   65</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474123" name="文本框 52237"/>
            <p:cNvSpPr txBox="1"/>
            <p:nvPr/>
          </p:nvSpPr>
          <p:spPr>
            <a:xfrm>
              <a:off x="2380" y="2817"/>
              <a:ext cx="289" cy="671"/>
            </a:xfrm>
            <a:prstGeom prst="rect">
              <a:avLst/>
            </a:prstGeom>
            <a:noFill/>
            <a:ln w="9525">
              <a:noFill/>
            </a:ln>
          </p:spPr>
          <p:txBody>
            <a:bodyPr vert="eaVert" anchor="t" anchorCtr="0">
              <a:spAutoFit/>
            </a:bodyPr>
            <a:p>
              <a:r>
                <a:rPr lang="en-US" altLang="zh-CN" dirty="0">
                  <a:solidFill>
                    <a:schemeClr val="accent1"/>
                  </a:solidFill>
                  <a:latin typeface="Times New Roman" panose="02020603050405020304" pitchFamily="18" charset="0"/>
                  <a:ea typeface="宋体" panose="02010600030101010101" pitchFamily="2" charset="-122"/>
                </a:rPr>
                <a:t> </a:t>
              </a:r>
              <a:r>
                <a:rPr lang="zh-CN" altLang="en-US" sz="1600" dirty="0">
                  <a:solidFill>
                    <a:schemeClr val="accent1"/>
                  </a:solidFill>
                  <a:latin typeface="微软雅黑 Light" panose="020B0502040204020203" charset="-122"/>
                  <a:ea typeface="微软雅黑 Light" panose="020B0502040204020203" charset="-122"/>
                </a:rPr>
                <a:t>第三趟</a:t>
              </a:r>
              <a:endParaRPr lang="zh-CN" altLang="en-US" dirty="0">
                <a:solidFill>
                  <a:schemeClr val="accent1"/>
                </a:solidFill>
                <a:latin typeface="Times New Roman" panose="02020603050405020304" pitchFamily="18" charset="0"/>
                <a:ea typeface="宋体" panose="02010600030101010101" pitchFamily="2" charset="-122"/>
              </a:endParaRPr>
            </a:p>
          </p:txBody>
        </p:sp>
      </p:grpSp>
      <p:grpSp>
        <p:nvGrpSpPr>
          <p:cNvPr id="52239" name="组合 52238"/>
          <p:cNvGrpSpPr/>
          <p:nvPr/>
        </p:nvGrpSpPr>
        <p:grpSpPr>
          <a:xfrm>
            <a:off x="5846763" y="846138"/>
            <a:ext cx="479425" cy="4972050"/>
            <a:chOff x="2566" y="473"/>
            <a:chExt cx="519" cy="3050"/>
          </a:xfrm>
        </p:grpSpPr>
        <p:sp>
          <p:nvSpPr>
            <p:cNvPr id="474125" name="文本框 52239"/>
            <p:cNvSpPr txBox="1"/>
            <p:nvPr/>
          </p:nvSpPr>
          <p:spPr>
            <a:xfrm>
              <a:off x="2588" y="473"/>
              <a:ext cx="497" cy="1282"/>
            </a:xfrm>
            <a:prstGeom prst="rect">
              <a:avLst/>
            </a:prstGeom>
            <a:noFill/>
            <a:ln w="9525">
              <a:noFill/>
            </a:ln>
          </p:spPr>
          <p:txBody>
            <a:bodyPr vert="eaVert" wrap="square" anchor="t" anchorCtr="0">
              <a:spAutoFit/>
            </a:bodyPr>
            <a:p>
              <a:r>
                <a:rPr lang="en-US" altLang="zh-CN">
                  <a:solidFill>
                    <a:schemeClr val="accent1"/>
                  </a:solidFill>
                  <a:latin typeface="Times New Roman" panose="02020603050405020304" pitchFamily="18" charset="0"/>
                  <a:ea typeface="宋体" panose="02010600030101010101" pitchFamily="2" charset="-122"/>
                </a:rPr>
                <a:t>38    13    27   30   49</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474126" name="文本框 52240"/>
            <p:cNvSpPr txBox="1"/>
            <p:nvPr/>
          </p:nvSpPr>
          <p:spPr>
            <a:xfrm>
              <a:off x="2566" y="2817"/>
              <a:ext cx="497" cy="706"/>
            </a:xfrm>
            <a:prstGeom prst="rect">
              <a:avLst/>
            </a:prstGeom>
            <a:noFill/>
            <a:ln w="9525">
              <a:noFill/>
            </a:ln>
          </p:spPr>
          <p:txBody>
            <a:bodyPr vert="eaVert" wrap="square" anchor="t" anchorCtr="0">
              <a:spAutoFit/>
            </a:bodyPr>
            <a:p>
              <a:r>
                <a:rPr lang="en-US" altLang="zh-CN" dirty="0">
                  <a:solidFill>
                    <a:schemeClr val="accent1"/>
                  </a:solidFill>
                  <a:latin typeface="Times New Roman" panose="02020603050405020304" pitchFamily="18" charset="0"/>
                  <a:ea typeface="宋体" panose="02010600030101010101" pitchFamily="2" charset="-122"/>
                </a:rPr>
                <a:t>     </a:t>
              </a:r>
              <a:r>
                <a:rPr lang="zh-CN" altLang="en-US" sz="1600" dirty="0">
                  <a:solidFill>
                    <a:schemeClr val="accent1"/>
                  </a:solidFill>
                  <a:latin typeface="微软雅黑 Light" panose="020B0502040204020203" charset="-122"/>
                  <a:ea typeface="微软雅黑 Light" panose="020B0502040204020203" charset="-122"/>
                </a:rPr>
                <a:t>第四趟</a:t>
              </a:r>
              <a:endParaRPr lang="zh-CN" altLang="en-US" dirty="0">
                <a:solidFill>
                  <a:schemeClr val="accent1"/>
                </a:solidFill>
                <a:latin typeface="Times New Roman" panose="02020603050405020304" pitchFamily="18" charset="0"/>
                <a:ea typeface="宋体" panose="02010600030101010101" pitchFamily="2" charset="-122"/>
              </a:endParaRPr>
            </a:p>
          </p:txBody>
        </p:sp>
      </p:grpSp>
      <p:grpSp>
        <p:nvGrpSpPr>
          <p:cNvPr id="52242" name="组合 52241"/>
          <p:cNvGrpSpPr/>
          <p:nvPr/>
        </p:nvGrpSpPr>
        <p:grpSpPr>
          <a:xfrm>
            <a:off x="6634163" y="835025"/>
            <a:ext cx="460375" cy="5070475"/>
            <a:chOff x="3188" y="473"/>
            <a:chExt cx="290" cy="2803"/>
          </a:xfrm>
        </p:grpSpPr>
        <p:sp>
          <p:nvSpPr>
            <p:cNvPr id="474128" name="文本框 52242"/>
            <p:cNvSpPr txBox="1"/>
            <p:nvPr/>
          </p:nvSpPr>
          <p:spPr>
            <a:xfrm>
              <a:off x="3188" y="473"/>
              <a:ext cx="290" cy="1070"/>
            </a:xfrm>
            <a:prstGeom prst="rect">
              <a:avLst/>
            </a:prstGeom>
            <a:noFill/>
            <a:ln w="9525">
              <a:noFill/>
            </a:ln>
          </p:spPr>
          <p:txBody>
            <a:bodyPr vert="eaVert" anchor="t" anchorCtr="0">
              <a:spAutoFit/>
            </a:bodyPr>
            <a:p>
              <a:r>
                <a:rPr lang="en-US" altLang="zh-CN">
                  <a:solidFill>
                    <a:schemeClr val="accent1"/>
                  </a:solidFill>
                  <a:latin typeface="Times New Roman" panose="02020603050405020304" pitchFamily="18" charset="0"/>
                  <a:ea typeface="宋体" panose="02010600030101010101" pitchFamily="2" charset="-122"/>
                </a:rPr>
                <a:t>13    27    30   38</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474129" name="文本框 52243"/>
            <p:cNvSpPr txBox="1"/>
            <p:nvPr/>
          </p:nvSpPr>
          <p:spPr>
            <a:xfrm>
              <a:off x="3197" y="2817"/>
              <a:ext cx="270" cy="459"/>
            </a:xfrm>
            <a:prstGeom prst="rect">
              <a:avLst/>
            </a:prstGeom>
            <a:noFill/>
            <a:ln w="9525">
              <a:noFill/>
            </a:ln>
          </p:spPr>
          <p:txBody>
            <a:bodyPr vert="eaVert" wrap="square" anchor="t" anchorCtr="0">
              <a:spAutoFit/>
            </a:bodyPr>
            <a:p>
              <a:r>
                <a:rPr lang="zh-CN" altLang="en-US" sz="1600" dirty="0">
                  <a:solidFill>
                    <a:schemeClr val="accent1"/>
                  </a:solidFill>
                  <a:latin typeface="微软雅黑 Light" panose="020B0502040204020203" charset="-122"/>
                  <a:ea typeface="微软雅黑 Light" panose="020B0502040204020203" charset="-122"/>
                </a:rPr>
                <a:t>第五趟</a:t>
              </a:r>
              <a:endParaRPr lang="zh-CN" altLang="en-US" dirty="0">
                <a:solidFill>
                  <a:schemeClr val="accent1"/>
                </a:solidFill>
                <a:latin typeface="Times New Roman" panose="02020603050405020304" pitchFamily="18" charset="0"/>
                <a:ea typeface="宋体" panose="02010600030101010101" pitchFamily="2" charset="-122"/>
              </a:endParaRPr>
            </a:p>
          </p:txBody>
        </p:sp>
      </p:grpSp>
      <p:grpSp>
        <p:nvGrpSpPr>
          <p:cNvPr id="52245" name="组合 52244"/>
          <p:cNvGrpSpPr/>
          <p:nvPr/>
        </p:nvGrpSpPr>
        <p:grpSpPr>
          <a:xfrm>
            <a:off x="7151688" y="836613"/>
            <a:ext cx="495300" cy="5008562"/>
            <a:chOff x="3571" y="473"/>
            <a:chExt cx="312" cy="2991"/>
          </a:xfrm>
        </p:grpSpPr>
        <p:sp>
          <p:nvSpPr>
            <p:cNvPr id="474131" name="文本框 52245"/>
            <p:cNvSpPr txBox="1"/>
            <p:nvPr/>
          </p:nvSpPr>
          <p:spPr>
            <a:xfrm>
              <a:off x="3593" y="473"/>
              <a:ext cx="290" cy="751"/>
            </a:xfrm>
            <a:prstGeom prst="rect">
              <a:avLst/>
            </a:prstGeom>
            <a:noFill/>
            <a:ln w="9525">
              <a:noFill/>
            </a:ln>
          </p:spPr>
          <p:txBody>
            <a:bodyPr vert="eaVert" wrap="square" anchor="t" anchorCtr="0">
              <a:spAutoFit/>
            </a:bodyPr>
            <a:p>
              <a:r>
                <a:rPr lang="en-US" altLang="zh-CN">
                  <a:solidFill>
                    <a:schemeClr val="accent1"/>
                  </a:solidFill>
                  <a:latin typeface="Times New Roman" panose="02020603050405020304" pitchFamily="18" charset="0"/>
                  <a:ea typeface="宋体" panose="02010600030101010101" pitchFamily="2" charset="-122"/>
                </a:rPr>
                <a:t>13    27    30</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474132" name="文本框 52246"/>
            <p:cNvSpPr txBox="1"/>
            <p:nvPr/>
          </p:nvSpPr>
          <p:spPr>
            <a:xfrm>
              <a:off x="3571" y="2817"/>
              <a:ext cx="290" cy="647"/>
            </a:xfrm>
            <a:prstGeom prst="rect">
              <a:avLst/>
            </a:prstGeom>
            <a:noFill/>
            <a:ln w="9525">
              <a:noFill/>
            </a:ln>
          </p:spPr>
          <p:txBody>
            <a:bodyPr vert="eaVert" wrap="square" anchor="t" anchorCtr="0">
              <a:spAutoFit/>
            </a:bodyPr>
            <a:p>
              <a:r>
                <a:rPr lang="en-US" altLang="zh-CN" dirty="0">
                  <a:solidFill>
                    <a:schemeClr val="accent1"/>
                  </a:solidFill>
                  <a:latin typeface="Times New Roman" panose="02020603050405020304" pitchFamily="18" charset="0"/>
                  <a:ea typeface="宋体" panose="02010600030101010101" pitchFamily="2" charset="-122"/>
                </a:rPr>
                <a:t>   </a:t>
              </a:r>
              <a:r>
                <a:rPr lang="zh-CN" altLang="en-US" sz="1600" dirty="0">
                  <a:solidFill>
                    <a:schemeClr val="accent1"/>
                  </a:solidFill>
                  <a:latin typeface="微软雅黑 Light" panose="020B0502040204020203" charset="-122"/>
                  <a:ea typeface="微软雅黑 Light" panose="020B0502040204020203" charset="-122"/>
                </a:rPr>
                <a:t>第六趟</a:t>
              </a:r>
              <a:endParaRPr lang="zh-CN" altLang="en-US" dirty="0">
                <a:solidFill>
                  <a:schemeClr val="accent1"/>
                </a:solidFill>
                <a:latin typeface="Times New Roman" panose="02020603050405020304" pitchFamily="18" charset="0"/>
                <a:ea typeface="宋体" panose="02010600030101010101" pitchFamily="2" charset="-122"/>
              </a:endParaRPr>
            </a:p>
          </p:txBody>
        </p:sp>
      </p:grpSp>
      <p:grpSp>
        <p:nvGrpSpPr>
          <p:cNvPr id="52284" name="组合 52283"/>
          <p:cNvGrpSpPr/>
          <p:nvPr/>
        </p:nvGrpSpPr>
        <p:grpSpPr>
          <a:xfrm>
            <a:off x="3408363" y="792163"/>
            <a:ext cx="576262" cy="5894387"/>
            <a:chOff x="1143" y="473"/>
            <a:chExt cx="363" cy="3713"/>
          </a:xfrm>
        </p:grpSpPr>
        <p:grpSp>
          <p:nvGrpSpPr>
            <p:cNvPr id="474134" name="组合 52226"/>
            <p:cNvGrpSpPr/>
            <p:nvPr/>
          </p:nvGrpSpPr>
          <p:grpSpPr>
            <a:xfrm>
              <a:off x="1191" y="473"/>
              <a:ext cx="309" cy="3630"/>
              <a:chOff x="1191" y="473"/>
              <a:chExt cx="309" cy="3630"/>
            </a:xfrm>
          </p:grpSpPr>
          <p:sp>
            <p:nvSpPr>
              <p:cNvPr id="474135" name="文本框 52227"/>
              <p:cNvSpPr txBox="1"/>
              <p:nvPr/>
            </p:nvSpPr>
            <p:spPr>
              <a:xfrm>
                <a:off x="1191" y="473"/>
                <a:ext cx="309" cy="2458"/>
              </a:xfrm>
              <a:prstGeom prst="rect">
                <a:avLst/>
              </a:prstGeom>
              <a:noFill/>
              <a:ln w="9525">
                <a:noFill/>
              </a:ln>
            </p:spPr>
            <p:txBody>
              <a:bodyPr vert="eaVert" wrap="non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49    38    65    97    76    13    27    30</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474136" name="文本框 52228"/>
              <p:cNvSpPr txBox="1"/>
              <p:nvPr/>
            </p:nvSpPr>
            <p:spPr>
              <a:xfrm>
                <a:off x="1290" y="3290"/>
                <a:ext cx="186" cy="813"/>
              </a:xfrm>
              <a:prstGeom prst="rect">
                <a:avLst/>
              </a:prstGeom>
              <a:noFill/>
              <a:ln w="9525">
                <a:noFill/>
              </a:ln>
            </p:spPr>
            <p:txBody>
              <a:bodyPr vert="eaVert" wrap="square" anchor="t" anchorCtr="0">
                <a:spAutoFit/>
              </a:bodyPr>
              <a:p>
                <a:r>
                  <a:rPr lang="en-US" altLang="zh-CN" sz="1600" dirty="0">
                    <a:solidFill>
                      <a:schemeClr val="accent1"/>
                    </a:solidFill>
                    <a:latin typeface="微软雅黑 Light" panose="020B0502040204020203" charset="-122"/>
                    <a:ea typeface="微软雅黑 Light" panose="020B0502040204020203" charset="-122"/>
                  </a:rPr>
                  <a:t>  </a:t>
                </a:r>
                <a:r>
                  <a:rPr lang="zh-CN" altLang="en-US" sz="1600" dirty="0">
                    <a:solidFill>
                      <a:schemeClr val="accent1"/>
                    </a:solidFill>
                    <a:latin typeface="微软雅黑 Light" panose="020B0502040204020203" charset="-122"/>
                    <a:ea typeface="微软雅黑 Light" panose="020B0502040204020203" charset="-122"/>
                  </a:rPr>
                  <a:t>初始关键字</a:t>
                </a:r>
                <a:endParaRPr lang="zh-CN" altLang="en-US" sz="1600" dirty="0">
                  <a:solidFill>
                    <a:schemeClr val="accent1"/>
                  </a:solidFill>
                  <a:latin typeface="微软雅黑 Light" panose="020B0502040204020203" charset="-122"/>
                  <a:ea typeface="微软雅黑 Light" panose="020B0502040204020203" charset="-122"/>
                </a:endParaRPr>
              </a:p>
            </p:txBody>
          </p:sp>
        </p:grpSp>
        <p:sp>
          <p:nvSpPr>
            <p:cNvPr id="474137" name="矩形 52282"/>
            <p:cNvSpPr/>
            <p:nvPr/>
          </p:nvSpPr>
          <p:spPr>
            <a:xfrm>
              <a:off x="1143" y="3973"/>
              <a:ext cx="363" cy="213"/>
            </a:xfrm>
            <a:prstGeom prst="rect">
              <a:avLst/>
            </a:prstGeom>
            <a:noFill/>
            <a:ln w="38100">
              <a:noFill/>
            </a:ln>
          </p:spPr>
          <p:txBody>
            <a:bodyPr wrap="square" lIns="90000" tIns="46800" rIns="90000" bIns="46800" anchor="ctr" anchorCtr="0">
              <a:spAutoFit/>
            </a:bodyPr>
            <a:p>
              <a:pPr algn="ctr"/>
              <a:r>
                <a:rPr lang="en-US" altLang="zh-CN" sz="1600">
                  <a:solidFill>
                    <a:schemeClr val="accent1"/>
                  </a:solidFill>
                  <a:latin typeface="微软雅黑 Light" panose="020B0502040204020203" charset="-122"/>
                  <a:ea typeface="微软雅黑 Light" panose="020B0502040204020203" charset="-122"/>
                </a:rPr>
                <a:t>n=8</a:t>
              </a:r>
              <a:endParaRPr lang="en-US" altLang="zh-CN" sz="1600">
                <a:solidFill>
                  <a:schemeClr val="accent1"/>
                </a:solidFill>
                <a:latin typeface="微软雅黑 Light" panose="020B0502040204020203" charset="-122"/>
                <a:ea typeface="微软雅黑 Light" panose="020B0502040204020203" charset="-122"/>
              </a:endParaRPr>
            </a:p>
          </p:txBody>
        </p:sp>
      </p:grpSp>
      <p:sp>
        <p:nvSpPr>
          <p:cNvPr id="52248" name="文本框 52247"/>
          <p:cNvSpPr txBox="1"/>
          <p:nvPr/>
        </p:nvSpPr>
        <p:spPr>
          <a:xfrm>
            <a:off x="3563938" y="1333500"/>
            <a:ext cx="461962" cy="368300"/>
          </a:xfrm>
          <a:prstGeom prst="rect">
            <a:avLst/>
          </a:prstGeom>
          <a:solidFill>
            <a:schemeClr val="bg1"/>
          </a:solidFill>
          <a:ln w="9525">
            <a:noFill/>
          </a:ln>
        </p:spPr>
        <p:txBody>
          <a:bodyPr wrap="square" anchor="t" anchorCtr="0">
            <a:spAutoFit/>
          </a:bodyPr>
          <a:p>
            <a:r>
              <a:rPr lang="en-US" altLang="zh-CN">
                <a:solidFill>
                  <a:schemeClr val="accent1"/>
                </a:solidFill>
                <a:latin typeface="Times New Roman" panose="02020603050405020304" pitchFamily="18" charset="0"/>
                <a:ea typeface="宋体" panose="02010600030101010101" pitchFamily="2" charset="-122"/>
              </a:rPr>
              <a:t>38</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49" name="文本框 52248"/>
          <p:cNvSpPr txBox="1"/>
          <p:nvPr/>
        </p:nvSpPr>
        <p:spPr>
          <a:xfrm>
            <a:off x="3571875" y="1779588"/>
            <a:ext cx="454025"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49</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50" name="文本框 52249"/>
          <p:cNvSpPr txBox="1"/>
          <p:nvPr/>
        </p:nvSpPr>
        <p:spPr>
          <a:xfrm>
            <a:off x="3556000" y="2882900"/>
            <a:ext cx="450850"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76</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51" name="文本框 52250"/>
          <p:cNvSpPr txBox="1"/>
          <p:nvPr/>
        </p:nvSpPr>
        <p:spPr>
          <a:xfrm>
            <a:off x="3543300" y="3419475"/>
            <a:ext cx="465138"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97</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52" name="文本框 52251"/>
          <p:cNvSpPr txBox="1"/>
          <p:nvPr/>
        </p:nvSpPr>
        <p:spPr>
          <a:xfrm>
            <a:off x="3525838" y="3419475"/>
            <a:ext cx="452437"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13</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53" name="文本框 52252"/>
          <p:cNvSpPr txBox="1"/>
          <p:nvPr/>
        </p:nvSpPr>
        <p:spPr>
          <a:xfrm>
            <a:off x="3543300" y="3883025"/>
            <a:ext cx="463550"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97</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55" name="文本框 52254"/>
          <p:cNvSpPr txBox="1"/>
          <p:nvPr/>
        </p:nvSpPr>
        <p:spPr>
          <a:xfrm>
            <a:off x="3525838" y="4392613"/>
            <a:ext cx="469900"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97</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54" name="文本框 52253"/>
          <p:cNvSpPr txBox="1"/>
          <p:nvPr/>
        </p:nvSpPr>
        <p:spPr>
          <a:xfrm>
            <a:off x="3556000" y="3894138"/>
            <a:ext cx="460375"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27</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56" name="文本框 52255"/>
          <p:cNvSpPr txBox="1"/>
          <p:nvPr/>
        </p:nvSpPr>
        <p:spPr>
          <a:xfrm>
            <a:off x="3524250" y="4394200"/>
            <a:ext cx="450850"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30</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57" name="文本框 52256"/>
          <p:cNvSpPr txBox="1"/>
          <p:nvPr/>
        </p:nvSpPr>
        <p:spPr>
          <a:xfrm>
            <a:off x="3525838" y="4956175"/>
            <a:ext cx="482600"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97</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58" name="文本框 52257"/>
          <p:cNvSpPr txBox="1"/>
          <p:nvPr/>
        </p:nvSpPr>
        <p:spPr>
          <a:xfrm>
            <a:off x="4095750" y="3008313"/>
            <a:ext cx="458788" cy="368300"/>
          </a:xfrm>
          <a:prstGeom prst="rect">
            <a:avLst/>
          </a:prstGeom>
          <a:solidFill>
            <a:schemeClr val="bg1"/>
          </a:solidFill>
          <a:ln w="9525">
            <a:noFill/>
          </a:ln>
        </p:spPr>
        <p:txBody>
          <a:bodyPr wrap="square" anchor="t" anchorCtr="0">
            <a:spAutoFit/>
          </a:bodyPr>
          <a:p>
            <a:r>
              <a:rPr lang="en-US" altLang="zh-CN">
                <a:solidFill>
                  <a:schemeClr val="bg2"/>
                </a:solidFill>
                <a:latin typeface="Times New Roman" panose="02020603050405020304" pitchFamily="18" charset="0"/>
                <a:ea typeface="宋体" panose="02010600030101010101" pitchFamily="2" charset="-122"/>
              </a:rPr>
              <a:t>13</a:t>
            </a:r>
            <a:endParaRPr lang="en-US" altLang="zh-CN">
              <a:solidFill>
                <a:schemeClr val="bg2"/>
              </a:solidFill>
              <a:latin typeface="Times New Roman" panose="02020603050405020304" pitchFamily="18" charset="0"/>
              <a:ea typeface="宋体" panose="02010600030101010101" pitchFamily="2" charset="-122"/>
            </a:endParaRPr>
          </a:p>
        </p:txBody>
      </p:sp>
      <p:sp>
        <p:nvSpPr>
          <p:cNvPr id="52259" name="文本框 52258"/>
          <p:cNvSpPr txBox="1"/>
          <p:nvPr/>
        </p:nvSpPr>
        <p:spPr>
          <a:xfrm>
            <a:off x="4095750" y="4500563"/>
            <a:ext cx="481013"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76</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60" name="文本框 52259"/>
          <p:cNvSpPr txBox="1"/>
          <p:nvPr/>
        </p:nvSpPr>
        <p:spPr>
          <a:xfrm>
            <a:off x="4092575" y="3571875"/>
            <a:ext cx="482600" cy="368300"/>
          </a:xfrm>
          <a:prstGeom prst="rect">
            <a:avLst/>
          </a:prstGeom>
          <a:solidFill>
            <a:schemeClr val="bg1"/>
          </a:solidFill>
          <a:ln w="9525">
            <a:noFill/>
          </a:ln>
        </p:spPr>
        <p:txBody>
          <a:bodyPr wrap="square" anchor="t" anchorCtr="0">
            <a:spAutoFit/>
          </a:bodyPr>
          <a:p>
            <a:r>
              <a:rPr lang="en-US" altLang="zh-CN">
                <a:solidFill>
                  <a:schemeClr val="bg2"/>
                </a:solidFill>
                <a:latin typeface="Times New Roman" panose="02020603050405020304" pitchFamily="18" charset="0"/>
                <a:ea typeface="宋体" panose="02010600030101010101" pitchFamily="2" charset="-122"/>
              </a:rPr>
              <a:t>76</a:t>
            </a:r>
            <a:endParaRPr lang="en-US" altLang="zh-CN">
              <a:solidFill>
                <a:schemeClr val="bg2"/>
              </a:solidFill>
              <a:latin typeface="Times New Roman" panose="02020603050405020304" pitchFamily="18" charset="0"/>
              <a:ea typeface="宋体" panose="02010600030101010101" pitchFamily="2" charset="-122"/>
            </a:endParaRPr>
          </a:p>
        </p:txBody>
      </p:sp>
      <p:sp>
        <p:nvSpPr>
          <p:cNvPr id="52261" name="文本框 52260"/>
          <p:cNvSpPr txBox="1"/>
          <p:nvPr/>
        </p:nvSpPr>
        <p:spPr>
          <a:xfrm>
            <a:off x="4095750" y="3017838"/>
            <a:ext cx="481013"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76</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62" name="文本框 52261"/>
          <p:cNvSpPr txBox="1"/>
          <p:nvPr/>
        </p:nvSpPr>
        <p:spPr>
          <a:xfrm>
            <a:off x="4084638" y="3573463"/>
            <a:ext cx="481012"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27</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63" name="文本框 52262"/>
          <p:cNvSpPr txBox="1"/>
          <p:nvPr/>
        </p:nvSpPr>
        <p:spPr>
          <a:xfrm>
            <a:off x="4076700" y="4043363"/>
            <a:ext cx="477838"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30</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64" name="文本框 52263"/>
          <p:cNvSpPr txBox="1"/>
          <p:nvPr/>
        </p:nvSpPr>
        <p:spPr>
          <a:xfrm>
            <a:off x="4718050" y="2559050"/>
            <a:ext cx="500063"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13</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65" name="文本框 52264"/>
          <p:cNvSpPr txBox="1"/>
          <p:nvPr/>
        </p:nvSpPr>
        <p:spPr>
          <a:xfrm>
            <a:off x="4718050" y="3017838"/>
            <a:ext cx="500063" cy="368300"/>
          </a:xfrm>
          <a:prstGeom prst="rect">
            <a:avLst/>
          </a:prstGeom>
          <a:solidFill>
            <a:schemeClr val="bg1"/>
          </a:solidFill>
          <a:ln w="9525">
            <a:noFill/>
          </a:ln>
        </p:spPr>
        <p:txBody>
          <a:bodyPr wrap="square" anchor="t" anchorCtr="0">
            <a:spAutoFit/>
          </a:bodyPr>
          <a:p>
            <a:r>
              <a:rPr lang="en-US" altLang="zh-CN">
                <a:solidFill>
                  <a:schemeClr val="bg2"/>
                </a:solidFill>
                <a:latin typeface="Times New Roman" panose="02020603050405020304" pitchFamily="18" charset="0"/>
                <a:ea typeface="宋体" panose="02010600030101010101" pitchFamily="2" charset="-122"/>
              </a:rPr>
              <a:t>65</a:t>
            </a:r>
            <a:endParaRPr lang="en-US" altLang="zh-CN">
              <a:solidFill>
                <a:schemeClr val="bg2"/>
              </a:solidFill>
              <a:latin typeface="Times New Roman" panose="02020603050405020304" pitchFamily="18" charset="0"/>
              <a:ea typeface="宋体" panose="02010600030101010101" pitchFamily="2" charset="-122"/>
            </a:endParaRPr>
          </a:p>
        </p:txBody>
      </p:sp>
      <p:sp>
        <p:nvSpPr>
          <p:cNvPr id="52266" name="文本框 52265"/>
          <p:cNvSpPr txBox="1"/>
          <p:nvPr/>
        </p:nvSpPr>
        <p:spPr>
          <a:xfrm>
            <a:off x="4738688" y="3051175"/>
            <a:ext cx="481012"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27</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67" name="文本框 52266"/>
          <p:cNvSpPr txBox="1"/>
          <p:nvPr/>
        </p:nvSpPr>
        <p:spPr>
          <a:xfrm>
            <a:off x="4738688" y="3544888"/>
            <a:ext cx="479425"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65</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68" name="文本框 52267"/>
          <p:cNvSpPr txBox="1"/>
          <p:nvPr/>
        </p:nvSpPr>
        <p:spPr>
          <a:xfrm>
            <a:off x="4729163" y="3567113"/>
            <a:ext cx="479425"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30</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69" name="文本框 52268"/>
          <p:cNvSpPr txBox="1"/>
          <p:nvPr/>
        </p:nvSpPr>
        <p:spPr>
          <a:xfrm>
            <a:off x="4689475" y="4132263"/>
            <a:ext cx="528638" cy="368300"/>
          </a:xfrm>
          <a:prstGeom prst="rect">
            <a:avLst/>
          </a:prstGeom>
          <a:solidFill>
            <a:schemeClr val="bg1"/>
          </a:solidFill>
          <a:ln w="9525">
            <a:noFill/>
          </a:ln>
        </p:spPr>
        <p:txBody>
          <a:bodyPr wrap="square" anchor="t" anchorCtr="0">
            <a:spAutoFit/>
          </a:bodyPr>
          <a:p>
            <a:pPr algn="ctr">
              <a:buSzTx/>
            </a:pPr>
            <a:r>
              <a:rPr lang="en-US" altLang="zh-CN">
                <a:solidFill>
                  <a:schemeClr val="accent1"/>
                </a:solidFill>
                <a:latin typeface="Times New Roman" panose="02020603050405020304" pitchFamily="18" charset="0"/>
                <a:ea typeface="宋体" panose="02010600030101010101" pitchFamily="2" charset="-122"/>
              </a:rPr>
              <a:t>65</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70" name="文本框 52269"/>
          <p:cNvSpPr txBox="1"/>
          <p:nvPr/>
        </p:nvSpPr>
        <p:spPr>
          <a:xfrm>
            <a:off x="5346700" y="1779588"/>
            <a:ext cx="454025"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13</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71" name="文本框 52270"/>
          <p:cNvSpPr txBox="1"/>
          <p:nvPr/>
        </p:nvSpPr>
        <p:spPr>
          <a:xfrm>
            <a:off x="5915025" y="1281113"/>
            <a:ext cx="490538"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13</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72" name="文本框 52271"/>
          <p:cNvSpPr txBox="1"/>
          <p:nvPr/>
        </p:nvSpPr>
        <p:spPr>
          <a:xfrm>
            <a:off x="5391150" y="3567113"/>
            <a:ext cx="455613"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49</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73" name="文本框 52272"/>
          <p:cNvSpPr txBox="1"/>
          <p:nvPr/>
        </p:nvSpPr>
        <p:spPr>
          <a:xfrm>
            <a:off x="5346700" y="3019425"/>
            <a:ext cx="454025"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49</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74" name="文本框 52273"/>
          <p:cNvSpPr txBox="1"/>
          <p:nvPr/>
        </p:nvSpPr>
        <p:spPr>
          <a:xfrm>
            <a:off x="5367338" y="3041650"/>
            <a:ext cx="479425"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30</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75" name="文本框 52274"/>
          <p:cNvSpPr txBox="1"/>
          <p:nvPr/>
        </p:nvSpPr>
        <p:spPr>
          <a:xfrm>
            <a:off x="5360988" y="2532063"/>
            <a:ext cx="438150"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49</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76" name="文本框 52275"/>
          <p:cNvSpPr txBox="1"/>
          <p:nvPr/>
        </p:nvSpPr>
        <p:spPr>
          <a:xfrm>
            <a:off x="5367338" y="2541588"/>
            <a:ext cx="479425"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27</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77" name="文本框 52276"/>
          <p:cNvSpPr txBox="1"/>
          <p:nvPr/>
        </p:nvSpPr>
        <p:spPr>
          <a:xfrm>
            <a:off x="5915025" y="2097088"/>
            <a:ext cx="490538"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38</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78" name="文本框 52277"/>
          <p:cNvSpPr txBox="1"/>
          <p:nvPr/>
        </p:nvSpPr>
        <p:spPr>
          <a:xfrm>
            <a:off x="5915025" y="2163763"/>
            <a:ext cx="490538"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27</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79" name="文本框 52278"/>
          <p:cNvSpPr txBox="1"/>
          <p:nvPr/>
        </p:nvSpPr>
        <p:spPr>
          <a:xfrm>
            <a:off x="5915025" y="2551113"/>
            <a:ext cx="490538"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38</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80" name="文本框 52279"/>
          <p:cNvSpPr txBox="1"/>
          <p:nvPr/>
        </p:nvSpPr>
        <p:spPr>
          <a:xfrm>
            <a:off x="5915025" y="2624138"/>
            <a:ext cx="490538"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30</a:t>
            </a:r>
            <a:endParaRPr lang="en-US" altLang="zh-CN">
              <a:solidFill>
                <a:schemeClr val="accent1"/>
              </a:solidFill>
              <a:latin typeface="Times New Roman" panose="02020603050405020304" pitchFamily="18" charset="0"/>
              <a:ea typeface="宋体" panose="02010600030101010101" pitchFamily="2" charset="-122"/>
            </a:endParaRPr>
          </a:p>
        </p:txBody>
      </p:sp>
      <p:sp>
        <p:nvSpPr>
          <p:cNvPr id="52281" name="文本框 52280"/>
          <p:cNvSpPr txBox="1"/>
          <p:nvPr/>
        </p:nvSpPr>
        <p:spPr>
          <a:xfrm>
            <a:off x="5915025" y="3008313"/>
            <a:ext cx="490538" cy="368300"/>
          </a:xfrm>
          <a:prstGeom prst="rect">
            <a:avLst/>
          </a:prstGeom>
          <a:solidFill>
            <a:schemeClr val="bg1"/>
          </a:solidFill>
          <a:ln w="9525">
            <a:noFill/>
          </a:ln>
        </p:spPr>
        <p:txBody>
          <a:bodyPr wrap="square" anchor="t" anchorCtr="0">
            <a:spAutoFit/>
          </a:bodyPr>
          <a:p>
            <a:pPr>
              <a:buSzTx/>
            </a:pPr>
            <a:r>
              <a:rPr lang="en-US" altLang="zh-CN">
                <a:solidFill>
                  <a:schemeClr val="accent1"/>
                </a:solidFill>
                <a:latin typeface="Times New Roman" panose="02020603050405020304" pitchFamily="18" charset="0"/>
                <a:ea typeface="宋体" panose="02010600030101010101" pitchFamily="2" charset="-122"/>
              </a:rPr>
              <a:t>38</a:t>
            </a:r>
            <a:endParaRPr lang="en-US" altLang="zh-CN">
              <a:solidFill>
                <a:schemeClr val="accent1"/>
              </a:solidFill>
              <a:latin typeface="Times New Roman" panose="02020603050405020304" pitchFamily="18" charset="0"/>
              <a:ea typeface="宋体" panose="02010600030101010101" pitchFamily="2" charset="-122"/>
            </a:endParaRPr>
          </a:p>
        </p:txBody>
      </p:sp>
      <p:grpSp>
        <p:nvGrpSpPr>
          <p:cNvPr id="52297" name="组合 52296"/>
          <p:cNvGrpSpPr/>
          <p:nvPr/>
        </p:nvGrpSpPr>
        <p:grpSpPr>
          <a:xfrm>
            <a:off x="7710488" y="555625"/>
            <a:ext cx="490537" cy="5224463"/>
            <a:chOff x="3967" y="178"/>
            <a:chExt cx="309" cy="3291"/>
          </a:xfrm>
        </p:grpSpPr>
        <p:sp>
          <p:nvSpPr>
            <p:cNvPr id="474173" name="文本框 52285"/>
            <p:cNvSpPr txBox="1"/>
            <p:nvPr/>
          </p:nvSpPr>
          <p:spPr>
            <a:xfrm>
              <a:off x="3967" y="178"/>
              <a:ext cx="309" cy="902"/>
            </a:xfrm>
            <a:prstGeom prst="rect">
              <a:avLst/>
            </a:prstGeom>
            <a:noFill/>
            <a:ln w="9525">
              <a:noFill/>
            </a:ln>
          </p:spPr>
          <p:txBody>
            <a:bodyPr vert="eaVert"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    13    27</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474174" name="文本框 52286"/>
            <p:cNvSpPr txBox="1"/>
            <p:nvPr/>
          </p:nvSpPr>
          <p:spPr>
            <a:xfrm>
              <a:off x="3984" y="2895"/>
              <a:ext cx="270" cy="574"/>
            </a:xfrm>
            <a:prstGeom prst="rect">
              <a:avLst/>
            </a:prstGeom>
            <a:noFill/>
            <a:ln w="9525">
              <a:noFill/>
            </a:ln>
          </p:spPr>
          <p:txBody>
            <a:bodyPr vert="eaVert" wrap="square" anchor="t" anchorCtr="0">
              <a:spAutoFit/>
            </a:bodyPr>
            <a:p>
              <a:pPr>
                <a:buSzTx/>
              </a:pPr>
              <a:r>
                <a:rPr lang="zh-CN" altLang="en-US" sz="1600" dirty="0">
                  <a:solidFill>
                    <a:schemeClr val="accent1"/>
                  </a:solidFill>
                  <a:latin typeface="微软雅黑 Light" panose="020B0502040204020203" charset="-122"/>
                  <a:ea typeface="微软雅黑 Light" panose="020B0502040204020203" charset="-122"/>
                </a:rPr>
                <a:t>  第七趟</a:t>
              </a:r>
              <a:endParaRPr lang="zh-CN" altLang="en-US" sz="1600" dirty="0">
                <a:solidFill>
                  <a:schemeClr val="accent1"/>
                </a:solidFill>
                <a:latin typeface="微软雅黑 Light" panose="020B0502040204020203" charset="-122"/>
                <a:ea typeface="微软雅黑 Light" panose="020B0502040204020203" charset="-122"/>
              </a:endParaRPr>
            </a:p>
          </p:txBody>
        </p:sp>
      </p:grpSp>
      <p:sp>
        <p:nvSpPr>
          <p:cNvPr id="474175" name="标题 52289"/>
          <p:cNvSpPr>
            <a:spLocks noGrp="1"/>
          </p:cNvSpPr>
          <p:nvPr>
            <p:ph type="title" idx="4294967295"/>
          </p:nvPr>
        </p:nvSpPr>
        <p:spPr>
          <a:xfrm>
            <a:off x="5757863" y="4078288"/>
            <a:ext cx="4362450" cy="333375"/>
          </a:xfrm>
          <a:prstGeom prst="rect">
            <a:avLst/>
          </a:prstGeom>
          <a:noFill/>
          <a:ln w="9525">
            <a:noFill/>
          </a:ln>
        </p:spPr>
        <p:txBody>
          <a:bodyPr anchor="b" anchorCtr="0"/>
          <a:p>
            <a:r>
              <a:rPr lang="zh-CN" altLang="en-US" sz="1800" dirty="0">
                <a:solidFill>
                  <a:srgbClr val="C00000"/>
                </a:solidFill>
                <a:latin typeface="微软雅黑 Light" panose="020B0502040204020203" charset="-122"/>
                <a:ea typeface="微软雅黑 Light" panose="020B0502040204020203" charset="-122"/>
              </a:rPr>
              <a:t>例</a:t>
            </a:r>
            <a:r>
              <a:rPr lang="en-US" altLang="zh-CN" sz="1800" dirty="0">
                <a:solidFill>
                  <a:srgbClr val="C00000"/>
                </a:solidFill>
                <a:latin typeface="微软雅黑 Light" panose="020B0502040204020203" charset="-122"/>
                <a:ea typeface="微软雅黑 Light" panose="020B0502040204020203" charset="-122"/>
              </a:rPr>
              <a:t>4</a:t>
            </a:r>
            <a:r>
              <a:rPr lang="zh-CN" altLang="en-US" sz="1800" dirty="0">
                <a:solidFill>
                  <a:srgbClr val="C00000"/>
                </a:solidFill>
                <a:latin typeface="微软雅黑 Light" panose="020B0502040204020203" charset="-122"/>
                <a:ea typeface="微软雅黑 Light" panose="020B0502040204020203" charset="-122"/>
              </a:rPr>
              <a:t>  用冒泡法对</a:t>
            </a:r>
            <a:r>
              <a:rPr lang="en-US" altLang="zh-CN" sz="1800" dirty="0">
                <a:solidFill>
                  <a:srgbClr val="C00000"/>
                </a:solidFill>
                <a:latin typeface="微软雅黑 Light" panose="020B0502040204020203" charset="-122"/>
                <a:ea typeface="微软雅黑 Light" panose="020B0502040204020203" charset="-122"/>
              </a:rPr>
              <a:t>10</a:t>
            </a:r>
            <a:r>
              <a:rPr lang="zh-CN" altLang="en-US" sz="1800" dirty="0">
                <a:solidFill>
                  <a:srgbClr val="C00000"/>
                </a:solidFill>
                <a:latin typeface="微软雅黑 Light" panose="020B0502040204020203" charset="-122"/>
                <a:ea typeface="微软雅黑 Light" panose="020B0502040204020203" charset="-122"/>
              </a:rPr>
              <a:t>个数排序（图解）</a:t>
            </a:r>
            <a:endParaRPr lang="zh-CN" altLang="en-US" sz="1800" dirty="0">
              <a:solidFill>
                <a:srgbClr val="C00000"/>
              </a:solidFill>
              <a:latin typeface="微软雅黑 Light" panose="020B0502040204020203" charset="-122"/>
              <a:ea typeface="微软雅黑 Light" panose="020B0502040204020203" charset="-122"/>
            </a:endParaRPr>
          </a:p>
        </p:txBody>
      </p:sp>
      <p:grpSp>
        <p:nvGrpSpPr>
          <p:cNvPr id="474176" name="组合 52290"/>
          <p:cNvGrpSpPr/>
          <p:nvPr/>
        </p:nvGrpSpPr>
        <p:grpSpPr>
          <a:xfrm>
            <a:off x="9620250" y="6343650"/>
            <a:ext cx="1047750" cy="514350"/>
            <a:chOff x="4944" y="3816"/>
            <a:chExt cx="660" cy="324"/>
          </a:xfrm>
        </p:grpSpPr>
        <p:sp>
          <p:nvSpPr>
            <p:cNvPr id="474177" name="圆角矩形 52291">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474178" name="组合 52292"/>
            <p:cNvGrpSpPr/>
            <p:nvPr/>
          </p:nvGrpSpPr>
          <p:grpSpPr>
            <a:xfrm>
              <a:off x="5034" y="3846"/>
              <a:ext cx="450" cy="240"/>
              <a:chOff x="4530" y="3822"/>
              <a:chExt cx="450" cy="240"/>
            </a:xfrm>
          </p:grpSpPr>
          <p:sp>
            <p:nvSpPr>
              <p:cNvPr id="474179" name="任意多边形 52293">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474180" name="椭圆 52294"/>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474181" name="椭圆 52295"/>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474182" name="Text Box 5"/>
          <p:cNvSpPr txBox="1"/>
          <p:nvPr/>
        </p:nvSpPr>
        <p:spPr>
          <a:xfrm>
            <a:off x="728663" y="2381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52226">
                                            <p:txEl>
                                              <p:charRg st="0" end="2"/>
                                            </p:txEl>
                                          </p:spTgt>
                                        </p:tgtEl>
                                        <p:attrNameLst>
                                          <p:attrName>style.visibility</p:attrName>
                                        </p:attrNameLst>
                                      </p:cBhvr>
                                      <p:to>
                                        <p:strVal val="visible"/>
                                      </p:to>
                                    </p:set>
                                    <p:anim calcmode="lin" valueType="num">
                                      <p:cBhvr>
                                        <p:cTn id="7" dur="500" fill="hold"/>
                                        <p:tgtEl>
                                          <p:spTgt spid="52226">
                                            <p:txEl>
                                              <p:charRg st="0" end="2"/>
                                            </p:txEl>
                                          </p:spTgt>
                                        </p:tgtEl>
                                        <p:attrNameLst>
                                          <p:attrName>ppt_x</p:attrName>
                                        </p:attrNameLst>
                                      </p:cBhvr>
                                      <p:tavLst>
                                        <p:tav tm="0">
                                          <p:val>
                                            <p:strVal val="0-#ppt_w/2"/>
                                          </p:val>
                                        </p:tav>
                                        <p:tav tm="100000">
                                          <p:val>
                                            <p:strVal val="#ppt_x"/>
                                          </p:val>
                                        </p:tav>
                                      </p:tavLst>
                                    </p:anim>
                                    <p:anim calcmode="lin" valueType="num">
                                      <p:cBhvr>
                                        <p:cTn id="8" dur="500" fill="hold"/>
                                        <p:tgtEl>
                                          <p:spTgt spid="52226">
                                            <p:txEl>
                                              <p:charRg st="0" end="2"/>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nodeType="clickEffect">
                                  <p:stCondLst>
                                    <p:cond delay="0"/>
                                  </p:stCondLst>
                                  <p:childTnLst>
                                    <p:set>
                                      <p:cBhvr>
                                        <p:cTn id="12" dur="1" fill="hold">
                                          <p:stCondLst>
                                            <p:cond delay="0"/>
                                          </p:stCondLst>
                                        </p:cTn>
                                        <p:tgtEl>
                                          <p:spTgt spid="52284"/>
                                        </p:tgtEl>
                                        <p:attrNameLst>
                                          <p:attrName>style.visibility</p:attrName>
                                        </p:attrNameLst>
                                      </p:cBhvr>
                                      <p:to>
                                        <p:strVal val="visible"/>
                                      </p:to>
                                    </p:set>
                                    <p:animEffect transition="in" filter="box(out)">
                                      <p:cBhvr>
                                        <p:cTn id="13" dur="500"/>
                                        <p:tgtEl>
                                          <p:spTgt spid="52284"/>
                                        </p:tgtEl>
                                      </p:cBhvr>
                                    </p:animEffect>
                                  </p:childTnLst>
                                  <p:subTnLst>
                                    <p:audio>
                                      <p:cMediaNode>
                                        <p:cTn display="0" masterRel="sameClick">
                                          <p:stCondLst>
                                            <p:cond evt="begin" delay="0">
                                              <p:tn val="11"/>
                                            </p:cond>
                                          </p:stCondLst>
                                          <p:endCondLst>
                                            <p:cond evt="onStopAudio" delay="0">
                                              <p:tgtEl>
                                                <p:sldTgt/>
                                              </p:tgtEl>
                                            </p:cond>
                                          </p:endCondLst>
                                        </p:cTn>
                                        <p:tgtEl>
                                          <p:sndTgt r:embed="rId3" name="CAMERA.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52248"/>
                                        </p:tgtEl>
                                        <p:attrNameLst>
                                          <p:attrName>style.visibility</p:attrName>
                                        </p:attrNameLst>
                                      </p:cBhvr>
                                      <p:to>
                                        <p:strVal val="visible"/>
                                      </p:to>
                                    </p:set>
                                    <p:animEffect transition="in" filter="box(out)">
                                      <p:cBhvr>
                                        <p:cTn id="18" dur="500"/>
                                        <p:tgtEl>
                                          <p:spTgt spid="52248"/>
                                        </p:tgtEl>
                                      </p:cBhvr>
                                    </p:animEffect>
                                  </p:childTnLst>
                                  <p:subTnLst>
                                    <p:audio>
                                      <p:cMediaNode>
                                        <p:cTn display="0" masterRel="sameClick">
                                          <p:stCondLst>
                                            <p:cond evt="begin" delay="0">
                                              <p:tn val="16"/>
                                            </p:cond>
                                          </p:stCondLst>
                                          <p:endCondLst>
                                            <p:cond evt="onStopAudio" delay="0">
                                              <p:tgtEl>
                                                <p:sldTgt/>
                                              </p:tgtEl>
                                            </p:cond>
                                          </p:endCondLst>
                                        </p:cTn>
                                        <p:tgtEl>
                                          <p:sndTgt r:embed="rId3"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52249"/>
                                        </p:tgtEl>
                                        <p:attrNameLst>
                                          <p:attrName>style.visibility</p:attrName>
                                        </p:attrNameLst>
                                      </p:cBhvr>
                                      <p:to>
                                        <p:strVal val="visible"/>
                                      </p:to>
                                    </p:set>
                                    <p:animEffect transition="in" filter="box(out)">
                                      <p:cBhvr>
                                        <p:cTn id="23" dur="500"/>
                                        <p:tgtEl>
                                          <p:spTgt spid="52249"/>
                                        </p:tgtEl>
                                      </p:cBhvr>
                                    </p:animEffect>
                                  </p:childTnLst>
                                  <p:subTnLst>
                                    <p:audio>
                                      <p:cMediaNode>
                                        <p:cTn display="0" masterRel="sameClick">
                                          <p:stCondLst>
                                            <p:cond evt="begin" delay="0">
                                              <p:tn val="21"/>
                                            </p:cond>
                                          </p:stCondLst>
                                          <p:endCondLst>
                                            <p:cond evt="onStopAudio" delay="0">
                                              <p:tgtEl>
                                                <p:sldTgt/>
                                              </p:tgtEl>
                                            </p:cond>
                                          </p:endCondLst>
                                        </p:cTn>
                                        <p:tgtEl>
                                          <p:sndTgt r:embed="rId3" name="CAMERA.WAV"/>
                                        </p:tgtEl>
                                      </p:cMediaNode>
                                    </p:audio>
                                  </p:sub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52250"/>
                                        </p:tgtEl>
                                        <p:attrNameLst>
                                          <p:attrName>style.visibility</p:attrName>
                                        </p:attrNameLst>
                                      </p:cBhvr>
                                      <p:to>
                                        <p:strVal val="visible"/>
                                      </p:to>
                                    </p:set>
                                    <p:animEffect transition="in" filter="box(out)">
                                      <p:cBhvr>
                                        <p:cTn id="28" dur="500"/>
                                        <p:tgtEl>
                                          <p:spTgt spid="52250"/>
                                        </p:tgtEl>
                                      </p:cBhvr>
                                    </p:animEffect>
                                  </p:childTnLst>
                                  <p:subTnLst>
                                    <p:audio>
                                      <p:cMediaNode>
                                        <p:cTn display="0" masterRel="sameClick">
                                          <p:stCondLst>
                                            <p:cond evt="begin" delay="0">
                                              <p:tn val="26"/>
                                            </p:cond>
                                          </p:stCondLst>
                                          <p:endCondLst>
                                            <p:cond evt="onStopAudio" delay="0">
                                              <p:tgtEl>
                                                <p:sldTgt/>
                                              </p:tgtEl>
                                            </p:cond>
                                          </p:endCondLst>
                                        </p:cTn>
                                        <p:tgtEl>
                                          <p:sndTgt r:embed="rId3" name="CAMERA.WAV"/>
                                        </p:tgtEl>
                                      </p:cMediaNode>
                                    </p:audio>
                                  </p:subTnLst>
                                </p:cTn>
                              </p:par>
                            </p:childTnLst>
                          </p:cTn>
                        </p:par>
                      </p:childTnLst>
                    </p:cTn>
                  </p:par>
                  <p:par>
                    <p:cTn id="29" fill="hold">
                      <p:stCondLst>
                        <p:cond delay="indefinite"/>
                      </p:stCondLst>
                      <p:childTnLst>
                        <p:par>
                          <p:cTn id="30" fill="hold">
                            <p:stCondLst>
                              <p:cond delay="0"/>
                            </p:stCondLst>
                            <p:childTnLst>
                              <p:par>
                                <p:cTn id="31" presetID="4" presetClass="entr" presetSubtype="32" fill="hold" grpId="0" nodeType="clickEffect">
                                  <p:stCondLst>
                                    <p:cond delay="0"/>
                                  </p:stCondLst>
                                  <p:childTnLst>
                                    <p:set>
                                      <p:cBhvr>
                                        <p:cTn id="32" dur="1" fill="hold">
                                          <p:stCondLst>
                                            <p:cond delay="0"/>
                                          </p:stCondLst>
                                        </p:cTn>
                                        <p:tgtEl>
                                          <p:spTgt spid="52251"/>
                                        </p:tgtEl>
                                        <p:attrNameLst>
                                          <p:attrName>style.visibility</p:attrName>
                                        </p:attrNameLst>
                                      </p:cBhvr>
                                      <p:to>
                                        <p:strVal val="visible"/>
                                      </p:to>
                                    </p:set>
                                    <p:animEffect transition="in" filter="box(out)">
                                      <p:cBhvr>
                                        <p:cTn id="33" dur="500"/>
                                        <p:tgtEl>
                                          <p:spTgt spid="52251"/>
                                        </p:tgtEl>
                                      </p:cBhvr>
                                    </p:animEffect>
                                  </p:childTnLst>
                                  <p:subTnLst>
                                    <p:audio>
                                      <p:cMediaNode>
                                        <p:cTn display="0" masterRel="sameClick">
                                          <p:stCondLst>
                                            <p:cond evt="begin" delay="0">
                                              <p:tn val="31"/>
                                            </p:cond>
                                          </p:stCondLst>
                                          <p:endCondLst>
                                            <p:cond evt="onStopAudio" delay="0">
                                              <p:tgtEl>
                                                <p:sldTgt/>
                                              </p:tgtEl>
                                            </p:cond>
                                          </p:endCondLst>
                                        </p:cTn>
                                        <p:tgtEl>
                                          <p:sndTgt r:embed="rId3" name="CAMERA.WAV"/>
                                        </p:tgtEl>
                                      </p:cMediaNode>
                                    </p:audio>
                                  </p:subTnLst>
                                </p:cTn>
                              </p:par>
                            </p:childTnLst>
                          </p:cTn>
                        </p:par>
                      </p:childTnLst>
                    </p:cTn>
                  </p:par>
                  <p:par>
                    <p:cTn id="34" fill="hold">
                      <p:stCondLst>
                        <p:cond delay="indefinite"/>
                      </p:stCondLst>
                      <p:childTnLst>
                        <p:par>
                          <p:cTn id="35" fill="hold">
                            <p:stCondLst>
                              <p:cond delay="0"/>
                            </p:stCondLst>
                            <p:childTnLst>
                              <p:par>
                                <p:cTn id="36" presetID="4" presetClass="entr" presetSubtype="32" fill="hold" grpId="0" nodeType="clickEffect">
                                  <p:stCondLst>
                                    <p:cond delay="0"/>
                                  </p:stCondLst>
                                  <p:childTnLst>
                                    <p:set>
                                      <p:cBhvr>
                                        <p:cTn id="37" dur="1" fill="hold">
                                          <p:stCondLst>
                                            <p:cond delay="0"/>
                                          </p:stCondLst>
                                        </p:cTn>
                                        <p:tgtEl>
                                          <p:spTgt spid="52252"/>
                                        </p:tgtEl>
                                        <p:attrNameLst>
                                          <p:attrName>style.visibility</p:attrName>
                                        </p:attrNameLst>
                                      </p:cBhvr>
                                      <p:to>
                                        <p:strVal val="visible"/>
                                      </p:to>
                                    </p:set>
                                    <p:animEffect transition="in" filter="box(out)">
                                      <p:cBhvr>
                                        <p:cTn id="38" dur="500"/>
                                        <p:tgtEl>
                                          <p:spTgt spid="52252"/>
                                        </p:tgtEl>
                                      </p:cBhvr>
                                    </p:animEffect>
                                  </p:childTnLst>
                                  <p:subTnLst>
                                    <p:audio>
                                      <p:cMediaNode>
                                        <p:cTn display="0" masterRel="sameClick">
                                          <p:stCondLst>
                                            <p:cond evt="begin" delay="0">
                                              <p:tn val="36"/>
                                            </p:cond>
                                          </p:stCondLst>
                                          <p:endCondLst>
                                            <p:cond evt="onStopAudio" delay="0">
                                              <p:tgtEl>
                                                <p:sldTgt/>
                                              </p:tgtEl>
                                            </p:cond>
                                          </p:endCondLst>
                                        </p:cTn>
                                        <p:tgtEl>
                                          <p:sndTgt r:embed="rId3" name="CAMERA.WAV"/>
                                        </p:tgtEl>
                                      </p:cMediaNode>
                                    </p:audio>
                                  </p:subTnLst>
                                </p:cTn>
                              </p:par>
                            </p:childTnLst>
                          </p:cTn>
                        </p:par>
                      </p:childTnLst>
                    </p:cTn>
                  </p:par>
                  <p:par>
                    <p:cTn id="39" fill="hold">
                      <p:stCondLst>
                        <p:cond delay="indefinite"/>
                      </p:stCondLst>
                      <p:childTnLst>
                        <p:par>
                          <p:cTn id="40" fill="hold">
                            <p:stCondLst>
                              <p:cond delay="0"/>
                            </p:stCondLst>
                            <p:childTnLst>
                              <p:par>
                                <p:cTn id="41" presetID="4" presetClass="entr" presetSubtype="32" fill="hold" grpId="0" nodeType="clickEffect">
                                  <p:stCondLst>
                                    <p:cond delay="0"/>
                                  </p:stCondLst>
                                  <p:childTnLst>
                                    <p:set>
                                      <p:cBhvr>
                                        <p:cTn id="42" dur="1" fill="hold">
                                          <p:stCondLst>
                                            <p:cond delay="0"/>
                                          </p:stCondLst>
                                        </p:cTn>
                                        <p:tgtEl>
                                          <p:spTgt spid="52253"/>
                                        </p:tgtEl>
                                        <p:attrNameLst>
                                          <p:attrName>style.visibility</p:attrName>
                                        </p:attrNameLst>
                                      </p:cBhvr>
                                      <p:to>
                                        <p:strVal val="visible"/>
                                      </p:to>
                                    </p:set>
                                    <p:animEffect transition="in" filter="box(out)">
                                      <p:cBhvr>
                                        <p:cTn id="43" dur="500"/>
                                        <p:tgtEl>
                                          <p:spTgt spid="52253"/>
                                        </p:tgtEl>
                                      </p:cBhvr>
                                    </p:animEffect>
                                  </p:childTnLst>
                                  <p:subTnLst>
                                    <p:audio>
                                      <p:cMediaNode>
                                        <p:cTn display="0" masterRel="sameClick">
                                          <p:stCondLst>
                                            <p:cond evt="begin" delay="0">
                                              <p:tn val="41"/>
                                            </p:cond>
                                          </p:stCondLst>
                                          <p:endCondLst>
                                            <p:cond evt="onStopAudio" delay="0">
                                              <p:tgtEl>
                                                <p:sldTgt/>
                                              </p:tgtEl>
                                            </p:cond>
                                          </p:endCondLst>
                                        </p:cTn>
                                        <p:tgtEl>
                                          <p:sndTgt r:embed="rId3" name="CAMERA.WAV"/>
                                        </p:tgtEl>
                                      </p:cMediaNode>
                                    </p:audio>
                                  </p:subTnLst>
                                </p:cTn>
                              </p:par>
                            </p:childTnLst>
                          </p:cTn>
                        </p:par>
                      </p:childTnLst>
                    </p:cTn>
                  </p:par>
                  <p:par>
                    <p:cTn id="44" fill="hold">
                      <p:stCondLst>
                        <p:cond delay="indefinite"/>
                      </p:stCondLst>
                      <p:childTnLst>
                        <p:par>
                          <p:cTn id="45" fill="hold">
                            <p:stCondLst>
                              <p:cond delay="0"/>
                            </p:stCondLst>
                            <p:childTnLst>
                              <p:par>
                                <p:cTn id="46" presetID="4" presetClass="entr" presetSubtype="32" fill="hold" grpId="0" nodeType="clickEffect">
                                  <p:stCondLst>
                                    <p:cond delay="0"/>
                                  </p:stCondLst>
                                  <p:childTnLst>
                                    <p:set>
                                      <p:cBhvr>
                                        <p:cTn id="47" dur="1" fill="hold">
                                          <p:stCondLst>
                                            <p:cond delay="0"/>
                                          </p:stCondLst>
                                        </p:cTn>
                                        <p:tgtEl>
                                          <p:spTgt spid="52254"/>
                                        </p:tgtEl>
                                        <p:attrNameLst>
                                          <p:attrName>style.visibility</p:attrName>
                                        </p:attrNameLst>
                                      </p:cBhvr>
                                      <p:to>
                                        <p:strVal val="visible"/>
                                      </p:to>
                                    </p:set>
                                    <p:animEffect transition="in" filter="box(out)">
                                      <p:cBhvr>
                                        <p:cTn id="48" dur="500"/>
                                        <p:tgtEl>
                                          <p:spTgt spid="52254"/>
                                        </p:tgtEl>
                                      </p:cBhvr>
                                    </p:animEffect>
                                  </p:childTnLst>
                                  <p:subTnLst>
                                    <p:audio>
                                      <p:cMediaNode>
                                        <p:cTn display="0" masterRel="sameClick">
                                          <p:stCondLst>
                                            <p:cond evt="begin" delay="0">
                                              <p:tn val="46"/>
                                            </p:cond>
                                          </p:stCondLst>
                                          <p:endCondLst>
                                            <p:cond evt="onStopAudio" delay="0">
                                              <p:tgtEl>
                                                <p:sldTgt/>
                                              </p:tgtEl>
                                            </p:cond>
                                          </p:endCondLst>
                                        </p:cTn>
                                        <p:tgtEl>
                                          <p:sndTgt r:embed="rId3" name="CAMERA.WAV"/>
                                        </p:tgtEl>
                                      </p:cMediaNode>
                                    </p:audio>
                                  </p:subTnLst>
                                </p:cTn>
                              </p:par>
                            </p:childTnLst>
                          </p:cTn>
                        </p:par>
                      </p:childTnLst>
                    </p:cTn>
                  </p:par>
                  <p:par>
                    <p:cTn id="49" fill="hold">
                      <p:stCondLst>
                        <p:cond delay="indefinite"/>
                      </p:stCondLst>
                      <p:childTnLst>
                        <p:par>
                          <p:cTn id="50" fill="hold">
                            <p:stCondLst>
                              <p:cond delay="0"/>
                            </p:stCondLst>
                            <p:childTnLst>
                              <p:par>
                                <p:cTn id="51" presetID="4" presetClass="entr" presetSubtype="32" fill="hold" grpId="0" nodeType="clickEffect">
                                  <p:stCondLst>
                                    <p:cond delay="0"/>
                                  </p:stCondLst>
                                  <p:childTnLst>
                                    <p:set>
                                      <p:cBhvr>
                                        <p:cTn id="52" dur="1" fill="hold">
                                          <p:stCondLst>
                                            <p:cond delay="0"/>
                                          </p:stCondLst>
                                        </p:cTn>
                                        <p:tgtEl>
                                          <p:spTgt spid="52255"/>
                                        </p:tgtEl>
                                        <p:attrNameLst>
                                          <p:attrName>style.visibility</p:attrName>
                                        </p:attrNameLst>
                                      </p:cBhvr>
                                      <p:to>
                                        <p:strVal val="visible"/>
                                      </p:to>
                                    </p:set>
                                    <p:animEffect transition="in" filter="box(out)">
                                      <p:cBhvr>
                                        <p:cTn id="53" dur="500"/>
                                        <p:tgtEl>
                                          <p:spTgt spid="52255"/>
                                        </p:tgtEl>
                                      </p:cBhvr>
                                    </p:animEffect>
                                  </p:childTnLst>
                                  <p:subTnLst>
                                    <p:audio>
                                      <p:cMediaNode>
                                        <p:cTn display="0" masterRel="sameClick">
                                          <p:stCondLst>
                                            <p:cond evt="begin" delay="0">
                                              <p:tn val="51"/>
                                            </p:cond>
                                          </p:stCondLst>
                                          <p:endCondLst>
                                            <p:cond evt="onStopAudio" delay="0">
                                              <p:tgtEl>
                                                <p:sldTgt/>
                                              </p:tgtEl>
                                            </p:cond>
                                          </p:endCondLst>
                                        </p:cTn>
                                        <p:tgtEl>
                                          <p:sndTgt r:embed="rId3" name="CAMERA.WAV"/>
                                        </p:tgtEl>
                                      </p:cMediaNode>
                                    </p:audio>
                                  </p:subTnLst>
                                </p:cTn>
                              </p:par>
                            </p:childTnLst>
                          </p:cTn>
                        </p:par>
                      </p:childTnLst>
                    </p:cTn>
                  </p:par>
                  <p:par>
                    <p:cTn id="54" fill="hold">
                      <p:stCondLst>
                        <p:cond delay="indefinite"/>
                      </p:stCondLst>
                      <p:childTnLst>
                        <p:par>
                          <p:cTn id="55" fill="hold">
                            <p:stCondLst>
                              <p:cond delay="0"/>
                            </p:stCondLst>
                            <p:childTnLst>
                              <p:par>
                                <p:cTn id="56" presetID="4" presetClass="entr" presetSubtype="32" fill="hold" grpId="0" nodeType="clickEffect">
                                  <p:stCondLst>
                                    <p:cond delay="0"/>
                                  </p:stCondLst>
                                  <p:childTnLst>
                                    <p:set>
                                      <p:cBhvr>
                                        <p:cTn id="57" dur="1" fill="hold">
                                          <p:stCondLst>
                                            <p:cond delay="0"/>
                                          </p:stCondLst>
                                        </p:cTn>
                                        <p:tgtEl>
                                          <p:spTgt spid="52256"/>
                                        </p:tgtEl>
                                        <p:attrNameLst>
                                          <p:attrName>style.visibility</p:attrName>
                                        </p:attrNameLst>
                                      </p:cBhvr>
                                      <p:to>
                                        <p:strVal val="visible"/>
                                      </p:to>
                                    </p:set>
                                    <p:animEffect transition="in" filter="box(out)">
                                      <p:cBhvr>
                                        <p:cTn id="58" dur="500"/>
                                        <p:tgtEl>
                                          <p:spTgt spid="52256"/>
                                        </p:tgtEl>
                                      </p:cBhvr>
                                    </p:animEffect>
                                  </p:childTnLst>
                                  <p:subTnLst>
                                    <p:audio>
                                      <p:cMediaNode>
                                        <p:cTn display="0" masterRel="sameClick">
                                          <p:stCondLst>
                                            <p:cond evt="begin" delay="0">
                                              <p:tn val="56"/>
                                            </p:cond>
                                          </p:stCondLst>
                                          <p:endCondLst>
                                            <p:cond evt="onStopAudio" delay="0">
                                              <p:tgtEl>
                                                <p:sldTgt/>
                                              </p:tgtEl>
                                            </p:cond>
                                          </p:endCondLst>
                                        </p:cTn>
                                        <p:tgtEl>
                                          <p:sndTgt r:embed="rId3" name="CAMERA.WAV"/>
                                        </p:tgtEl>
                                      </p:cMediaNode>
                                    </p:audio>
                                  </p:subTnLst>
                                </p:cTn>
                              </p:par>
                            </p:childTnLst>
                          </p:cTn>
                        </p:par>
                      </p:childTnLst>
                    </p:cTn>
                  </p:par>
                  <p:par>
                    <p:cTn id="59" fill="hold">
                      <p:stCondLst>
                        <p:cond delay="indefinite"/>
                      </p:stCondLst>
                      <p:childTnLst>
                        <p:par>
                          <p:cTn id="60" fill="hold">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52257"/>
                                        </p:tgtEl>
                                        <p:attrNameLst>
                                          <p:attrName>style.visibility</p:attrName>
                                        </p:attrNameLst>
                                      </p:cBhvr>
                                      <p:to>
                                        <p:strVal val="visible"/>
                                      </p:to>
                                    </p:set>
                                    <p:animEffect transition="in" filter="box(out)">
                                      <p:cBhvr>
                                        <p:cTn id="63" dur="500"/>
                                        <p:tgtEl>
                                          <p:spTgt spid="52257"/>
                                        </p:tgtEl>
                                      </p:cBhvr>
                                    </p:animEffect>
                                  </p:childTnLst>
                                  <p:subTnLst>
                                    <p:audio>
                                      <p:cMediaNode>
                                        <p:cTn display="0" masterRel="sameClick">
                                          <p:stCondLst>
                                            <p:cond evt="begin" delay="0">
                                              <p:tn val="61"/>
                                            </p:cond>
                                          </p:stCondLst>
                                          <p:endCondLst>
                                            <p:cond evt="onStopAudio" delay="0">
                                              <p:tgtEl>
                                                <p:sldTgt/>
                                              </p:tgtEl>
                                            </p:cond>
                                          </p:endCondLst>
                                        </p:cTn>
                                        <p:tgtEl>
                                          <p:sndTgt r:embed="rId3" name="CAMERA.WAV"/>
                                        </p:tgtEl>
                                      </p:cMediaNode>
                                    </p:audio>
                                  </p:subTnLst>
                                </p:cTn>
                              </p:par>
                            </p:childTnLst>
                          </p:cTn>
                        </p:par>
                      </p:childTnLst>
                    </p:cTn>
                  </p:par>
                  <p:par>
                    <p:cTn id="64" fill="hold">
                      <p:stCondLst>
                        <p:cond delay="indefinite"/>
                      </p:stCondLst>
                      <p:childTnLst>
                        <p:par>
                          <p:cTn id="65" fill="hold">
                            <p:stCondLst>
                              <p:cond delay="0"/>
                            </p:stCondLst>
                            <p:childTnLst>
                              <p:par>
                                <p:cTn id="66" presetID="4" presetClass="entr" presetSubtype="32" fill="hold" nodeType="clickEffect">
                                  <p:stCondLst>
                                    <p:cond delay="0"/>
                                  </p:stCondLst>
                                  <p:childTnLst>
                                    <p:set>
                                      <p:cBhvr>
                                        <p:cTn id="67" dur="1" fill="hold">
                                          <p:stCondLst>
                                            <p:cond delay="0"/>
                                          </p:stCondLst>
                                        </p:cTn>
                                        <p:tgtEl>
                                          <p:spTgt spid="52230"/>
                                        </p:tgtEl>
                                        <p:attrNameLst>
                                          <p:attrName>style.visibility</p:attrName>
                                        </p:attrNameLst>
                                      </p:cBhvr>
                                      <p:to>
                                        <p:strVal val="visible"/>
                                      </p:to>
                                    </p:set>
                                    <p:animEffect transition="in" filter="box(out)">
                                      <p:cBhvr>
                                        <p:cTn id="68" dur="500"/>
                                        <p:tgtEl>
                                          <p:spTgt spid="52230"/>
                                        </p:tgtEl>
                                      </p:cBhvr>
                                    </p:animEffect>
                                  </p:childTnLst>
                                  <p:subTnLst>
                                    <p:audio>
                                      <p:cMediaNode>
                                        <p:cTn display="0" masterRel="sameClick">
                                          <p:stCondLst>
                                            <p:cond evt="begin" delay="0">
                                              <p:tn val="66"/>
                                            </p:cond>
                                          </p:stCondLst>
                                          <p:endCondLst>
                                            <p:cond evt="onStopAudio" delay="0">
                                              <p:tgtEl>
                                                <p:sldTgt/>
                                              </p:tgtEl>
                                            </p:cond>
                                          </p:endCondLst>
                                        </p:cTn>
                                        <p:tgtEl>
                                          <p:sndTgt r:embed="rId3" name="CAMERA.WAV"/>
                                        </p:tgtEl>
                                      </p:cMediaNode>
                                    </p:audio>
                                  </p:subTnLst>
                                </p:cTn>
                              </p:par>
                            </p:childTnLst>
                          </p:cTn>
                        </p:par>
                      </p:childTnLst>
                    </p:cTn>
                  </p:par>
                  <p:par>
                    <p:cTn id="69" fill="hold">
                      <p:stCondLst>
                        <p:cond delay="indefinite"/>
                      </p:stCondLst>
                      <p:childTnLst>
                        <p:par>
                          <p:cTn id="70" fill="hold">
                            <p:stCondLst>
                              <p:cond delay="0"/>
                            </p:stCondLst>
                            <p:childTnLst>
                              <p:par>
                                <p:cTn id="71" presetID="4" presetClass="entr" presetSubtype="32" fill="hold" grpId="0" nodeType="clickEffect">
                                  <p:stCondLst>
                                    <p:cond delay="0"/>
                                  </p:stCondLst>
                                  <p:childTnLst>
                                    <p:set>
                                      <p:cBhvr>
                                        <p:cTn id="72" dur="1" fill="hold">
                                          <p:stCondLst>
                                            <p:cond delay="0"/>
                                          </p:stCondLst>
                                        </p:cTn>
                                        <p:tgtEl>
                                          <p:spTgt spid="52258"/>
                                        </p:tgtEl>
                                        <p:attrNameLst>
                                          <p:attrName>style.visibility</p:attrName>
                                        </p:attrNameLst>
                                      </p:cBhvr>
                                      <p:to>
                                        <p:strVal val="visible"/>
                                      </p:to>
                                    </p:set>
                                    <p:animEffect transition="in" filter="box(out)">
                                      <p:cBhvr>
                                        <p:cTn id="73" dur="500"/>
                                        <p:tgtEl>
                                          <p:spTgt spid="52258"/>
                                        </p:tgtEl>
                                      </p:cBhvr>
                                    </p:animEffect>
                                  </p:childTnLst>
                                  <p:subTnLst>
                                    <p:audio>
                                      <p:cMediaNode>
                                        <p:cTn display="0" masterRel="sameClick">
                                          <p:stCondLst>
                                            <p:cond evt="begin" delay="0">
                                              <p:tn val="71"/>
                                            </p:cond>
                                          </p:stCondLst>
                                          <p:endCondLst>
                                            <p:cond evt="onStopAudio" delay="0">
                                              <p:tgtEl>
                                                <p:sldTgt/>
                                              </p:tgtEl>
                                            </p:cond>
                                          </p:endCondLst>
                                        </p:cTn>
                                        <p:tgtEl>
                                          <p:sndTgt r:embed="rId3" name="CAMERA.WAV"/>
                                        </p:tgtEl>
                                      </p:cMediaNode>
                                    </p:audio>
                                  </p:subTnLst>
                                </p:cTn>
                              </p:par>
                            </p:childTnLst>
                          </p:cTn>
                        </p:par>
                      </p:childTnLst>
                    </p:cTn>
                  </p:par>
                  <p:par>
                    <p:cTn id="74" fill="hold">
                      <p:stCondLst>
                        <p:cond delay="indefinite"/>
                      </p:stCondLst>
                      <p:childTnLst>
                        <p:par>
                          <p:cTn id="75" fill="hold">
                            <p:stCondLst>
                              <p:cond delay="0"/>
                            </p:stCondLst>
                            <p:childTnLst>
                              <p:par>
                                <p:cTn id="76" presetID="4" presetClass="entr" presetSubtype="32" fill="hold" grpId="0" nodeType="clickEffect">
                                  <p:stCondLst>
                                    <p:cond delay="0"/>
                                  </p:stCondLst>
                                  <p:childTnLst>
                                    <p:set>
                                      <p:cBhvr>
                                        <p:cTn id="77" dur="1" fill="hold">
                                          <p:stCondLst>
                                            <p:cond delay="0"/>
                                          </p:stCondLst>
                                        </p:cTn>
                                        <p:tgtEl>
                                          <p:spTgt spid="52261"/>
                                        </p:tgtEl>
                                        <p:attrNameLst>
                                          <p:attrName>style.visibility</p:attrName>
                                        </p:attrNameLst>
                                      </p:cBhvr>
                                      <p:to>
                                        <p:strVal val="visible"/>
                                      </p:to>
                                    </p:set>
                                    <p:animEffect transition="in" filter="box(out)">
                                      <p:cBhvr>
                                        <p:cTn id="78" dur="500"/>
                                        <p:tgtEl>
                                          <p:spTgt spid="52261"/>
                                        </p:tgtEl>
                                      </p:cBhvr>
                                    </p:animEffect>
                                  </p:childTnLst>
                                  <p:subTnLst>
                                    <p:audio>
                                      <p:cMediaNode>
                                        <p:cTn display="0" masterRel="sameClick">
                                          <p:stCondLst>
                                            <p:cond evt="begin" delay="0">
                                              <p:tn val="76"/>
                                            </p:cond>
                                          </p:stCondLst>
                                          <p:endCondLst>
                                            <p:cond evt="onStopAudio" delay="0">
                                              <p:tgtEl>
                                                <p:sldTgt/>
                                              </p:tgtEl>
                                            </p:cond>
                                          </p:endCondLst>
                                        </p:cTn>
                                        <p:tgtEl>
                                          <p:sndTgt r:embed="rId3" name="CAMERA.WAV"/>
                                        </p:tgtEl>
                                      </p:cMediaNode>
                                    </p:audio>
                                  </p:subTnLst>
                                </p:cTn>
                              </p:par>
                            </p:childTnLst>
                          </p:cTn>
                        </p:par>
                      </p:childTnLst>
                    </p:cTn>
                  </p:par>
                  <p:par>
                    <p:cTn id="79" fill="hold">
                      <p:stCondLst>
                        <p:cond delay="indefinite"/>
                      </p:stCondLst>
                      <p:childTnLst>
                        <p:par>
                          <p:cTn id="80" fill="hold">
                            <p:stCondLst>
                              <p:cond delay="0"/>
                            </p:stCondLst>
                            <p:childTnLst>
                              <p:par>
                                <p:cTn id="81" presetID="4" presetClass="entr" presetSubtype="32" fill="hold" grpId="0" nodeType="clickEffect">
                                  <p:stCondLst>
                                    <p:cond delay="0"/>
                                  </p:stCondLst>
                                  <p:childTnLst>
                                    <p:set>
                                      <p:cBhvr>
                                        <p:cTn id="82" dur="1" fill="hold">
                                          <p:stCondLst>
                                            <p:cond delay="0"/>
                                          </p:stCondLst>
                                        </p:cTn>
                                        <p:tgtEl>
                                          <p:spTgt spid="52262"/>
                                        </p:tgtEl>
                                        <p:attrNameLst>
                                          <p:attrName>style.visibility</p:attrName>
                                        </p:attrNameLst>
                                      </p:cBhvr>
                                      <p:to>
                                        <p:strVal val="visible"/>
                                      </p:to>
                                    </p:set>
                                    <p:animEffect transition="in" filter="box(out)">
                                      <p:cBhvr>
                                        <p:cTn id="83" dur="500"/>
                                        <p:tgtEl>
                                          <p:spTgt spid="52262"/>
                                        </p:tgtEl>
                                      </p:cBhvr>
                                    </p:animEffect>
                                  </p:childTnLst>
                                  <p:subTnLst>
                                    <p:audio>
                                      <p:cMediaNode>
                                        <p:cTn display="0" masterRel="sameClick">
                                          <p:stCondLst>
                                            <p:cond evt="begin" delay="0">
                                              <p:tn val="81"/>
                                            </p:cond>
                                          </p:stCondLst>
                                          <p:endCondLst>
                                            <p:cond evt="onStopAudio" delay="0">
                                              <p:tgtEl>
                                                <p:sldTgt/>
                                              </p:tgtEl>
                                            </p:cond>
                                          </p:endCondLst>
                                        </p:cTn>
                                        <p:tgtEl>
                                          <p:sndTgt r:embed="rId3" name="CAMERA.WAV"/>
                                        </p:tgtEl>
                                      </p:cMediaNode>
                                    </p:audio>
                                  </p:subTnLst>
                                </p:cTn>
                              </p:par>
                            </p:childTnLst>
                          </p:cTn>
                        </p:par>
                      </p:childTnLst>
                    </p:cTn>
                  </p:par>
                  <p:par>
                    <p:cTn id="84" fill="hold">
                      <p:stCondLst>
                        <p:cond delay="indefinite"/>
                      </p:stCondLst>
                      <p:childTnLst>
                        <p:par>
                          <p:cTn id="85" fill="hold">
                            <p:stCondLst>
                              <p:cond delay="0"/>
                            </p:stCondLst>
                            <p:childTnLst>
                              <p:par>
                                <p:cTn id="86" presetID="4" presetClass="entr" presetSubtype="32" fill="hold" grpId="0" nodeType="clickEffect">
                                  <p:stCondLst>
                                    <p:cond delay="0"/>
                                  </p:stCondLst>
                                  <p:childTnLst>
                                    <p:set>
                                      <p:cBhvr>
                                        <p:cTn id="87" dur="1" fill="hold">
                                          <p:stCondLst>
                                            <p:cond delay="0"/>
                                          </p:stCondLst>
                                        </p:cTn>
                                        <p:tgtEl>
                                          <p:spTgt spid="52260"/>
                                        </p:tgtEl>
                                        <p:attrNameLst>
                                          <p:attrName>style.visibility</p:attrName>
                                        </p:attrNameLst>
                                      </p:cBhvr>
                                      <p:to>
                                        <p:strVal val="visible"/>
                                      </p:to>
                                    </p:set>
                                    <p:animEffect transition="in" filter="box(out)">
                                      <p:cBhvr>
                                        <p:cTn id="88" dur="500"/>
                                        <p:tgtEl>
                                          <p:spTgt spid="52260"/>
                                        </p:tgtEl>
                                      </p:cBhvr>
                                    </p:animEffect>
                                  </p:childTnLst>
                                  <p:subTnLst>
                                    <p:audio>
                                      <p:cMediaNode>
                                        <p:cTn display="0" masterRel="sameClick">
                                          <p:stCondLst>
                                            <p:cond evt="begin" delay="0">
                                              <p:tn val="86"/>
                                            </p:cond>
                                          </p:stCondLst>
                                          <p:endCondLst>
                                            <p:cond evt="onStopAudio" delay="0">
                                              <p:tgtEl>
                                                <p:sldTgt/>
                                              </p:tgtEl>
                                            </p:cond>
                                          </p:endCondLst>
                                        </p:cTn>
                                        <p:tgtEl>
                                          <p:sndTgt r:embed="rId3" name="CAMERA.WAV"/>
                                        </p:tgtEl>
                                      </p:cMediaNode>
                                    </p:audio>
                                  </p:subTnLst>
                                </p:cTn>
                              </p:par>
                            </p:childTnLst>
                          </p:cTn>
                        </p:par>
                      </p:childTnLst>
                    </p:cTn>
                  </p:par>
                  <p:par>
                    <p:cTn id="89" fill="hold">
                      <p:stCondLst>
                        <p:cond delay="indefinite"/>
                      </p:stCondLst>
                      <p:childTnLst>
                        <p:par>
                          <p:cTn id="90" fill="hold">
                            <p:stCondLst>
                              <p:cond delay="0"/>
                            </p:stCondLst>
                            <p:childTnLst>
                              <p:par>
                                <p:cTn id="91" presetID="4" presetClass="entr" presetSubtype="32" fill="hold" grpId="0" nodeType="clickEffect">
                                  <p:stCondLst>
                                    <p:cond delay="0"/>
                                  </p:stCondLst>
                                  <p:childTnLst>
                                    <p:set>
                                      <p:cBhvr>
                                        <p:cTn id="92" dur="1" fill="hold">
                                          <p:stCondLst>
                                            <p:cond delay="0"/>
                                          </p:stCondLst>
                                        </p:cTn>
                                        <p:tgtEl>
                                          <p:spTgt spid="52263"/>
                                        </p:tgtEl>
                                        <p:attrNameLst>
                                          <p:attrName>style.visibility</p:attrName>
                                        </p:attrNameLst>
                                      </p:cBhvr>
                                      <p:to>
                                        <p:strVal val="visible"/>
                                      </p:to>
                                    </p:set>
                                    <p:animEffect transition="in" filter="box(out)">
                                      <p:cBhvr>
                                        <p:cTn id="93" dur="500"/>
                                        <p:tgtEl>
                                          <p:spTgt spid="52263"/>
                                        </p:tgtEl>
                                      </p:cBhvr>
                                    </p:animEffect>
                                  </p:childTnLst>
                                  <p:subTnLst>
                                    <p:audio>
                                      <p:cMediaNode>
                                        <p:cTn display="0" masterRel="sameClick">
                                          <p:stCondLst>
                                            <p:cond evt="begin" delay="0">
                                              <p:tn val="91"/>
                                            </p:cond>
                                          </p:stCondLst>
                                          <p:endCondLst>
                                            <p:cond evt="onStopAudio" delay="0">
                                              <p:tgtEl>
                                                <p:sldTgt/>
                                              </p:tgtEl>
                                            </p:cond>
                                          </p:endCondLst>
                                        </p:cTn>
                                        <p:tgtEl>
                                          <p:sndTgt r:embed="rId3" name="CAMERA.WAV"/>
                                        </p:tgtEl>
                                      </p:cMediaNode>
                                    </p:audio>
                                  </p:subTnLst>
                                </p:cTn>
                              </p:par>
                            </p:childTnLst>
                          </p:cTn>
                        </p:par>
                      </p:childTnLst>
                    </p:cTn>
                  </p:par>
                  <p:par>
                    <p:cTn id="94" fill="hold">
                      <p:stCondLst>
                        <p:cond delay="indefinite"/>
                      </p:stCondLst>
                      <p:childTnLst>
                        <p:par>
                          <p:cTn id="95" fill="hold">
                            <p:stCondLst>
                              <p:cond delay="0"/>
                            </p:stCondLst>
                            <p:childTnLst>
                              <p:par>
                                <p:cTn id="96" presetID="4" presetClass="entr" presetSubtype="32" fill="hold" grpId="0" nodeType="clickEffect">
                                  <p:stCondLst>
                                    <p:cond delay="0"/>
                                  </p:stCondLst>
                                  <p:childTnLst>
                                    <p:set>
                                      <p:cBhvr>
                                        <p:cTn id="97" dur="1" fill="hold">
                                          <p:stCondLst>
                                            <p:cond delay="0"/>
                                          </p:stCondLst>
                                        </p:cTn>
                                        <p:tgtEl>
                                          <p:spTgt spid="52259"/>
                                        </p:tgtEl>
                                        <p:attrNameLst>
                                          <p:attrName>style.visibility</p:attrName>
                                        </p:attrNameLst>
                                      </p:cBhvr>
                                      <p:to>
                                        <p:strVal val="visible"/>
                                      </p:to>
                                    </p:set>
                                    <p:animEffect transition="in" filter="box(out)">
                                      <p:cBhvr>
                                        <p:cTn id="98" dur="500"/>
                                        <p:tgtEl>
                                          <p:spTgt spid="52259"/>
                                        </p:tgtEl>
                                      </p:cBhvr>
                                    </p:animEffect>
                                  </p:childTnLst>
                                  <p:subTnLst>
                                    <p:audio>
                                      <p:cMediaNode>
                                        <p:cTn display="0" masterRel="sameClick">
                                          <p:stCondLst>
                                            <p:cond evt="begin" delay="0">
                                              <p:tn val="96"/>
                                            </p:cond>
                                          </p:stCondLst>
                                          <p:endCondLst>
                                            <p:cond evt="onStopAudio" delay="0">
                                              <p:tgtEl>
                                                <p:sldTgt/>
                                              </p:tgtEl>
                                            </p:cond>
                                          </p:endCondLst>
                                        </p:cTn>
                                        <p:tgtEl>
                                          <p:sndTgt r:embed="rId3" name="CAMERA.WAV"/>
                                        </p:tgtEl>
                                      </p:cMediaNode>
                                    </p:audio>
                                  </p:subTnLst>
                                </p:cTn>
                              </p:par>
                            </p:childTnLst>
                          </p:cTn>
                        </p:par>
                      </p:childTnLst>
                    </p:cTn>
                  </p:par>
                  <p:par>
                    <p:cTn id="99" fill="hold">
                      <p:stCondLst>
                        <p:cond delay="indefinite"/>
                      </p:stCondLst>
                      <p:childTnLst>
                        <p:par>
                          <p:cTn id="100" fill="hold">
                            <p:stCondLst>
                              <p:cond delay="0"/>
                            </p:stCondLst>
                            <p:childTnLst>
                              <p:par>
                                <p:cTn id="101" presetID="4" presetClass="entr" presetSubtype="32" fill="hold" nodeType="clickEffect">
                                  <p:stCondLst>
                                    <p:cond delay="0"/>
                                  </p:stCondLst>
                                  <p:childTnLst>
                                    <p:set>
                                      <p:cBhvr>
                                        <p:cTn id="102" dur="1" fill="hold">
                                          <p:stCondLst>
                                            <p:cond delay="0"/>
                                          </p:stCondLst>
                                        </p:cTn>
                                        <p:tgtEl>
                                          <p:spTgt spid="52233"/>
                                        </p:tgtEl>
                                        <p:attrNameLst>
                                          <p:attrName>style.visibility</p:attrName>
                                        </p:attrNameLst>
                                      </p:cBhvr>
                                      <p:to>
                                        <p:strVal val="visible"/>
                                      </p:to>
                                    </p:set>
                                    <p:animEffect transition="in" filter="box(out)">
                                      <p:cBhvr>
                                        <p:cTn id="103" dur="500"/>
                                        <p:tgtEl>
                                          <p:spTgt spid="52233"/>
                                        </p:tgtEl>
                                      </p:cBhvr>
                                    </p:animEffect>
                                  </p:childTnLst>
                                  <p:subTnLst>
                                    <p:audio>
                                      <p:cMediaNode>
                                        <p:cTn display="0" masterRel="sameClick">
                                          <p:stCondLst>
                                            <p:cond evt="begin" delay="0">
                                              <p:tn val="101"/>
                                            </p:cond>
                                          </p:stCondLst>
                                          <p:endCondLst>
                                            <p:cond evt="onStopAudio" delay="0">
                                              <p:tgtEl>
                                                <p:sldTgt/>
                                              </p:tgtEl>
                                            </p:cond>
                                          </p:endCondLst>
                                        </p:cTn>
                                        <p:tgtEl>
                                          <p:sndTgt r:embed="rId3" name="CAMERA.WAV"/>
                                        </p:tgtEl>
                                      </p:cMediaNode>
                                    </p:audio>
                                  </p:subTnLst>
                                </p:cTn>
                              </p:par>
                            </p:childTnLst>
                          </p:cTn>
                        </p:par>
                      </p:childTnLst>
                    </p:cTn>
                  </p:par>
                  <p:par>
                    <p:cTn id="104" fill="hold">
                      <p:stCondLst>
                        <p:cond delay="indefinite"/>
                      </p:stCondLst>
                      <p:childTnLst>
                        <p:par>
                          <p:cTn id="105" fill="hold">
                            <p:stCondLst>
                              <p:cond delay="0"/>
                            </p:stCondLst>
                            <p:childTnLst>
                              <p:par>
                                <p:cTn id="106" presetID="4" presetClass="entr" presetSubtype="32" fill="hold" grpId="0" nodeType="clickEffect">
                                  <p:stCondLst>
                                    <p:cond delay="0"/>
                                  </p:stCondLst>
                                  <p:childTnLst>
                                    <p:set>
                                      <p:cBhvr>
                                        <p:cTn id="107" dur="1" fill="hold">
                                          <p:stCondLst>
                                            <p:cond delay="0"/>
                                          </p:stCondLst>
                                        </p:cTn>
                                        <p:tgtEl>
                                          <p:spTgt spid="52264"/>
                                        </p:tgtEl>
                                        <p:attrNameLst>
                                          <p:attrName>style.visibility</p:attrName>
                                        </p:attrNameLst>
                                      </p:cBhvr>
                                      <p:to>
                                        <p:strVal val="visible"/>
                                      </p:to>
                                    </p:set>
                                    <p:animEffect transition="in" filter="box(out)">
                                      <p:cBhvr>
                                        <p:cTn id="108" dur="500"/>
                                        <p:tgtEl>
                                          <p:spTgt spid="52264"/>
                                        </p:tgtEl>
                                      </p:cBhvr>
                                    </p:animEffect>
                                  </p:childTnLst>
                                  <p:subTnLst>
                                    <p:audio>
                                      <p:cMediaNode>
                                        <p:cTn display="0" masterRel="sameClick">
                                          <p:stCondLst>
                                            <p:cond evt="begin" delay="0">
                                              <p:tn val="106"/>
                                            </p:cond>
                                          </p:stCondLst>
                                          <p:endCondLst>
                                            <p:cond evt="onStopAudio" delay="0">
                                              <p:tgtEl>
                                                <p:sldTgt/>
                                              </p:tgtEl>
                                            </p:cond>
                                          </p:endCondLst>
                                        </p:cTn>
                                        <p:tgtEl>
                                          <p:sndTgt r:embed="rId3" name="CAMERA.WAV"/>
                                        </p:tgtEl>
                                      </p:cMediaNode>
                                    </p:audio>
                                  </p:subTnLst>
                                </p:cTn>
                              </p:par>
                            </p:childTnLst>
                          </p:cTn>
                        </p:par>
                      </p:childTnLst>
                    </p:cTn>
                  </p:par>
                  <p:par>
                    <p:cTn id="109" fill="hold">
                      <p:stCondLst>
                        <p:cond delay="indefinite"/>
                      </p:stCondLst>
                      <p:childTnLst>
                        <p:par>
                          <p:cTn id="110" fill="hold">
                            <p:stCondLst>
                              <p:cond delay="0"/>
                            </p:stCondLst>
                            <p:childTnLst>
                              <p:par>
                                <p:cTn id="111" presetID="4" presetClass="entr" presetSubtype="32" fill="hold" grpId="0" nodeType="clickEffect">
                                  <p:stCondLst>
                                    <p:cond delay="0"/>
                                  </p:stCondLst>
                                  <p:childTnLst>
                                    <p:set>
                                      <p:cBhvr>
                                        <p:cTn id="112" dur="1" fill="hold">
                                          <p:stCondLst>
                                            <p:cond delay="0"/>
                                          </p:stCondLst>
                                        </p:cTn>
                                        <p:tgtEl>
                                          <p:spTgt spid="52265"/>
                                        </p:tgtEl>
                                        <p:attrNameLst>
                                          <p:attrName>style.visibility</p:attrName>
                                        </p:attrNameLst>
                                      </p:cBhvr>
                                      <p:to>
                                        <p:strVal val="visible"/>
                                      </p:to>
                                    </p:set>
                                    <p:animEffect transition="in" filter="box(out)">
                                      <p:cBhvr>
                                        <p:cTn id="113" dur="500"/>
                                        <p:tgtEl>
                                          <p:spTgt spid="52265"/>
                                        </p:tgtEl>
                                      </p:cBhvr>
                                    </p:animEffect>
                                  </p:childTnLst>
                                  <p:subTnLst>
                                    <p:audio>
                                      <p:cMediaNode>
                                        <p:cTn display="0" masterRel="sameClick">
                                          <p:stCondLst>
                                            <p:cond evt="begin" delay="0">
                                              <p:tn val="111"/>
                                            </p:cond>
                                          </p:stCondLst>
                                          <p:endCondLst>
                                            <p:cond evt="onStopAudio" delay="0">
                                              <p:tgtEl>
                                                <p:sldTgt/>
                                              </p:tgtEl>
                                            </p:cond>
                                          </p:endCondLst>
                                        </p:cTn>
                                        <p:tgtEl>
                                          <p:sndTgt r:embed="rId3" name="CAMERA.WAV"/>
                                        </p:tgtEl>
                                      </p:cMediaNode>
                                    </p:audio>
                                  </p:subTnLst>
                                </p:cTn>
                              </p:par>
                            </p:childTnLst>
                          </p:cTn>
                        </p:par>
                      </p:childTnLst>
                    </p:cTn>
                  </p:par>
                  <p:par>
                    <p:cTn id="114" fill="hold">
                      <p:stCondLst>
                        <p:cond delay="indefinite"/>
                      </p:stCondLst>
                      <p:childTnLst>
                        <p:par>
                          <p:cTn id="115" fill="hold">
                            <p:stCondLst>
                              <p:cond delay="0"/>
                            </p:stCondLst>
                            <p:childTnLst>
                              <p:par>
                                <p:cTn id="116" presetID="4" presetClass="entr" presetSubtype="32" fill="hold" grpId="0" nodeType="clickEffect">
                                  <p:stCondLst>
                                    <p:cond delay="0"/>
                                  </p:stCondLst>
                                  <p:childTnLst>
                                    <p:set>
                                      <p:cBhvr>
                                        <p:cTn id="117" dur="1" fill="hold">
                                          <p:stCondLst>
                                            <p:cond delay="0"/>
                                          </p:stCondLst>
                                        </p:cTn>
                                        <p:tgtEl>
                                          <p:spTgt spid="52266"/>
                                        </p:tgtEl>
                                        <p:attrNameLst>
                                          <p:attrName>style.visibility</p:attrName>
                                        </p:attrNameLst>
                                      </p:cBhvr>
                                      <p:to>
                                        <p:strVal val="visible"/>
                                      </p:to>
                                    </p:set>
                                    <p:animEffect transition="in" filter="box(out)">
                                      <p:cBhvr>
                                        <p:cTn id="118" dur="500"/>
                                        <p:tgtEl>
                                          <p:spTgt spid="52266"/>
                                        </p:tgtEl>
                                      </p:cBhvr>
                                    </p:animEffect>
                                  </p:childTnLst>
                                  <p:subTnLst>
                                    <p:audio>
                                      <p:cMediaNode>
                                        <p:cTn display="0" masterRel="sameClick">
                                          <p:stCondLst>
                                            <p:cond evt="begin" delay="0">
                                              <p:tn val="116"/>
                                            </p:cond>
                                          </p:stCondLst>
                                          <p:endCondLst>
                                            <p:cond evt="onStopAudio" delay="0">
                                              <p:tgtEl>
                                                <p:sldTgt/>
                                              </p:tgtEl>
                                            </p:cond>
                                          </p:endCondLst>
                                        </p:cTn>
                                        <p:tgtEl>
                                          <p:sndTgt r:embed="rId3" name="CAMERA.WAV"/>
                                        </p:tgtEl>
                                      </p:cMediaNode>
                                    </p:audio>
                                  </p:subTnLst>
                                </p:cTn>
                              </p:par>
                            </p:childTnLst>
                          </p:cTn>
                        </p:par>
                      </p:childTnLst>
                    </p:cTn>
                  </p:par>
                  <p:par>
                    <p:cTn id="119" fill="hold">
                      <p:stCondLst>
                        <p:cond delay="indefinite"/>
                      </p:stCondLst>
                      <p:childTnLst>
                        <p:par>
                          <p:cTn id="120" fill="hold">
                            <p:stCondLst>
                              <p:cond delay="0"/>
                            </p:stCondLst>
                            <p:childTnLst>
                              <p:par>
                                <p:cTn id="121" presetID="4" presetClass="entr" presetSubtype="32" fill="hold" grpId="0" nodeType="clickEffect">
                                  <p:stCondLst>
                                    <p:cond delay="0"/>
                                  </p:stCondLst>
                                  <p:childTnLst>
                                    <p:set>
                                      <p:cBhvr>
                                        <p:cTn id="122" dur="1" fill="hold">
                                          <p:stCondLst>
                                            <p:cond delay="0"/>
                                          </p:stCondLst>
                                        </p:cTn>
                                        <p:tgtEl>
                                          <p:spTgt spid="52267"/>
                                        </p:tgtEl>
                                        <p:attrNameLst>
                                          <p:attrName>style.visibility</p:attrName>
                                        </p:attrNameLst>
                                      </p:cBhvr>
                                      <p:to>
                                        <p:strVal val="visible"/>
                                      </p:to>
                                    </p:set>
                                    <p:animEffect transition="in" filter="box(out)">
                                      <p:cBhvr>
                                        <p:cTn id="123" dur="500"/>
                                        <p:tgtEl>
                                          <p:spTgt spid="52267"/>
                                        </p:tgtEl>
                                      </p:cBhvr>
                                    </p:animEffect>
                                  </p:childTnLst>
                                  <p:subTnLst>
                                    <p:audio>
                                      <p:cMediaNode>
                                        <p:cTn display="0" masterRel="sameClick">
                                          <p:stCondLst>
                                            <p:cond evt="begin" delay="0">
                                              <p:tn val="121"/>
                                            </p:cond>
                                          </p:stCondLst>
                                          <p:endCondLst>
                                            <p:cond evt="onStopAudio" delay="0">
                                              <p:tgtEl>
                                                <p:sldTgt/>
                                              </p:tgtEl>
                                            </p:cond>
                                          </p:endCondLst>
                                        </p:cTn>
                                        <p:tgtEl>
                                          <p:sndTgt r:embed="rId3" name="CAMERA.WAV"/>
                                        </p:tgtEl>
                                      </p:cMediaNode>
                                    </p:audio>
                                  </p:subTnLst>
                                </p:cTn>
                              </p:par>
                            </p:childTnLst>
                          </p:cTn>
                        </p:par>
                      </p:childTnLst>
                    </p:cTn>
                  </p:par>
                  <p:par>
                    <p:cTn id="124" fill="hold">
                      <p:stCondLst>
                        <p:cond delay="indefinite"/>
                      </p:stCondLst>
                      <p:childTnLst>
                        <p:par>
                          <p:cTn id="125" fill="hold">
                            <p:stCondLst>
                              <p:cond delay="0"/>
                            </p:stCondLst>
                            <p:childTnLst>
                              <p:par>
                                <p:cTn id="126" presetID="4" presetClass="entr" presetSubtype="32" fill="hold" grpId="0" nodeType="clickEffect">
                                  <p:stCondLst>
                                    <p:cond delay="0"/>
                                  </p:stCondLst>
                                  <p:childTnLst>
                                    <p:set>
                                      <p:cBhvr>
                                        <p:cTn id="127" dur="1" fill="hold">
                                          <p:stCondLst>
                                            <p:cond delay="0"/>
                                          </p:stCondLst>
                                        </p:cTn>
                                        <p:tgtEl>
                                          <p:spTgt spid="52268"/>
                                        </p:tgtEl>
                                        <p:attrNameLst>
                                          <p:attrName>style.visibility</p:attrName>
                                        </p:attrNameLst>
                                      </p:cBhvr>
                                      <p:to>
                                        <p:strVal val="visible"/>
                                      </p:to>
                                    </p:set>
                                    <p:animEffect transition="in" filter="box(out)">
                                      <p:cBhvr>
                                        <p:cTn id="128" dur="500"/>
                                        <p:tgtEl>
                                          <p:spTgt spid="52268"/>
                                        </p:tgtEl>
                                      </p:cBhvr>
                                    </p:animEffect>
                                  </p:childTnLst>
                                  <p:subTnLst>
                                    <p:audio>
                                      <p:cMediaNode>
                                        <p:cTn display="0" masterRel="sameClick">
                                          <p:stCondLst>
                                            <p:cond evt="begin" delay="0">
                                              <p:tn val="126"/>
                                            </p:cond>
                                          </p:stCondLst>
                                          <p:endCondLst>
                                            <p:cond evt="onStopAudio" delay="0">
                                              <p:tgtEl>
                                                <p:sldTgt/>
                                              </p:tgtEl>
                                            </p:cond>
                                          </p:endCondLst>
                                        </p:cTn>
                                        <p:tgtEl>
                                          <p:sndTgt r:embed="rId3" name="CAMERA.WAV"/>
                                        </p:tgtEl>
                                      </p:cMediaNode>
                                    </p:audio>
                                  </p:subTnLst>
                                </p:cTn>
                              </p:par>
                            </p:childTnLst>
                          </p:cTn>
                        </p:par>
                      </p:childTnLst>
                    </p:cTn>
                  </p:par>
                  <p:par>
                    <p:cTn id="129" fill="hold">
                      <p:stCondLst>
                        <p:cond delay="indefinite"/>
                      </p:stCondLst>
                      <p:childTnLst>
                        <p:par>
                          <p:cTn id="130" fill="hold">
                            <p:stCondLst>
                              <p:cond delay="0"/>
                            </p:stCondLst>
                            <p:childTnLst>
                              <p:par>
                                <p:cTn id="131" presetID="4" presetClass="entr" presetSubtype="32" fill="hold" grpId="0" nodeType="clickEffect">
                                  <p:stCondLst>
                                    <p:cond delay="0"/>
                                  </p:stCondLst>
                                  <p:childTnLst>
                                    <p:set>
                                      <p:cBhvr>
                                        <p:cTn id="132" dur="1" fill="hold">
                                          <p:stCondLst>
                                            <p:cond delay="0"/>
                                          </p:stCondLst>
                                        </p:cTn>
                                        <p:tgtEl>
                                          <p:spTgt spid="52269"/>
                                        </p:tgtEl>
                                        <p:attrNameLst>
                                          <p:attrName>style.visibility</p:attrName>
                                        </p:attrNameLst>
                                      </p:cBhvr>
                                      <p:to>
                                        <p:strVal val="visible"/>
                                      </p:to>
                                    </p:set>
                                    <p:animEffect transition="in" filter="box(out)">
                                      <p:cBhvr>
                                        <p:cTn id="133" dur="500"/>
                                        <p:tgtEl>
                                          <p:spTgt spid="52269"/>
                                        </p:tgtEl>
                                      </p:cBhvr>
                                    </p:animEffect>
                                  </p:childTnLst>
                                  <p:subTnLst>
                                    <p:audio>
                                      <p:cMediaNode>
                                        <p:cTn display="0" masterRel="sameClick">
                                          <p:stCondLst>
                                            <p:cond evt="begin" delay="0">
                                              <p:tn val="131"/>
                                            </p:cond>
                                          </p:stCondLst>
                                          <p:endCondLst>
                                            <p:cond evt="onStopAudio" delay="0">
                                              <p:tgtEl>
                                                <p:sldTgt/>
                                              </p:tgtEl>
                                            </p:cond>
                                          </p:endCondLst>
                                        </p:cTn>
                                        <p:tgtEl>
                                          <p:sndTgt r:embed="rId3" name="CAMERA.WAV"/>
                                        </p:tgtEl>
                                      </p:cMediaNode>
                                    </p:audio>
                                  </p:subTnLst>
                                </p:cTn>
                              </p:par>
                            </p:childTnLst>
                          </p:cTn>
                        </p:par>
                      </p:childTnLst>
                    </p:cTn>
                  </p:par>
                  <p:par>
                    <p:cTn id="134" fill="hold">
                      <p:stCondLst>
                        <p:cond delay="indefinite"/>
                      </p:stCondLst>
                      <p:childTnLst>
                        <p:par>
                          <p:cTn id="135" fill="hold">
                            <p:stCondLst>
                              <p:cond delay="0"/>
                            </p:stCondLst>
                            <p:childTnLst>
                              <p:par>
                                <p:cTn id="136" presetID="4" presetClass="entr" presetSubtype="32" fill="hold" nodeType="clickEffect">
                                  <p:stCondLst>
                                    <p:cond delay="0"/>
                                  </p:stCondLst>
                                  <p:childTnLst>
                                    <p:set>
                                      <p:cBhvr>
                                        <p:cTn id="137" dur="1" fill="hold">
                                          <p:stCondLst>
                                            <p:cond delay="0"/>
                                          </p:stCondLst>
                                        </p:cTn>
                                        <p:tgtEl>
                                          <p:spTgt spid="52236"/>
                                        </p:tgtEl>
                                        <p:attrNameLst>
                                          <p:attrName>style.visibility</p:attrName>
                                        </p:attrNameLst>
                                      </p:cBhvr>
                                      <p:to>
                                        <p:strVal val="visible"/>
                                      </p:to>
                                    </p:set>
                                    <p:animEffect transition="in" filter="box(out)">
                                      <p:cBhvr>
                                        <p:cTn id="138" dur="500"/>
                                        <p:tgtEl>
                                          <p:spTgt spid="52236"/>
                                        </p:tgtEl>
                                      </p:cBhvr>
                                    </p:animEffect>
                                  </p:childTnLst>
                                  <p:subTnLst>
                                    <p:audio>
                                      <p:cMediaNode>
                                        <p:cTn display="0" masterRel="sameClick">
                                          <p:stCondLst>
                                            <p:cond evt="begin" delay="0">
                                              <p:tn val="136"/>
                                            </p:cond>
                                          </p:stCondLst>
                                          <p:endCondLst>
                                            <p:cond evt="onStopAudio" delay="0">
                                              <p:tgtEl>
                                                <p:sldTgt/>
                                              </p:tgtEl>
                                            </p:cond>
                                          </p:endCondLst>
                                        </p:cTn>
                                        <p:tgtEl>
                                          <p:sndTgt r:embed="rId3" name="CAMERA.WAV"/>
                                        </p:tgtEl>
                                      </p:cMediaNode>
                                    </p:audio>
                                  </p:subTnLst>
                                </p:cTn>
                              </p:par>
                            </p:childTnLst>
                          </p:cTn>
                        </p:par>
                      </p:childTnLst>
                    </p:cTn>
                  </p:par>
                  <p:par>
                    <p:cTn id="139" fill="hold">
                      <p:stCondLst>
                        <p:cond delay="indefinite"/>
                      </p:stCondLst>
                      <p:childTnLst>
                        <p:par>
                          <p:cTn id="140" fill="hold">
                            <p:stCondLst>
                              <p:cond delay="0"/>
                            </p:stCondLst>
                            <p:childTnLst>
                              <p:par>
                                <p:cTn id="141" presetID="4" presetClass="entr" presetSubtype="32" fill="hold" grpId="0" nodeType="clickEffect">
                                  <p:stCondLst>
                                    <p:cond delay="0"/>
                                  </p:stCondLst>
                                  <p:childTnLst>
                                    <p:set>
                                      <p:cBhvr>
                                        <p:cTn id="142" dur="1" fill="hold">
                                          <p:stCondLst>
                                            <p:cond delay="0"/>
                                          </p:stCondLst>
                                        </p:cTn>
                                        <p:tgtEl>
                                          <p:spTgt spid="52270"/>
                                        </p:tgtEl>
                                        <p:attrNameLst>
                                          <p:attrName>style.visibility</p:attrName>
                                        </p:attrNameLst>
                                      </p:cBhvr>
                                      <p:to>
                                        <p:strVal val="visible"/>
                                      </p:to>
                                    </p:set>
                                    <p:animEffect transition="in" filter="box(out)">
                                      <p:cBhvr>
                                        <p:cTn id="143" dur="500"/>
                                        <p:tgtEl>
                                          <p:spTgt spid="52270"/>
                                        </p:tgtEl>
                                      </p:cBhvr>
                                    </p:animEffect>
                                  </p:childTnLst>
                                  <p:subTnLst>
                                    <p:audio>
                                      <p:cMediaNode>
                                        <p:cTn display="0" masterRel="sameClick">
                                          <p:stCondLst>
                                            <p:cond evt="begin" delay="0">
                                              <p:tn val="141"/>
                                            </p:cond>
                                          </p:stCondLst>
                                          <p:endCondLst>
                                            <p:cond evt="onStopAudio" delay="0">
                                              <p:tgtEl>
                                                <p:sldTgt/>
                                              </p:tgtEl>
                                            </p:cond>
                                          </p:endCondLst>
                                        </p:cTn>
                                        <p:tgtEl>
                                          <p:sndTgt r:embed="rId3" name="CAMERA.WAV"/>
                                        </p:tgtEl>
                                      </p:cMediaNode>
                                    </p:audio>
                                  </p:subTnLst>
                                </p:cTn>
                              </p:par>
                            </p:childTnLst>
                          </p:cTn>
                        </p:par>
                      </p:childTnLst>
                    </p:cTn>
                  </p:par>
                  <p:par>
                    <p:cTn id="144" fill="hold">
                      <p:stCondLst>
                        <p:cond delay="indefinite"/>
                      </p:stCondLst>
                      <p:childTnLst>
                        <p:par>
                          <p:cTn id="145" fill="hold">
                            <p:stCondLst>
                              <p:cond delay="0"/>
                            </p:stCondLst>
                            <p:childTnLst>
                              <p:par>
                                <p:cTn id="146" presetID="4" presetClass="entr" presetSubtype="32" fill="hold" grpId="0" nodeType="clickEffect">
                                  <p:stCondLst>
                                    <p:cond delay="0"/>
                                  </p:stCondLst>
                                  <p:childTnLst>
                                    <p:set>
                                      <p:cBhvr>
                                        <p:cTn id="147" dur="1" fill="hold">
                                          <p:stCondLst>
                                            <p:cond delay="0"/>
                                          </p:stCondLst>
                                        </p:cTn>
                                        <p:tgtEl>
                                          <p:spTgt spid="52275"/>
                                        </p:tgtEl>
                                        <p:attrNameLst>
                                          <p:attrName>style.visibility</p:attrName>
                                        </p:attrNameLst>
                                      </p:cBhvr>
                                      <p:to>
                                        <p:strVal val="visible"/>
                                      </p:to>
                                    </p:set>
                                    <p:animEffect transition="in" filter="box(out)">
                                      <p:cBhvr>
                                        <p:cTn id="148" dur="500"/>
                                        <p:tgtEl>
                                          <p:spTgt spid="52275"/>
                                        </p:tgtEl>
                                      </p:cBhvr>
                                    </p:animEffect>
                                  </p:childTnLst>
                                  <p:subTnLst>
                                    <p:audio>
                                      <p:cMediaNode>
                                        <p:cTn display="0" masterRel="sameClick">
                                          <p:stCondLst>
                                            <p:cond evt="begin" delay="0">
                                              <p:tn val="146"/>
                                            </p:cond>
                                          </p:stCondLst>
                                          <p:endCondLst>
                                            <p:cond evt="onStopAudio" delay="0">
                                              <p:tgtEl>
                                                <p:sldTgt/>
                                              </p:tgtEl>
                                            </p:cond>
                                          </p:endCondLst>
                                        </p:cTn>
                                        <p:tgtEl>
                                          <p:sndTgt r:embed="rId3" name="CAMERA.WAV"/>
                                        </p:tgtEl>
                                      </p:cMediaNode>
                                    </p:audio>
                                  </p:subTnLst>
                                </p:cTn>
                              </p:par>
                            </p:childTnLst>
                          </p:cTn>
                        </p:par>
                      </p:childTnLst>
                    </p:cTn>
                  </p:par>
                  <p:par>
                    <p:cTn id="149" fill="hold">
                      <p:stCondLst>
                        <p:cond delay="indefinite"/>
                      </p:stCondLst>
                      <p:childTnLst>
                        <p:par>
                          <p:cTn id="150" fill="hold">
                            <p:stCondLst>
                              <p:cond delay="0"/>
                            </p:stCondLst>
                            <p:childTnLst>
                              <p:par>
                                <p:cTn id="151" presetID="4" presetClass="entr" presetSubtype="32" fill="hold" grpId="0" nodeType="clickEffect">
                                  <p:stCondLst>
                                    <p:cond delay="0"/>
                                  </p:stCondLst>
                                  <p:childTnLst>
                                    <p:set>
                                      <p:cBhvr>
                                        <p:cTn id="152" dur="1" fill="hold">
                                          <p:stCondLst>
                                            <p:cond delay="0"/>
                                          </p:stCondLst>
                                        </p:cTn>
                                        <p:tgtEl>
                                          <p:spTgt spid="52276"/>
                                        </p:tgtEl>
                                        <p:attrNameLst>
                                          <p:attrName>style.visibility</p:attrName>
                                        </p:attrNameLst>
                                      </p:cBhvr>
                                      <p:to>
                                        <p:strVal val="visible"/>
                                      </p:to>
                                    </p:set>
                                    <p:animEffect transition="in" filter="box(out)">
                                      <p:cBhvr>
                                        <p:cTn id="153" dur="500"/>
                                        <p:tgtEl>
                                          <p:spTgt spid="52276"/>
                                        </p:tgtEl>
                                      </p:cBhvr>
                                    </p:animEffect>
                                  </p:childTnLst>
                                  <p:subTnLst>
                                    <p:audio>
                                      <p:cMediaNode>
                                        <p:cTn display="0" masterRel="sameClick">
                                          <p:stCondLst>
                                            <p:cond evt="begin" delay="0">
                                              <p:tn val="151"/>
                                            </p:cond>
                                          </p:stCondLst>
                                          <p:endCondLst>
                                            <p:cond evt="onStopAudio" delay="0">
                                              <p:tgtEl>
                                                <p:sldTgt/>
                                              </p:tgtEl>
                                            </p:cond>
                                          </p:endCondLst>
                                        </p:cTn>
                                        <p:tgtEl>
                                          <p:sndTgt r:embed="rId3" name="CAMERA.WAV"/>
                                        </p:tgtEl>
                                      </p:cMediaNode>
                                    </p:audio>
                                  </p:subTnLst>
                                </p:cTn>
                              </p:par>
                            </p:childTnLst>
                          </p:cTn>
                        </p:par>
                      </p:childTnLst>
                    </p:cTn>
                  </p:par>
                  <p:par>
                    <p:cTn id="154" fill="hold">
                      <p:stCondLst>
                        <p:cond delay="indefinite"/>
                      </p:stCondLst>
                      <p:childTnLst>
                        <p:par>
                          <p:cTn id="155" fill="hold">
                            <p:stCondLst>
                              <p:cond delay="0"/>
                            </p:stCondLst>
                            <p:childTnLst>
                              <p:par>
                                <p:cTn id="156" presetID="4" presetClass="entr" presetSubtype="32" fill="hold" grpId="0" nodeType="clickEffect">
                                  <p:stCondLst>
                                    <p:cond delay="0"/>
                                  </p:stCondLst>
                                  <p:childTnLst>
                                    <p:set>
                                      <p:cBhvr>
                                        <p:cTn id="157" dur="1" fill="hold">
                                          <p:stCondLst>
                                            <p:cond delay="0"/>
                                          </p:stCondLst>
                                        </p:cTn>
                                        <p:tgtEl>
                                          <p:spTgt spid="52273"/>
                                        </p:tgtEl>
                                        <p:attrNameLst>
                                          <p:attrName>style.visibility</p:attrName>
                                        </p:attrNameLst>
                                      </p:cBhvr>
                                      <p:to>
                                        <p:strVal val="visible"/>
                                      </p:to>
                                    </p:set>
                                    <p:animEffect transition="in" filter="box(out)">
                                      <p:cBhvr>
                                        <p:cTn id="158" dur="500"/>
                                        <p:tgtEl>
                                          <p:spTgt spid="52273"/>
                                        </p:tgtEl>
                                      </p:cBhvr>
                                    </p:animEffect>
                                  </p:childTnLst>
                                  <p:subTnLst>
                                    <p:audio>
                                      <p:cMediaNode>
                                        <p:cTn display="0" masterRel="sameClick">
                                          <p:stCondLst>
                                            <p:cond evt="begin" delay="0">
                                              <p:tn val="156"/>
                                            </p:cond>
                                          </p:stCondLst>
                                          <p:endCondLst>
                                            <p:cond evt="onStopAudio" delay="0">
                                              <p:tgtEl>
                                                <p:sldTgt/>
                                              </p:tgtEl>
                                            </p:cond>
                                          </p:endCondLst>
                                        </p:cTn>
                                        <p:tgtEl>
                                          <p:sndTgt r:embed="rId3" name="CAMERA.WAV"/>
                                        </p:tgtEl>
                                      </p:cMediaNode>
                                    </p:audio>
                                  </p:subTnLst>
                                </p:cTn>
                              </p:par>
                            </p:childTnLst>
                          </p:cTn>
                        </p:par>
                      </p:childTnLst>
                    </p:cTn>
                  </p:par>
                  <p:par>
                    <p:cTn id="159" fill="hold">
                      <p:stCondLst>
                        <p:cond delay="indefinite"/>
                      </p:stCondLst>
                      <p:childTnLst>
                        <p:par>
                          <p:cTn id="160" fill="hold">
                            <p:stCondLst>
                              <p:cond delay="0"/>
                            </p:stCondLst>
                            <p:childTnLst>
                              <p:par>
                                <p:cTn id="161" presetID="4" presetClass="entr" presetSubtype="32" fill="hold" grpId="0" nodeType="clickEffect">
                                  <p:stCondLst>
                                    <p:cond delay="0"/>
                                  </p:stCondLst>
                                  <p:childTnLst>
                                    <p:set>
                                      <p:cBhvr>
                                        <p:cTn id="162" dur="1" fill="hold">
                                          <p:stCondLst>
                                            <p:cond delay="0"/>
                                          </p:stCondLst>
                                        </p:cTn>
                                        <p:tgtEl>
                                          <p:spTgt spid="52274"/>
                                        </p:tgtEl>
                                        <p:attrNameLst>
                                          <p:attrName>style.visibility</p:attrName>
                                        </p:attrNameLst>
                                      </p:cBhvr>
                                      <p:to>
                                        <p:strVal val="visible"/>
                                      </p:to>
                                    </p:set>
                                    <p:animEffect transition="in" filter="box(out)">
                                      <p:cBhvr>
                                        <p:cTn id="163" dur="500"/>
                                        <p:tgtEl>
                                          <p:spTgt spid="52274"/>
                                        </p:tgtEl>
                                      </p:cBhvr>
                                    </p:animEffect>
                                  </p:childTnLst>
                                  <p:subTnLst>
                                    <p:audio>
                                      <p:cMediaNode>
                                        <p:cTn display="0" masterRel="sameClick">
                                          <p:stCondLst>
                                            <p:cond evt="begin" delay="0">
                                              <p:tn val="161"/>
                                            </p:cond>
                                          </p:stCondLst>
                                          <p:endCondLst>
                                            <p:cond evt="onStopAudio" delay="0">
                                              <p:tgtEl>
                                                <p:sldTgt/>
                                              </p:tgtEl>
                                            </p:cond>
                                          </p:endCondLst>
                                        </p:cTn>
                                        <p:tgtEl>
                                          <p:sndTgt r:embed="rId3" name="CAMERA.WAV"/>
                                        </p:tgtEl>
                                      </p:cMediaNode>
                                    </p:audio>
                                  </p:subTnLst>
                                </p:cTn>
                              </p:par>
                            </p:childTnLst>
                          </p:cTn>
                        </p:par>
                      </p:childTnLst>
                    </p:cTn>
                  </p:par>
                  <p:par>
                    <p:cTn id="164" fill="hold">
                      <p:stCondLst>
                        <p:cond delay="indefinite"/>
                      </p:stCondLst>
                      <p:childTnLst>
                        <p:par>
                          <p:cTn id="165" fill="hold">
                            <p:stCondLst>
                              <p:cond delay="0"/>
                            </p:stCondLst>
                            <p:childTnLst>
                              <p:par>
                                <p:cTn id="166" presetID="4" presetClass="entr" presetSubtype="32" fill="hold" grpId="0" nodeType="clickEffect">
                                  <p:stCondLst>
                                    <p:cond delay="0"/>
                                  </p:stCondLst>
                                  <p:childTnLst>
                                    <p:set>
                                      <p:cBhvr>
                                        <p:cTn id="167" dur="1" fill="hold">
                                          <p:stCondLst>
                                            <p:cond delay="0"/>
                                          </p:stCondLst>
                                        </p:cTn>
                                        <p:tgtEl>
                                          <p:spTgt spid="52272"/>
                                        </p:tgtEl>
                                        <p:attrNameLst>
                                          <p:attrName>style.visibility</p:attrName>
                                        </p:attrNameLst>
                                      </p:cBhvr>
                                      <p:to>
                                        <p:strVal val="visible"/>
                                      </p:to>
                                    </p:set>
                                    <p:animEffect transition="in" filter="box(out)">
                                      <p:cBhvr>
                                        <p:cTn id="168" dur="500"/>
                                        <p:tgtEl>
                                          <p:spTgt spid="52272"/>
                                        </p:tgtEl>
                                      </p:cBhvr>
                                    </p:animEffect>
                                  </p:childTnLst>
                                  <p:subTnLst>
                                    <p:audio>
                                      <p:cMediaNode>
                                        <p:cTn display="0" masterRel="sameClick">
                                          <p:stCondLst>
                                            <p:cond evt="begin" delay="0">
                                              <p:tn val="166"/>
                                            </p:cond>
                                          </p:stCondLst>
                                          <p:endCondLst>
                                            <p:cond evt="onStopAudio" delay="0">
                                              <p:tgtEl>
                                                <p:sldTgt/>
                                              </p:tgtEl>
                                            </p:cond>
                                          </p:endCondLst>
                                        </p:cTn>
                                        <p:tgtEl>
                                          <p:sndTgt r:embed="rId3" name="CAMERA.WAV"/>
                                        </p:tgtEl>
                                      </p:cMediaNode>
                                    </p:audio>
                                  </p:subTnLst>
                                </p:cTn>
                              </p:par>
                            </p:childTnLst>
                          </p:cTn>
                        </p:par>
                      </p:childTnLst>
                    </p:cTn>
                  </p:par>
                  <p:par>
                    <p:cTn id="169" fill="hold">
                      <p:stCondLst>
                        <p:cond delay="indefinite"/>
                      </p:stCondLst>
                      <p:childTnLst>
                        <p:par>
                          <p:cTn id="170" fill="hold">
                            <p:stCondLst>
                              <p:cond delay="0"/>
                            </p:stCondLst>
                            <p:childTnLst>
                              <p:par>
                                <p:cTn id="171" presetID="4" presetClass="entr" presetSubtype="32" fill="hold" nodeType="clickEffect">
                                  <p:stCondLst>
                                    <p:cond delay="0"/>
                                  </p:stCondLst>
                                  <p:childTnLst>
                                    <p:set>
                                      <p:cBhvr>
                                        <p:cTn id="172" dur="1" fill="hold">
                                          <p:stCondLst>
                                            <p:cond delay="0"/>
                                          </p:stCondLst>
                                        </p:cTn>
                                        <p:tgtEl>
                                          <p:spTgt spid="52239"/>
                                        </p:tgtEl>
                                        <p:attrNameLst>
                                          <p:attrName>style.visibility</p:attrName>
                                        </p:attrNameLst>
                                      </p:cBhvr>
                                      <p:to>
                                        <p:strVal val="visible"/>
                                      </p:to>
                                    </p:set>
                                    <p:animEffect transition="in" filter="box(out)">
                                      <p:cBhvr>
                                        <p:cTn id="173" dur="500"/>
                                        <p:tgtEl>
                                          <p:spTgt spid="52239"/>
                                        </p:tgtEl>
                                      </p:cBhvr>
                                    </p:animEffect>
                                  </p:childTnLst>
                                  <p:subTnLst>
                                    <p:audio>
                                      <p:cMediaNode>
                                        <p:cTn display="0" masterRel="sameClick">
                                          <p:stCondLst>
                                            <p:cond evt="begin" delay="0">
                                              <p:tn val="171"/>
                                            </p:cond>
                                          </p:stCondLst>
                                          <p:endCondLst>
                                            <p:cond evt="onStopAudio" delay="0">
                                              <p:tgtEl>
                                                <p:sldTgt/>
                                              </p:tgtEl>
                                            </p:cond>
                                          </p:endCondLst>
                                        </p:cTn>
                                        <p:tgtEl>
                                          <p:sndTgt r:embed="rId3" name="CAMERA.WAV"/>
                                        </p:tgtEl>
                                      </p:cMediaNode>
                                    </p:audio>
                                  </p:subTnLst>
                                </p:cTn>
                              </p:par>
                            </p:childTnLst>
                          </p:cTn>
                        </p:par>
                      </p:childTnLst>
                    </p:cTn>
                  </p:par>
                  <p:par>
                    <p:cTn id="174" fill="hold">
                      <p:stCondLst>
                        <p:cond delay="indefinite"/>
                      </p:stCondLst>
                      <p:childTnLst>
                        <p:par>
                          <p:cTn id="175" fill="hold">
                            <p:stCondLst>
                              <p:cond delay="0"/>
                            </p:stCondLst>
                            <p:childTnLst>
                              <p:par>
                                <p:cTn id="176" presetID="4" presetClass="entr" presetSubtype="32" fill="hold" grpId="0" nodeType="clickEffect">
                                  <p:stCondLst>
                                    <p:cond delay="0"/>
                                  </p:stCondLst>
                                  <p:childTnLst>
                                    <p:set>
                                      <p:cBhvr>
                                        <p:cTn id="177" dur="1" fill="hold">
                                          <p:stCondLst>
                                            <p:cond delay="0"/>
                                          </p:stCondLst>
                                        </p:cTn>
                                        <p:tgtEl>
                                          <p:spTgt spid="52271"/>
                                        </p:tgtEl>
                                        <p:attrNameLst>
                                          <p:attrName>style.visibility</p:attrName>
                                        </p:attrNameLst>
                                      </p:cBhvr>
                                      <p:to>
                                        <p:strVal val="visible"/>
                                      </p:to>
                                    </p:set>
                                    <p:animEffect transition="in" filter="box(out)">
                                      <p:cBhvr>
                                        <p:cTn id="178" dur="500"/>
                                        <p:tgtEl>
                                          <p:spTgt spid="52271"/>
                                        </p:tgtEl>
                                      </p:cBhvr>
                                    </p:animEffect>
                                  </p:childTnLst>
                                  <p:subTnLst>
                                    <p:audio>
                                      <p:cMediaNode>
                                        <p:cTn display="0" masterRel="sameClick">
                                          <p:stCondLst>
                                            <p:cond evt="begin" delay="0">
                                              <p:tn val="176"/>
                                            </p:cond>
                                          </p:stCondLst>
                                          <p:endCondLst>
                                            <p:cond evt="onStopAudio" delay="0">
                                              <p:tgtEl>
                                                <p:sldTgt/>
                                              </p:tgtEl>
                                            </p:cond>
                                          </p:endCondLst>
                                        </p:cTn>
                                        <p:tgtEl>
                                          <p:sndTgt r:embed="rId3" name="CAMERA.WAV"/>
                                        </p:tgtEl>
                                      </p:cMediaNode>
                                    </p:audio>
                                  </p:subTnLst>
                                </p:cTn>
                              </p:par>
                            </p:childTnLst>
                          </p:cTn>
                        </p:par>
                      </p:childTnLst>
                    </p:cTn>
                  </p:par>
                  <p:par>
                    <p:cTn id="179" fill="hold">
                      <p:stCondLst>
                        <p:cond delay="indefinite"/>
                      </p:stCondLst>
                      <p:childTnLst>
                        <p:par>
                          <p:cTn id="180" fill="hold">
                            <p:stCondLst>
                              <p:cond delay="0"/>
                            </p:stCondLst>
                            <p:childTnLst>
                              <p:par>
                                <p:cTn id="181" presetID="4" presetClass="entr" presetSubtype="32" fill="hold" grpId="0" nodeType="clickEffect">
                                  <p:stCondLst>
                                    <p:cond delay="0"/>
                                  </p:stCondLst>
                                  <p:childTnLst>
                                    <p:set>
                                      <p:cBhvr>
                                        <p:cTn id="182" dur="1" fill="hold">
                                          <p:stCondLst>
                                            <p:cond delay="0"/>
                                          </p:stCondLst>
                                        </p:cTn>
                                        <p:tgtEl>
                                          <p:spTgt spid="52277"/>
                                        </p:tgtEl>
                                        <p:attrNameLst>
                                          <p:attrName>style.visibility</p:attrName>
                                        </p:attrNameLst>
                                      </p:cBhvr>
                                      <p:to>
                                        <p:strVal val="visible"/>
                                      </p:to>
                                    </p:set>
                                    <p:animEffect transition="in" filter="box(out)">
                                      <p:cBhvr>
                                        <p:cTn id="183" dur="500"/>
                                        <p:tgtEl>
                                          <p:spTgt spid="52277"/>
                                        </p:tgtEl>
                                      </p:cBhvr>
                                    </p:animEffect>
                                  </p:childTnLst>
                                  <p:subTnLst>
                                    <p:audio>
                                      <p:cMediaNode>
                                        <p:cTn display="0" masterRel="sameClick">
                                          <p:stCondLst>
                                            <p:cond evt="begin" delay="0">
                                              <p:tn val="181"/>
                                            </p:cond>
                                          </p:stCondLst>
                                          <p:endCondLst>
                                            <p:cond evt="onStopAudio" delay="0">
                                              <p:tgtEl>
                                                <p:sldTgt/>
                                              </p:tgtEl>
                                            </p:cond>
                                          </p:endCondLst>
                                        </p:cTn>
                                        <p:tgtEl>
                                          <p:sndTgt r:embed="rId3" name="CAMERA.WAV"/>
                                        </p:tgtEl>
                                      </p:cMediaNode>
                                    </p:audio>
                                  </p:subTnLst>
                                </p:cTn>
                              </p:par>
                            </p:childTnLst>
                          </p:cTn>
                        </p:par>
                      </p:childTnLst>
                    </p:cTn>
                  </p:par>
                  <p:par>
                    <p:cTn id="184" fill="hold">
                      <p:stCondLst>
                        <p:cond delay="indefinite"/>
                      </p:stCondLst>
                      <p:childTnLst>
                        <p:par>
                          <p:cTn id="185" fill="hold">
                            <p:stCondLst>
                              <p:cond delay="0"/>
                            </p:stCondLst>
                            <p:childTnLst>
                              <p:par>
                                <p:cTn id="186" presetID="4" presetClass="entr" presetSubtype="32" fill="hold" grpId="0" nodeType="clickEffect">
                                  <p:stCondLst>
                                    <p:cond delay="0"/>
                                  </p:stCondLst>
                                  <p:childTnLst>
                                    <p:set>
                                      <p:cBhvr>
                                        <p:cTn id="187" dur="1" fill="hold">
                                          <p:stCondLst>
                                            <p:cond delay="0"/>
                                          </p:stCondLst>
                                        </p:cTn>
                                        <p:tgtEl>
                                          <p:spTgt spid="52278"/>
                                        </p:tgtEl>
                                        <p:attrNameLst>
                                          <p:attrName>style.visibility</p:attrName>
                                        </p:attrNameLst>
                                      </p:cBhvr>
                                      <p:to>
                                        <p:strVal val="visible"/>
                                      </p:to>
                                    </p:set>
                                    <p:animEffect transition="in" filter="box(out)">
                                      <p:cBhvr>
                                        <p:cTn id="188" dur="500"/>
                                        <p:tgtEl>
                                          <p:spTgt spid="52278"/>
                                        </p:tgtEl>
                                      </p:cBhvr>
                                    </p:animEffect>
                                  </p:childTnLst>
                                  <p:subTnLst>
                                    <p:audio>
                                      <p:cMediaNode>
                                        <p:cTn display="0" masterRel="sameClick">
                                          <p:stCondLst>
                                            <p:cond evt="begin" delay="0">
                                              <p:tn val="186"/>
                                            </p:cond>
                                          </p:stCondLst>
                                          <p:endCondLst>
                                            <p:cond evt="onStopAudio" delay="0">
                                              <p:tgtEl>
                                                <p:sldTgt/>
                                              </p:tgtEl>
                                            </p:cond>
                                          </p:endCondLst>
                                        </p:cTn>
                                        <p:tgtEl>
                                          <p:sndTgt r:embed="rId3" name="CAMERA.WAV"/>
                                        </p:tgtEl>
                                      </p:cMediaNode>
                                    </p:audio>
                                  </p:subTnLst>
                                </p:cTn>
                              </p:par>
                            </p:childTnLst>
                          </p:cTn>
                        </p:par>
                      </p:childTnLst>
                    </p:cTn>
                  </p:par>
                  <p:par>
                    <p:cTn id="189" fill="hold">
                      <p:stCondLst>
                        <p:cond delay="indefinite"/>
                      </p:stCondLst>
                      <p:childTnLst>
                        <p:par>
                          <p:cTn id="190" fill="hold">
                            <p:stCondLst>
                              <p:cond delay="0"/>
                            </p:stCondLst>
                            <p:childTnLst>
                              <p:par>
                                <p:cTn id="191" presetID="4" presetClass="entr" presetSubtype="32" fill="hold" grpId="0" nodeType="clickEffect">
                                  <p:stCondLst>
                                    <p:cond delay="0"/>
                                  </p:stCondLst>
                                  <p:childTnLst>
                                    <p:set>
                                      <p:cBhvr>
                                        <p:cTn id="192" dur="1" fill="hold">
                                          <p:stCondLst>
                                            <p:cond delay="0"/>
                                          </p:stCondLst>
                                        </p:cTn>
                                        <p:tgtEl>
                                          <p:spTgt spid="52279"/>
                                        </p:tgtEl>
                                        <p:attrNameLst>
                                          <p:attrName>style.visibility</p:attrName>
                                        </p:attrNameLst>
                                      </p:cBhvr>
                                      <p:to>
                                        <p:strVal val="visible"/>
                                      </p:to>
                                    </p:set>
                                    <p:animEffect transition="in" filter="box(out)">
                                      <p:cBhvr>
                                        <p:cTn id="193" dur="500"/>
                                        <p:tgtEl>
                                          <p:spTgt spid="52279"/>
                                        </p:tgtEl>
                                      </p:cBhvr>
                                    </p:animEffect>
                                  </p:childTnLst>
                                  <p:subTnLst>
                                    <p:audio>
                                      <p:cMediaNode>
                                        <p:cTn display="0" masterRel="sameClick">
                                          <p:stCondLst>
                                            <p:cond evt="begin" delay="0">
                                              <p:tn val="191"/>
                                            </p:cond>
                                          </p:stCondLst>
                                          <p:endCondLst>
                                            <p:cond evt="onStopAudio" delay="0">
                                              <p:tgtEl>
                                                <p:sldTgt/>
                                              </p:tgtEl>
                                            </p:cond>
                                          </p:endCondLst>
                                        </p:cTn>
                                        <p:tgtEl>
                                          <p:sndTgt r:embed="rId3" name="CAMERA.WAV"/>
                                        </p:tgtEl>
                                      </p:cMediaNode>
                                    </p:audio>
                                  </p:subTnLst>
                                </p:cTn>
                              </p:par>
                            </p:childTnLst>
                          </p:cTn>
                        </p:par>
                      </p:childTnLst>
                    </p:cTn>
                  </p:par>
                  <p:par>
                    <p:cTn id="194" fill="hold">
                      <p:stCondLst>
                        <p:cond delay="indefinite"/>
                      </p:stCondLst>
                      <p:childTnLst>
                        <p:par>
                          <p:cTn id="195" fill="hold">
                            <p:stCondLst>
                              <p:cond delay="0"/>
                            </p:stCondLst>
                            <p:childTnLst>
                              <p:par>
                                <p:cTn id="196" presetID="4" presetClass="entr" presetSubtype="32" fill="hold" grpId="0" nodeType="clickEffect">
                                  <p:stCondLst>
                                    <p:cond delay="0"/>
                                  </p:stCondLst>
                                  <p:childTnLst>
                                    <p:set>
                                      <p:cBhvr>
                                        <p:cTn id="197" dur="1" fill="hold">
                                          <p:stCondLst>
                                            <p:cond delay="0"/>
                                          </p:stCondLst>
                                        </p:cTn>
                                        <p:tgtEl>
                                          <p:spTgt spid="52280"/>
                                        </p:tgtEl>
                                        <p:attrNameLst>
                                          <p:attrName>style.visibility</p:attrName>
                                        </p:attrNameLst>
                                      </p:cBhvr>
                                      <p:to>
                                        <p:strVal val="visible"/>
                                      </p:to>
                                    </p:set>
                                    <p:animEffect transition="in" filter="box(out)">
                                      <p:cBhvr>
                                        <p:cTn id="198" dur="500"/>
                                        <p:tgtEl>
                                          <p:spTgt spid="52280"/>
                                        </p:tgtEl>
                                      </p:cBhvr>
                                    </p:animEffect>
                                  </p:childTnLst>
                                  <p:subTnLst>
                                    <p:audio>
                                      <p:cMediaNode>
                                        <p:cTn display="0" masterRel="sameClick">
                                          <p:stCondLst>
                                            <p:cond evt="begin" delay="0">
                                              <p:tn val="196"/>
                                            </p:cond>
                                          </p:stCondLst>
                                          <p:endCondLst>
                                            <p:cond evt="onStopAudio" delay="0">
                                              <p:tgtEl>
                                                <p:sldTgt/>
                                              </p:tgtEl>
                                            </p:cond>
                                          </p:endCondLst>
                                        </p:cTn>
                                        <p:tgtEl>
                                          <p:sndTgt r:embed="rId3" name="CAMERA.WAV"/>
                                        </p:tgtEl>
                                      </p:cMediaNode>
                                    </p:audio>
                                  </p:subTnLst>
                                </p:cTn>
                              </p:par>
                            </p:childTnLst>
                          </p:cTn>
                        </p:par>
                      </p:childTnLst>
                    </p:cTn>
                  </p:par>
                  <p:par>
                    <p:cTn id="199" fill="hold">
                      <p:stCondLst>
                        <p:cond delay="indefinite"/>
                      </p:stCondLst>
                      <p:childTnLst>
                        <p:par>
                          <p:cTn id="200" fill="hold">
                            <p:stCondLst>
                              <p:cond delay="0"/>
                            </p:stCondLst>
                            <p:childTnLst>
                              <p:par>
                                <p:cTn id="201" presetID="4" presetClass="entr" presetSubtype="32" fill="hold" grpId="0" nodeType="clickEffect">
                                  <p:stCondLst>
                                    <p:cond delay="0"/>
                                  </p:stCondLst>
                                  <p:childTnLst>
                                    <p:set>
                                      <p:cBhvr>
                                        <p:cTn id="202" dur="1" fill="hold">
                                          <p:stCondLst>
                                            <p:cond delay="0"/>
                                          </p:stCondLst>
                                        </p:cTn>
                                        <p:tgtEl>
                                          <p:spTgt spid="52281"/>
                                        </p:tgtEl>
                                        <p:attrNameLst>
                                          <p:attrName>style.visibility</p:attrName>
                                        </p:attrNameLst>
                                      </p:cBhvr>
                                      <p:to>
                                        <p:strVal val="visible"/>
                                      </p:to>
                                    </p:set>
                                    <p:animEffect transition="in" filter="box(out)">
                                      <p:cBhvr>
                                        <p:cTn id="203" dur="500"/>
                                        <p:tgtEl>
                                          <p:spTgt spid="52281"/>
                                        </p:tgtEl>
                                      </p:cBhvr>
                                    </p:animEffect>
                                  </p:childTnLst>
                                  <p:subTnLst>
                                    <p:audio>
                                      <p:cMediaNode>
                                        <p:cTn display="0" masterRel="sameClick">
                                          <p:stCondLst>
                                            <p:cond evt="begin" delay="0">
                                              <p:tn val="201"/>
                                            </p:cond>
                                          </p:stCondLst>
                                          <p:endCondLst>
                                            <p:cond evt="onStopAudio" delay="0">
                                              <p:tgtEl>
                                                <p:sldTgt/>
                                              </p:tgtEl>
                                            </p:cond>
                                          </p:endCondLst>
                                        </p:cTn>
                                        <p:tgtEl>
                                          <p:sndTgt r:embed="rId3" name="CAMERA.WAV"/>
                                        </p:tgtEl>
                                      </p:cMediaNode>
                                    </p:audio>
                                  </p:subTnLst>
                                </p:cTn>
                              </p:par>
                            </p:childTnLst>
                          </p:cTn>
                        </p:par>
                      </p:childTnLst>
                    </p:cTn>
                  </p:par>
                  <p:par>
                    <p:cTn id="204" fill="hold">
                      <p:stCondLst>
                        <p:cond delay="indefinite"/>
                      </p:stCondLst>
                      <p:childTnLst>
                        <p:par>
                          <p:cTn id="205" fill="hold">
                            <p:stCondLst>
                              <p:cond delay="0"/>
                            </p:stCondLst>
                            <p:childTnLst>
                              <p:par>
                                <p:cTn id="206" presetID="4" presetClass="entr" presetSubtype="32" fill="hold" nodeType="clickEffect">
                                  <p:stCondLst>
                                    <p:cond delay="0"/>
                                  </p:stCondLst>
                                  <p:childTnLst>
                                    <p:set>
                                      <p:cBhvr>
                                        <p:cTn id="207" dur="1" fill="hold">
                                          <p:stCondLst>
                                            <p:cond delay="0"/>
                                          </p:stCondLst>
                                        </p:cTn>
                                        <p:tgtEl>
                                          <p:spTgt spid="52242"/>
                                        </p:tgtEl>
                                        <p:attrNameLst>
                                          <p:attrName>style.visibility</p:attrName>
                                        </p:attrNameLst>
                                      </p:cBhvr>
                                      <p:to>
                                        <p:strVal val="visible"/>
                                      </p:to>
                                    </p:set>
                                    <p:animEffect transition="in" filter="box(out)">
                                      <p:cBhvr>
                                        <p:cTn id="208" dur="500"/>
                                        <p:tgtEl>
                                          <p:spTgt spid="52242"/>
                                        </p:tgtEl>
                                      </p:cBhvr>
                                    </p:animEffect>
                                  </p:childTnLst>
                                  <p:subTnLst>
                                    <p:audio>
                                      <p:cMediaNode>
                                        <p:cTn display="0" masterRel="sameClick">
                                          <p:stCondLst>
                                            <p:cond evt="begin" delay="0">
                                              <p:tn val="206"/>
                                            </p:cond>
                                          </p:stCondLst>
                                          <p:endCondLst>
                                            <p:cond evt="onStopAudio" delay="0">
                                              <p:tgtEl>
                                                <p:sldTgt/>
                                              </p:tgtEl>
                                            </p:cond>
                                          </p:endCondLst>
                                        </p:cTn>
                                        <p:tgtEl>
                                          <p:sndTgt r:embed="rId3" name="CAMERA.WAV"/>
                                        </p:tgtEl>
                                      </p:cMediaNode>
                                    </p:audio>
                                  </p:subTnLst>
                                </p:cTn>
                              </p:par>
                            </p:childTnLst>
                          </p:cTn>
                        </p:par>
                      </p:childTnLst>
                    </p:cTn>
                  </p:par>
                  <p:par>
                    <p:cTn id="209" fill="hold">
                      <p:stCondLst>
                        <p:cond delay="indefinite"/>
                      </p:stCondLst>
                      <p:childTnLst>
                        <p:par>
                          <p:cTn id="210" fill="hold">
                            <p:stCondLst>
                              <p:cond delay="0"/>
                            </p:stCondLst>
                            <p:childTnLst>
                              <p:par>
                                <p:cTn id="211" presetID="4" presetClass="entr" presetSubtype="32" fill="hold" nodeType="clickEffect">
                                  <p:stCondLst>
                                    <p:cond delay="0"/>
                                  </p:stCondLst>
                                  <p:childTnLst>
                                    <p:set>
                                      <p:cBhvr>
                                        <p:cTn id="212" dur="1" fill="hold">
                                          <p:stCondLst>
                                            <p:cond delay="0"/>
                                          </p:stCondLst>
                                        </p:cTn>
                                        <p:tgtEl>
                                          <p:spTgt spid="52245"/>
                                        </p:tgtEl>
                                        <p:attrNameLst>
                                          <p:attrName>style.visibility</p:attrName>
                                        </p:attrNameLst>
                                      </p:cBhvr>
                                      <p:to>
                                        <p:strVal val="visible"/>
                                      </p:to>
                                    </p:set>
                                    <p:animEffect transition="in" filter="box(out)">
                                      <p:cBhvr>
                                        <p:cTn id="213" dur="500"/>
                                        <p:tgtEl>
                                          <p:spTgt spid="52245"/>
                                        </p:tgtEl>
                                      </p:cBhvr>
                                    </p:animEffect>
                                  </p:childTnLst>
                                  <p:subTnLst>
                                    <p:audio>
                                      <p:cMediaNode>
                                        <p:cTn display="0" masterRel="sameClick">
                                          <p:stCondLst>
                                            <p:cond evt="begin" delay="0">
                                              <p:tn val="211"/>
                                            </p:cond>
                                          </p:stCondLst>
                                          <p:endCondLst>
                                            <p:cond evt="onStopAudio" delay="0">
                                              <p:tgtEl>
                                                <p:sldTgt/>
                                              </p:tgtEl>
                                            </p:cond>
                                          </p:endCondLst>
                                        </p:cTn>
                                        <p:tgtEl>
                                          <p:sndTgt r:embed="rId3" name="CAMERA.WAV"/>
                                        </p:tgtEl>
                                      </p:cMediaNode>
                                    </p:audio>
                                  </p:subTnLst>
                                </p:cTn>
                              </p:par>
                            </p:childTnLst>
                          </p:cTn>
                        </p:par>
                      </p:childTnLst>
                    </p:cTn>
                  </p:par>
                  <p:par>
                    <p:cTn id="214" fill="hold">
                      <p:stCondLst>
                        <p:cond delay="indefinite"/>
                      </p:stCondLst>
                      <p:childTnLst>
                        <p:par>
                          <p:cTn id="215" fill="hold">
                            <p:stCondLst>
                              <p:cond delay="0"/>
                            </p:stCondLst>
                            <p:childTnLst>
                              <p:par>
                                <p:cTn id="216" presetID="3" presetClass="entr" presetSubtype="10" fill="hold" nodeType="clickEffect">
                                  <p:stCondLst>
                                    <p:cond delay="0"/>
                                  </p:stCondLst>
                                  <p:childTnLst>
                                    <p:set>
                                      <p:cBhvr>
                                        <p:cTn id="217" dur="1" fill="hold">
                                          <p:stCondLst>
                                            <p:cond delay="0"/>
                                          </p:stCondLst>
                                        </p:cTn>
                                        <p:tgtEl>
                                          <p:spTgt spid="52297"/>
                                        </p:tgtEl>
                                        <p:attrNameLst>
                                          <p:attrName>style.visibility</p:attrName>
                                        </p:attrNameLst>
                                      </p:cBhvr>
                                      <p:to>
                                        <p:strVal val="visible"/>
                                      </p:to>
                                    </p:set>
                                    <p:animEffect transition="in" filter="blinds(horizontal)">
                                      <p:cBhvr>
                                        <p:cTn id="218" dur="500"/>
                                        <p:tgtEl>
                                          <p:spTgt spid="522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6" grpId="0" build="p"/>
      <p:bldP spid="52248" grpId="0" bldLvl="0" animBg="1"/>
      <p:bldP spid="52249" grpId="0" bldLvl="0" animBg="1"/>
      <p:bldP spid="52250" grpId="0" bldLvl="0" animBg="1"/>
      <p:bldP spid="52251" grpId="0" bldLvl="0" animBg="1"/>
      <p:bldP spid="52252" grpId="0" bldLvl="0" animBg="1"/>
      <p:bldP spid="52253" grpId="0" bldLvl="0" animBg="1"/>
      <p:bldP spid="52255" grpId="0" bldLvl="0" animBg="1"/>
      <p:bldP spid="52254" grpId="0" bldLvl="0" animBg="1"/>
      <p:bldP spid="52256" grpId="0" bldLvl="0" animBg="1"/>
      <p:bldP spid="52257" grpId="0" bldLvl="0" animBg="1"/>
      <p:bldP spid="52258" grpId="0" bldLvl="0" animBg="1"/>
      <p:bldP spid="52259" grpId="0" bldLvl="0" animBg="1"/>
      <p:bldP spid="52260" grpId="0" bldLvl="0" animBg="1"/>
      <p:bldP spid="52261" grpId="0" bldLvl="0" animBg="1"/>
      <p:bldP spid="52262" grpId="0" bldLvl="0" animBg="1"/>
      <p:bldP spid="52263" grpId="0" bldLvl="0" animBg="1"/>
      <p:bldP spid="52264" grpId="0" bldLvl="0" animBg="1"/>
      <p:bldP spid="52265" grpId="0" bldLvl="0" animBg="1"/>
      <p:bldP spid="52266" grpId="0" bldLvl="0" animBg="1"/>
      <p:bldP spid="52267" grpId="0" bldLvl="0" animBg="1"/>
      <p:bldP spid="52268" grpId="0" bldLvl="0" animBg="1"/>
      <p:bldP spid="52269" grpId="0" bldLvl="0" animBg="1"/>
      <p:bldP spid="52270" grpId="0" bldLvl="0" animBg="1"/>
      <p:bldP spid="52271" grpId="0" bldLvl="0" animBg="1"/>
      <p:bldP spid="52272" grpId="0" bldLvl="0" animBg="1"/>
      <p:bldP spid="52273" grpId="0" bldLvl="0" animBg="1"/>
      <p:bldP spid="52274" grpId="0" bldLvl="0" animBg="1"/>
      <p:bldP spid="52275" grpId="0" bldLvl="0" animBg="1"/>
      <p:bldP spid="52276" grpId="0" bldLvl="0" animBg="1"/>
      <p:bldP spid="52277" grpId="0" bldLvl="0" animBg="1"/>
      <p:bldP spid="52278" grpId="0" bldLvl="0" animBg="1"/>
      <p:bldP spid="52279" grpId="0" bldLvl="0" animBg="1"/>
      <p:bldP spid="52280" grpId="0" bldLvl="0" animBg="1"/>
      <p:bldP spid="52281"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5137" name="文本框 53249"/>
          <p:cNvSpPr txBox="1"/>
          <p:nvPr/>
        </p:nvSpPr>
        <p:spPr>
          <a:xfrm>
            <a:off x="2457450" y="722313"/>
            <a:ext cx="309563" cy="368300"/>
          </a:xfrm>
          <a:prstGeom prst="rect">
            <a:avLst/>
          </a:prstGeom>
          <a:noFill/>
          <a:ln w="9525">
            <a:noFill/>
          </a:ln>
        </p:spPr>
        <p:txBody>
          <a:bodyPr wrap="none" anchor="t" anchorCtr="0">
            <a:spAutoFit/>
          </a:bodyPr>
          <a:p>
            <a:endParaRPr lang="zh-CN" altLang="zh-CN" dirty="0">
              <a:latin typeface="Times New Roman" panose="02020603050405020304" pitchFamily="18" charset="0"/>
              <a:ea typeface="宋体" panose="02010600030101010101" pitchFamily="2" charset="-122"/>
            </a:endParaRPr>
          </a:p>
        </p:txBody>
      </p:sp>
      <p:grpSp>
        <p:nvGrpSpPr>
          <p:cNvPr id="475138" name="组合 53254"/>
          <p:cNvGrpSpPr/>
          <p:nvPr/>
        </p:nvGrpSpPr>
        <p:grpSpPr>
          <a:xfrm>
            <a:off x="9620250" y="6343650"/>
            <a:ext cx="1047750" cy="514350"/>
            <a:chOff x="4944" y="3816"/>
            <a:chExt cx="660" cy="324"/>
          </a:xfrm>
        </p:grpSpPr>
        <p:sp>
          <p:nvSpPr>
            <p:cNvPr id="475139" name="圆角矩形 53255">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475140" name="组合 53256"/>
            <p:cNvGrpSpPr/>
            <p:nvPr/>
          </p:nvGrpSpPr>
          <p:grpSpPr>
            <a:xfrm>
              <a:off x="5034" y="3846"/>
              <a:ext cx="450" cy="240"/>
              <a:chOff x="4530" y="3822"/>
              <a:chExt cx="450" cy="240"/>
            </a:xfrm>
          </p:grpSpPr>
          <p:sp>
            <p:nvSpPr>
              <p:cNvPr id="475141" name="任意多边形 53257">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475142" name="椭圆 53258"/>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475143" name="椭圆 53259"/>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475144"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
        <p:nvSpPr>
          <p:cNvPr id="32774" name="文本框 32773"/>
          <p:cNvSpPr txBox="1"/>
          <p:nvPr/>
        </p:nvSpPr>
        <p:spPr>
          <a:xfrm>
            <a:off x="2270125" y="804863"/>
            <a:ext cx="7959725" cy="5711825"/>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00000"/>
              </a:lnSpc>
            </a:pPr>
            <a:r>
              <a:rPr lang="en-US" altLang="zh-CN" sz="1800">
                <a:latin typeface="微软雅黑 Light" panose="020B0502040204020203" charset="-122"/>
                <a:ea typeface="微软雅黑 Light" panose="020B0502040204020203" charset="-122"/>
              </a:rPr>
              <a:t>#include&lt;stdio.h&gt;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define N 6</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int main()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int  i, j , t , a[N];</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请输入</a:t>
            </a:r>
            <a:r>
              <a:rPr lang="en-US" altLang="zh-CN" sz="1800">
                <a:latin typeface="微软雅黑 Light" panose="020B0502040204020203" charset="-122"/>
                <a:ea typeface="微软雅黑 Light" panose="020B0502040204020203" charset="-122"/>
              </a:rPr>
              <a:t>%d</a:t>
            </a:r>
            <a:r>
              <a:rPr lang="zh-CN" altLang="en-US" sz="1800">
                <a:latin typeface="微软雅黑 Light" panose="020B0502040204020203" charset="-122"/>
                <a:ea typeface="微软雅黑 Light" panose="020B0502040204020203" charset="-122"/>
              </a:rPr>
              <a:t>个整数：</a:t>
            </a:r>
            <a:r>
              <a:rPr lang="en-US" altLang="zh-CN" sz="1800">
                <a:latin typeface="微软雅黑 Light" panose="020B0502040204020203" charset="-122"/>
                <a:ea typeface="微软雅黑 Light" panose="020B0502040204020203" charset="-122"/>
              </a:rPr>
              <a:t>\n”,N);</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j=0; j&lt;N;  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scanf(“%d”, &amp;a[j]);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printf(“\n”);</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zh-CN" altLang="en-US" sz="1800">
                <a:latin typeface="微软雅黑 Light" panose="020B0502040204020203" charset="-122"/>
                <a:ea typeface="微软雅黑 Light" panose="020B0502040204020203" charset="-122"/>
              </a:rPr>
              <a:t>    </a:t>
            </a:r>
            <a:r>
              <a:rPr lang="en-US" altLang="zh-CN" sz="1800">
                <a:latin typeface="微软雅黑 Light" panose="020B0502040204020203" charset="-122"/>
                <a:ea typeface="微软雅黑 Light" panose="020B0502040204020203" charset="-122"/>
              </a:rPr>
              <a:t>for(i=0; i&lt;N;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j=0; j&lt;N-I-1; 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if( a[j]&gt; a[j+1]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 t=a[j];  a[j]=a[j+1];  a[j+1]=t;  }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排序之后：</a:t>
            </a:r>
            <a:r>
              <a:rPr lang="en-US" altLang="zh-CN" sz="1800">
                <a:latin typeface="微软雅黑 Light" panose="020B0502040204020203" charset="-122"/>
                <a:ea typeface="微软雅黑 Light" panose="020B0502040204020203" charset="-122"/>
              </a:rPr>
              <a:t>\n”);</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i=0; i&lt;N;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printf(“%4d”,  a[i]);</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return 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animEffect transition="in" filter="box(out)">
                                      <p:cBhvr>
                                        <p:cTn id="7" dur="500"/>
                                        <p:tgtEl>
                                          <p:spTgt spid="3277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6161" name="矩形 54354"/>
          <p:cNvSpPr/>
          <p:nvPr/>
        </p:nvSpPr>
        <p:spPr>
          <a:xfrm>
            <a:off x="2209800" y="2254250"/>
            <a:ext cx="7981950" cy="3990975"/>
          </a:xfrm>
          <a:prstGeom prst="rect">
            <a:avLst/>
          </a:prstGeom>
          <a:solidFill>
            <a:srgbClr val="C4EFFF"/>
          </a:solidFill>
          <a:ln w="25400" cap="flat" cmpd="sng">
            <a:solidFill>
              <a:schemeClr val="accent1"/>
            </a:solidFill>
            <a:prstDash val="solid"/>
            <a:miter/>
            <a:headEnd type="none" w="med" len="med"/>
            <a:tailEnd type="none" w="med" len="med"/>
          </a:ln>
        </p:spPr>
        <p:txBody>
          <a:bodyPr anchor="t" anchorCtr="0"/>
          <a:p>
            <a:pPr>
              <a:buSzTx/>
            </a:pPr>
            <a:endParaRPr lang="zh-CN" altLang="en-US">
              <a:latin typeface="Calibri" panose="020F0502020204030204" pitchFamily="34" charset="0"/>
              <a:ea typeface="宋体" panose="02010600030101010101" pitchFamily="2" charset="-122"/>
            </a:endParaRPr>
          </a:p>
        </p:txBody>
      </p:sp>
      <p:sp>
        <p:nvSpPr>
          <p:cNvPr id="476162" name="文本框 54274"/>
          <p:cNvSpPr txBox="1"/>
          <p:nvPr/>
        </p:nvSpPr>
        <p:spPr>
          <a:xfrm>
            <a:off x="4460875" y="3244850"/>
            <a:ext cx="309563" cy="398463"/>
          </a:xfrm>
          <a:prstGeom prst="rect">
            <a:avLst/>
          </a:prstGeom>
          <a:noFill/>
          <a:ln w="9525">
            <a:noFill/>
          </a:ln>
        </p:spPr>
        <p:txBody>
          <a:bodyPr wrap="none" anchor="t" anchorCtr="0">
            <a:spAutoFit/>
          </a:bodyPr>
          <a:p>
            <a:endParaRPr lang="zh-CN" altLang="zh-CN" sz="2000" dirty="0">
              <a:solidFill>
                <a:schemeClr val="bg2"/>
              </a:solidFill>
              <a:latin typeface="Times New Roman" panose="02020603050405020304" pitchFamily="18" charset="0"/>
              <a:ea typeface="宋体" panose="02010600030101010101" pitchFamily="2" charset="-122"/>
            </a:endParaRPr>
          </a:p>
        </p:txBody>
      </p:sp>
      <p:sp>
        <p:nvSpPr>
          <p:cNvPr id="36872" name="直接连接符 54280"/>
          <p:cNvSpPr/>
          <p:nvPr/>
        </p:nvSpPr>
        <p:spPr>
          <a:xfrm flipV="1">
            <a:off x="7999413" y="5197475"/>
            <a:ext cx="0" cy="401638"/>
          </a:xfrm>
          <a:prstGeom prst="line">
            <a:avLst/>
          </a:prstGeom>
          <a:ln w="9525" cap="flat" cmpd="sng">
            <a:solidFill>
              <a:srgbClr val="669900"/>
            </a:solidFill>
            <a:prstDash val="solid"/>
            <a:round/>
            <a:headEnd type="none" w="med" len="med"/>
            <a:tailEnd type="triangle" w="med" len="med"/>
          </a:ln>
        </p:spPr>
      </p:sp>
      <p:sp>
        <p:nvSpPr>
          <p:cNvPr id="54304" name="文本框 54303"/>
          <p:cNvSpPr txBox="1"/>
          <p:nvPr/>
        </p:nvSpPr>
        <p:spPr>
          <a:xfrm>
            <a:off x="3041650" y="4779963"/>
            <a:ext cx="579438" cy="398462"/>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n=0</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54305" name="文本框 54304"/>
          <p:cNvSpPr txBox="1"/>
          <p:nvPr/>
        </p:nvSpPr>
        <p:spPr>
          <a:xfrm>
            <a:off x="8461375" y="4778375"/>
            <a:ext cx="387350" cy="400050"/>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9</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476166" name="组合 54412"/>
          <p:cNvGrpSpPr/>
          <p:nvPr/>
        </p:nvGrpSpPr>
        <p:grpSpPr>
          <a:xfrm>
            <a:off x="9620250" y="6343650"/>
            <a:ext cx="1047750" cy="514350"/>
            <a:chOff x="4944" y="3816"/>
            <a:chExt cx="660" cy="324"/>
          </a:xfrm>
        </p:grpSpPr>
        <p:sp>
          <p:nvSpPr>
            <p:cNvPr id="476167" name="圆角矩形 54413">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476168" name="组合 54414"/>
            <p:cNvGrpSpPr/>
            <p:nvPr/>
          </p:nvGrpSpPr>
          <p:grpSpPr>
            <a:xfrm>
              <a:off x="5034" y="3846"/>
              <a:ext cx="450" cy="240"/>
              <a:chOff x="4530" y="3822"/>
              <a:chExt cx="450" cy="240"/>
            </a:xfrm>
          </p:grpSpPr>
          <p:sp>
            <p:nvSpPr>
              <p:cNvPr id="476169" name="任意多边形 54415">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476170" name="椭圆 54416"/>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476171" name="椭圆 54417"/>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476172"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grpSp>
        <p:nvGrpSpPr>
          <p:cNvPr id="49" name="组合 48"/>
          <p:cNvGrpSpPr/>
          <p:nvPr/>
        </p:nvGrpSpPr>
        <p:grpSpPr>
          <a:xfrm>
            <a:off x="3954463" y="4303713"/>
            <a:ext cx="5240337" cy="874712"/>
            <a:chOff x="5764" y="2979"/>
            <a:chExt cx="8254" cy="1376"/>
          </a:xfrm>
        </p:grpSpPr>
        <p:sp>
          <p:nvSpPr>
            <p:cNvPr id="476174" name="文本框 54275"/>
            <p:cNvSpPr txBox="1"/>
            <p:nvPr/>
          </p:nvSpPr>
          <p:spPr>
            <a:xfrm>
              <a:off x="5763" y="3727"/>
              <a:ext cx="8254" cy="628"/>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初始：</a:t>
              </a:r>
              <a:r>
                <a:rPr lang="zh-CN" altLang="en-US" sz="2000" dirty="0">
                  <a:solidFill>
                    <a:schemeClr val="accent1"/>
                  </a:solidFill>
                  <a:latin typeface="Times New Roman" panose="02020603050405020304" pitchFamily="18" charset="0"/>
                  <a:ea typeface="宋体" panose="02010600030101010101" pitchFamily="2" charset="-122"/>
                </a:rPr>
                <a:t>   </a:t>
              </a:r>
              <a:r>
                <a:rPr lang="en-US" altLang="zh-CN" sz="2000">
                  <a:solidFill>
                    <a:schemeClr val="accent1"/>
                  </a:solidFill>
                  <a:latin typeface="Times New Roman" panose="02020603050405020304" pitchFamily="18" charset="0"/>
                  <a:ea typeface="宋体" panose="02010600030101010101" pitchFamily="2" charset="-122"/>
                </a:rPr>
                <a:t>[ 1         3         5         7         9               ]</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476175" name="组合 45"/>
            <p:cNvGrpSpPr/>
            <p:nvPr/>
          </p:nvGrpSpPr>
          <p:grpSpPr>
            <a:xfrm>
              <a:off x="7209" y="2979"/>
              <a:ext cx="6312" cy="628"/>
              <a:chOff x="7209" y="2979"/>
              <a:chExt cx="6312" cy="628"/>
            </a:xfrm>
          </p:grpSpPr>
          <p:sp>
            <p:nvSpPr>
              <p:cNvPr id="476176" name="文本框 1"/>
              <p:cNvSpPr txBox="1"/>
              <p:nvPr/>
            </p:nvSpPr>
            <p:spPr>
              <a:xfrm>
                <a:off x="7209"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a[0]</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76177" name="文本框 2"/>
              <p:cNvSpPr txBox="1"/>
              <p:nvPr/>
            </p:nvSpPr>
            <p:spPr>
              <a:xfrm>
                <a:off x="8309"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a[1]</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76178" name="文本框 3"/>
              <p:cNvSpPr txBox="1"/>
              <p:nvPr/>
            </p:nvSpPr>
            <p:spPr>
              <a:xfrm>
                <a:off x="9370"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a[2]</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76179" name="文本框 10"/>
              <p:cNvSpPr txBox="1"/>
              <p:nvPr/>
            </p:nvSpPr>
            <p:spPr>
              <a:xfrm>
                <a:off x="10503"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a[3]</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76180" name="文本框 11"/>
              <p:cNvSpPr txBox="1"/>
              <p:nvPr/>
            </p:nvSpPr>
            <p:spPr>
              <a:xfrm>
                <a:off x="11655"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a[4]</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76181" name="文本框 22"/>
              <p:cNvSpPr txBox="1"/>
              <p:nvPr/>
            </p:nvSpPr>
            <p:spPr>
              <a:xfrm>
                <a:off x="12589"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a[5]</a:t>
                </a:r>
                <a:endParaRPr lang="en-US" altLang="zh-CN" sz="2000">
                  <a:solidFill>
                    <a:srgbClr val="C00000"/>
                  </a:solidFill>
                  <a:latin typeface="Times New Roman" panose="02020603050405020304" pitchFamily="18" charset="0"/>
                  <a:ea typeface="宋体" panose="02010600030101010101" pitchFamily="2" charset="-122"/>
                </a:endParaRPr>
              </a:p>
            </p:txBody>
          </p:sp>
        </p:grpSp>
      </p:grpSp>
      <p:sp>
        <p:nvSpPr>
          <p:cNvPr id="51" name="直接连接符 54280"/>
          <p:cNvSpPr/>
          <p:nvPr/>
        </p:nvSpPr>
        <p:spPr>
          <a:xfrm flipV="1">
            <a:off x="7302500" y="5197475"/>
            <a:ext cx="0" cy="401638"/>
          </a:xfrm>
          <a:prstGeom prst="line">
            <a:avLst/>
          </a:prstGeom>
          <a:ln w="9525" cap="flat" cmpd="sng">
            <a:solidFill>
              <a:srgbClr val="669900"/>
            </a:solidFill>
            <a:prstDash val="solid"/>
            <a:round/>
            <a:headEnd type="none" w="med" len="med"/>
            <a:tailEnd type="triangle" w="med" len="med"/>
          </a:ln>
        </p:spPr>
      </p:sp>
      <p:sp>
        <p:nvSpPr>
          <p:cNvPr id="52" name="文本框 51"/>
          <p:cNvSpPr txBox="1"/>
          <p:nvPr/>
        </p:nvSpPr>
        <p:spPr>
          <a:xfrm>
            <a:off x="5737225" y="4778375"/>
            <a:ext cx="388938"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1</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3" name="文本框 52"/>
          <p:cNvSpPr txBox="1"/>
          <p:nvPr/>
        </p:nvSpPr>
        <p:spPr>
          <a:xfrm>
            <a:off x="7786688" y="4778375"/>
            <a:ext cx="388937"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7</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4" name="直接连接符 54280"/>
          <p:cNvSpPr/>
          <p:nvPr/>
        </p:nvSpPr>
        <p:spPr>
          <a:xfrm flipV="1">
            <a:off x="6575425" y="5178425"/>
            <a:ext cx="0" cy="401638"/>
          </a:xfrm>
          <a:prstGeom prst="line">
            <a:avLst/>
          </a:prstGeom>
          <a:ln w="9525" cap="flat" cmpd="sng">
            <a:solidFill>
              <a:srgbClr val="669900"/>
            </a:solidFill>
            <a:prstDash val="solid"/>
            <a:round/>
            <a:headEnd type="none" w="med" len="med"/>
            <a:tailEnd type="triangle" w="med" len="med"/>
          </a:ln>
        </p:spPr>
      </p:sp>
      <p:sp>
        <p:nvSpPr>
          <p:cNvPr id="56" name="文本框 55"/>
          <p:cNvSpPr txBox="1"/>
          <p:nvPr/>
        </p:nvSpPr>
        <p:spPr>
          <a:xfrm>
            <a:off x="7054850" y="4797425"/>
            <a:ext cx="388938" cy="400050"/>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5</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9" name="直接连接符 54280"/>
          <p:cNvSpPr/>
          <p:nvPr/>
        </p:nvSpPr>
        <p:spPr>
          <a:xfrm flipV="1">
            <a:off x="5942013" y="5178425"/>
            <a:ext cx="0" cy="401638"/>
          </a:xfrm>
          <a:prstGeom prst="line">
            <a:avLst/>
          </a:prstGeom>
          <a:ln w="9525" cap="flat" cmpd="sng">
            <a:solidFill>
              <a:srgbClr val="669900"/>
            </a:solidFill>
            <a:prstDash val="solid"/>
            <a:round/>
            <a:headEnd type="none" w="med" len="med"/>
            <a:tailEnd type="triangle" w="med" len="med"/>
          </a:ln>
        </p:spPr>
      </p:sp>
      <p:sp>
        <p:nvSpPr>
          <p:cNvPr id="61" name="文本框 60"/>
          <p:cNvSpPr txBox="1"/>
          <p:nvPr/>
        </p:nvSpPr>
        <p:spPr>
          <a:xfrm>
            <a:off x="6370638" y="4778375"/>
            <a:ext cx="388937" cy="400050"/>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3</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64" name="直接连接符 54280"/>
          <p:cNvSpPr/>
          <p:nvPr/>
        </p:nvSpPr>
        <p:spPr>
          <a:xfrm flipV="1">
            <a:off x="5240338" y="5197475"/>
            <a:ext cx="0" cy="401638"/>
          </a:xfrm>
          <a:prstGeom prst="line">
            <a:avLst/>
          </a:prstGeom>
          <a:ln w="9525" cap="flat" cmpd="sng">
            <a:solidFill>
              <a:srgbClr val="669900"/>
            </a:solidFill>
            <a:prstDash val="solid"/>
            <a:round/>
            <a:headEnd type="none" w="med" len="med"/>
            <a:tailEnd type="triangle" w="med" len="med"/>
          </a:ln>
        </p:spPr>
      </p:sp>
      <p:grpSp>
        <p:nvGrpSpPr>
          <p:cNvPr id="65" name="组合 64"/>
          <p:cNvGrpSpPr/>
          <p:nvPr/>
        </p:nvGrpSpPr>
        <p:grpSpPr>
          <a:xfrm>
            <a:off x="3954463" y="2768600"/>
            <a:ext cx="5240337" cy="874713"/>
            <a:chOff x="5764" y="2979"/>
            <a:chExt cx="8254" cy="1376"/>
          </a:xfrm>
        </p:grpSpPr>
        <p:sp>
          <p:nvSpPr>
            <p:cNvPr id="476191" name="文本框 65"/>
            <p:cNvSpPr txBox="1"/>
            <p:nvPr/>
          </p:nvSpPr>
          <p:spPr>
            <a:xfrm>
              <a:off x="5764" y="3727"/>
              <a:ext cx="8254" cy="628"/>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初始：</a:t>
              </a:r>
              <a:r>
                <a:rPr lang="zh-CN" altLang="en-US" sz="2000" dirty="0">
                  <a:solidFill>
                    <a:schemeClr val="accent1"/>
                  </a:solidFill>
                  <a:latin typeface="Times New Roman" panose="02020603050405020304" pitchFamily="18" charset="0"/>
                  <a:ea typeface="宋体" panose="02010600030101010101" pitchFamily="2" charset="-122"/>
                </a:rPr>
                <a:t>   </a:t>
              </a:r>
              <a:r>
                <a:rPr lang="en-US" altLang="zh-CN" sz="2000">
                  <a:solidFill>
                    <a:schemeClr val="accent1"/>
                  </a:solidFill>
                  <a:latin typeface="Times New Roman" panose="02020603050405020304" pitchFamily="18" charset="0"/>
                  <a:ea typeface="宋体" panose="02010600030101010101" pitchFamily="2" charset="-122"/>
                </a:rPr>
                <a:t>[ 1         3         5         7         9               ]</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476192" name="组合 66"/>
            <p:cNvGrpSpPr/>
            <p:nvPr/>
          </p:nvGrpSpPr>
          <p:grpSpPr>
            <a:xfrm>
              <a:off x="7209" y="2979"/>
              <a:ext cx="6312" cy="628"/>
              <a:chOff x="7209" y="2979"/>
              <a:chExt cx="6312" cy="628"/>
            </a:xfrm>
          </p:grpSpPr>
          <p:sp>
            <p:nvSpPr>
              <p:cNvPr id="476193" name="文本框 67"/>
              <p:cNvSpPr txBox="1"/>
              <p:nvPr/>
            </p:nvSpPr>
            <p:spPr>
              <a:xfrm>
                <a:off x="7209"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a[0]</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76194" name="文本框 68"/>
              <p:cNvSpPr txBox="1"/>
              <p:nvPr/>
            </p:nvSpPr>
            <p:spPr>
              <a:xfrm>
                <a:off x="8309"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a[1]</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76195" name="文本框 69"/>
              <p:cNvSpPr txBox="1"/>
              <p:nvPr/>
            </p:nvSpPr>
            <p:spPr>
              <a:xfrm>
                <a:off x="9370"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a[2]</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76196" name="文本框 70"/>
              <p:cNvSpPr txBox="1"/>
              <p:nvPr/>
            </p:nvSpPr>
            <p:spPr>
              <a:xfrm>
                <a:off x="10503"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a[3]</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76197" name="文本框 71"/>
              <p:cNvSpPr txBox="1"/>
              <p:nvPr/>
            </p:nvSpPr>
            <p:spPr>
              <a:xfrm>
                <a:off x="11655"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a[4]</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76198" name="文本框 72"/>
              <p:cNvSpPr txBox="1"/>
              <p:nvPr/>
            </p:nvSpPr>
            <p:spPr>
              <a:xfrm>
                <a:off x="12589"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a[5]</a:t>
                </a:r>
                <a:endParaRPr lang="en-US" altLang="zh-CN" sz="2000">
                  <a:solidFill>
                    <a:srgbClr val="C00000"/>
                  </a:solidFill>
                  <a:latin typeface="Times New Roman" panose="02020603050405020304" pitchFamily="18" charset="0"/>
                  <a:ea typeface="宋体" panose="02010600030101010101" pitchFamily="2" charset="-122"/>
                </a:endParaRPr>
              </a:p>
            </p:txBody>
          </p:sp>
        </p:grpSp>
      </p:grpSp>
      <p:sp>
        <p:nvSpPr>
          <p:cNvPr id="74" name="文本框 73"/>
          <p:cNvSpPr txBox="1"/>
          <p:nvPr/>
        </p:nvSpPr>
        <p:spPr>
          <a:xfrm>
            <a:off x="2952750" y="3168650"/>
            <a:ext cx="579438" cy="398463"/>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n=6</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75" name="文本框 74"/>
          <p:cNvSpPr txBox="1"/>
          <p:nvPr/>
        </p:nvSpPr>
        <p:spPr>
          <a:xfrm>
            <a:off x="8461375" y="3244850"/>
            <a:ext cx="387350"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9</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76" name="直接连接符 54280"/>
          <p:cNvSpPr/>
          <p:nvPr/>
        </p:nvSpPr>
        <p:spPr>
          <a:xfrm flipV="1">
            <a:off x="7999413" y="3643313"/>
            <a:ext cx="1587" cy="401637"/>
          </a:xfrm>
          <a:prstGeom prst="line">
            <a:avLst/>
          </a:prstGeom>
          <a:ln w="9525" cap="flat" cmpd="sng">
            <a:solidFill>
              <a:srgbClr val="669900"/>
            </a:solidFill>
            <a:prstDash val="solid"/>
            <a:round/>
            <a:headEnd type="none" w="med" len="med"/>
            <a:tailEnd type="triangle" w="med" len="med"/>
          </a:ln>
        </p:spPr>
      </p:sp>
      <p:sp>
        <p:nvSpPr>
          <p:cNvPr id="77" name="直接连接符 54280"/>
          <p:cNvSpPr/>
          <p:nvPr/>
        </p:nvSpPr>
        <p:spPr>
          <a:xfrm flipV="1">
            <a:off x="7302500" y="3643313"/>
            <a:ext cx="1588" cy="401637"/>
          </a:xfrm>
          <a:prstGeom prst="line">
            <a:avLst/>
          </a:prstGeom>
          <a:ln w="9525" cap="flat" cmpd="sng">
            <a:solidFill>
              <a:srgbClr val="669900"/>
            </a:solidFill>
            <a:prstDash val="solid"/>
            <a:round/>
            <a:headEnd type="none" w="med" len="med"/>
            <a:tailEnd type="triangle" w="med" len="med"/>
          </a:ln>
        </p:spPr>
      </p:sp>
      <p:sp>
        <p:nvSpPr>
          <p:cNvPr id="78" name="文本框 77"/>
          <p:cNvSpPr txBox="1"/>
          <p:nvPr/>
        </p:nvSpPr>
        <p:spPr>
          <a:xfrm>
            <a:off x="7796213" y="3244850"/>
            <a:ext cx="388937"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7</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79" name="直接连接符 54280"/>
          <p:cNvSpPr/>
          <p:nvPr/>
        </p:nvSpPr>
        <p:spPr>
          <a:xfrm flipV="1">
            <a:off x="6575425" y="3643313"/>
            <a:ext cx="0" cy="401637"/>
          </a:xfrm>
          <a:prstGeom prst="line">
            <a:avLst/>
          </a:prstGeom>
          <a:ln w="9525" cap="flat" cmpd="sng">
            <a:solidFill>
              <a:srgbClr val="669900"/>
            </a:solidFill>
            <a:prstDash val="solid"/>
            <a:round/>
            <a:headEnd type="none" w="med" len="med"/>
            <a:tailEnd type="triangle" w="med" len="med"/>
          </a:ln>
        </p:spPr>
      </p:sp>
      <p:sp>
        <p:nvSpPr>
          <p:cNvPr id="80" name="文本框 79"/>
          <p:cNvSpPr txBox="1"/>
          <p:nvPr/>
        </p:nvSpPr>
        <p:spPr>
          <a:xfrm>
            <a:off x="7108825" y="3244850"/>
            <a:ext cx="388938"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6</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81" name="文本框 80"/>
          <p:cNvSpPr txBox="1"/>
          <p:nvPr/>
        </p:nvSpPr>
        <p:spPr>
          <a:xfrm>
            <a:off x="5046663" y="4799013"/>
            <a:ext cx="388937"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0</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33795" name="标题 32776"/>
          <p:cNvSpPr>
            <a:spLocks noGrp="1"/>
          </p:cNvSpPr>
          <p:nvPr/>
        </p:nvSpPr>
        <p:spPr>
          <a:xfrm>
            <a:off x="1955800" y="841375"/>
            <a:ext cx="8555038" cy="914400"/>
          </a:xfrm>
          <a:prstGeom prst="rect">
            <a:avLst/>
          </a:prstGeom>
          <a:noFill/>
          <a:ln w="9525">
            <a:noFill/>
          </a:ln>
        </p:spPr>
        <p:txBody>
          <a:bodyPr anchor="b" anchorCtr="0"/>
          <a:p>
            <a:pPr>
              <a:lnSpc>
                <a:spcPct val="150000"/>
              </a:lnSpc>
            </a:pPr>
            <a:r>
              <a:rPr lang="zh-CN" altLang="en-US" sz="2000" dirty="0">
                <a:latin typeface="微软雅黑 Light" panose="020B0502040204020203" charset="-122"/>
                <a:ea typeface="微软雅黑 Light" panose="020B0502040204020203" charset="-122"/>
              </a:rPr>
              <a:t>例</a:t>
            </a:r>
            <a:r>
              <a:rPr lang="en-US" altLang="zh-CN" sz="2000" dirty="0">
                <a:latin typeface="微软雅黑 Light" panose="020B0502040204020203" charset="-122"/>
                <a:ea typeface="微软雅黑 Light" panose="020B0502040204020203" charset="-122"/>
              </a:rPr>
              <a:t>6</a:t>
            </a:r>
            <a:r>
              <a:rPr lang="zh-CN" altLang="en-US" sz="2000" dirty="0">
                <a:latin typeface="微软雅黑 Light" panose="020B0502040204020203" charset="-122"/>
                <a:ea typeface="微软雅黑 Light" panose="020B0502040204020203" charset="-122"/>
              </a:rPr>
              <a:t>：假设已有</a:t>
            </a:r>
            <a:r>
              <a:rPr lang="en-US" altLang="zh-CN" sz="2000" dirty="0">
                <a:latin typeface="微软雅黑 Light" panose="020B0502040204020203" charset="-122"/>
                <a:ea typeface="微软雅黑 Light" panose="020B0502040204020203" charset="-122"/>
              </a:rPr>
              <a:t>5</a:t>
            </a:r>
            <a:r>
              <a:rPr lang="zh-CN" altLang="en-US" sz="2000" dirty="0">
                <a:latin typeface="微软雅黑 Light" panose="020B0502040204020203" charset="-122"/>
                <a:ea typeface="微软雅黑 Light" panose="020B0502040204020203" charset="-122"/>
              </a:rPr>
              <a:t>个整数按升序存放在数组</a:t>
            </a:r>
            <a:r>
              <a:rPr lang="en-US" altLang="zh-CN" sz="2000" dirty="0">
                <a:latin typeface="微软雅黑 Light" panose="020B0502040204020203" charset="-122"/>
                <a:ea typeface="微软雅黑 Light" panose="020B0502040204020203" charset="-122"/>
              </a:rPr>
              <a:t>a</a:t>
            </a:r>
            <a:r>
              <a:rPr lang="zh-CN" altLang="en-US" sz="2000" dirty="0">
                <a:latin typeface="微软雅黑 Light" panose="020B0502040204020203" charset="-122"/>
                <a:ea typeface="微软雅黑 Light" panose="020B0502040204020203" charset="-122"/>
              </a:rPr>
              <a:t>中，要求编程实现从键盘输入一个任意的整数</a:t>
            </a:r>
            <a:r>
              <a:rPr lang="en-US" altLang="zh-CN" sz="2000" dirty="0">
                <a:latin typeface="微软雅黑 Light" panose="020B0502040204020203" charset="-122"/>
                <a:ea typeface="微软雅黑 Light" panose="020B0502040204020203" charset="-122"/>
              </a:rPr>
              <a:t>n</a:t>
            </a:r>
            <a:r>
              <a:rPr lang="zh-CN" altLang="en-US" sz="2000" dirty="0">
                <a:latin typeface="微软雅黑 Light" panose="020B0502040204020203" charset="-122"/>
                <a:ea typeface="微软雅黑 Light" panose="020B0502040204020203" charset="-122"/>
              </a:rPr>
              <a:t>，将它存放到数组</a:t>
            </a:r>
            <a:r>
              <a:rPr lang="en-US" altLang="zh-CN" sz="2000" dirty="0">
                <a:latin typeface="微软雅黑 Light" panose="020B0502040204020203" charset="-122"/>
                <a:ea typeface="微软雅黑 Light" panose="020B0502040204020203" charset="-122"/>
              </a:rPr>
              <a:t>a</a:t>
            </a:r>
            <a:r>
              <a:rPr lang="zh-CN" altLang="en-US" sz="2000" dirty="0">
                <a:latin typeface="微软雅黑 Light" panose="020B0502040204020203" charset="-122"/>
                <a:ea typeface="微软雅黑 Light" panose="020B0502040204020203" charset="-122"/>
              </a:rPr>
              <a:t>中，使数组中的</a:t>
            </a:r>
            <a:r>
              <a:rPr lang="en-US" altLang="zh-CN" sz="2000" dirty="0">
                <a:latin typeface="微软雅黑 Light" panose="020B0502040204020203" charset="-122"/>
                <a:ea typeface="微软雅黑 Light" panose="020B0502040204020203" charset="-122"/>
              </a:rPr>
              <a:t>6</a:t>
            </a:r>
            <a:r>
              <a:rPr lang="zh-CN" altLang="en-US" sz="2000" dirty="0">
                <a:latin typeface="微软雅黑 Light" panose="020B0502040204020203" charset="-122"/>
                <a:ea typeface="微软雅黑 Light" panose="020B0502040204020203" charset="-122"/>
              </a:rPr>
              <a:t>个整数仍按升序存放。</a:t>
            </a:r>
            <a:endParaRPr lang="en-US" altLang="zh-CN" sz="2000" dirty="0">
              <a:latin typeface="微软雅黑 Light" panose="020B0502040204020203" charset="-122"/>
              <a:ea typeface="微软雅黑 Light" panose="020B0502040204020203" charset="-122"/>
              <a:sym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3795"/>
                                        </p:tgtEl>
                                        <p:attrNameLst>
                                          <p:attrName>style.visibility</p:attrName>
                                        </p:attrNameLst>
                                      </p:cBhvr>
                                      <p:to>
                                        <p:strVal val="visible"/>
                                      </p:to>
                                    </p:set>
                                    <p:animEffect transition="in" filter="randombar(horizontal)">
                                      <p:cBhvr>
                                        <p:cTn id="7" dur="500"/>
                                        <p:tgtEl>
                                          <p:spTgt spid="33795"/>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000" fill="hold">
                                          <p:stCondLst>
                                            <p:cond delay="0"/>
                                          </p:stCondLst>
                                        </p:cTn>
                                        <p:tgtEl>
                                          <p:spTgt spid="65"/>
                                        </p:tgtEl>
                                        <p:attrNameLst>
                                          <p:attrName>style.visibility</p:attrName>
                                        </p:attrNameLst>
                                      </p:cBhvr>
                                      <p:to>
                                        <p:strVal val="visible"/>
                                      </p:to>
                                    </p:set>
                                    <p:animEffect transition="in" filter="box(out)">
                                      <p:cBhvr>
                                        <p:cTn id="12" dur="1000"/>
                                        <p:tgtEl>
                                          <p:spTgt spid="6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74">
                                            <p:txEl>
                                              <p:charRg st="0" end="4"/>
                                            </p:txEl>
                                          </p:spTgt>
                                        </p:tgtEl>
                                        <p:attrNameLst>
                                          <p:attrName>style.visibility</p:attrName>
                                        </p:attrNameLst>
                                      </p:cBhvr>
                                      <p:to>
                                        <p:strVal val="visible"/>
                                      </p:to>
                                    </p:set>
                                    <p:animEffect transition="in" filter="box(out)">
                                      <p:cBhvr>
                                        <p:cTn id="17" dur="500"/>
                                        <p:tgtEl>
                                          <p:spTgt spid="74">
                                            <p:txEl>
                                              <p:charRg st="0" end="4"/>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7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4" presetClass="entr" presetSubtype="32" fill="hold" grpId="0" nodeType="clickEffect">
                                  <p:stCondLst>
                                    <p:cond delay="0"/>
                                  </p:stCondLst>
                                  <p:childTnLst>
                                    <p:set>
                                      <p:cBhvr>
                                        <p:cTn id="25" dur="1" fill="hold">
                                          <p:stCondLst>
                                            <p:cond delay="0"/>
                                          </p:stCondLst>
                                        </p:cTn>
                                        <p:tgtEl>
                                          <p:spTgt spid="75"/>
                                        </p:tgtEl>
                                        <p:attrNameLst>
                                          <p:attrName>style.visibility</p:attrName>
                                        </p:attrNameLst>
                                      </p:cBhvr>
                                      <p:to>
                                        <p:strVal val="visible"/>
                                      </p:to>
                                    </p:set>
                                    <p:animEffect transition="in" filter="box(out)">
                                      <p:cBhvr>
                                        <p:cTn id="26" dur="500"/>
                                        <p:tgtEl>
                                          <p:spTgt spid="75"/>
                                        </p:tgtEl>
                                      </p:cBhvr>
                                    </p:animEffect>
                                  </p:childTnLst>
                                  <p:subTnLst>
                                    <p:audio>
                                      <p:cMediaNode>
                                        <p:cTn display="0" masterRel="sameClick">
                                          <p:stCondLst>
                                            <p:cond evt="begin" delay="0">
                                              <p:tn val="24"/>
                                            </p:cond>
                                          </p:stCondLst>
                                          <p:endCondLst>
                                            <p:cond evt="onStopAudio" delay="0">
                                              <p:tgtEl>
                                                <p:sldTgt/>
                                              </p:tgtEl>
                                            </p:cond>
                                          </p:endCondLst>
                                        </p:cTn>
                                        <p:tgtEl>
                                          <p:sndTgt r:embed="rId2" name="CAMERA.WAV"/>
                                        </p:tgtEl>
                                      </p:cMediaNode>
                                    </p:audio>
                                  </p:sub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78"/>
                                        </p:tgtEl>
                                        <p:attrNameLst>
                                          <p:attrName>style.visibility</p:attrName>
                                        </p:attrNameLst>
                                      </p:cBhvr>
                                      <p:to>
                                        <p:strVal val="visible"/>
                                      </p:to>
                                    </p:set>
                                    <p:animEffect transition="in" filter="box(out)">
                                      <p:cBhvr>
                                        <p:cTn id="35" dur="500"/>
                                        <p:tgtEl>
                                          <p:spTgt spid="78"/>
                                        </p:tgtEl>
                                      </p:cBhvr>
                                    </p:animEffect>
                                  </p:childTnLst>
                                  <p:subTnLs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7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 fill="hold">
                                          <p:stCondLst>
                                            <p:cond delay="0"/>
                                          </p:stCondLst>
                                        </p:cTn>
                                        <p:tgtEl>
                                          <p:spTgt spid="80"/>
                                        </p:tgtEl>
                                        <p:attrNameLst>
                                          <p:attrName>style.visibility</p:attrName>
                                        </p:attrNameLst>
                                      </p:cBhvr>
                                      <p:to>
                                        <p:strVal val="visible"/>
                                      </p:to>
                                    </p:set>
                                    <p:animEffect transition="in" filter="box(out)">
                                      <p:cBhvr>
                                        <p:cTn id="44" dur="500"/>
                                        <p:tgtEl>
                                          <p:spTgt spid="80"/>
                                        </p:tgtEl>
                                      </p:cBhvr>
                                    </p:animEffect>
                                  </p:childTnLst>
                                  <p:subTnLst>
                                    <p:audio>
                                      <p:cMediaNode>
                                        <p:cTn display="0" masterRel="sameClick">
                                          <p:stCondLst>
                                            <p:cond evt="begin" delay="0">
                                              <p:tn val="42"/>
                                            </p:cond>
                                          </p:stCondLst>
                                          <p:endCondLst>
                                            <p:cond evt="onStopAudio" delay="0">
                                              <p:tgtEl>
                                                <p:sldTgt/>
                                              </p:tgtEl>
                                            </p:cond>
                                          </p:endCondLst>
                                        </p:cTn>
                                        <p:tgtEl>
                                          <p:sndTgt r:embed="rId2" name="CAMERA.WAV"/>
                                        </p:tgtEl>
                                      </p:cMediaNode>
                                    </p:audio>
                                  </p:subTnLst>
                                </p:cTn>
                              </p:par>
                            </p:childTnLst>
                          </p:cTn>
                        </p:par>
                      </p:childTnLst>
                    </p:cTn>
                  </p:par>
                  <p:par>
                    <p:cTn id="45" fill="hold">
                      <p:stCondLst>
                        <p:cond delay="indefinite"/>
                      </p:stCondLst>
                      <p:childTnLst>
                        <p:par>
                          <p:cTn id="46" fill="hold">
                            <p:stCondLst>
                              <p:cond delay="0"/>
                            </p:stCondLst>
                            <p:childTnLst>
                              <p:par>
                                <p:cTn id="47" presetID="4" presetClass="entr" presetSubtype="32" fill="hold" nodeType="clickEffect">
                                  <p:stCondLst>
                                    <p:cond delay="0"/>
                                  </p:stCondLst>
                                  <p:childTnLst>
                                    <p:set>
                                      <p:cBhvr>
                                        <p:cTn id="48" dur="1000" fill="hold">
                                          <p:stCondLst>
                                            <p:cond delay="0"/>
                                          </p:stCondLst>
                                        </p:cTn>
                                        <p:tgtEl>
                                          <p:spTgt spid="49"/>
                                        </p:tgtEl>
                                        <p:attrNameLst>
                                          <p:attrName>style.visibility</p:attrName>
                                        </p:attrNameLst>
                                      </p:cBhvr>
                                      <p:to>
                                        <p:strVal val="visible"/>
                                      </p:to>
                                    </p:set>
                                    <p:animEffect transition="in" filter="box(out)">
                                      <p:cBhvr>
                                        <p:cTn id="49" dur="1000"/>
                                        <p:tgtEl>
                                          <p:spTgt spid="49"/>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32" fill="hold" grpId="0" nodeType="clickEffect">
                                  <p:stCondLst>
                                    <p:cond delay="0"/>
                                  </p:stCondLst>
                                  <p:childTnLst>
                                    <p:set>
                                      <p:cBhvr>
                                        <p:cTn id="53" dur="1" fill="hold">
                                          <p:stCondLst>
                                            <p:cond delay="0"/>
                                          </p:stCondLst>
                                        </p:cTn>
                                        <p:tgtEl>
                                          <p:spTgt spid="54304">
                                            <p:txEl>
                                              <p:charRg st="0" end="4"/>
                                            </p:txEl>
                                          </p:spTgt>
                                        </p:tgtEl>
                                        <p:attrNameLst>
                                          <p:attrName>style.visibility</p:attrName>
                                        </p:attrNameLst>
                                      </p:cBhvr>
                                      <p:to>
                                        <p:strVal val="visible"/>
                                      </p:to>
                                    </p:set>
                                    <p:animEffect transition="in" filter="box(out)">
                                      <p:cBhvr>
                                        <p:cTn id="54" dur="500"/>
                                        <p:tgtEl>
                                          <p:spTgt spid="54304">
                                            <p:txEl>
                                              <p:charRg st="0" end="4"/>
                                            </p:txEl>
                                          </p:spTgt>
                                        </p:tgtEl>
                                      </p:cBhvr>
                                    </p:animEffect>
                                  </p:childTnLst>
                                  <p:subTnLst>
                                    <p:audio>
                                      <p:cMediaNode>
                                        <p:cTn display="0" masterRel="sameClick">
                                          <p:stCondLst>
                                            <p:cond evt="begin" delay="0">
                                              <p:tn val="52"/>
                                            </p:cond>
                                          </p:stCondLst>
                                          <p:endCondLst>
                                            <p:cond evt="onStopAudio" delay="0">
                                              <p:tgtEl>
                                                <p:sldTgt/>
                                              </p:tgtEl>
                                            </p:cond>
                                          </p:endCondLst>
                                        </p:cTn>
                                        <p:tgtEl>
                                          <p:sndTgt r:embed="rId2" name="CAMERA.WAV"/>
                                        </p:tgtEl>
                                      </p:cMediaNode>
                                    </p:audio>
                                  </p:sub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6872"/>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4" presetClass="entr" presetSubtype="32" fill="hold" grpId="0" nodeType="clickEffect">
                                  <p:stCondLst>
                                    <p:cond delay="0"/>
                                  </p:stCondLst>
                                  <p:childTnLst>
                                    <p:set>
                                      <p:cBhvr>
                                        <p:cTn id="62" dur="1" fill="hold">
                                          <p:stCondLst>
                                            <p:cond delay="0"/>
                                          </p:stCondLst>
                                        </p:cTn>
                                        <p:tgtEl>
                                          <p:spTgt spid="54305"/>
                                        </p:tgtEl>
                                        <p:attrNameLst>
                                          <p:attrName>style.visibility</p:attrName>
                                        </p:attrNameLst>
                                      </p:cBhvr>
                                      <p:to>
                                        <p:strVal val="visible"/>
                                      </p:to>
                                    </p:set>
                                    <p:animEffect transition="in" filter="box(out)">
                                      <p:cBhvr>
                                        <p:cTn id="63" dur="500"/>
                                        <p:tgtEl>
                                          <p:spTgt spid="54305"/>
                                        </p:tgtEl>
                                      </p:cBhvr>
                                    </p:animEffect>
                                  </p:childTnLst>
                                  <p:subTnLst>
                                    <p:audio>
                                      <p:cMediaNode>
                                        <p:cTn display="0" masterRel="sameClick">
                                          <p:stCondLst>
                                            <p:cond evt="begin" delay="0">
                                              <p:tn val="61"/>
                                            </p:cond>
                                          </p:stCondLst>
                                          <p:endCondLst>
                                            <p:cond evt="onStopAudio" delay="0">
                                              <p:tgtEl>
                                                <p:sldTgt/>
                                              </p:tgtEl>
                                            </p:cond>
                                          </p:endCondLst>
                                        </p:cTn>
                                        <p:tgtEl>
                                          <p:sndTgt r:embed="rId2" name="CAMERA.WAV"/>
                                        </p:tgtEl>
                                      </p:cMediaNode>
                                    </p:audio>
                                  </p:sub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51"/>
                                        </p:tgtEl>
                                        <p:attrNameLst>
                                          <p:attrName>style.visibility</p:attrName>
                                        </p:attrNameLst>
                                      </p:cBhvr>
                                      <p:to>
                                        <p:strVal val="visible"/>
                                      </p:to>
                                    </p:set>
                                  </p:childTnLst>
                                </p:cTn>
                              </p:par>
                            </p:childTnLst>
                          </p:cTn>
                        </p:par>
                      </p:childTnLst>
                    </p:cTn>
                  </p:par>
                  <p:par>
                    <p:cTn id="68" fill="hold">
                      <p:stCondLst>
                        <p:cond delay="indefinite"/>
                      </p:stCondLst>
                      <p:childTnLst>
                        <p:par>
                          <p:cTn id="69" fill="hold">
                            <p:stCondLst>
                              <p:cond delay="0"/>
                            </p:stCondLst>
                            <p:childTnLst>
                              <p:par>
                                <p:cTn id="70" presetID="4" presetClass="entr" presetSubtype="32" fill="hold" grpId="0" nodeType="clickEffect">
                                  <p:stCondLst>
                                    <p:cond delay="0"/>
                                  </p:stCondLst>
                                  <p:childTnLst>
                                    <p:set>
                                      <p:cBhvr>
                                        <p:cTn id="71" dur="1" fill="hold">
                                          <p:stCondLst>
                                            <p:cond delay="0"/>
                                          </p:stCondLst>
                                        </p:cTn>
                                        <p:tgtEl>
                                          <p:spTgt spid="53"/>
                                        </p:tgtEl>
                                        <p:attrNameLst>
                                          <p:attrName>style.visibility</p:attrName>
                                        </p:attrNameLst>
                                      </p:cBhvr>
                                      <p:to>
                                        <p:strVal val="visible"/>
                                      </p:to>
                                    </p:set>
                                    <p:animEffect transition="in" filter="box(out)">
                                      <p:cBhvr>
                                        <p:cTn id="72" dur="500"/>
                                        <p:tgtEl>
                                          <p:spTgt spid="53"/>
                                        </p:tgtEl>
                                      </p:cBhvr>
                                    </p:animEffect>
                                  </p:childTnLst>
                                  <p:subTnLst>
                                    <p:audio>
                                      <p:cMediaNode>
                                        <p:cTn display="0" masterRel="sameClick">
                                          <p:stCondLst>
                                            <p:cond evt="begin" delay="0">
                                              <p:tn val="70"/>
                                            </p:cond>
                                          </p:stCondLst>
                                          <p:endCondLst>
                                            <p:cond evt="onStopAudio" delay="0">
                                              <p:tgtEl>
                                                <p:sldTgt/>
                                              </p:tgtEl>
                                            </p:cond>
                                          </p:endCondLst>
                                        </p:cTn>
                                        <p:tgtEl>
                                          <p:sndTgt r:embed="rId2" name="CAMERA.WAV"/>
                                        </p:tgtEl>
                                      </p:cMediaNode>
                                    </p:audio>
                                  </p:subTnLst>
                                </p:cTn>
                              </p:par>
                            </p:childTnLst>
                          </p:cTn>
                        </p:par>
                      </p:childTnLst>
                    </p:cTn>
                  </p:par>
                  <p:par>
                    <p:cTn id="73" fill="hold">
                      <p:stCondLst>
                        <p:cond delay="indefinite"/>
                      </p:stCondLst>
                      <p:childTnLst>
                        <p:par>
                          <p:cTn id="74" fill="hold">
                            <p:stCondLst>
                              <p:cond delay="0"/>
                            </p:stCondLst>
                            <p:childTnLst>
                              <p:par>
                                <p:cTn id="75" presetID="1" presetClass="entr" presetSubtype="0" fill="hold" nodeType="clickEffect">
                                  <p:stCondLst>
                                    <p:cond delay="0"/>
                                  </p:stCondLst>
                                  <p:childTnLst>
                                    <p:set>
                                      <p:cBhvr>
                                        <p:cTn id="76" dur="1" fill="hold">
                                          <p:stCondLst>
                                            <p:cond delay="0"/>
                                          </p:stCondLst>
                                        </p:cTn>
                                        <p:tgtEl>
                                          <p:spTgt spid="54"/>
                                        </p:tgtEl>
                                        <p:attrNameLst>
                                          <p:attrName>style.visibility</p:attrName>
                                        </p:attrNameLst>
                                      </p:cBhvr>
                                      <p:to>
                                        <p:strVal val="visible"/>
                                      </p:to>
                                    </p:set>
                                  </p:childTnLst>
                                </p:cTn>
                              </p:par>
                            </p:childTnLst>
                          </p:cTn>
                        </p:par>
                      </p:childTnLst>
                    </p:cTn>
                  </p:par>
                  <p:par>
                    <p:cTn id="77" fill="hold">
                      <p:stCondLst>
                        <p:cond delay="indefinite"/>
                      </p:stCondLst>
                      <p:childTnLst>
                        <p:par>
                          <p:cTn id="78" fill="hold">
                            <p:stCondLst>
                              <p:cond delay="0"/>
                            </p:stCondLst>
                            <p:childTnLst>
                              <p:par>
                                <p:cTn id="79" presetID="4" presetClass="entr" presetSubtype="32" fill="hold" grpId="0" nodeType="clickEffect">
                                  <p:stCondLst>
                                    <p:cond delay="0"/>
                                  </p:stCondLst>
                                  <p:childTnLst>
                                    <p:set>
                                      <p:cBhvr>
                                        <p:cTn id="80" dur="1" fill="hold">
                                          <p:stCondLst>
                                            <p:cond delay="0"/>
                                          </p:stCondLst>
                                        </p:cTn>
                                        <p:tgtEl>
                                          <p:spTgt spid="56"/>
                                        </p:tgtEl>
                                        <p:attrNameLst>
                                          <p:attrName>style.visibility</p:attrName>
                                        </p:attrNameLst>
                                      </p:cBhvr>
                                      <p:to>
                                        <p:strVal val="visible"/>
                                      </p:to>
                                    </p:set>
                                    <p:animEffect transition="in" filter="box(out)">
                                      <p:cBhvr>
                                        <p:cTn id="81" dur="500"/>
                                        <p:tgtEl>
                                          <p:spTgt spid="56"/>
                                        </p:tgtEl>
                                      </p:cBhvr>
                                    </p:animEffect>
                                  </p:childTnLst>
                                  <p:subTnLst>
                                    <p:audio>
                                      <p:cMediaNode>
                                        <p:cTn display="0" masterRel="sameClick">
                                          <p:stCondLst>
                                            <p:cond evt="begin" delay="0">
                                              <p:tn val="79"/>
                                            </p:cond>
                                          </p:stCondLst>
                                          <p:endCondLst>
                                            <p:cond evt="onStopAudio" delay="0">
                                              <p:tgtEl>
                                                <p:sldTgt/>
                                              </p:tgtEl>
                                            </p:cond>
                                          </p:endCondLst>
                                        </p:cTn>
                                        <p:tgtEl>
                                          <p:sndTgt r:embed="rId2" name="CAMERA.WAV"/>
                                        </p:tgtEl>
                                      </p:cMediaNode>
                                    </p:audio>
                                  </p:sub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59"/>
                                        </p:tgtEl>
                                        <p:attrNameLst>
                                          <p:attrName>style.visibility</p:attrName>
                                        </p:attrNameLst>
                                      </p:cBhvr>
                                      <p:to>
                                        <p:strVal val="visible"/>
                                      </p:to>
                                    </p:set>
                                  </p:childTnLst>
                                </p:cTn>
                              </p:par>
                            </p:childTnLst>
                          </p:cTn>
                        </p:par>
                      </p:childTnLst>
                    </p:cTn>
                  </p:par>
                  <p:par>
                    <p:cTn id="86" fill="hold">
                      <p:stCondLst>
                        <p:cond delay="indefinite"/>
                      </p:stCondLst>
                      <p:childTnLst>
                        <p:par>
                          <p:cTn id="87" fill="hold">
                            <p:stCondLst>
                              <p:cond delay="0"/>
                            </p:stCondLst>
                            <p:childTnLst>
                              <p:par>
                                <p:cTn id="88" presetID="4" presetClass="entr" presetSubtype="32" fill="hold" grpId="0" nodeType="clickEffect">
                                  <p:stCondLst>
                                    <p:cond delay="0"/>
                                  </p:stCondLst>
                                  <p:childTnLst>
                                    <p:set>
                                      <p:cBhvr>
                                        <p:cTn id="89" dur="1" fill="hold">
                                          <p:stCondLst>
                                            <p:cond delay="0"/>
                                          </p:stCondLst>
                                        </p:cTn>
                                        <p:tgtEl>
                                          <p:spTgt spid="61"/>
                                        </p:tgtEl>
                                        <p:attrNameLst>
                                          <p:attrName>style.visibility</p:attrName>
                                        </p:attrNameLst>
                                      </p:cBhvr>
                                      <p:to>
                                        <p:strVal val="visible"/>
                                      </p:to>
                                    </p:set>
                                    <p:animEffect transition="in" filter="box(out)">
                                      <p:cBhvr>
                                        <p:cTn id="90" dur="500"/>
                                        <p:tgtEl>
                                          <p:spTgt spid="61"/>
                                        </p:tgtEl>
                                      </p:cBhvr>
                                    </p:animEffect>
                                  </p:childTnLst>
                                  <p:subTnLst>
                                    <p:audio>
                                      <p:cMediaNode>
                                        <p:cTn display="0" masterRel="sameClick">
                                          <p:stCondLst>
                                            <p:cond evt="begin" delay="0">
                                              <p:tn val="88"/>
                                            </p:cond>
                                          </p:stCondLst>
                                          <p:endCondLst>
                                            <p:cond evt="onStopAudio" delay="0">
                                              <p:tgtEl>
                                                <p:sldTgt/>
                                              </p:tgtEl>
                                            </p:cond>
                                          </p:endCondLst>
                                        </p:cTn>
                                        <p:tgtEl>
                                          <p:sndTgt r:embed="rId2" name="CAMERA.WAV"/>
                                        </p:tgtEl>
                                      </p:cMediaNode>
                                    </p:audio>
                                  </p:sub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64"/>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4" presetClass="entr" presetSubtype="32" fill="hold" grpId="0" nodeType="clickEffect">
                                  <p:stCondLst>
                                    <p:cond delay="0"/>
                                  </p:stCondLst>
                                  <p:childTnLst>
                                    <p:set>
                                      <p:cBhvr>
                                        <p:cTn id="98" dur="1" fill="hold">
                                          <p:stCondLst>
                                            <p:cond delay="0"/>
                                          </p:stCondLst>
                                        </p:cTn>
                                        <p:tgtEl>
                                          <p:spTgt spid="52"/>
                                        </p:tgtEl>
                                        <p:attrNameLst>
                                          <p:attrName>style.visibility</p:attrName>
                                        </p:attrNameLst>
                                      </p:cBhvr>
                                      <p:to>
                                        <p:strVal val="visible"/>
                                      </p:to>
                                    </p:set>
                                    <p:animEffect transition="in" filter="box(out)">
                                      <p:cBhvr>
                                        <p:cTn id="99" dur="500"/>
                                        <p:tgtEl>
                                          <p:spTgt spid="52"/>
                                        </p:tgtEl>
                                      </p:cBhvr>
                                    </p:animEffect>
                                  </p:childTnLst>
                                  <p:subTnLst>
                                    <p:audio>
                                      <p:cMediaNode>
                                        <p:cTn display="0" masterRel="sameClick">
                                          <p:stCondLst>
                                            <p:cond evt="begin" delay="0">
                                              <p:tn val="97"/>
                                            </p:cond>
                                          </p:stCondLst>
                                          <p:endCondLst>
                                            <p:cond evt="onStopAudio" delay="0">
                                              <p:tgtEl>
                                                <p:sldTgt/>
                                              </p:tgtEl>
                                            </p:cond>
                                          </p:endCondLst>
                                        </p:cTn>
                                        <p:tgtEl>
                                          <p:sndTgt r:embed="rId2" name="CAMERA.WAV"/>
                                        </p:tgtEl>
                                      </p:cMediaNode>
                                    </p:audio>
                                  </p:subTnLst>
                                </p:cTn>
                              </p:par>
                            </p:childTnLst>
                          </p:cTn>
                        </p:par>
                      </p:childTnLst>
                    </p:cTn>
                  </p:par>
                  <p:par>
                    <p:cTn id="100" fill="hold">
                      <p:stCondLst>
                        <p:cond delay="indefinite"/>
                      </p:stCondLst>
                      <p:childTnLst>
                        <p:par>
                          <p:cTn id="101" fill="hold">
                            <p:stCondLst>
                              <p:cond delay="0"/>
                            </p:stCondLst>
                            <p:childTnLst>
                              <p:par>
                                <p:cTn id="102" presetID="4" presetClass="entr" presetSubtype="32" fill="hold" grpId="0" nodeType="clickEffect">
                                  <p:stCondLst>
                                    <p:cond delay="0"/>
                                  </p:stCondLst>
                                  <p:childTnLst>
                                    <p:set>
                                      <p:cBhvr>
                                        <p:cTn id="103" dur="1" fill="hold">
                                          <p:stCondLst>
                                            <p:cond delay="0"/>
                                          </p:stCondLst>
                                        </p:cTn>
                                        <p:tgtEl>
                                          <p:spTgt spid="81"/>
                                        </p:tgtEl>
                                        <p:attrNameLst>
                                          <p:attrName>style.visibility</p:attrName>
                                        </p:attrNameLst>
                                      </p:cBhvr>
                                      <p:to>
                                        <p:strVal val="visible"/>
                                      </p:to>
                                    </p:set>
                                    <p:animEffect transition="in" filter="box(out)">
                                      <p:cBhvr>
                                        <p:cTn id="104" dur="500"/>
                                        <p:tgtEl>
                                          <p:spTgt spid="81"/>
                                        </p:tgtEl>
                                      </p:cBhvr>
                                    </p:animEffect>
                                  </p:childTnLst>
                                  <p:subTnLst>
                                    <p:audio>
                                      <p:cMediaNode>
                                        <p:cTn display="0" masterRel="sameClick">
                                          <p:stCondLst>
                                            <p:cond evt="begin" delay="0">
                                              <p:tn val="102"/>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304" grpId="0" build="p"/>
      <p:bldP spid="54305" grpId="0" bldLvl="0" animBg="1"/>
      <p:bldP spid="52" grpId="0" bldLvl="0" animBg="1"/>
      <p:bldP spid="53" grpId="0" bldLvl="0" animBg="1"/>
      <p:bldP spid="56" grpId="0" bldLvl="0" animBg="1"/>
      <p:bldP spid="61" grpId="0" bldLvl="0" animBg="1"/>
      <p:bldP spid="74" grpId="0" build="p"/>
      <p:bldP spid="75" grpId="0" bldLvl="0" animBg="1"/>
      <p:bldP spid="78" grpId="0" bldLvl="0" animBg="1"/>
      <p:bldP spid="80" grpId="0" bldLvl="0" animBg="1"/>
      <p:bldP spid="81" grpId="0" bldLvl="0" animBg="1"/>
      <p:bldP spid="33795" grpId="0"/>
      <p:bldP spid="33795" grpId="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77185" name="文本框 32771"/>
          <p:cNvSpPr txBox="1"/>
          <p:nvPr/>
        </p:nvSpPr>
        <p:spPr>
          <a:xfrm>
            <a:off x="2381250" y="722313"/>
            <a:ext cx="309563" cy="368300"/>
          </a:xfrm>
          <a:prstGeom prst="rect">
            <a:avLst/>
          </a:prstGeom>
          <a:noFill/>
          <a:ln w="9525">
            <a:noFill/>
          </a:ln>
        </p:spPr>
        <p:txBody>
          <a:bodyPr wrap="none" anchor="t" anchorCtr="0">
            <a:spAutoFit/>
          </a:bodyPr>
          <a:p>
            <a:endParaRPr lang="zh-CN" altLang="zh-CN" dirty="0">
              <a:latin typeface="Times New Roman" panose="02020603050405020304" pitchFamily="18" charset="0"/>
              <a:ea typeface="宋体" panose="02010600030101010101" pitchFamily="2" charset="-122"/>
            </a:endParaRPr>
          </a:p>
        </p:txBody>
      </p:sp>
      <p:grpSp>
        <p:nvGrpSpPr>
          <p:cNvPr id="477186" name="组合 32779"/>
          <p:cNvGrpSpPr/>
          <p:nvPr/>
        </p:nvGrpSpPr>
        <p:grpSpPr>
          <a:xfrm>
            <a:off x="9372600" y="6057900"/>
            <a:ext cx="1047750" cy="514350"/>
            <a:chOff x="4944" y="3816"/>
            <a:chExt cx="660" cy="324"/>
          </a:xfrm>
        </p:grpSpPr>
        <p:sp>
          <p:nvSpPr>
            <p:cNvPr id="477187" name="圆角矩形 32780">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477188" name="组合 32781"/>
            <p:cNvGrpSpPr/>
            <p:nvPr/>
          </p:nvGrpSpPr>
          <p:grpSpPr>
            <a:xfrm>
              <a:off x="5034" y="3846"/>
              <a:ext cx="450" cy="240"/>
              <a:chOff x="4530" y="3822"/>
              <a:chExt cx="450" cy="240"/>
            </a:xfrm>
          </p:grpSpPr>
          <p:sp>
            <p:nvSpPr>
              <p:cNvPr id="477189" name="任意多边形 32782">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477190" name="椭圆 32783"/>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477191" name="椭圆 32784"/>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477192" name="Text Box 5"/>
          <p:cNvSpPr txBox="1"/>
          <p:nvPr/>
        </p:nvSpPr>
        <p:spPr>
          <a:xfrm>
            <a:off x="728663" y="3016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2</a:t>
            </a:r>
            <a:r>
              <a:rPr lang="zh-CN" altLang="en-US" sz="3000" b="1" dirty="0">
                <a:solidFill>
                  <a:schemeClr val="accent1"/>
                </a:solidFill>
                <a:latin typeface="方正兰亭黑简体" pitchFamily="2" charset="-122"/>
                <a:ea typeface="方正兰亭黑简体" pitchFamily="2" charset="-122"/>
              </a:rPr>
              <a:t>、一维数组</a:t>
            </a:r>
            <a:endParaRPr lang="zh-CN" altLang="en-US" sz="3000" b="1" dirty="0">
              <a:solidFill>
                <a:schemeClr val="accent1"/>
              </a:solidFill>
              <a:latin typeface="方正兰亭黑简体" pitchFamily="2" charset="-122"/>
              <a:ea typeface="方正兰亭黑简体" pitchFamily="2" charset="-122"/>
            </a:endParaRPr>
          </a:p>
        </p:txBody>
      </p:sp>
      <p:sp>
        <p:nvSpPr>
          <p:cNvPr id="32774" name="文本框 32773"/>
          <p:cNvSpPr txBox="1"/>
          <p:nvPr/>
        </p:nvSpPr>
        <p:spPr>
          <a:xfrm>
            <a:off x="2270125" y="284163"/>
            <a:ext cx="7959725" cy="6464300"/>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00000"/>
              </a:lnSpc>
            </a:pPr>
            <a:r>
              <a:rPr lang="en-US" altLang="zh-CN" sz="1800">
                <a:latin typeface="微软雅黑 Light" panose="020B0502040204020203" charset="-122"/>
                <a:ea typeface="微软雅黑 Light" panose="020B0502040204020203" charset="-122"/>
              </a:rPr>
              <a:t>#include&lt;stdio.h&gt;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int main()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int  a[6]={1,3,5,7,9} , i , 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插入前的数组：</a:t>
            </a:r>
            <a:r>
              <a:rPr lang="en-US" altLang="zh-CN" sz="1800">
                <a:latin typeface="微软雅黑 Light" panose="020B0502040204020203" charset="-122"/>
                <a:ea typeface="微软雅黑 Light" panose="020B0502040204020203" charset="-122"/>
              </a:rPr>
              <a: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for(</a:t>
            </a:r>
            <a:r>
              <a:rPr lang="zh-CN" altLang="en-US" sz="1800">
                <a:latin typeface="微软雅黑 Light" panose="020B0502040204020203" charset="-122"/>
                <a:ea typeface="微软雅黑 Light" panose="020B0502040204020203" charset="-122"/>
              </a:rPr>
              <a:t> </a:t>
            </a:r>
            <a:r>
              <a:rPr lang="en-US" altLang="zh-CN" sz="1800">
                <a:latin typeface="微软雅黑 Light" panose="020B0502040204020203" charset="-122"/>
                <a:ea typeface="微软雅黑 Light" panose="020B0502040204020203" charset="-122"/>
              </a:rPr>
              <a:t>i=0; i&lt;5; i++)</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printf(“%3d”, a[i]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printf(“\n</a:t>
            </a:r>
            <a:r>
              <a:rPr lang="zh-CN" altLang="en-US" sz="1800">
                <a:latin typeface="微软雅黑 Light" panose="020B0502040204020203" charset="-122"/>
                <a:ea typeface="微软雅黑 Light" panose="020B0502040204020203" charset="-122"/>
              </a:rPr>
              <a:t>请输入要插入的数：</a:t>
            </a:r>
            <a:r>
              <a:rPr lang="en-US" altLang="zh-CN" sz="1800">
                <a:latin typeface="微软雅黑 Light" panose="020B0502040204020203" charset="-122"/>
                <a:ea typeface="微软雅黑 Light" panose="020B0502040204020203" charset="-122"/>
              </a:rPr>
              <a: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scanf(“%d”,&amp;n);</a:t>
            </a:r>
            <a:endParaRPr lang="en-US" altLang="zh-CN" sz="1800">
              <a:latin typeface="微软雅黑 Light" panose="020B0502040204020203" charset="-122"/>
              <a:ea typeface="微软雅黑 Light" panose="020B0502040204020203" charset="-122"/>
            </a:endParaRPr>
          </a:p>
          <a:p>
            <a:pPr lvl="1" indent="0" algn="l">
              <a:lnSpc>
                <a:spcPct val="100000"/>
              </a:lnSpc>
            </a:pPr>
            <a:r>
              <a:rPr lang="zh-CN" altLang="en-US" sz="1800">
                <a:latin typeface="微软雅黑 Light" panose="020B0502040204020203" charset="-122"/>
                <a:ea typeface="微软雅黑 Light" panose="020B0502040204020203" charset="-122"/>
              </a:rPr>
              <a:t>    </a:t>
            </a:r>
            <a:r>
              <a:rPr lang="en-US" altLang="zh-CN" sz="1800">
                <a:latin typeface="微软雅黑 Light" panose="020B0502040204020203" charset="-122"/>
                <a:ea typeface="微软雅黑 Light" panose="020B0502040204020203" charset="-122"/>
              </a:rPr>
              <a:t>for(i=4; i&gt;=0; i--)</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if (a[i]&lt;n)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   a[i+1] = 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break;</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else</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a[i+1]= a[i];</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if( i&lt;0)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a[0]= 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插入以后的数组：</a:t>
            </a:r>
            <a:r>
              <a:rPr lang="en-US" altLang="zh-CN" sz="1800">
                <a:latin typeface="微软雅黑 Light" panose="020B0502040204020203" charset="-122"/>
                <a:ea typeface="微软雅黑 Light" panose="020B0502040204020203" charset="-122"/>
              </a:rPr>
              <a: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for( i=0; i&lt;6;  i++)</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printf(“%5d”, a[i])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return 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animEffect transition="in" filter="box(out)">
                                      <p:cBhvr>
                                        <p:cTn id="7" dur="500"/>
                                        <p:tgtEl>
                                          <p:spTgt spid="3277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 name="平行四边形 17"/>
          <p:cNvSpPr/>
          <p:nvPr/>
        </p:nvSpPr>
        <p:spPr>
          <a:xfrm rot="10800000" flipH="1">
            <a:off x="-1566862" y="0"/>
            <a:ext cx="6986588" cy="6630988"/>
          </a:xfrm>
          <a:prstGeom prst="parallelogram">
            <a:avLst>
              <a:gd name="adj" fmla="val 56099"/>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19" name="平行四边形 18"/>
          <p:cNvSpPr/>
          <p:nvPr/>
        </p:nvSpPr>
        <p:spPr>
          <a:xfrm rot="10800000" flipH="1">
            <a:off x="112713" y="227013"/>
            <a:ext cx="7529513" cy="6630988"/>
          </a:xfrm>
          <a:prstGeom prst="parallelogram">
            <a:avLst>
              <a:gd name="adj" fmla="val 56099"/>
            </a:avLst>
          </a:prstGeom>
          <a:solidFill>
            <a:schemeClr val="accent1">
              <a:lumMod val="5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478211" name="文本框 1"/>
          <p:cNvSpPr/>
          <p:nvPr/>
        </p:nvSpPr>
        <p:spPr>
          <a:xfrm>
            <a:off x="5973763" y="2432050"/>
            <a:ext cx="4754562" cy="706438"/>
          </a:xfrm>
          <a:prstGeom prst="rect">
            <a:avLst/>
          </a:prstGeom>
          <a:noFill/>
          <a:ln w="9525">
            <a:noFill/>
          </a:ln>
        </p:spPr>
        <p:txBody>
          <a:bodyPr wrap="none" anchor="t" anchorCtr="0">
            <a:spAutoFit/>
          </a:bodyPr>
          <a:p>
            <a:r>
              <a:rPr lang="zh-CN" altLang="en-US" sz="4000" b="1" dirty="0">
                <a:solidFill>
                  <a:srgbClr val="083763"/>
                </a:solidFill>
                <a:latin typeface="微软雅黑" panose="020B0503020204020204" pitchFamily="34" charset="-122"/>
                <a:ea typeface="微软雅黑" panose="020B0503020204020204" pitchFamily="34" charset="-122"/>
                <a:sym typeface="微软雅黑" panose="020B0503020204020204" pitchFamily="34" charset="-122"/>
              </a:rPr>
              <a:t>二维数组及多维数组</a:t>
            </a:r>
            <a:endParaRPr lang="zh-CN" altLang="en-US" sz="4000" b="1" dirty="0">
              <a:solidFill>
                <a:srgbClr val="083763"/>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478212" name="组合 11"/>
          <p:cNvPicPr>
            <a:picLocks noGrp="1" noChangeAspect="1"/>
          </p:cNvPicPr>
          <p:nvPr/>
        </p:nvPicPr>
        <p:blipFill>
          <a:blip r:embed="rId1"/>
          <a:stretch>
            <a:fillRect/>
          </a:stretch>
        </p:blipFill>
        <p:spPr>
          <a:xfrm>
            <a:off x="2597150" y="2387600"/>
            <a:ext cx="2633663" cy="2374900"/>
          </a:xfrm>
          <a:prstGeom prst="rect">
            <a:avLst/>
          </a:prstGeom>
          <a:noFill/>
          <a:ln w="9525">
            <a:noFill/>
          </a:ln>
        </p:spPr>
      </p:pic>
      <p:cxnSp>
        <p:nvCxnSpPr>
          <p:cNvPr id="3" name="直接连接符 2"/>
          <p:cNvCxnSpPr/>
          <p:nvPr/>
        </p:nvCxnSpPr>
        <p:spPr>
          <a:xfrm>
            <a:off x="5822950" y="3452813"/>
            <a:ext cx="4935538" cy="0"/>
          </a:xfrm>
          <a:prstGeom prst="line">
            <a:avLst/>
          </a:prstGeom>
          <a:ln>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2671664" y="2432501"/>
            <a:ext cx="2485054" cy="2259822"/>
            <a:chOff x="2671664" y="2432501"/>
            <a:chExt cx="2485054" cy="2259822"/>
          </a:xfrm>
          <a:effectLst>
            <a:outerShdw blurRad="50800" dist="38100" dir="2700000" algn="tl" rotWithShape="0">
              <a:prstClr val="black">
                <a:alpha val="40000"/>
              </a:prstClr>
            </a:outerShdw>
          </a:effectLst>
        </p:grpSpPr>
        <p:sp>
          <p:nvSpPr>
            <p:cNvPr id="14" name="六边形 13"/>
            <p:cNvSpPr/>
            <p:nvPr/>
          </p:nvSpPr>
          <p:spPr>
            <a:xfrm>
              <a:off x="2671664" y="2432501"/>
              <a:ext cx="2485054" cy="2142288"/>
            </a:xfrm>
            <a:prstGeom prst="hexagon">
              <a:avLst/>
            </a:prstGeom>
            <a:solidFill>
              <a:srgbClr val="08376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15" name="TextBox 5"/>
            <p:cNvSpPr txBox="1"/>
            <p:nvPr/>
          </p:nvSpPr>
          <p:spPr>
            <a:xfrm>
              <a:off x="2728061" y="2939088"/>
              <a:ext cx="2316555" cy="1753235"/>
            </a:xfrm>
            <a:prstGeom prst="rect">
              <a:avLst/>
            </a:prstGeom>
            <a:noFill/>
            <a:ln>
              <a:noFill/>
            </a:ln>
            <a:effectLst>
              <a:outerShdw blurRad="50800" dist="38100" dir="2700000" algn="tl" rotWithShape="0">
                <a:prstClr val="black">
                  <a:alpha val="40000"/>
                </a:prstClr>
              </a:outerShdw>
            </a:effectLst>
          </p:spPr>
          <p:txBody>
            <a:bodyPr wrap="square" rtlCol="0">
              <a:spAutoFit/>
            </a:bodyPr>
            <a:p>
              <a:pPr algn="ctr" fontAlgn="auto"/>
              <a:r>
                <a:rPr lang="en-US" altLang="zh-CN" sz="5400" b="1" strike="noStrike" noProof="1" dirty="0">
                  <a:solidFill>
                    <a:schemeClr val="bg1"/>
                  </a:solidFill>
                  <a:latin typeface="微软雅黑" panose="020B0503020204020204" pitchFamily="34" charset="-122"/>
                  <a:ea typeface="微软雅黑" panose="020B0503020204020204" pitchFamily="34" charset="-122"/>
                  <a:cs typeface="Kartika" pitchFamily="18" charset="0"/>
                </a:rPr>
                <a:t>PART    03</a:t>
              </a:r>
              <a:endParaRPr lang="zh-CN" altLang="en-US" sz="5400" b="1" strike="noStrike" noProof="1" dirty="0">
                <a:solidFill>
                  <a:schemeClr val="bg1"/>
                </a:solidFill>
                <a:latin typeface="微软雅黑" panose="020B0503020204020204" pitchFamily="34" charset="-122"/>
                <a:ea typeface="微软雅黑" panose="020B0503020204020204" pitchFamily="34" charset="-122"/>
                <a:cs typeface="Kartika" pitchFamily="18" charset="0"/>
              </a:endParaRPr>
            </a:p>
          </p:txBody>
        </p:sp>
      </p:grpSp>
    </p:spTree>
  </p:cSld>
  <p:clrMapOvr>
    <a:masterClrMapping/>
  </p:clrMapOvr>
  <p:transition spd="med" advClick="0" advTm="5561">
    <p:random/>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2290" name="矩形 12289"/>
          <p:cNvSpPr/>
          <p:nvPr/>
        </p:nvSpPr>
        <p:spPr>
          <a:xfrm>
            <a:off x="1206500" y="488950"/>
            <a:ext cx="8382000" cy="1657350"/>
          </a:xfrm>
          <a:prstGeom prst="rect">
            <a:avLst/>
          </a:prstGeom>
          <a:noFill/>
          <a:ln w="9525">
            <a:noFill/>
          </a:ln>
        </p:spPr>
        <p:txBody>
          <a:bodyPr anchor="t" anchorCtr="0"/>
          <a:p>
            <a:pPr eaLnBrk="0" hangingPunct="0">
              <a:buChar char="§"/>
            </a:pPr>
            <a:endParaRPr lang="en-US" altLang="zh-CN" dirty="0">
              <a:latin typeface="微软雅黑 Light" panose="020B0502040204020203" charset="-122"/>
              <a:ea typeface="微软雅黑 Light" panose="020B0502040204020203" charset="-122"/>
            </a:endParaRPr>
          </a:p>
          <a:p>
            <a:pPr lvl="1" indent="0" eaLnBrk="0" hangingPunct="0">
              <a:buClr>
                <a:schemeClr val="hlink"/>
              </a:buClr>
              <a:buFont typeface="Wingdings" panose="05000000000000000000" pitchFamily="2" charset="2"/>
            </a:pPr>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1</a:t>
            </a:r>
            <a:r>
              <a:rPr lang="zh-CN" altLang="en-US" sz="2400" dirty="0">
                <a:latin typeface="微软雅黑 Light" panose="020B0502040204020203" charset="-122"/>
                <a:ea typeface="微软雅黑 Light" panose="020B0502040204020203" charset="-122"/>
              </a:rPr>
              <a:t>）二维数组的定义</a:t>
            </a:r>
            <a:endParaRPr lang="zh-CN" altLang="en-US" sz="2400" dirty="0">
              <a:latin typeface="微软雅黑 Light" panose="020B0502040204020203" charset="-122"/>
              <a:ea typeface="微软雅黑 Light" panose="020B0502040204020203" charset="-122"/>
            </a:endParaRPr>
          </a:p>
          <a:p>
            <a:pPr lvl="2" indent="0" eaLnBrk="0" hangingPunct="0">
              <a:lnSpc>
                <a:spcPct val="150000"/>
              </a:lnSpc>
              <a:buClr>
                <a:schemeClr val="accent2"/>
              </a:buClr>
              <a:buFont typeface="Wingdings" panose="05000000000000000000" pitchFamily="2" charset="2"/>
              <a:buChar char="v"/>
            </a:pPr>
            <a:r>
              <a:rPr lang="zh-CN" altLang="en-US" dirty="0">
                <a:latin typeface="微软雅黑 Light" panose="020B0502040204020203" charset="-122"/>
                <a:ea typeface="微软雅黑 Light" panose="020B0502040204020203" charset="-122"/>
              </a:rPr>
              <a:t>定义方式：　</a:t>
            </a:r>
            <a:endParaRPr lang="zh-CN" altLang="en-US" dirty="0">
              <a:latin typeface="微软雅黑 Light" panose="020B0502040204020203" charset="-122"/>
              <a:ea typeface="微软雅黑 Light" panose="020B0502040204020203" charset="-122"/>
            </a:endParaRPr>
          </a:p>
          <a:p>
            <a:pPr lvl="2" indent="0" eaLnBrk="0" hangingPunct="0">
              <a:lnSpc>
                <a:spcPct val="150000"/>
              </a:lnSpc>
            </a:pPr>
            <a:r>
              <a:rPr lang="zh-CN" altLang="en-US" dirty="0">
                <a:latin typeface="微软雅黑 Light" panose="020B0502040204020203" charset="-122"/>
                <a:ea typeface="微软雅黑 Light" panose="020B0502040204020203" charset="-122"/>
              </a:rPr>
              <a:t>　</a:t>
            </a:r>
            <a:r>
              <a:rPr lang="zh-CN" altLang="en-US" dirty="0">
                <a:solidFill>
                  <a:srgbClr val="C00000"/>
                </a:solidFill>
                <a:latin typeface="微软雅黑 Light" panose="020B0502040204020203" charset="-122"/>
                <a:ea typeface="微软雅黑 Light" panose="020B0502040204020203" charset="-122"/>
              </a:rPr>
              <a:t>数据类型　数组名</a:t>
            </a:r>
            <a:r>
              <a:rPr lang="en-US" altLang="zh-CN" dirty="0">
                <a:solidFill>
                  <a:srgbClr val="C00000"/>
                </a:solidFill>
                <a:latin typeface="微软雅黑 Light" panose="020B0502040204020203" charset="-122"/>
                <a:ea typeface="微软雅黑 Light" panose="020B0502040204020203" charset="-122"/>
              </a:rPr>
              <a:t>[</a:t>
            </a:r>
            <a:r>
              <a:rPr lang="zh-CN" altLang="en-US" dirty="0">
                <a:solidFill>
                  <a:srgbClr val="C00000"/>
                </a:solidFill>
                <a:latin typeface="微软雅黑 Light" panose="020B0502040204020203" charset="-122"/>
                <a:ea typeface="微软雅黑 Light" panose="020B0502040204020203" charset="-122"/>
              </a:rPr>
              <a:t>常量表达式</a:t>
            </a:r>
            <a:r>
              <a:rPr lang="en-US" altLang="zh-CN" dirty="0">
                <a:solidFill>
                  <a:srgbClr val="C00000"/>
                </a:solidFill>
                <a:latin typeface="微软雅黑 Light" panose="020B0502040204020203" charset="-122"/>
                <a:ea typeface="微软雅黑 Light" panose="020B0502040204020203" charset="-122"/>
              </a:rPr>
              <a:t>][</a:t>
            </a:r>
            <a:r>
              <a:rPr lang="zh-CN" altLang="en-US" dirty="0">
                <a:solidFill>
                  <a:srgbClr val="C00000"/>
                </a:solidFill>
                <a:latin typeface="微软雅黑 Light" panose="020B0502040204020203" charset="-122"/>
                <a:ea typeface="微软雅黑 Light" panose="020B0502040204020203" charset="-122"/>
              </a:rPr>
              <a:t>常量表达式</a:t>
            </a:r>
            <a:r>
              <a:rPr lang="en-US" altLang="zh-CN" dirty="0">
                <a:solidFill>
                  <a:srgbClr val="C00000"/>
                </a:solidFill>
                <a:latin typeface="微软雅黑 Light" panose="020B0502040204020203" charset="-122"/>
                <a:ea typeface="微软雅黑 Light" panose="020B0502040204020203" charset="-122"/>
              </a:rPr>
              <a:t>]</a:t>
            </a:r>
            <a:r>
              <a:rPr lang="zh-CN" altLang="en-US" dirty="0">
                <a:solidFill>
                  <a:srgbClr val="C00000"/>
                </a:solidFill>
                <a:latin typeface="微软雅黑 Light" panose="020B0502040204020203" charset="-122"/>
                <a:ea typeface="微软雅黑 Light" panose="020B0502040204020203" charset="-122"/>
              </a:rPr>
              <a:t>；</a:t>
            </a:r>
            <a:endParaRPr lang="zh-CN" altLang="en-US" dirty="0">
              <a:solidFill>
                <a:srgbClr val="C00000"/>
              </a:solidFill>
              <a:latin typeface="微软雅黑 Light" panose="020B0502040204020203" charset="-122"/>
              <a:ea typeface="微软雅黑 Light" panose="020B0502040204020203" charset="-122"/>
            </a:endParaRPr>
          </a:p>
        </p:txBody>
      </p:sp>
      <p:sp>
        <p:nvSpPr>
          <p:cNvPr id="12292" name="矩形 12291"/>
          <p:cNvSpPr/>
          <p:nvPr/>
        </p:nvSpPr>
        <p:spPr>
          <a:xfrm>
            <a:off x="1206500" y="2128838"/>
            <a:ext cx="8382000" cy="1600200"/>
          </a:xfrm>
          <a:prstGeom prst="rect">
            <a:avLst/>
          </a:prstGeom>
          <a:noFill/>
          <a:ln w="9525">
            <a:noFill/>
          </a:ln>
        </p:spPr>
        <p:txBody>
          <a:bodyPr anchor="t" anchorCtr="0"/>
          <a:p>
            <a:pPr lvl="2" indent="0" eaLnBrk="0" hangingPunct="0">
              <a:lnSpc>
                <a:spcPct val="150000"/>
              </a:lnSpc>
              <a:buClr>
                <a:schemeClr val="accent2"/>
              </a:buClr>
              <a:buFont typeface="Wingdings" panose="05000000000000000000" pitchFamily="2" charset="2"/>
              <a:buChar char="v"/>
            </a:pPr>
            <a:r>
              <a:rPr lang="zh-CN" altLang="en-US" dirty="0">
                <a:latin typeface="微软雅黑 Light" panose="020B0502040204020203" charset="-122"/>
                <a:ea typeface="微软雅黑 Light" panose="020B0502040204020203" charset="-122"/>
              </a:rPr>
              <a:t>数组元素的存放顺序</a:t>
            </a:r>
            <a:endParaRPr lang="zh-CN" altLang="en-US" dirty="0">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buChar char="l"/>
            </a:pPr>
            <a:r>
              <a:rPr lang="zh-CN" altLang="en-US" dirty="0">
                <a:latin typeface="微软雅黑 Light" panose="020B0502040204020203" charset="-122"/>
                <a:ea typeface="微软雅黑 Light" panose="020B0502040204020203" charset="-122"/>
              </a:rPr>
              <a:t>原因</a:t>
            </a:r>
            <a:r>
              <a:rPr lang="en-US" altLang="zh-CN" dirty="0">
                <a:latin typeface="微软雅黑 Light" panose="020B0502040204020203" charset="-122"/>
                <a:ea typeface="微软雅黑 Light" panose="020B0502040204020203" charset="-122"/>
              </a:rPr>
              <a:t>:</a:t>
            </a:r>
            <a:r>
              <a:rPr lang="zh-CN" altLang="en-US" dirty="0">
                <a:latin typeface="微软雅黑 Light" panose="020B0502040204020203" charset="-122"/>
                <a:ea typeface="微软雅黑 Light" panose="020B0502040204020203" charset="-122"/>
              </a:rPr>
              <a:t>内存是一维的</a:t>
            </a:r>
            <a:endParaRPr lang="zh-CN" altLang="en-US" dirty="0">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buChar char="l"/>
            </a:pPr>
            <a:r>
              <a:rPr lang="zh-CN" altLang="en-US" dirty="0">
                <a:latin typeface="微软雅黑 Light" panose="020B0502040204020203" charset="-122"/>
                <a:ea typeface="微软雅黑 Light" panose="020B0502040204020203" charset="-122"/>
              </a:rPr>
              <a:t>二维数组：按行序优先</a:t>
            </a:r>
            <a:endParaRPr lang="zh-CN" altLang="en-US" dirty="0">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buChar char="l"/>
            </a:pPr>
            <a:r>
              <a:rPr lang="zh-CN" altLang="en-US" dirty="0">
                <a:latin typeface="微软雅黑 Light" panose="020B0502040204020203" charset="-122"/>
                <a:ea typeface="微软雅黑 Light" panose="020B0502040204020203" charset="-122"/>
              </a:rPr>
              <a:t>多维数组：最右下标变化最快</a:t>
            </a:r>
            <a:endParaRPr lang="zh-CN" altLang="en-US" dirty="0">
              <a:latin typeface="微软雅黑 Light" panose="020B0502040204020203" charset="-122"/>
              <a:ea typeface="微软雅黑 Light" panose="020B0502040204020203" charset="-122"/>
            </a:endParaRPr>
          </a:p>
        </p:txBody>
      </p:sp>
      <p:sp>
        <p:nvSpPr>
          <p:cNvPr id="480259" name="文本框 12292"/>
          <p:cNvSpPr txBox="1"/>
          <p:nvPr/>
        </p:nvSpPr>
        <p:spPr>
          <a:xfrm>
            <a:off x="3467100" y="3019425"/>
            <a:ext cx="304800" cy="400050"/>
          </a:xfrm>
          <a:prstGeom prst="rect">
            <a:avLst/>
          </a:prstGeom>
          <a:noFill/>
          <a:ln w="38100">
            <a:noFill/>
          </a:ln>
        </p:spPr>
        <p:txBody>
          <a:bodyPr wrap="none" lIns="90000" tIns="46800" rIns="90000" bIns="46800" anchor="ctr" anchorCtr="0">
            <a:spAutoFit/>
          </a:bodyPr>
          <a:p>
            <a:pPr algn="ctr"/>
            <a:endParaRPr lang="zh-CN" altLang="zh-CN" sz="2000" dirty="0">
              <a:latin typeface="Times New Roman" panose="02020603050405020304" pitchFamily="18" charset="0"/>
              <a:ea typeface="宋体" panose="02010600030101010101" pitchFamily="2" charset="-122"/>
            </a:endParaRPr>
          </a:p>
        </p:txBody>
      </p:sp>
      <p:sp>
        <p:nvSpPr>
          <p:cNvPr id="12294" name="矩形 12293"/>
          <p:cNvSpPr/>
          <p:nvPr/>
        </p:nvSpPr>
        <p:spPr>
          <a:xfrm>
            <a:off x="3852863" y="2001838"/>
            <a:ext cx="3187700" cy="119856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lvl="2" indent="0" algn="l"/>
            <a:r>
              <a:rPr lang="zh-CN" altLang="zh-CN" sz="1800">
                <a:latin typeface="Calibri" panose="020F0502020204030204" pitchFamily="34" charset="0"/>
                <a:ea typeface="宋体" panose="02010600030101010101" pitchFamily="2" charset="-122"/>
              </a:rPr>
              <a:t>例  int a[3][4];  </a:t>
            </a:r>
            <a:endParaRPr lang="zh-CN" altLang="zh-CN" sz="1800">
              <a:latin typeface="Calibri" panose="020F0502020204030204" pitchFamily="34" charset="0"/>
              <a:ea typeface="宋体" panose="02010600030101010101" pitchFamily="2" charset="-122"/>
            </a:endParaRPr>
          </a:p>
          <a:p>
            <a:pPr lvl="2" indent="0" algn="l"/>
            <a:r>
              <a:rPr lang="zh-CN" altLang="zh-CN" sz="1800">
                <a:latin typeface="Calibri" panose="020F0502020204030204" pitchFamily="34" charset="0"/>
                <a:ea typeface="宋体" panose="02010600030101010101" pitchFamily="2" charset="-122"/>
              </a:rPr>
              <a:t>     float b[2][5];</a:t>
            </a:r>
            <a:endParaRPr lang="zh-CN" altLang="zh-CN" sz="1800">
              <a:latin typeface="Calibri" panose="020F0502020204030204" pitchFamily="34" charset="0"/>
              <a:ea typeface="宋体" panose="02010600030101010101" pitchFamily="2" charset="-122"/>
            </a:endParaRPr>
          </a:p>
          <a:p>
            <a:pPr lvl="2" indent="0" algn="l"/>
            <a:r>
              <a:rPr lang="zh-CN" altLang="zh-CN" sz="1800">
                <a:latin typeface="Calibri" panose="020F0502020204030204" pitchFamily="34" charset="0"/>
                <a:ea typeface="宋体" panose="02010600030101010101" pitchFamily="2" charset="-122"/>
              </a:rPr>
              <a:t>     int c[2][3][4];</a:t>
            </a:r>
            <a:endParaRPr lang="zh-CN" altLang="zh-CN" sz="1800">
              <a:latin typeface="Calibri" panose="020F0502020204030204" pitchFamily="34" charset="0"/>
              <a:ea typeface="宋体" panose="02010600030101010101" pitchFamily="2" charset="-122"/>
            </a:endParaRPr>
          </a:p>
          <a:p>
            <a:pPr lvl="2" indent="0" algn="l"/>
            <a:r>
              <a:rPr lang="zh-CN" altLang="zh-CN" sz="1800">
                <a:latin typeface="Calibri" panose="020F0502020204030204" pitchFamily="34" charset="0"/>
                <a:ea typeface="宋体" panose="02010600030101010101" pitchFamily="2" charset="-122"/>
              </a:rPr>
              <a:t>     int a[3,4];           (</a:t>
            </a:r>
            <a:r>
              <a:rPr lang="zh-CN" altLang="zh-CN" sz="1800">
                <a:latin typeface="Calibri" panose="020F0502020204030204" pitchFamily="34" charset="0"/>
                <a:ea typeface="宋体" panose="02010600030101010101" pitchFamily="2" charset="-122"/>
                <a:sym typeface="Symbol" panose="05050102010706020507" pitchFamily="18" charset="2"/>
              </a:rPr>
              <a:t></a:t>
            </a:r>
            <a:r>
              <a:rPr lang="zh-CN" altLang="zh-CN" sz="1800">
                <a:latin typeface="Calibri" panose="020F0502020204030204" pitchFamily="34" charset="0"/>
                <a:ea typeface="宋体" panose="02010600030101010101" pitchFamily="2" charset="-122"/>
              </a:rPr>
              <a:t>)</a:t>
            </a:r>
            <a:endParaRPr lang="zh-CN" altLang="zh-CN" sz="1800">
              <a:latin typeface="Calibri" panose="020F0502020204030204" pitchFamily="34" charset="0"/>
              <a:ea typeface="宋体" panose="02010600030101010101" pitchFamily="2" charset="-122"/>
            </a:endParaRPr>
          </a:p>
        </p:txBody>
      </p:sp>
      <p:sp>
        <p:nvSpPr>
          <p:cNvPr id="12295" name="椭圆形标注 12294"/>
          <p:cNvSpPr/>
          <p:nvPr/>
        </p:nvSpPr>
        <p:spPr>
          <a:xfrm>
            <a:off x="4879975" y="1103313"/>
            <a:ext cx="962025" cy="520700"/>
          </a:xfrm>
          <a:prstGeom prst="wedgeEllipseCallout">
            <a:avLst>
              <a:gd name="adj1" fmla="val -43750"/>
              <a:gd name="adj2" fmla="val 70000"/>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en-US">
                <a:latin typeface="Calibri" panose="020F0502020204030204" pitchFamily="34" charset="0"/>
                <a:ea typeface="宋体" panose="02010600030101010101" pitchFamily="2" charset="-122"/>
              </a:rPr>
              <a:t>行数</a:t>
            </a:r>
            <a:endParaRPr lang="zh-CN" altLang="en-US">
              <a:latin typeface="Calibri" panose="020F0502020204030204" pitchFamily="34" charset="0"/>
              <a:ea typeface="宋体" panose="02010600030101010101" pitchFamily="2" charset="-122"/>
            </a:endParaRPr>
          </a:p>
        </p:txBody>
      </p:sp>
      <p:sp>
        <p:nvSpPr>
          <p:cNvPr id="12296" name="椭圆形标注 12295"/>
          <p:cNvSpPr/>
          <p:nvPr/>
        </p:nvSpPr>
        <p:spPr>
          <a:xfrm>
            <a:off x="6399213" y="1057275"/>
            <a:ext cx="962025" cy="520700"/>
          </a:xfrm>
          <a:prstGeom prst="wedgeEllipseCallout">
            <a:avLst>
              <a:gd name="adj1" fmla="val -29560"/>
              <a:gd name="adj2" fmla="val 83616"/>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en-US">
                <a:latin typeface="Calibri" panose="020F0502020204030204" pitchFamily="34" charset="0"/>
                <a:ea typeface="宋体" panose="02010600030101010101" pitchFamily="2" charset="-122"/>
              </a:rPr>
              <a:t>列数</a:t>
            </a:r>
            <a:endParaRPr lang="zh-CN" altLang="en-US">
              <a:latin typeface="Calibri" panose="020F0502020204030204" pitchFamily="34" charset="0"/>
              <a:ea typeface="宋体" panose="02010600030101010101" pitchFamily="2" charset="-122"/>
            </a:endParaRPr>
          </a:p>
        </p:txBody>
      </p:sp>
      <p:sp>
        <p:nvSpPr>
          <p:cNvPr id="12297" name="椭圆形标注 12296"/>
          <p:cNvSpPr/>
          <p:nvPr/>
        </p:nvSpPr>
        <p:spPr>
          <a:xfrm>
            <a:off x="4879975" y="947738"/>
            <a:ext cx="3500438" cy="520700"/>
          </a:xfrm>
          <a:prstGeom prst="wedgeEllipseCallout">
            <a:avLst>
              <a:gd name="adj1" fmla="val -19088"/>
              <a:gd name="adj2" fmla="val 97176"/>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en-US">
                <a:latin typeface="Calibri" panose="020F0502020204030204" pitchFamily="34" charset="0"/>
                <a:ea typeface="宋体" panose="02010600030101010101" pitchFamily="2" charset="-122"/>
              </a:rPr>
              <a:t>元素个数=行数*列数</a:t>
            </a:r>
            <a:endParaRPr lang="zh-CN" altLang="en-US">
              <a:latin typeface="Calibri" panose="020F0502020204030204" pitchFamily="34" charset="0"/>
              <a:ea typeface="宋体" panose="02010600030101010101" pitchFamily="2" charset="-122"/>
            </a:endParaRPr>
          </a:p>
        </p:txBody>
      </p:sp>
      <p:grpSp>
        <p:nvGrpSpPr>
          <p:cNvPr id="12331" name="组合 12330"/>
          <p:cNvGrpSpPr/>
          <p:nvPr/>
        </p:nvGrpSpPr>
        <p:grpSpPr>
          <a:xfrm>
            <a:off x="3255963" y="3997325"/>
            <a:ext cx="5445125" cy="2292350"/>
            <a:chOff x="1187" y="2515"/>
            <a:chExt cx="3430" cy="1444"/>
          </a:xfrm>
        </p:grpSpPr>
        <p:grpSp>
          <p:nvGrpSpPr>
            <p:cNvPr id="480265" name="组合 12297"/>
            <p:cNvGrpSpPr/>
            <p:nvPr/>
          </p:nvGrpSpPr>
          <p:grpSpPr>
            <a:xfrm>
              <a:off x="1988" y="2515"/>
              <a:ext cx="2629" cy="1444"/>
              <a:chOff x="236" y="343"/>
              <a:chExt cx="2629" cy="1444"/>
            </a:xfrm>
          </p:grpSpPr>
          <p:sp>
            <p:nvSpPr>
              <p:cNvPr id="480266" name="椭圆形标注 12298"/>
              <p:cNvSpPr/>
              <p:nvPr/>
            </p:nvSpPr>
            <p:spPr>
              <a:xfrm>
                <a:off x="236" y="396"/>
                <a:ext cx="1073" cy="328"/>
              </a:xfrm>
              <a:prstGeom prst="wedgeEllipseCallout">
                <a:avLst>
                  <a:gd name="adj1" fmla="val 57574"/>
                  <a:gd name="adj2" fmla="val 94347"/>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int a[3][2]</a:t>
                </a:r>
                <a:endParaRPr lang="zh-CN" altLang="en-US">
                  <a:latin typeface="Calibri" panose="020F0502020204030204" pitchFamily="34" charset="0"/>
                  <a:ea typeface="宋体" panose="02010600030101010101" pitchFamily="2" charset="-122"/>
                </a:endParaRPr>
              </a:p>
            </p:txBody>
          </p:sp>
          <p:sp>
            <p:nvSpPr>
              <p:cNvPr id="480267" name="矩形 12299"/>
              <p:cNvSpPr/>
              <p:nvPr/>
            </p:nvSpPr>
            <p:spPr>
              <a:xfrm>
                <a:off x="1598" y="343"/>
                <a:ext cx="1267" cy="1440"/>
              </a:xfrm>
              <a:prstGeom prst="rect">
                <a:avLst/>
              </a:prstGeom>
              <a:solidFill>
                <a:srgbClr val="C4EFFF"/>
              </a:solidFill>
              <a:ln w="25400" cap="flat" cmpd="sng">
                <a:solidFill>
                  <a:schemeClr val="accent1"/>
                </a:solidFill>
                <a:prstDash val="solid"/>
                <a:miter/>
                <a:headEnd type="none" w="med" len="med"/>
                <a:tailEnd type="none" w="med" len="med"/>
              </a:ln>
            </p:spPr>
            <p:txBody>
              <a:bodyPr anchor="t" anchorCtr="0"/>
              <a:p>
                <a:pPr>
                  <a:buSzTx/>
                </a:pPr>
                <a:endParaRPr lang="zh-CN" altLang="en-US">
                  <a:latin typeface="Calibri" panose="020F0502020204030204" pitchFamily="34" charset="0"/>
                  <a:ea typeface="宋体" panose="02010600030101010101" pitchFamily="2" charset="-122"/>
                </a:endParaRPr>
              </a:p>
            </p:txBody>
          </p:sp>
          <p:sp>
            <p:nvSpPr>
              <p:cNvPr id="480268" name="直接连接符 12300"/>
              <p:cNvSpPr/>
              <p:nvPr/>
            </p:nvSpPr>
            <p:spPr>
              <a:xfrm>
                <a:off x="1575" y="600"/>
                <a:ext cx="1256" cy="0"/>
              </a:xfrm>
              <a:prstGeom prst="line">
                <a:avLst/>
              </a:prstGeom>
              <a:ln w="25400" cap="flat" cmpd="sng">
                <a:solidFill>
                  <a:schemeClr val="accent1"/>
                </a:solidFill>
                <a:prstDash val="solid"/>
                <a:miter/>
                <a:headEnd type="none" w="med" len="med"/>
                <a:tailEnd type="none" w="med" len="med"/>
              </a:ln>
            </p:spPr>
          </p:sp>
          <p:sp>
            <p:nvSpPr>
              <p:cNvPr id="480269" name="直接连接符 12301"/>
              <p:cNvSpPr/>
              <p:nvPr/>
            </p:nvSpPr>
            <p:spPr>
              <a:xfrm>
                <a:off x="1604" y="818"/>
                <a:ext cx="1256" cy="0"/>
              </a:xfrm>
              <a:prstGeom prst="line">
                <a:avLst/>
              </a:prstGeom>
              <a:ln w="25400" cap="flat" cmpd="sng">
                <a:solidFill>
                  <a:schemeClr val="accent1"/>
                </a:solidFill>
                <a:prstDash val="solid"/>
                <a:miter/>
                <a:headEnd type="none" w="med" len="med"/>
                <a:tailEnd type="none" w="med" len="med"/>
              </a:ln>
            </p:spPr>
          </p:sp>
          <p:sp>
            <p:nvSpPr>
              <p:cNvPr id="480270" name="直接连接符 12302"/>
              <p:cNvSpPr/>
              <p:nvPr/>
            </p:nvSpPr>
            <p:spPr>
              <a:xfrm>
                <a:off x="1577" y="1065"/>
                <a:ext cx="1267" cy="0"/>
              </a:xfrm>
              <a:prstGeom prst="line">
                <a:avLst/>
              </a:prstGeom>
              <a:ln w="25400" cap="flat" cmpd="sng">
                <a:solidFill>
                  <a:schemeClr val="accent1"/>
                </a:solidFill>
                <a:prstDash val="solid"/>
                <a:miter/>
                <a:headEnd type="none" w="med" len="med"/>
                <a:tailEnd type="none" w="med" len="med"/>
              </a:ln>
            </p:spPr>
          </p:sp>
          <p:sp>
            <p:nvSpPr>
              <p:cNvPr id="480271" name="直接连接符 12303"/>
              <p:cNvSpPr/>
              <p:nvPr/>
            </p:nvSpPr>
            <p:spPr>
              <a:xfrm>
                <a:off x="1595" y="1315"/>
                <a:ext cx="1267" cy="0"/>
              </a:xfrm>
              <a:prstGeom prst="line">
                <a:avLst/>
              </a:prstGeom>
              <a:ln w="25400" cap="flat" cmpd="sng">
                <a:solidFill>
                  <a:schemeClr val="accent1"/>
                </a:solidFill>
                <a:prstDash val="solid"/>
                <a:miter/>
                <a:headEnd type="none" w="med" len="med"/>
                <a:tailEnd type="none" w="med" len="med"/>
              </a:ln>
            </p:spPr>
          </p:sp>
          <p:sp>
            <p:nvSpPr>
              <p:cNvPr id="480272" name="直接连接符 12304"/>
              <p:cNvSpPr/>
              <p:nvPr/>
            </p:nvSpPr>
            <p:spPr>
              <a:xfrm>
                <a:off x="1577" y="1544"/>
                <a:ext cx="1267" cy="0"/>
              </a:xfrm>
              <a:prstGeom prst="line">
                <a:avLst/>
              </a:prstGeom>
              <a:ln w="25400" cap="flat" cmpd="sng">
                <a:solidFill>
                  <a:schemeClr val="accent1"/>
                </a:solidFill>
                <a:prstDash val="solid"/>
                <a:miter/>
                <a:headEnd type="none" w="med" len="med"/>
                <a:tailEnd type="none" w="med" len="med"/>
              </a:ln>
            </p:spPr>
          </p:sp>
          <p:sp>
            <p:nvSpPr>
              <p:cNvPr id="480273" name="矩形 12305"/>
              <p:cNvSpPr/>
              <p:nvPr/>
            </p:nvSpPr>
            <p:spPr>
              <a:xfrm>
                <a:off x="1979" y="601"/>
                <a:ext cx="562" cy="217"/>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a[0][1]</a:t>
                </a:r>
                <a:endParaRPr lang="zh-CN" altLang="en-US">
                  <a:latin typeface="Calibri" panose="020F0502020204030204" pitchFamily="34" charset="0"/>
                  <a:ea typeface="宋体" panose="02010600030101010101" pitchFamily="2" charset="-122"/>
                </a:endParaRPr>
              </a:p>
            </p:txBody>
          </p:sp>
          <p:sp>
            <p:nvSpPr>
              <p:cNvPr id="480274" name="矩形 12306"/>
              <p:cNvSpPr/>
              <p:nvPr/>
            </p:nvSpPr>
            <p:spPr>
              <a:xfrm>
                <a:off x="1979" y="818"/>
                <a:ext cx="562" cy="249"/>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a[1][0]</a:t>
                </a:r>
                <a:endParaRPr lang="zh-CN" altLang="en-US">
                  <a:latin typeface="Calibri" panose="020F0502020204030204" pitchFamily="34" charset="0"/>
                  <a:ea typeface="宋体" panose="02010600030101010101" pitchFamily="2" charset="-122"/>
                </a:endParaRPr>
              </a:p>
            </p:txBody>
          </p:sp>
          <p:sp>
            <p:nvSpPr>
              <p:cNvPr id="480275" name="矩形 12307"/>
              <p:cNvSpPr/>
              <p:nvPr/>
            </p:nvSpPr>
            <p:spPr>
              <a:xfrm>
                <a:off x="1979" y="1075"/>
                <a:ext cx="562"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a[1][1]</a:t>
                </a:r>
                <a:endParaRPr lang="zh-CN" altLang="en-US">
                  <a:latin typeface="Calibri" panose="020F0502020204030204" pitchFamily="34" charset="0"/>
                  <a:ea typeface="宋体" panose="02010600030101010101" pitchFamily="2" charset="-122"/>
                </a:endParaRPr>
              </a:p>
            </p:txBody>
          </p:sp>
          <p:sp>
            <p:nvSpPr>
              <p:cNvPr id="480276" name="矩形 12308"/>
              <p:cNvSpPr/>
              <p:nvPr/>
            </p:nvSpPr>
            <p:spPr>
              <a:xfrm>
                <a:off x="1979" y="1315"/>
                <a:ext cx="562"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a[2][0]</a:t>
                </a:r>
                <a:endParaRPr lang="zh-CN" altLang="en-US">
                  <a:latin typeface="Calibri" panose="020F0502020204030204" pitchFamily="34" charset="0"/>
                  <a:ea typeface="宋体" panose="02010600030101010101" pitchFamily="2" charset="-122"/>
                </a:endParaRPr>
              </a:p>
            </p:txBody>
          </p:sp>
          <p:sp>
            <p:nvSpPr>
              <p:cNvPr id="480277" name="矩形 12309"/>
              <p:cNvSpPr/>
              <p:nvPr/>
            </p:nvSpPr>
            <p:spPr>
              <a:xfrm>
                <a:off x="1979" y="1544"/>
                <a:ext cx="562" cy="243"/>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a[2][1]</a:t>
                </a:r>
                <a:endParaRPr lang="zh-CN" altLang="en-US">
                  <a:latin typeface="Calibri" panose="020F0502020204030204" pitchFamily="34" charset="0"/>
                  <a:ea typeface="宋体" panose="02010600030101010101" pitchFamily="2" charset="-122"/>
                </a:endParaRPr>
              </a:p>
            </p:txBody>
          </p:sp>
          <p:grpSp>
            <p:nvGrpSpPr>
              <p:cNvPr id="480278" name="组合 12310"/>
              <p:cNvGrpSpPr/>
              <p:nvPr/>
            </p:nvGrpSpPr>
            <p:grpSpPr>
              <a:xfrm>
                <a:off x="1413" y="343"/>
                <a:ext cx="202" cy="1444"/>
                <a:chOff x="1413" y="343"/>
                <a:chExt cx="202" cy="1444"/>
              </a:xfrm>
            </p:grpSpPr>
            <p:sp>
              <p:nvSpPr>
                <p:cNvPr id="480279" name="矩形 12311"/>
                <p:cNvSpPr/>
                <p:nvPr/>
              </p:nvSpPr>
              <p:spPr>
                <a:xfrm>
                  <a:off x="1413" y="343"/>
                  <a:ext cx="195" cy="257"/>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0</a:t>
                  </a:r>
                  <a:endParaRPr lang="zh-CN" altLang="en-US">
                    <a:latin typeface="Calibri" panose="020F0502020204030204" pitchFamily="34" charset="0"/>
                    <a:ea typeface="宋体" panose="02010600030101010101" pitchFamily="2" charset="-122"/>
                  </a:endParaRPr>
                </a:p>
              </p:txBody>
            </p:sp>
            <p:sp>
              <p:nvSpPr>
                <p:cNvPr id="480280" name="矩形 12312"/>
                <p:cNvSpPr/>
                <p:nvPr/>
              </p:nvSpPr>
              <p:spPr>
                <a:xfrm>
                  <a:off x="1413" y="598"/>
                  <a:ext cx="195" cy="220"/>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1</a:t>
                  </a:r>
                  <a:endParaRPr lang="zh-CN" altLang="en-US">
                    <a:latin typeface="Calibri" panose="020F0502020204030204" pitchFamily="34" charset="0"/>
                    <a:ea typeface="宋体" panose="02010600030101010101" pitchFamily="2" charset="-122"/>
                  </a:endParaRPr>
                </a:p>
              </p:txBody>
            </p:sp>
            <p:sp>
              <p:nvSpPr>
                <p:cNvPr id="480281" name="矩形 12313"/>
                <p:cNvSpPr/>
                <p:nvPr/>
              </p:nvSpPr>
              <p:spPr>
                <a:xfrm>
                  <a:off x="1413" y="1315"/>
                  <a:ext cx="195"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4</a:t>
                  </a:r>
                  <a:endParaRPr lang="zh-CN" altLang="en-US">
                    <a:latin typeface="Calibri" panose="020F0502020204030204" pitchFamily="34" charset="0"/>
                    <a:ea typeface="宋体" panose="02010600030101010101" pitchFamily="2" charset="-122"/>
                  </a:endParaRPr>
                </a:p>
              </p:txBody>
            </p:sp>
            <p:sp>
              <p:nvSpPr>
                <p:cNvPr id="480282" name="矩形 12314"/>
                <p:cNvSpPr/>
                <p:nvPr/>
              </p:nvSpPr>
              <p:spPr>
                <a:xfrm>
                  <a:off x="1413" y="1544"/>
                  <a:ext cx="195" cy="243"/>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5</a:t>
                  </a:r>
                  <a:endParaRPr lang="zh-CN" altLang="en-US">
                    <a:latin typeface="Calibri" panose="020F0502020204030204" pitchFamily="34" charset="0"/>
                    <a:ea typeface="宋体" panose="02010600030101010101" pitchFamily="2" charset="-122"/>
                  </a:endParaRPr>
                </a:p>
              </p:txBody>
            </p:sp>
            <p:sp>
              <p:nvSpPr>
                <p:cNvPr id="480283" name="矩形 12315"/>
                <p:cNvSpPr/>
                <p:nvPr/>
              </p:nvSpPr>
              <p:spPr>
                <a:xfrm>
                  <a:off x="1415" y="818"/>
                  <a:ext cx="194" cy="249"/>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2</a:t>
                  </a:r>
                  <a:endParaRPr lang="zh-CN" altLang="en-US">
                    <a:latin typeface="Calibri" panose="020F0502020204030204" pitchFamily="34" charset="0"/>
                    <a:ea typeface="宋体" panose="02010600030101010101" pitchFamily="2" charset="-122"/>
                  </a:endParaRPr>
                </a:p>
              </p:txBody>
            </p:sp>
            <p:sp>
              <p:nvSpPr>
                <p:cNvPr id="480284" name="矩形 12316"/>
                <p:cNvSpPr/>
                <p:nvPr/>
              </p:nvSpPr>
              <p:spPr>
                <a:xfrm>
                  <a:off x="1413" y="1075"/>
                  <a:ext cx="202"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3</a:t>
                  </a:r>
                  <a:endParaRPr lang="zh-CN" altLang="en-US">
                    <a:latin typeface="Calibri" panose="020F0502020204030204" pitchFamily="34" charset="0"/>
                    <a:ea typeface="宋体" panose="02010600030101010101" pitchFamily="2" charset="-122"/>
                  </a:endParaRPr>
                </a:p>
              </p:txBody>
            </p:sp>
          </p:grpSp>
          <p:sp>
            <p:nvSpPr>
              <p:cNvPr id="480285" name="矩形 12317"/>
              <p:cNvSpPr/>
              <p:nvPr/>
            </p:nvSpPr>
            <p:spPr>
              <a:xfrm>
                <a:off x="1979" y="343"/>
                <a:ext cx="559" cy="256"/>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a[0][0]</a:t>
                </a:r>
                <a:endParaRPr lang="zh-CN" altLang="en-US">
                  <a:latin typeface="Calibri" panose="020F0502020204030204" pitchFamily="34" charset="0"/>
                  <a:ea typeface="宋体" panose="02010600030101010101" pitchFamily="2" charset="-122"/>
                </a:endParaRPr>
              </a:p>
            </p:txBody>
          </p:sp>
        </p:grpSp>
        <p:grpSp>
          <p:nvGrpSpPr>
            <p:cNvPr id="480286" name="组合 12329"/>
            <p:cNvGrpSpPr/>
            <p:nvPr/>
          </p:nvGrpSpPr>
          <p:grpSpPr>
            <a:xfrm>
              <a:off x="1187" y="3309"/>
              <a:ext cx="1275" cy="585"/>
              <a:chOff x="1187" y="3309"/>
              <a:chExt cx="1275" cy="585"/>
            </a:xfrm>
          </p:grpSpPr>
          <p:sp>
            <p:nvSpPr>
              <p:cNvPr id="480287" name="矩形 12326"/>
              <p:cNvSpPr/>
              <p:nvPr/>
            </p:nvSpPr>
            <p:spPr>
              <a:xfrm>
                <a:off x="1231" y="3309"/>
                <a:ext cx="1203" cy="5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a[0][0]     a[0][1]</a:t>
                </a:r>
                <a:endParaRPr lang="zh-CN" altLang="en-US">
                  <a:latin typeface="Calibri" panose="020F0502020204030204" pitchFamily="34" charset="0"/>
                  <a:ea typeface="宋体" panose="02010600030101010101" pitchFamily="2" charset="-122"/>
                </a:endParaRPr>
              </a:p>
              <a:p>
                <a:pPr>
                  <a:buSzTx/>
                </a:pPr>
                <a:r>
                  <a:rPr lang="zh-CN" altLang="en-US">
                    <a:latin typeface="Calibri" panose="020F0502020204030204" pitchFamily="34" charset="0"/>
                    <a:ea typeface="宋体" panose="02010600030101010101" pitchFamily="2" charset="-122"/>
                  </a:rPr>
                  <a:t>a[1][0]     a[1][1]</a:t>
                </a:r>
                <a:endParaRPr lang="zh-CN" altLang="en-US">
                  <a:latin typeface="Calibri" panose="020F0502020204030204" pitchFamily="34" charset="0"/>
                  <a:ea typeface="宋体" panose="02010600030101010101" pitchFamily="2" charset="-122"/>
                </a:endParaRPr>
              </a:p>
              <a:p>
                <a:pPr>
                  <a:buSzTx/>
                </a:pPr>
                <a:r>
                  <a:rPr lang="zh-CN" altLang="en-US">
                    <a:latin typeface="Calibri" panose="020F0502020204030204" pitchFamily="34" charset="0"/>
                    <a:ea typeface="宋体" panose="02010600030101010101" pitchFamily="2" charset="-122"/>
                  </a:rPr>
                  <a:t>a[2][0]     a[2][1]</a:t>
                </a:r>
                <a:endParaRPr lang="zh-CN" altLang="en-US">
                  <a:latin typeface="Calibri" panose="020F0502020204030204" pitchFamily="34" charset="0"/>
                  <a:ea typeface="宋体" panose="02010600030101010101" pitchFamily="2" charset="-122"/>
                </a:endParaRPr>
              </a:p>
            </p:txBody>
          </p:sp>
          <p:sp>
            <p:nvSpPr>
              <p:cNvPr id="480288" name="左中括号 12327"/>
              <p:cNvSpPr/>
              <p:nvPr/>
            </p:nvSpPr>
            <p:spPr>
              <a:xfrm>
                <a:off x="1187" y="3381"/>
                <a:ext cx="69" cy="489"/>
              </a:xfrm>
              <a:prstGeom prst="leftBracket">
                <a:avLst>
                  <a:gd name="adj" fmla="val 59025"/>
                </a:avLst>
              </a:prstGeom>
              <a:solidFill>
                <a:srgbClr val="C4EFFF"/>
              </a:solidFill>
              <a:ln w="25400" cap="flat" cmpd="sng">
                <a:solidFill>
                  <a:schemeClr val="accent1"/>
                </a:solidFill>
                <a:prstDash val="solid"/>
                <a:miter/>
                <a:headEnd type="none" w="med" len="med"/>
                <a:tailEnd type="none" w="med" len="med"/>
              </a:ln>
            </p:spPr>
            <p:txBody>
              <a:bodyPr anchor="t" anchorCtr="0"/>
              <a:p>
                <a:pPr>
                  <a:buSzTx/>
                </a:pPr>
                <a:endParaRPr lang="zh-CN" altLang="en-US">
                  <a:latin typeface="Calibri" panose="020F0502020204030204" pitchFamily="34" charset="0"/>
                  <a:ea typeface="宋体" panose="02010600030101010101" pitchFamily="2" charset="-122"/>
                </a:endParaRPr>
              </a:p>
            </p:txBody>
          </p:sp>
          <p:sp>
            <p:nvSpPr>
              <p:cNvPr id="480289" name="右中括号 12328"/>
              <p:cNvSpPr/>
              <p:nvPr/>
            </p:nvSpPr>
            <p:spPr>
              <a:xfrm>
                <a:off x="2392" y="3394"/>
                <a:ext cx="70" cy="500"/>
              </a:xfrm>
              <a:prstGeom prst="rightBracket">
                <a:avLst>
                  <a:gd name="adj" fmla="val 59490"/>
                </a:avLst>
              </a:prstGeom>
              <a:solidFill>
                <a:srgbClr val="C4EFFF"/>
              </a:solidFill>
              <a:ln w="25400" cap="flat" cmpd="sng">
                <a:solidFill>
                  <a:schemeClr val="accent1"/>
                </a:solidFill>
                <a:prstDash val="solid"/>
                <a:miter/>
                <a:headEnd type="none" w="med" len="med"/>
                <a:tailEnd type="none" w="med" len="med"/>
              </a:ln>
            </p:spPr>
            <p:txBody>
              <a:bodyPr anchor="t" anchorCtr="0"/>
              <a:p>
                <a:pPr>
                  <a:buSzTx/>
                </a:pPr>
                <a:endParaRPr lang="zh-CN" altLang="en-US">
                  <a:latin typeface="Calibri" panose="020F0502020204030204" pitchFamily="34" charset="0"/>
                  <a:ea typeface="宋体" panose="02010600030101010101" pitchFamily="2" charset="-122"/>
                </a:endParaRPr>
              </a:p>
            </p:txBody>
          </p:sp>
        </p:grpSp>
      </p:grpSp>
      <p:grpSp>
        <p:nvGrpSpPr>
          <p:cNvPr id="12332" name="组合 12331"/>
          <p:cNvGrpSpPr/>
          <p:nvPr/>
        </p:nvGrpSpPr>
        <p:grpSpPr>
          <a:xfrm>
            <a:off x="5908675" y="153988"/>
            <a:ext cx="4826000" cy="6604000"/>
            <a:chOff x="2488" y="161"/>
            <a:chExt cx="3040" cy="4160"/>
          </a:xfrm>
        </p:grpSpPr>
        <p:sp>
          <p:nvSpPr>
            <p:cNvPr id="480291" name="椭圆形标注 12332"/>
            <p:cNvSpPr/>
            <p:nvPr/>
          </p:nvSpPr>
          <p:spPr>
            <a:xfrm>
              <a:off x="2488" y="723"/>
              <a:ext cx="1337" cy="328"/>
            </a:xfrm>
            <a:prstGeom prst="wedgeEllipseCallout">
              <a:avLst>
                <a:gd name="adj1" fmla="val 59106"/>
                <a:gd name="adj2" fmla="val 96130"/>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int c[2][3][4]</a:t>
              </a:r>
              <a:endParaRPr lang="zh-CN" altLang="en-US">
                <a:latin typeface="Calibri" panose="020F0502020204030204" pitchFamily="34" charset="0"/>
                <a:ea typeface="宋体" panose="02010600030101010101" pitchFamily="2" charset="-122"/>
              </a:endParaRPr>
            </a:p>
          </p:txBody>
        </p:sp>
        <p:sp>
          <p:nvSpPr>
            <p:cNvPr id="480292" name="矩形 12333"/>
            <p:cNvSpPr/>
            <p:nvPr/>
          </p:nvSpPr>
          <p:spPr>
            <a:xfrm>
              <a:off x="4173" y="232"/>
              <a:ext cx="1344" cy="4088"/>
            </a:xfrm>
            <a:prstGeom prst="rect">
              <a:avLst/>
            </a:prstGeom>
            <a:solidFill>
              <a:srgbClr val="C4EFFF"/>
            </a:solidFill>
            <a:ln w="25400" cap="flat" cmpd="sng">
              <a:solidFill>
                <a:schemeClr val="accent1"/>
              </a:solidFill>
              <a:prstDash val="solid"/>
              <a:miter/>
              <a:headEnd type="none" w="med" len="med"/>
              <a:tailEnd type="none" w="med" len="med"/>
            </a:ln>
          </p:spPr>
          <p:txBody>
            <a:bodyPr anchor="t" anchorCtr="0"/>
            <a:p>
              <a:pPr>
                <a:buSzTx/>
              </a:pPr>
              <a:endParaRPr lang="zh-CN" altLang="en-US">
                <a:latin typeface="Calibri" panose="020F0502020204030204" pitchFamily="34" charset="0"/>
                <a:ea typeface="宋体" panose="02010600030101010101" pitchFamily="2" charset="-122"/>
              </a:endParaRPr>
            </a:p>
          </p:txBody>
        </p:sp>
        <p:sp>
          <p:nvSpPr>
            <p:cNvPr id="480293" name="直接连接符 12334"/>
            <p:cNvSpPr/>
            <p:nvPr/>
          </p:nvSpPr>
          <p:spPr>
            <a:xfrm>
              <a:off x="4173" y="421"/>
              <a:ext cx="1344" cy="0"/>
            </a:xfrm>
            <a:prstGeom prst="line">
              <a:avLst/>
            </a:prstGeom>
            <a:ln w="25400" cap="flat" cmpd="sng">
              <a:solidFill>
                <a:schemeClr val="accent1"/>
              </a:solidFill>
              <a:prstDash val="solid"/>
              <a:miter/>
              <a:headEnd type="none" w="med" len="med"/>
              <a:tailEnd type="none" w="med" len="med"/>
            </a:ln>
          </p:spPr>
        </p:sp>
        <p:sp>
          <p:nvSpPr>
            <p:cNvPr id="480294" name="直接连接符 12335"/>
            <p:cNvSpPr/>
            <p:nvPr/>
          </p:nvSpPr>
          <p:spPr>
            <a:xfrm>
              <a:off x="4184" y="589"/>
              <a:ext cx="1344" cy="0"/>
            </a:xfrm>
            <a:prstGeom prst="line">
              <a:avLst/>
            </a:prstGeom>
            <a:ln w="25400" cap="flat" cmpd="sng">
              <a:solidFill>
                <a:schemeClr val="accent1"/>
              </a:solidFill>
              <a:prstDash val="solid"/>
              <a:miter/>
              <a:headEnd type="none" w="med" len="med"/>
              <a:tailEnd type="none" w="med" len="med"/>
            </a:ln>
          </p:spPr>
        </p:sp>
        <p:sp>
          <p:nvSpPr>
            <p:cNvPr id="480295" name="直接连接符 12336"/>
            <p:cNvSpPr/>
            <p:nvPr/>
          </p:nvSpPr>
          <p:spPr>
            <a:xfrm>
              <a:off x="4184" y="758"/>
              <a:ext cx="1344" cy="0"/>
            </a:xfrm>
            <a:prstGeom prst="line">
              <a:avLst/>
            </a:prstGeom>
            <a:ln w="25400" cap="flat" cmpd="sng">
              <a:solidFill>
                <a:schemeClr val="accent1"/>
              </a:solidFill>
              <a:prstDash val="solid"/>
              <a:miter/>
              <a:headEnd type="none" w="med" len="med"/>
              <a:tailEnd type="none" w="med" len="med"/>
            </a:ln>
          </p:spPr>
        </p:sp>
        <p:sp>
          <p:nvSpPr>
            <p:cNvPr id="480296" name="直接连接符 12337"/>
            <p:cNvSpPr/>
            <p:nvPr/>
          </p:nvSpPr>
          <p:spPr>
            <a:xfrm>
              <a:off x="4184" y="927"/>
              <a:ext cx="1344" cy="0"/>
            </a:xfrm>
            <a:prstGeom prst="line">
              <a:avLst/>
            </a:prstGeom>
            <a:ln w="25400" cap="flat" cmpd="sng">
              <a:solidFill>
                <a:schemeClr val="accent1"/>
              </a:solidFill>
              <a:prstDash val="solid"/>
              <a:miter/>
              <a:headEnd type="none" w="med" len="med"/>
              <a:tailEnd type="none" w="med" len="med"/>
            </a:ln>
          </p:spPr>
        </p:sp>
        <p:sp>
          <p:nvSpPr>
            <p:cNvPr id="480297" name="直接连接符 12338"/>
            <p:cNvSpPr/>
            <p:nvPr/>
          </p:nvSpPr>
          <p:spPr>
            <a:xfrm>
              <a:off x="4184" y="1095"/>
              <a:ext cx="1344" cy="0"/>
            </a:xfrm>
            <a:prstGeom prst="line">
              <a:avLst/>
            </a:prstGeom>
            <a:ln w="25400" cap="flat" cmpd="sng">
              <a:solidFill>
                <a:schemeClr val="accent1"/>
              </a:solidFill>
              <a:prstDash val="solid"/>
              <a:miter/>
              <a:headEnd type="none" w="med" len="med"/>
              <a:tailEnd type="none" w="med" len="med"/>
            </a:ln>
          </p:spPr>
        </p:sp>
        <p:sp>
          <p:nvSpPr>
            <p:cNvPr id="480298" name="直接连接符 12339"/>
            <p:cNvSpPr/>
            <p:nvPr/>
          </p:nvSpPr>
          <p:spPr>
            <a:xfrm>
              <a:off x="4184" y="1264"/>
              <a:ext cx="1344" cy="0"/>
            </a:xfrm>
            <a:prstGeom prst="line">
              <a:avLst/>
            </a:prstGeom>
            <a:ln w="25400" cap="flat" cmpd="sng">
              <a:solidFill>
                <a:schemeClr val="accent1"/>
              </a:solidFill>
              <a:prstDash val="solid"/>
              <a:miter/>
              <a:headEnd type="none" w="med" len="med"/>
              <a:tailEnd type="none" w="med" len="med"/>
            </a:ln>
          </p:spPr>
        </p:sp>
        <p:sp>
          <p:nvSpPr>
            <p:cNvPr id="480299" name="直接连接符 12340"/>
            <p:cNvSpPr/>
            <p:nvPr/>
          </p:nvSpPr>
          <p:spPr>
            <a:xfrm>
              <a:off x="4184" y="1433"/>
              <a:ext cx="1344" cy="0"/>
            </a:xfrm>
            <a:prstGeom prst="line">
              <a:avLst/>
            </a:prstGeom>
            <a:ln w="25400" cap="flat" cmpd="sng">
              <a:solidFill>
                <a:schemeClr val="accent1"/>
              </a:solidFill>
              <a:prstDash val="solid"/>
              <a:miter/>
              <a:headEnd type="none" w="med" len="med"/>
              <a:tailEnd type="none" w="med" len="med"/>
            </a:ln>
          </p:spPr>
        </p:sp>
        <p:sp>
          <p:nvSpPr>
            <p:cNvPr id="480300" name="直接连接符 12341"/>
            <p:cNvSpPr/>
            <p:nvPr/>
          </p:nvSpPr>
          <p:spPr>
            <a:xfrm>
              <a:off x="4184" y="1601"/>
              <a:ext cx="1344" cy="0"/>
            </a:xfrm>
            <a:prstGeom prst="line">
              <a:avLst/>
            </a:prstGeom>
            <a:ln w="25400" cap="flat" cmpd="sng">
              <a:solidFill>
                <a:schemeClr val="accent1"/>
              </a:solidFill>
              <a:prstDash val="solid"/>
              <a:miter/>
              <a:headEnd type="none" w="med" len="med"/>
              <a:tailEnd type="none" w="med" len="med"/>
            </a:ln>
          </p:spPr>
        </p:sp>
        <p:sp>
          <p:nvSpPr>
            <p:cNvPr id="480301" name="直接连接符 12342"/>
            <p:cNvSpPr/>
            <p:nvPr/>
          </p:nvSpPr>
          <p:spPr>
            <a:xfrm>
              <a:off x="4184" y="1770"/>
              <a:ext cx="1344" cy="0"/>
            </a:xfrm>
            <a:prstGeom prst="line">
              <a:avLst/>
            </a:prstGeom>
            <a:ln w="25400" cap="flat" cmpd="sng">
              <a:solidFill>
                <a:schemeClr val="accent1"/>
              </a:solidFill>
              <a:prstDash val="solid"/>
              <a:miter/>
              <a:headEnd type="none" w="med" len="med"/>
              <a:tailEnd type="none" w="med" len="med"/>
            </a:ln>
          </p:spPr>
        </p:sp>
        <p:sp>
          <p:nvSpPr>
            <p:cNvPr id="480302" name="直接连接符 12343"/>
            <p:cNvSpPr/>
            <p:nvPr/>
          </p:nvSpPr>
          <p:spPr>
            <a:xfrm>
              <a:off x="4184" y="1939"/>
              <a:ext cx="1344" cy="0"/>
            </a:xfrm>
            <a:prstGeom prst="line">
              <a:avLst/>
            </a:prstGeom>
            <a:ln w="25400" cap="flat" cmpd="sng">
              <a:solidFill>
                <a:schemeClr val="accent1"/>
              </a:solidFill>
              <a:prstDash val="solid"/>
              <a:miter/>
              <a:headEnd type="none" w="med" len="med"/>
              <a:tailEnd type="none" w="med" len="med"/>
            </a:ln>
          </p:spPr>
        </p:sp>
        <p:sp>
          <p:nvSpPr>
            <p:cNvPr id="480303" name="直接连接符 12344"/>
            <p:cNvSpPr/>
            <p:nvPr/>
          </p:nvSpPr>
          <p:spPr>
            <a:xfrm>
              <a:off x="4184" y="2107"/>
              <a:ext cx="1344" cy="0"/>
            </a:xfrm>
            <a:prstGeom prst="line">
              <a:avLst/>
            </a:prstGeom>
            <a:ln w="25400" cap="flat" cmpd="sng">
              <a:solidFill>
                <a:schemeClr val="accent1"/>
              </a:solidFill>
              <a:prstDash val="solid"/>
              <a:miter/>
              <a:headEnd type="none" w="med" len="med"/>
              <a:tailEnd type="none" w="med" len="med"/>
            </a:ln>
          </p:spPr>
        </p:sp>
        <p:sp>
          <p:nvSpPr>
            <p:cNvPr id="480304" name="直接连接符 12345"/>
            <p:cNvSpPr/>
            <p:nvPr/>
          </p:nvSpPr>
          <p:spPr>
            <a:xfrm>
              <a:off x="4184" y="2276"/>
              <a:ext cx="1344" cy="0"/>
            </a:xfrm>
            <a:prstGeom prst="line">
              <a:avLst/>
            </a:prstGeom>
            <a:ln w="25400" cap="flat" cmpd="sng">
              <a:solidFill>
                <a:schemeClr val="accent1"/>
              </a:solidFill>
              <a:prstDash val="solid"/>
              <a:miter/>
              <a:headEnd type="none" w="med" len="med"/>
              <a:tailEnd type="none" w="med" len="med"/>
            </a:ln>
          </p:spPr>
        </p:sp>
        <p:sp>
          <p:nvSpPr>
            <p:cNvPr id="480305" name="直接连接符 12346"/>
            <p:cNvSpPr/>
            <p:nvPr/>
          </p:nvSpPr>
          <p:spPr>
            <a:xfrm>
              <a:off x="4184" y="2445"/>
              <a:ext cx="1344" cy="0"/>
            </a:xfrm>
            <a:prstGeom prst="line">
              <a:avLst/>
            </a:prstGeom>
            <a:ln w="25400" cap="flat" cmpd="sng">
              <a:solidFill>
                <a:schemeClr val="accent1"/>
              </a:solidFill>
              <a:prstDash val="solid"/>
              <a:miter/>
              <a:headEnd type="none" w="med" len="med"/>
              <a:tailEnd type="none" w="med" len="med"/>
            </a:ln>
          </p:spPr>
        </p:sp>
        <p:sp>
          <p:nvSpPr>
            <p:cNvPr id="480306" name="直接连接符 12347"/>
            <p:cNvSpPr/>
            <p:nvPr/>
          </p:nvSpPr>
          <p:spPr>
            <a:xfrm>
              <a:off x="4184" y="2613"/>
              <a:ext cx="1344" cy="0"/>
            </a:xfrm>
            <a:prstGeom prst="line">
              <a:avLst/>
            </a:prstGeom>
            <a:ln w="25400" cap="flat" cmpd="sng">
              <a:solidFill>
                <a:schemeClr val="accent1"/>
              </a:solidFill>
              <a:prstDash val="solid"/>
              <a:miter/>
              <a:headEnd type="none" w="med" len="med"/>
              <a:tailEnd type="none" w="med" len="med"/>
            </a:ln>
          </p:spPr>
        </p:sp>
        <p:sp>
          <p:nvSpPr>
            <p:cNvPr id="480307" name="直接连接符 12348"/>
            <p:cNvSpPr/>
            <p:nvPr/>
          </p:nvSpPr>
          <p:spPr>
            <a:xfrm>
              <a:off x="4184" y="2782"/>
              <a:ext cx="1344" cy="0"/>
            </a:xfrm>
            <a:prstGeom prst="line">
              <a:avLst/>
            </a:prstGeom>
            <a:ln w="25400" cap="flat" cmpd="sng">
              <a:solidFill>
                <a:schemeClr val="accent1"/>
              </a:solidFill>
              <a:prstDash val="solid"/>
              <a:miter/>
              <a:headEnd type="none" w="med" len="med"/>
              <a:tailEnd type="none" w="med" len="med"/>
            </a:ln>
          </p:spPr>
        </p:sp>
        <p:sp>
          <p:nvSpPr>
            <p:cNvPr id="480308" name="直接连接符 12349"/>
            <p:cNvSpPr/>
            <p:nvPr/>
          </p:nvSpPr>
          <p:spPr>
            <a:xfrm>
              <a:off x="4184" y="2951"/>
              <a:ext cx="1344" cy="0"/>
            </a:xfrm>
            <a:prstGeom prst="line">
              <a:avLst/>
            </a:prstGeom>
            <a:ln w="25400" cap="flat" cmpd="sng">
              <a:solidFill>
                <a:schemeClr val="accent1"/>
              </a:solidFill>
              <a:prstDash val="solid"/>
              <a:miter/>
              <a:headEnd type="none" w="med" len="med"/>
              <a:tailEnd type="none" w="med" len="med"/>
            </a:ln>
          </p:spPr>
        </p:sp>
        <p:sp>
          <p:nvSpPr>
            <p:cNvPr id="480309" name="直接连接符 12350"/>
            <p:cNvSpPr/>
            <p:nvPr/>
          </p:nvSpPr>
          <p:spPr>
            <a:xfrm>
              <a:off x="4184" y="3119"/>
              <a:ext cx="1344" cy="0"/>
            </a:xfrm>
            <a:prstGeom prst="line">
              <a:avLst/>
            </a:prstGeom>
            <a:ln w="25400" cap="flat" cmpd="sng">
              <a:solidFill>
                <a:schemeClr val="accent1"/>
              </a:solidFill>
              <a:prstDash val="solid"/>
              <a:miter/>
              <a:headEnd type="none" w="med" len="med"/>
              <a:tailEnd type="none" w="med" len="med"/>
            </a:ln>
          </p:spPr>
        </p:sp>
        <p:sp>
          <p:nvSpPr>
            <p:cNvPr id="480310" name="直接连接符 12351"/>
            <p:cNvSpPr/>
            <p:nvPr/>
          </p:nvSpPr>
          <p:spPr>
            <a:xfrm>
              <a:off x="4184" y="3288"/>
              <a:ext cx="1344" cy="0"/>
            </a:xfrm>
            <a:prstGeom prst="line">
              <a:avLst/>
            </a:prstGeom>
            <a:ln w="25400" cap="flat" cmpd="sng">
              <a:solidFill>
                <a:schemeClr val="accent1"/>
              </a:solidFill>
              <a:prstDash val="solid"/>
              <a:miter/>
              <a:headEnd type="none" w="med" len="med"/>
              <a:tailEnd type="none" w="med" len="med"/>
            </a:ln>
          </p:spPr>
        </p:sp>
        <p:sp>
          <p:nvSpPr>
            <p:cNvPr id="480311" name="直接连接符 12352"/>
            <p:cNvSpPr/>
            <p:nvPr/>
          </p:nvSpPr>
          <p:spPr>
            <a:xfrm>
              <a:off x="4184" y="3457"/>
              <a:ext cx="1344" cy="0"/>
            </a:xfrm>
            <a:prstGeom prst="line">
              <a:avLst/>
            </a:prstGeom>
            <a:ln w="25400" cap="flat" cmpd="sng">
              <a:solidFill>
                <a:schemeClr val="accent1"/>
              </a:solidFill>
              <a:prstDash val="solid"/>
              <a:miter/>
              <a:headEnd type="none" w="med" len="med"/>
              <a:tailEnd type="none" w="med" len="med"/>
            </a:ln>
          </p:spPr>
        </p:sp>
        <p:sp>
          <p:nvSpPr>
            <p:cNvPr id="480312" name="直接连接符 12353"/>
            <p:cNvSpPr/>
            <p:nvPr/>
          </p:nvSpPr>
          <p:spPr>
            <a:xfrm>
              <a:off x="4184" y="3625"/>
              <a:ext cx="1344" cy="0"/>
            </a:xfrm>
            <a:prstGeom prst="line">
              <a:avLst/>
            </a:prstGeom>
            <a:ln w="25400" cap="flat" cmpd="sng">
              <a:solidFill>
                <a:schemeClr val="accent1"/>
              </a:solidFill>
              <a:prstDash val="solid"/>
              <a:miter/>
              <a:headEnd type="none" w="med" len="med"/>
              <a:tailEnd type="none" w="med" len="med"/>
            </a:ln>
          </p:spPr>
        </p:sp>
        <p:sp>
          <p:nvSpPr>
            <p:cNvPr id="480313" name="直接连接符 12354"/>
            <p:cNvSpPr/>
            <p:nvPr/>
          </p:nvSpPr>
          <p:spPr>
            <a:xfrm>
              <a:off x="4184" y="3794"/>
              <a:ext cx="1344" cy="0"/>
            </a:xfrm>
            <a:prstGeom prst="line">
              <a:avLst/>
            </a:prstGeom>
            <a:ln w="25400" cap="flat" cmpd="sng">
              <a:solidFill>
                <a:schemeClr val="accent1"/>
              </a:solidFill>
              <a:prstDash val="solid"/>
              <a:miter/>
              <a:headEnd type="none" w="med" len="med"/>
              <a:tailEnd type="none" w="med" len="med"/>
            </a:ln>
          </p:spPr>
        </p:sp>
        <p:sp>
          <p:nvSpPr>
            <p:cNvPr id="480314" name="直接连接符 12355"/>
            <p:cNvSpPr/>
            <p:nvPr/>
          </p:nvSpPr>
          <p:spPr>
            <a:xfrm>
              <a:off x="4184" y="3963"/>
              <a:ext cx="1344" cy="0"/>
            </a:xfrm>
            <a:prstGeom prst="line">
              <a:avLst/>
            </a:prstGeom>
            <a:ln w="25400" cap="flat" cmpd="sng">
              <a:solidFill>
                <a:schemeClr val="accent1"/>
              </a:solidFill>
              <a:prstDash val="solid"/>
              <a:miter/>
              <a:headEnd type="none" w="med" len="med"/>
              <a:tailEnd type="none" w="med" len="med"/>
            </a:ln>
          </p:spPr>
        </p:sp>
        <p:sp>
          <p:nvSpPr>
            <p:cNvPr id="480315" name="直接连接符 12356"/>
            <p:cNvSpPr/>
            <p:nvPr/>
          </p:nvSpPr>
          <p:spPr>
            <a:xfrm>
              <a:off x="4184" y="4132"/>
              <a:ext cx="1344" cy="0"/>
            </a:xfrm>
            <a:prstGeom prst="line">
              <a:avLst/>
            </a:prstGeom>
            <a:ln w="25400" cap="flat" cmpd="sng">
              <a:solidFill>
                <a:schemeClr val="accent1"/>
              </a:solidFill>
              <a:prstDash val="solid"/>
              <a:miter/>
              <a:headEnd type="none" w="med" len="med"/>
              <a:tailEnd type="none" w="med" len="med"/>
            </a:ln>
          </p:spPr>
        </p:sp>
        <p:grpSp>
          <p:nvGrpSpPr>
            <p:cNvPr id="480316" name="组合 12357"/>
            <p:cNvGrpSpPr/>
            <p:nvPr/>
          </p:nvGrpSpPr>
          <p:grpSpPr>
            <a:xfrm>
              <a:off x="3954" y="161"/>
              <a:ext cx="387" cy="4088"/>
              <a:chOff x="3954" y="161"/>
              <a:chExt cx="387" cy="4088"/>
            </a:xfrm>
          </p:grpSpPr>
          <p:sp>
            <p:nvSpPr>
              <p:cNvPr id="480317" name="矩形 12358"/>
              <p:cNvSpPr/>
              <p:nvPr/>
            </p:nvSpPr>
            <p:spPr>
              <a:xfrm>
                <a:off x="4025" y="161"/>
                <a:ext cx="195" cy="755"/>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0</a:t>
                </a:r>
                <a:endParaRPr lang="zh-CN" altLang="en-US">
                  <a:latin typeface="Calibri" panose="020F0502020204030204" pitchFamily="34" charset="0"/>
                  <a:ea typeface="宋体" panose="02010600030101010101" pitchFamily="2" charset="-122"/>
                </a:endParaRPr>
              </a:p>
              <a:p>
                <a:pPr>
                  <a:buSzTx/>
                </a:pPr>
                <a:r>
                  <a:rPr lang="zh-CN" altLang="en-US">
                    <a:latin typeface="Calibri" panose="020F0502020204030204" pitchFamily="34" charset="0"/>
                    <a:ea typeface="宋体" panose="02010600030101010101" pitchFamily="2" charset="-122"/>
                  </a:rPr>
                  <a:t>1</a:t>
                </a:r>
                <a:endParaRPr lang="zh-CN" altLang="en-US">
                  <a:latin typeface="Calibri" panose="020F0502020204030204" pitchFamily="34" charset="0"/>
                  <a:ea typeface="宋体" panose="02010600030101010101" pitchFamily="2" charset="-122"/>
                </a:endParaRPr>
              </a:p>
              <a:p>
                <a:pPr>
                  <a:buSzTx/>
                </a:pPr>
                <a:r>
                  <a:rPr lang="zh-CN" altLang="en-US">
                    <a:latin typeface="Calibri" panose="020F0502020204030204" pitchFamily="34" charset="0"/>
                    <a:ea typeface="宋体" panose="02010600030101010101" pitchFamily="2" charset="-122"/>
                  </a:rPr>
                  <a:t>2</a:t>
                </a:r>
                <a:endParaRPr lang="zh-CN" altLang="en-US">
                  <a:latin typeface="Calibri" panose="020F0502020204030204" pitchFamily="34" charset="0"/>
                  <a:ea typeface="宋体" panose="02010600030101010101" pitchFamily="2" charset="-122"/>
                </a:endParaRPr>
              </a:p>
              <a:p>
                <a:pPr>
                  <a:buSzTx/>
                </a:pPr>
                <a:r>
                  <a:rPr lang="zh-CN" altLang="en-US">
                    <a:latin typeface="Calibri" panose="020F0502020204030204" pitchFamily="34" charset="0"/>
                    <a:ea typeface="宋体" panose="02010600030101010101" pitchFamily="2" charset="-122"/>
                  </a:rPr>
                  <a:t>3</a:t>
                </a:r>
                <a:endParaRPr lang="zh-CN" altLang="en-US">
                  <a:latin typeface="Calibri" panose="020F0502020204030204" pitchFamily="34" charset="0"/>
                  <a:ea typeface="宋体" panose="02010600030101010101" pitchFamily="2" charset="-122"/>
                </a:endParaRPr>
              </a:p>
            </p:txBody>
          </p:sp>
          <p:sp>
            <p:nvSpPr>
              <p:cNvPr id="480318" name="矩形 12359"/>
              <p:cNvSpPr/>
              <p:nvPr/>
            </p:nvSpPr>
            <p:spPr>
              <a:xfrm>
                <a:off x="4025" y="856"/>
                <a:ext cx="195" cy="755"/>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4</a:t>
                </a:r>
                <a:endParaRPr lang="zh-CN" altLang="en-US">
                  <a:latin typeface="Calibri" panose="020F0502020204030204" pitchFamily="34" charset="0"/>
                  <a:ea typeface="宋体" panose="02010600030101010101" pitchFamily="2" charset="-122"/>
                </a:endParaRPr>
              </a:p>
              <a:p>
                <a:pPr>
                  <a:buSzTx/>
                </a:pPr>
                <a:r>
                  <a:rPr lang="zh-CN" altLang="en-US">
                    <a:latin typeface="Calibri" panose="020F0502020204030204" pitchFamily="34" charset="0"/>
                    <a:ea typeface="宋体" panose="02010600030101010101" pitchFamily="2" charset="-122"/>
                  </a:rPr>
                  <a:t>5</a:t>
                </a:r>
                <a:endParaRPr lang="zh-CN" altLang="en-US">
                  <a:latin typeface="Calibri" panose="020F0502020204030204" pitchFamily="34" charset="0"/>
                  <a:ea typeface="宋体" panose="02010600030101010101" pitchFamily="2" charset="-122"/>
                </a:endParaRPr>
              </a:p>
              <a:p>
                <a:pPr>
                  <a:buSzTx/>
                </a:pPr>
                <a:r>
                  <a:rPr lang="zh-CN" altLang="en-US">
                    <a:latin typeface="Calibri" panose="020F0502020204030204" pitchFamily="34" charset="0"/>
                    <a:ea typeface="宋体" panose="02010600030101010101" pitchFamily="2" charset="-122"/>
                  </a:rPr>
                  <a:t>6</a:t>
                </a:r>
                <a:endParaRPr lang="zh-CN" altLang="en-US">
                  <a:latin typeface="Calibri" panose="020F0502020204030204" pitchFamily="34" charset="0"/>
                  <a:ea typeface="宋体" panose="02010600030101010101" pitchFamily="2" charset="-122"/>
                </a:endParaRPr>
              </a:p>
              <a:p>
                <a:pPr>
                  <a:buSzTx/>
                </a:pPr>
                <a:r>
                  <a:rPr lang="zh-CN" altLang="en-US">
                    <a:latin typeface="Calibri" panose="020F0502020204030204" pitchFamily="34" charset="0"/>
                    <a:ea typeface="宋体" panose="02010600030101010101" pitchFamily="2" charset="-122"/>
                  </a:rPr>
                  <a:t>7</a:t>
                </a:r>
                <a:endParaRPr lang="zh-CN" altLang="en-US">
                  <a:latin typeface="Calibri" panose="020F0502020204030204" pitchFamily="34" charset="0"/>
                  <a:ea typeface="宋体" panose="02010600030101010101" pitchFamily="2" charset="-122"/>
                </a:endParaRPr>
              </a:p>
            </p:txBody>
          </p:sp>
          <p:sp>
            <p:nvSpPr>
              <p:cNvPr id="480319" name="矩形 12360"/>
              <p:cNvSpPr/>
              <p:nvPr/>
            </p:nvSpPr>
            <p:spPr>
              <a:xfrm>
                <a:off x="4032" y="1726"/>
                <a:ext cx="309" cy="581"/>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a:t>
                </a:r>
                <a:endParaRPr lang="zh-CN" altLang="en-US">
                  <a:latin typeface="Calibri" panose="020F0502020204030204" pitchFamily="34" charset="0"/>
                  <a:ea typeface="宋体" panose="02010600030101010101" pitchFamily="2" charset="-122"/>
                </a:endParaRPr>
              </a:p>
            </p:txBody>
          </p:sp>
          <p:sp>
            <p:nvSpPr>
              <p:cNvPr id="480320" name="矩形 12361"/>
              <p:cNvSpPr/>
              <p:nvPr/>
            </p:nvSpPr>
            <p:spPr>
              <a:xfrm>
                <a:off x="3954" y="3494"/>
                <a:ext cx="275" cy="755"/>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20</a:t>
                </a:r>
                <a:endParaRPr lang="zh-CN" altLang="en-US">
                  <a:latin typeface="Calibri" panose="020F0502020204030204" pitchFamily="34" charset="0"/>
                  <a:ea typeface="宋体" panose="02010600030101010101" pitchFamily="2" charset="-122"/>
                </a:endParaRPr>
              </a:p>
              <a:p>
                <a:pPr>
                  <a:buSzTx/>
                </a:pPr>
                <a:r>
                  <a:rPr lang="zh-CN" altLang="en-US">
                    <a:latin typeface="Calibri" panose="020F0502020204030204" pitchFamily="34" charset="0"/>
                    <a:ea typeface="宋体" panose="02010600030101010101" pitchFamily="2" charset="-122"/>
                  </a:rPr>
                  <a:t>21</a:t>
                </a:r>
                <a:endParaRPr lang="zh-CN" altLang="en-US">
                  <a:latin typeface="Calibri" panose="020F0502020204030204" pitchFamily="34" charset="0"/>
                  <a:ea typeface="宋体" panose="02010600030101010101" pitchFamily="2" charset="-122"/>
                </a:endParaRPr>
              </a:p>
              <a:p>
                <a:pPr>
                  <a:buSzTx/>
                </a:pPr>
                <a:r>
                  <a:rPr lang="zh-CN" altLang="en-US">
                    <a:latin typeface="Calibri" panose="020F0502020204030204" pitchFamily="34" charset="0"/>
                    <a:ea typeface="宋体" panose="02010600030101010101" pitchFamily="2" charset="-122"/>
                  </a:rPr>
                  <a:t>22</a:t>
                </a:r>
                <a:endParaRPr lang="zh-CN" altLang="en-US">
                  <a:latin typeface="Calibri" panose="020F0502020204030204" pitchFamily="34" charset="0"/>
                  <a:ea typeface="宋体" panose="02010600030101010101" pitchFamily="2" charset="-122"/>
                </a:endParaRPr>
              </a:p>
              <a:p>
                <a:pPr>
                  <a:buSzTx/>
                </a:pPr>
                <a:r>
                  <a:rPr lang="zh-CN" altLang="en-US">
                    <a:latin typeface="Calibri" panose="020F0502020204030204" pitchFamily="34" charset="0"/>
                    <a:ea typeface="宋体" panose="02010600030101010101" pitchFamily="2" charset="-122"/>
                  </a:rPr>
                  <a:t>23</a:t>
                </a:r>
                <a:endParaRPr lang="zh-CN" altLang="en-US">
                  <a:latin typeface="Calibri" panose="020F0502020204030204" pitchFamily="34" charset="0"/>
                  <a:ea typeface="宋体" panose="02010600030101010101" pitchFamily="2" charset="-122"/>
                </a:endParaRPr>
              </a:p>
            </p:txBody>
          </p:sp>
        </p:grpSp>
        <p:grpSp>
          <p:nvGrpSpPr>
            <p:cNvPr id="480321" name="组合 12362"/>
            <p:cNvGrpSpPr/>
            <p:nvPr/>
          </p:nvGrpSpPr>
          <p:grpSpPr>
            <a:xfrm>
              <a:off x="4503" y="194"/>
              <a:ext cx="684" cy="4127"/>
              <a:chOff x="3975" y="194"/>
              <a:chExt cx="684" cy="4127"/>
            </a:xfrm>
          </p:grpSpPr>
          <p:sp>
            <p:nvSpPr>
              <p:cNvPr id="480322" name="矩形 12363"/>
              <p:cNvSpPr/>
              <p:nvPr/>
            </p:nvSpPr>
            <p:spPr>
              <a:xfrm>
                <a:off x="3975" y="194"/>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c[0][0][0]</a:t>
                </a:r>
                <a:endParaRPr lang="zh-CN" altLang="en-US">
                  <a:latin typeface="Calibri" panose="020F0502020204030204" pitchFamily="34" charset="0"/>
                  <a:ea typeface="宋体" panose="02010600030101010101" pitchFamily="2" charset="-122"/>
                </a:endParaRPr>
              </a:p>
            </p:txBody>
          </p:sp>
          <p:sp>
            <p:nvSpPr>
              <p:cNvPr id="480323" name="矩形 12364"/>
              <p:cNvSpPr/>
              <p:nvPr/>
            </p:nvSpPr>
            <p:spPr>
              <a:xfrm>
                <a:off x="3975" y="368"/>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c[0][0][1]</a:t>
                </a:r>
                <a:endParaRPr lang="zh-CN" altLang="en-US">
                  <a:latin typeface="Calibri" panose="020F0502020204030204" pitchFamily="34" charset="0"/>
                  <a:ea typeface="宋体" panose="02010600030101010101" pitchFamily="2" charset="-122"/>
                </a:endParaRPr>
              </a:p>
            </p:txBody>
          </p:sp>
          <p:sp>
            <p:nvSpPr>
              <p:cNvPr id="480324" name="矩形 12365"/>
              <p:cNvSpPr/>
              <p:nvPr/>
            </p:nvSpPr>
            <p:spPr>
              <a:xfrm>
                <a:off x="3975" y="537"/>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c[0][0][2]</a:t>
                </a:r>
                <a:endParaRPr lang="zh-CN" altLang="en-US">
                  <a:latin typeface="Calibri" panose="020F0502020204030204" pitchFamily="34" charset="0"/>
                  <a:ea typeface="宋体" panose="02010600030101010101" pitchFamily="2" charset="-122"/>
                </a:endParaRPr>
              </a:p>
            </p:txBody>
          </p:sp>
          <p:sp>
            <p:nvSpPr>
              <p:cNvPr id="480325" name="矩形 12366"/>
              <p:cNvSpPr/>
              <p:nvPr/>
            </p:nvSpPr>
            <p:spPr>
              <a:xfrm>
                <a:off x="3975" y="706"/>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c[0][0][3]</a:t>
                </a:r>
                <a:endParaRPr lang="zh-CN" altLang="en-US">
                  <a:latin typeface="Calibri" panose="020F0502020204030204" pitchFamily="34" charset="0"/>
                  <a:ea typeface="宋体" panose="02010600030101010101" pitchFamily="2" charset="-122"/>
                </a:endParaRPr>
              </a:p>
            </p:txBody>
          </p:sp>
          <p:sp>
            <p:nvSpPr>
              <p:cNvPr id="480326" name="矩形 12367"/>
              <p:cNvSpPr/>
              <p:nvPr/>
            </p:nvSpPr>
            <p:spPr>
              <a:xfrm>
                <a:off x="3975" y="875"/>
                <a:ext cx="684" cy="232"/>
              </a:xfrm>
              <a:prstGeom prst="rect">
                <a:avLst/>
              </a:prstGeom>
              <a:solidFill>
                <a:srgbClr val="C4EFFF"/>
              </a:solidFill>
              <a:ln w="25400" cap="flat" cmpd="sng">
                <a:solidFill>
                  <a:schemeClr val="accent1"/>
                </a:solidFill>
                <a:prstDash val="solid"/>
                <a:miter/>
                <a:headEnd type="none" w="med" len="med"/>
                <a:tailEnd type="none" w="med" len="med"/>
              </a:ln>
            </p:spPr>
            <p:txBody>
              <a:bodyPr anchor="t" anchorCtr="0"/>
              <a:p>
                <a:pPr>
                  <a:buSzTx/>
                </a:pPr>
                <a:r>
                  <a:rPr lang="zh-CN" altLang="en-US">
                    <a:latin typeface="Calibri" panose="020F0502020204030204" pitchFamily="34" charset="0"/>
                    <a:ea typeface="宋体" panose="02010600030101010101" pitchFamily="2" charset="-122"/>
                  </a:rPr>
                  <a:t>c[0][1][0]</a:t>
                </a:r>
                <a:endParaRPr lang="zh-CN" altLang="en-US">
                  <a:latin typeface="Calibri" panose="020F0502020204030204" pitchFamily="34" charset="0"/>
                  <a:ea typeface="宋体" panose="02010600030101010101" pitchFamily="2" charset="-122"/>
                </a:endParaRPr>
              </a:p>
            </p:txBody>
          </p:sp>
          <p:sp>
            <p:nvSpPr>
              <p:cNvPr id="480327" name="矩形 12368"/>
              <p:cNvSpPr/>
              <p:nvPr/>
            </p:nvSpPr>
            <p:spPr>
              <a:xfrm>
                <a:off x="3975" y="1044"/>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c[0][1][1]</a:t>
                </a:r>
                <a:endParaRPr lang="zh-CN" altLang="en-US">
                  <a:latin typeface="Calibri" panose="020F0502020204030204" pitchFamily="34" charset="0"/>
                  <a:ea typeface="宋体" panose="02010600030101010101" pitchFamily="2" charset="-122"/>
                </a:endParaRPr>
              </a:p>
            </p:txBody>
          </p:sp>
          <p:sp>
            <p:nvSpPr>
              <p:cNvPr id="480328" name="矩形 12369"/>
              <p:cNvSpPr/>
              <p:nvPr/>
            </p:nvSpPr>
            <p:spPr>
              <a:xfrm>
                <a:off x="3975" y="1214"/>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c[0][1][2]</a:t>
                </a:r>
                <a:endParaRPr lang="zh-CN" altLang="en-US">
                  <a:latin typeface="Calibri" panose="020F0502020204030204" pitchFamily="34" charset="0"/>
                  <a:ea typeface="宋体" panose="02010600030101010101" pitchFamily="2" charset="-122"/>
                </a:endParaRPr>
              </a:p>
            </p:txBody>
          </p:sp>
          <p:sp>
            <p:nvSpPr>
              <p:cNvPr id="480329" name="矩形 12370"/>
              <p:cNvSpPr/>
              <p:nvPr/>
            </p:nvSpPr>
            <p:spPr>
              <a:xfrm>
                <a:off x="3975" y="1383"/>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c[0][1][3]</a:t>
                </a:r>
                <a:endParaRPr lang="zh-CN" altLang="en-US">
                  <a:latin typeface="Calibri" panose="020F0502020204030204" pitchFamily="34" charset="0"/>
                  <a:ea typeface="宋体" panose="02010600030101010101" pitchFamily="2" charset="-122"/>
                </a:endParaRPr>
              </a:p>
            </p:txBody>
          </p:sp>
          <p:sp>
            <p:nvSpPr>
              <p:cNvPr id="480330" name="矩形 12371"/>
              <p:cNvSpPr/>
              <p:nvPr/>
            </p:nvSpPr>
            <p:spPr>
              <a:xfrm>
                <a:off x="3975" y="1552"/>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c[0][2][0]</a:t>
                </a:r>
                <a:endParaRPr lang="zh-CN" altLang="en-US">
                  <a:latin typeface="Calibri" panose="020F0502020204030204" pitchFamily="34" charset="0"/>
                  <a:ea typeface="宋体" panose="02010600030101010101" pitchFamily="2" charset="-122"/>
                </a:endParaRPr>
              </a:p>
            </p:txBody>
          </p:sp>
          <p:sp>
            <p:nvSpPr>
              <p:cNvPr id="480331" name="矩形 12372"/>
              <p:cNvSpPr/>
              <p:nvPr/>
            </p:nvSpPr>
            <p:spPr>
              <a:xfrm>
                <a:off x="3975" y="1721"/>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c[0][2][1]</a:t>
                </a:r>
                <a:endParaRPr lang="zh-CN" altLang="en-US">
                  <a:latin typeface="Calibri" panose="020F0502020204030204" pitchFamily="34" charset="0"/>
                  <a:ea typeface="宋体" panose="02010600030101010101" pitchFamily="2" charset="-122"/>
                </a:endParaRPr>
              </a:p>
            </p:txBody>
          </p:sp>
          <p:sp>
            <p:nvSpPr>
              <p:cNvPr id="480332" name="矩形 12373"/>
              <p:cNvSpPr/>
              <p:nvPr/>
            </p:nvSpPr>
            <p:spPr>
              <a:xfrm>
                <a:off x="3975" y="1890"/>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c[0][2][2]</a:t>
                </a:r>
                <a:endParaRPr lang="zh-CN" altLang="en-US">
                  <a:latin typeface="Calibri" panose="020F0502020204030204" pitchFamily="34" charset="0"/>
                  <a:ea typeface="宋体" panose="02010600030101010101" pitchFamily="2" charset="-122"/>
                </a:endParaRPr>
              </a:p>
            </p:txBody>
          </p:sp>
          <p:sp>
            <p:nvSpPr>
              <p:cNvPr id="480333" name="矩形 12374"/>
              <p:cNvSpPr/>
              <p:nvPr/>
            </p:nvSpPr>
            <p:spPr>
              <a:xfrm>
                <a:off x="3975" y="2059"/>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c[0][2][3]</a:t>
                </a:r>
                <a:endParaRPr lang="zh-CN" altLang="en-US">
                  <a:latin typeface="Calibri" panose="020F0502020204030204" pitchFamily="34" charset="0"/>
                  <a:ea typeface="宋体" panose="02010600030101010101" pitchFamily="2" charset="-122"/>
                </a:endParaRPr>
              </a:p>
            </p:txBody>
          </p:sp>
          <p:sp>
            <p:nvSpPr>
              <p:cNvPr id="480334" name="矩形 12375"/>
              <p:cNvSpPr/>
              <p:nvPr/>
            </p:nvSpPr>
            <p:spPr>
              <a:xfrm>
                <a:off x="3975" y="2229"/>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c[1][0][0]</a:t>
                </a:r>
                <a:endParaRPr lang="zh-CN" altLang="en-US">
                  <a:latin typeface="Calibri" panose="020F0502020204030204" pitchFamily="34" charset="0"/>
                  <a:ea typeface="宋体" panose="02010600030101010101" pitchFamily="2" charset="-122"/>
                </a:endParaRPr>
              </a:p>
            </p:txBody>
          </p:sp>
          <p:sp>
            <p:nvSpPr>
              <p:cNvPr id="480335" name="矩形 12376"/>
              <p:cNvSpPr/>
              <p:nvPr/>
            </p:nvSpPr>
            <p:spPr>
              <a:xfrm>
                <a:off x="3975" y="2398"/>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c[1][0][1]</a:t>
                </a:r>
                <a:endParaRPr lang="zh-CN" altLang="en-US">
                  <a:latin typeface="Calibri" panose="020F0502020204030204" pitchFamily="34" charset="0"/>
                  <a:ea typeface="宋体" panose="02010600030101010101" pitchFamily="2" charset="-122"/>
                </a:endParaRPr>
              </a:p>
            </p:txBody>
          </p:sp>
          <p:sp>
            <p:nvSpPr>
              <p:cNvPr id="480336" name="矩形 12377"/>
              <p:cNvSpPr/>
              <p:nvPr/>
            </p:nvSpPr>
            <p:spPr>
              <a:xfrm>
                <a:off x="3975" y="2567"/>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c[1][0][2]</a:t>
                </a:r>
                <a:endParaRPr lang="zh-CN" altLang="en-US">
                  <a:latin typeface="Calibri" panose="020F0502020204030204" pitchFamily="34" charset="0"/>
                  <a:ea typeface="宋体" panose="02010600030101010101" pitchFamily="2" charset="-122"/>
                </a:endParaRPr>
              </a:p>
            </p:txBody>
          </p:sp>
          <p:sp>
            <p:nvSpPr>
              <p:cNvPr id="480337" name="矩形 12378"/>
              <p:cNvSpPr/>
              <p:nvPr/>
            </p:nvSpPr>
            <p:spPr>
              <a:xfrm>
                <a:off x="3975" y="2736"/>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c[1][0][3]</a:t>
                </a:r>
                <a:endParaRPr lang="zh-CN" altLang="en-US">
                  <a:latin typeface="Calibri" panose="020F0502020204030204" pitchFamily="34" charset="0"/>
                  <a:ea typeface="宋体" panose="02010600030101010101" pitchFamily="2" charset="-122"/>
                </a:endParaRPr>
              </a:p>
            </p:txBody>
          </p:sp>
          <p:sp>
            <p:nvSpPr>
              <p:cNvPr id="480338" name="矩形 12379"/>
              <p:cNvSpPr/>
              <p:nvPr/>
            </p:nvSpPr>
            <p:spPr>
              <a:xfrm>
                <a:off x="3975" y="2905"/>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c[1][1][0]</a:t>
                </a:r>
                <a:endParaRPr lang="zh-CN" altLang="en-US">
                  <a:latin typeface="Calibri" panose="020F0502020204030204" pitchFamily="34" charset="0"/>
                  <a:ea typeface="宋体" panose="02010600030101010101" pitchFamily="2" charset="-122"/>
                </a:endParaRPr>
              </a:p>
            </p:txBody>
          </p:sp>
          <p:sp>
            <p:nvSpPr>
              <p:cNvPr id="480339" name="矩形 12380"/>
              <p:cNvSpPr/>
              <p:nvPr/>
            </p:nvSpPr>
            <p:spPr>
              <a:xfrm>
                <a:off x="3975" y="3074"/>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c[1][1][1]</a:t>
                </a:r>
                <a:endParaRPr lang="zh-CN" altLang="en-US">
                  <a:latin typeface="Calibri" panose="020F0502020204030204" pitchFamily="34" charset="0"/>
                  <a:ea typeface="宋体" panose="02010600030101010101" pitchFamily="2" charset="-122"/>
                </a:endParaRPr>
              </a:p>
            </p:txBody>
          </p:sp>
          <p:sp>
            <p:nvSpPr>
              <p:cNvPr id="480340" name="矩形 12381"/>
              <p:cNvSpPr/>
              <p:nvPr/>
            </p:nvSpPr>
            <p:spPr>
              <a:xfrm>
                <a:off x="3975" y="3244"/>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c[1][1][2]</a:t>
                </a:r>
                <a:endParaRPr lang="zh-CN" altLang="en-US">
                  <a:latin typeface="Calibri" panose="020F0502020204030204" pitchFamily="34" charset="0"/>
                  <a:ea typeface="宋体" panose="02010600030101010101" pitchFamily="2" charset="-122"/>
                </a:endParaRPr>
              </a:p>
            </p:txBody>
          </p:sp>
          <p:sp>
            <p:nvSpPr>
              <p:cNvPr id="480341" name="矩形 12382"/>
              <p:cNvSpPr/>
              <p:nvPr/>
            </p:nvSpPr>
            <p:spPr>
              <a:xfrm>
                <a:off x="3975" y="3413"/>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c[1][1][3]</a:t>
                </a:r>
                <a:endParaRPr lang="zh-CN" altLang="en-US">
                  <a:latin typeface="Calibri" panose="020F0502020204030204" pitchFamily="34" charset="0"/>
                  <a:ea typeface="宋体" panose="02010600030101010101" pitchFamily="2" charset="-122"/>
                </a:endParaRPr>
              </a:p>
            </p:txBody>
          </p:sp>
          <p:sp>
            <p:nvSpPr>
              <p:cNvPr id="480342" name="矩形 12383"/>
              <p:cNvSpPr/>
              <p:nvPr/>
            </p:nvSpPr>
            <p:spPr>
              <a:xfrm>
                <a:off x="3975" y="3582"/>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c[1][2][0]</a:t>
                </a:r>
                <a:endParaRPr lang="zh-CN" altLang="en-US">
                  <a:latin typeface="Calibri" panose="020F0502020204030204" pitchFamily="34" charset="0"/>
                  <a:ea typeface="宋体" panose="02010600030101010101" pitchFamily="2" charset="-122"/>
                </a:endParaRPr>
              </a:p>
            </p:txBody>
          </p:sp>
          <p:sp>
            <p:nvSpPr>
              <p:cNvPr id="480343" name="矩形 12384"/>
              <p:cNvSpPr/>
              <p:nvPr/>
            </p:nvSpPr>
            <p:spPr>
              <a:xfrm>
                <a:off x="3975" y="3751"/>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c[1][2][1]</a:t>
                </a:r>
                <a:endParaRPr lang="zh-CN" altLang="en-US">
                  <a:latin typeface="Calibri" panose="020F0502020204030204" pitchFamily="34" charset="0"/>
                  <a:ea typeface="宋体" panose="02010600030101010101" pitchFamily="2" charset="-122"/>
                </a:endParaRPr>
              </a:p>
            </p:txBody>
          </p:sp>
          <p:sp>
            <p:nvSpPr>
              <p:cNvPr id="480344" name="矩形 12385"/>
              <p:cNvSpPr/>
              <p:nvPr/>
            </p:nvSpPr>
            <p:spPr>
              <a:xfrm>
                <a:off x="3975" y="3920"/>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c[1][2][2]</a:t>
                </a:r>
                <a:endParaRPr lang="zh-CN" altLang="en-US">
                  <a:latin typeface="Calibri" panose="020F0502020204030204" pitchFamily="34" charset="0"/>
                  <a:ea typeface="宋体" panose="02010600030101010101" pitchFamily="2" charset="-122"/>
                </a:endParaRPr>
              </a:p>
            </p:txBody>
          </p:sp>
          <p:sp>
            <p:nvSpPr>
              <p:cNvPr id="480345" name="矩形 12386"/>
              <p:cNvSpPr/>
              <p:nvPr/>
            </p:nvSpPr>
            <p:spPr>
              <a:xfrm>
                <a:off x="3975" y="4089"/>
                <a:ext cx="68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anchor="t" anchorCtr="0"/>
              <a:p>
                <a:pPr>
                  <a:buSzTx/>
                </a:pPr>
                <a:r>
                  <a:rPr lang="zh-CN" altLang="en-US">
                    <a:latin typeface="Calibri" panose="020F0502020204030204" pitchFamily="34" charset="0"/>
                    <a:ea typeface="宋体" panose="02010600030101010101" pitchFamily="2" charset="-122"/>
                  </a:rPr>
                  <a:t>c[1][2][3]</a:t>
                </a:r>
                <a:endParaRPr lang="zh-CN" altLang="en-US">
                  <a:latin typeface="Calibri" panose="020F0502020204030204" pitchFamily="34" charset="0"/>
                  <a:ea typeface="宋体" panose="02010600030101010101" pitchFamily="2" charset="-122"/>
                </a:endParaRPr>
              </a:p>
            </p:txBody>
          </p:sp>
        </p:grpSp>
      </p:grpSp>
      <p:sp>
        <p:nvSpPr>
          <p:cNvPr id="12388" name="矩形 12387"/>
          <p:cNvSpPr/>
          <p:nvPr/>
        </p:nvSpPr>
        <p:spPr>
          <a:xfrm>
            <a:off x="2476500" y="4133850"/>
            <a:ext cx="552450" cy="704850"/>
          </a:xfrm>
          <a:prstGeom prst="rect">
            <a:avLst/>
          </a:prstGeom>
          <a:noFill/>
          <a:ln w="9525">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480347"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3</a:t>
            </a:r>
            <a:r>
              <a:rPr lang="zh-CN" altLang="en-US" sz="3000" b="1" dirty="0">
                <a:solidFill>
                  <a:schemeClr val="accent1"/>
                </a:solidFill>
                <a:latin typeface="方正兰亭黑简体" pitchFamily="2" charset="-122"/>
                <a:ea typeface="方正兰亭黑简体" pitchFamily="2" charset="-122"/>
              </a:rPr>
              <a:t>、二维数组及多维数组</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2290">
                                            <p:txEl>
                                              <p:charRg st="1" end="9"/>
                                            </p:txEl>
                                          </p:spTgt>
                                        </p:tgtEl>
                                        <p:attrNameLst>
                                          <p:attrName>style.visibility</p:attrName>
                                        </p:attrNameLst>
                                      </p:cBhvr>
                                      <p:to>
                                        <p:strVal val="visible"/>
                                      </p:to>
                                    </p:set>
                                    <p:anim calcmode="lin" valueType="num">
                                      <p:cBhvr>
                                        <p:cTn id="7" dur="500" fill="hold"/>
                                        <p:tgtEl>
                                          <p:spTgt spid="12290">
                                            <p:txEl>
                                              <p:charRg st="1" end="9"/>
                                            </p:txEl>
                                          </p:spTgt>
                                        </p:tgtEl>
                                        <p:attrNameLst>
                                          <p:attrName>ppt_x</p:attrName>
                                        </p:attrNameLst>
                                      </p:cBhvr>
                                      <p:tavLst>
                                        <p:tav tm="0">
                                          <p:val>
                                            <p:strVal val="0-#ppt_w/2"/>
                                          </p:val>
                                        </p:tav>
                                        <p:tav tm="100000">
                                          <p:val>
                                            <p:strVal val="#ppt_x"/>
                                          </p:val>
                                        </p:tav>
                                      </p:tavLst>
                                    </p:anim>
                                    <p:anim calcmode="lin" valueType="num">
                                      <p:cBhvr>
                                        <p:cTn id="8" dur="500" fill="hold"/>
                                        <p:tgtEl>
                                          <p:spTgt spid="12290">
                                            <p:txEl>
                                              <p:charRg st="1" end="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2290">
                                            <p:txEl>
                                              <p:charRg st="9" end="16"/>
                                            </p:txEl>
                                          </p:spTgt>
                                        </p:tgtEl>
                                        <p:attrNameLst>
                                          <p:attrName>style.visibility</p:attrName>
                                        </p:attrNameLst>
                                      </p:cBhvr>
                                      <p:to>
                                        <p:strVal val="visible"/>
                                      </p:to>
                                    </p:set>
                                    <p:anim calcmode="lin" valueType="num">
                                      <p:cBhvr>
                                        <p:cTn id="13" dur="500" fill="hold"/>
                                        <p:tgtEl>
                                          <p:spTgt spid="12290">
                                            <p:txEl>
                                              <p:charRg st="9" end="16"/>
                                            </p:txEl>
                                          </p:spTgt>
                                        </p:tgtEl>
                                        <p:attrNameLst>
                                          <p:attrName>ppt_x</p:attrName>
                                        </p:attrNameLst>
                                      </p:cBhvr>
                                      <p:tavLst>
                                        <p:tav tm="0">
                                          <p:val>
                                            <p:strVal val="0-#ppt_w/2"/>
                                          </p:val>
                                        </p:tav>
                                        <p:tav tm="100000">
                                          <p:val>
                                            <p:strVal val="#ppt_x"/>
                                          </p:val>
                                        </p:tav>
                                      </p:tavLst>
                                    </p:anim>
                                    <p:anim calcmode="lin" valueType="num">
                                      <p:cBhvr>
                                        <p:cTn id="14" dur="500" fill="hold"/>
                                        <p:tgtEl>
                                          <p:spTgt spid="12290">
                                            <p:txEl>
                                              <p:charRg st="9" end="1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2290">
                                            <p:txEl>
                                              <p:charRg st="16" end="41"/>
                                            </p:txEl>
                                          </p:spTgt>
                                        </p:tgtEl>
                                        <p:attrNameLst>
                                          <p:attrName>style.visibility</p:attrName>
                                        </p:attrNameLst>
                                      </p:cBhvr>
                                      <p:to>
                                        <p:strVal val="visible"/>
                                      </p:to>
                                    </p:set>
                                    <p:anim calcmode="lin" valueType="num">
                                      <p:cBhvr>
                                        <p:cTn id="19" dur="500" fill="hold"/>
                                        <p:tgtEl>
                                          <p:spTgt spid="12290">
                                            <p:txEl>
                                              <p:charRg st="16" end="41"/>
                                            </p:txEl>
                                          </p:spTgt>
                                        </p:tgtEl>
                                        <p:attrNameLst>
                                          <p:attrName>ppt_x</p:attrName>
                                        </p:attrNameLst>
                                      </p:cBhvr>
                                      <p:tavLst>
                                        <p:tav tm="0">
                                          <p:val>
                                            <p:strVal val="0-#ppt_w/2"/>
                                          </p:val>
                                        </p:tav>
                                        <p:tav tm="100000">
                                          <p:val>
                                            <p:strVal val="#ppt_x"/>
                                          </p:val>
                                        </p:tav>
                                      </p:tavLst>
                                    </p:anim>
                                    <p:anim calcmode="lin" valueType="num">
                                      <p:cBhvr>
                                        <p:cTn id="20" dur="500" fill="hold"/>
                                        <p:tgtEl>
                                          <p:spTgt spid="12290">
                                            <p:txEl>
                                              <p:charRg st="16" end="4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2" name="WHOOSH.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grpId="0" nodeType="clickEffect">
                                  <p:stCondLst>
                                    <p:cond delay="0"/>
                                  </p:stCondLst>
                                  <p:childTnLst>
                                    <p:set>
                                      <p:cBhvr>
                                        <p:cTn id="24" dur="1" fill="hold">
                                          <p:stCondLst>
                                            <p:cond delay="0"/>
                                          </p:stCondLst>
                                        </p:cTn>
                                        <p:tgtEl>
                                          <p:spTgt spid="12295"/>
                                        </p:tgtEl>
                                        <p:attrNameLst>
                                          <p:attrName>style.visibility</p:attrName>
                                        </p:attrNameLst>
                                      </p:cBhvr>
                                      <p:to>
                                        <p:strVal val="visible"/>
                                      </p:to>
                                    </p:set>
                                    <p:animEffect transition="in" filter="box(out)">
                                      <p:cBhvr>
                                        <p:cTn id="25" dur="500"/>
                                        <p:tgtEl>
                                          <p:spTgt spid="12295"/>
                                        </p:tgtEl>
                                      </p:cBhvr>
                                    </p:animEffect>
                                  </p:childTnLst>
                                  <p:subTnLst>
                                    <p:set>
                                      <p:cBhvr override="childStyle">
                                        <p:cTn dur="1" fill="hold" display="0" masterRel="nextClick" afterEffect="1"/>
                                        <p:tgtEl>
                                          <p:spTgt spid="12295"/>
                                        </p:tgtEl>
                                        <p:attrNameLst>
                                          <p:attrName>style.visibility</p:attrName>
                                        </p:attrNameLst>
                                      </p:cBhvr>
                                      <p:to>
                                        <p:strVal val="hidden"/>
                                      </p:to>
                                    </p:set>
                                    <p:audio>
                                      <p:cMediaNode>
                                        <p:cTn display="0" masterRel="sameClick">
                                          <p:stCondLst>
                                            <p:cond evt="begin" delay="0">
                                              <p:tn val="23"/>
                                            </p:cond>
                                          </p:stCondLst>
                                          <p:endCondLst>
                                            <p:cond evt="onStopAudio" delay="0">
                                              <p:tgtEl>
                                                <p:sldTgt/>
                                              </p:tgtEl>
                                            </p:cond>
                                          </p:endCondLst>
                                        </p:cTn>
                                        <p:tgtEl>
                                          <p:sndTgt r:embed="rId1" name="CAMERA.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grpId="0" nodeType="clickEffect">
                                  <p:stCondLst>
                                    <p:cond delay="0"/>
                                  </p:stCondLst>
                                  <p:childTnLst>
                                    <p:set>
                                      <p:cBhvr>
                                        <p:cTn id="29" dur="1" fill="hold">
                                          <p:stCondLst>
                                            <p:cond delay="0"/>
                                          </p:stCondLst>
                                        </p:cTn>
                                        <p:tgtEl>
                                          <p:spTgt spid="12296"/>
                                        </p:tgtEl>
                                        <p:attrNameLst>
                                          <p:attrName>style.visibility</p:attrName>
                                        </p:attrNameLst>
                                      </p:cBhvr>
                                      <p:to>
                                        <p:strVal val="visible"/>
                                      </p:to>
                                    </p:set>
                                    <p:animEffect transition="in" filter="box(out)">
                                      <p:cBhvr>
                                        <p:cTn id="30" dur="500"/>
                                        <p:tgtEl>
                                          <p:spTgt spid="12296"/>
                                        </p:tgtEl>
                                      </p:cBhvr>
                                    </p:animEffect>
                                  </p:childTnLst>
                                  <p:subTnLst>
                                    <p:set>
                                      <p:cBhvr override="childStyle">
                                        <p:cTn dur="1" fill="hold" display="0" masterRel="nextClick" afterEffect="1"/>
                                        <p:tgtEl>
                                          <p:spTgt spid="12296"/>
                                        </p:tgtEl>
                                        <p:attrNameLst>
                                          <p:attrName>style.visibility</p:attrName>
                                        </p:attrNameLst>
                                      </p:cBhvr>
                                      <p:to>
                                        <p:strVal val="hidden"/>
                                      </p:to>
                                    </p:set>
                                    <p:audio>
                                      <p:cMediaNode>
                                        <p:cTn display="0" masterRel="sameClick">
                                          <p:stCondLst>
                                            <p:cond evt="begin" delay="0">
                                              <p:tn val="28"/>
                                            </p:cond>
                                          </p:stCondLst>
                                          <p:endCondLst>
                                            <p:cond evt="onStopAudio" delay="0">
                                              <p:tgtEl>
                                                <p:sldTgt/>
                                              </p:tgtEl>
                                            </p:cond>
                                          </p:endCondLst>
                                        </p:cTn>
                                        <p:tgtEl>
                                          <p:sndTgt r:embed="rId1" name="CAMERA.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grpId="0" nodeType="clickEffect">
                                  <p:stCondLst>
                                    <p:cond delay="0"/>
                                  </p:stCondLst>
                                  <p:childTnLst>
                                    <p:set>
                                      <p:cBhvr>
                                        <p:cTn id="34" dur="1" fill="hold">
                                          <p:stCondLst>
                                            <p:cond delay="0"/>
                                          </p:stCondLst>
                                        </p:cTn>
                                        <p:tgtEl>
                                          <p:spTgt spid="12297"/>
                                        </p:tgtEl>
                                        <p:attrNameLst>
                                          <p:attrName>style.visibility</p:attrName>
                                        </p:attrNameLst>
                                      </p:cBhvr>
                                      <p:to>
                                        <p:strVal val="visible"/>
                                      </p:to>
                                    </p:set>
                                    <p:animEffect transition="in" filter="box(out)">
                                      <p:cBhvr>
                                        <p:cTn id="35" dur="500"/>
                                        <p:tgtEl>
                                          <p:spTgt spid="12297"/>
                                        </p:tgtEl>
                                      </p:cBhvr>
                                    </p:animEffect>
                                  </p:childTnLst>
                                  <p:subTnLst>
                                    <p:set>
                                      <p:cBhvr override="childStyle">
                                        <p:cTn dur="1" fill="hold" display="0" masterRel="nextClick" afterEffect="1"/>
                                        <p:tgtEl>
                                          <p:spTgt spid="12297"/>
                                        </p:tgtEl>
                                        <p:attrNameLst>
                                          <p:attrName>style.visibility</p:attrName>
                                        </p:attrNameLst>
                                      </p:cBhvr>
                                      <p:to>
                                        <p:strVal val="hidden"/>
                                      </p:to>
                                    </p:set>
                                    <p:audio>
                                      <p:cMediaNode>
                                        <p:cTn display="0" masterRel="sameClick">
                                          <p:stCondLst>
                                            <p:cond evt="begin" delay="0">
                                              <p:tn val="33"/>
                                            </p:cond>
                                          </p:stCondLst>
                                          <p:endCondLst>
                                            <p:cond evt="onStopAudio" delay="0">
                                              <p:tgtEl>
                                                <p:sldTgt/>
                                              </p:tgtEl>
                                            </p:cond>
                                          </p:endCondLst>
                                        </p:cTn>
                                        <p:tgtEl>
                                          <p:sndTgt r:embed="rId1"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2294"/>
                                        </p:tgtEl>
                                        <p:attrNameLst>
                                          <p:attrName>style.visibility</p:attrName>
                                        </p:attrNameLst>
                                      </p:cBhvr>
                                      <p:to>
                                        <p:strVal val="visible"/>
                                      </p:to>
                                    </p:set>
                                    <p:animEffect transition="in" filter="box(out)">
                                      <p:cBhvr>
                                        <p:cTn id="40" dur="500"/>
                                        <p:tgtEl>
                                          <p:spTgt spid="12294"/>
                                        </p:tgtEl>
                                      </p:cBhvr>
                                    </p:animEffect>
                                  </p:childTnLst>
                                  <p:subTnLst>
                                    <p:set>
                                      <p:cBhvr override="childStyle">
                                        <p:cTn dur="1" fill="hold" display="0" masterRel="nextClick" afterEffect="1"/>
                                        <p:tgtEl>
                                          <p:spTgt spid="12294"/>
                                        </p:tgtEl>
                                        <p:attrNameLst>
                                          <p:attrName>style.visibility</p:attrName>
                                        </p:attrNameLst>
                                      </p:cBhvr>
                                      <p:to>
                                        <p:strVal val="hidden"/>
                                      </p:to>
                                    </p:set>
                                    <p:audio>
                                      <p:cMediaNode>
                                        <p:cTn display="0" masterRel="sameClick">
                                          <p:stCondLst>
                                            <p:cond evt="begin" delay="0">
                                              <p:tn val="38"/>
                                            </p:cond>
                                          </p:stCondLst>
                                          <p:endCondLst>
                                            <p:cond evt="onStopAudio" delay="0">
                                              <p:tgtEl>
                                                <p:sldTgt/>
                                              </p:tgtEl>
                                            </p:cond>
                                          </p:endCondLst>
                                        </p:cTn>
                                        <p:tgtEl>
                                          <p:sndTgt r:embed="rId1" name="CAMERA.WAV"/>
                                        </p:tgtEl>
                                      </p:cMediaNode>
                                    </p:audio>
                                  </p:subTnLst>
                                </p:cTn>
                              </p:par>
                            </p:childTnLst>
                          </p:cTn>
                        </p:par>
                      </p:childTnLst>
                    </p:cTn>
                  </p:par>
                  <p:par>
                    <p:cTn id="41" fill="hold">
                      <p:stCondLst>
                        <p:cond delay="indefinite"/>
                      </p:stCondLst>
                      <p:childTnLst>
                        <p:par>
                          <p:cTn id="42" fill="hold">
                            <p:stCondLst>
                              <p:cond delay="0"/>
                            </p:stCondLst>
                            <p:childTnLst>
                              <p:par>
                                <p:cTn id="43" presetID="2" presetClass="entr" presetSubtype="8" fill="hold" grpId="0" nodeType="clickEffect">
                                  <p:stCondLst>
                                    <p:cond delay="0"/>
                                  </p:stCondLst>
                                  <p:childTnLst>
                                    <p:set>
                                      <p:cBhvr>
                                        <p:cTn id="44" dur="1" fill="hold">
                                          <p:stCondLst>
                                            <p:cond delay="0"/>
                                          </p:stCondLst>
                                        </p:cTn>
                                        <p:tgtEl>
                                          <p:spTgt spid="12292">
                                            <p:txEl>
                                              <p:charRg st="0" end="10"/>
                                            </p:txEl>
                                          </p:spTgt>
                                        </p:tgtEl>
                                        <p:attrNameLst>
                                          <p:attrName>style.visibility</p:attrName>
                                        </p:attrNameLst>
                                      </p:cBhvr>
                                      <p:to>
                                        <p:strVal val="visible"/>
                                      </p:to>
                                    </p:set>
                                    <p:anim calcmode="lin" valueType="num">
                                      <p:cBhvr>
                                        <p:cTn id="45" dur="500" fill="hold"/>
                                        <p:tgtEl>
                                          <p:spTgt spid="12292">
                                            <p:txEl>
                                              <p:charRg st="0" end="10"/>
                                            </p:txEl>
                                          </p:spTgt>
                                        </p:tgtEl>
                                        <p:attrNameLst>
                                          <p:attrName>ppt_x</p:attrName>
                                        </p:attrNameLst>
                                      </p:cBhvr>
                                      <p:tavLst>
                                        <p:tav tm="0">
                                          <p:val>
                                            <p:strVal val="0-#ppt_w/2"/>
                                          </p:val>
                                        </p:tav>
                                        <p:tav tm="100000">
                                          <p:val>
                                            <p:strVal val="#ppt_x"/>
                                          </p:val>
                                        </p:tav>
                                      </p:tavLst>
                                    </p:anim>
                                    <p:anim calcmode="lin" valueType="num">
                                      <p:cBhvr>
                                        <p:cTn id="46" dur="500" fill="hold"/>
                                        <p:tgtEl>
                                          <p:spTgt spid="12292">
                                            <p:txEl>
                                              <p:charRg st="0" end="1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3"/>
                                            </p:cond>
                                          </p:stCondLst>
                                          <p:endCondLst>
                                            <p:cond evt="onStopAudio" delay="0">
                                              <p:tgtEl>
                                                <p:sldTgt/>
                                              </p:tgtEl>
                                            </p:cond>
                                          </p:endCondLst>
                                        </p:cTn>
                                        <p:tgtEl>
                                          <p:sndTgt r:embed="rId2" name="WHOOSH.WAV"/>
                                        </p:tgtEl>
                                      </p:cMediaNode>
                                    </p:audio>
                                  </p:subTnLst>
                                </p:cTn>
                              </p:par>
                            </p:childTnLst>
                          </p:cTn>
                        </p:par>
                      </p:childTnLst>
                    </p:cTn>
                  </p:par>
                  <p:par>
                    <p:cTn id="47" fill="hold">
                      <p:stCondLst>
                        <p:cond delay="indefinite"/>
                      </p:stCondLst>
                      <p:childTnLst>
                        <p:par>
                          <p:cTn id="48" fill="hold">
                            <p:stCondLst>
                              <p:cond delay="0"/>
                            </p:stCondLst>
                            <p:childTnLst>
                              <p:par>
                                <p:cTn id="49" presetID="2" presetClass="entr" presetSubtype="8" fill="hold" grpId="0" nodeType="clickEffect">
                                  <p:stCondLst>
                                    <p:cond delay="0"/>
                                  </p:stCondLst>
                                  <p:childTnLst>
                                    <p:set>
                                      <p:cBhvr>
                                        <p:cTn id="50" dur="1" fill="hold">
                                          <p:stCondLst>
                                            <p:cond delay="0"/>
                                          </p:stCondLst>
                                        </p:cTn>
                                        <p:tgtEl>
                                          <p:spTgt spid="12292">
                                            <p:txEl>
                                              <p:charRg st="10" end="20"/>
                                            </p:txEl>
                                          </p:spTgt>
                                        </p:tgtEl>
                                        <p:attrNameLst>
                                          <p:attrName>style.visibility</p:attrName>
                                        </p:attrNameLst>
                                      </p:cBhvr>
                                      <p:to>
                                        <p:strVal val="visible"/>
                                      </p:to>
                                    </p:set>
                                    <p:anim calcmode="lin" valueType="num">
                                      <p:cBhvr>
                                        <p:cTn id="51" dur="500" fill="hold"/>
                                        <p:tgtEl>
                                          <p:spTgt spid="12292">
                                            <p:txEl>
                                              <p:charRg st="10" end="20"/>
                                            </p:txEl>
                                          </p:spTgt>
                                        </p:tgtEl>
                                        <p:attrNameLst>
                                          <p:attrName>ppt_x</p:attrName>
                                        </p:attrNameLst>
                                      </p:cBhvr>
                                      <p:tavLst>
                                        <p:tav tm="0">
                                          <p:val>
                                            <p:strVal val="0-#ppt_w/2"/>
                                          </p:val>
                                        </p:tav>
                                        <p:tav tm="100000">
                                          <p:val>
                                            <p:strVal val="#ppt_x"/>
                                          </p:val>
                                        </p:tav>
                                      </p:tavLst>
                                    </p:anim>
                                    <p:anim calcmode="lin" valueType="num">
                                      <p:cBhvr>
                                        <p:cTn id="52" dur="500" fill="hold"/>
                                        <p:tgtEl>
                                          <p:spTgt spid="12292">
                                            <p:txEl>
                                              <p:charRg st="10" end="20"/>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49"/>
                                            </p:cond>
                                          </p:stCondLst>
                                          <p:endCondLst>
                                            <p:cond evt="onStopAudio" delay="0">
                                              <p:tgtEl>
                                                <p:sldTgt/>
                                              </p:tgtEl>
                                            </p:cond>
                                          </p:endCondLst>
                                        </p:cTn>
                                        <p:tgtEl>
                                          <p:sndTgt r:embed="rId2" name="WHOOSH.WAV"/>
                                        </p:tgtEl>
                                      </p:cMediaNode>
                                    </p:audio>
                                  </p:subTnLst>
                                </p:cTn>
                              </p:par>
                            </p:childTnLst>
                          </p:cTn>
                        </p:par>
                      </p:childTnLst>
                    </p:cTn>
                  </p:par>
                  <p:par>
                    <p:cTn id="53" fill="hold">
                      <p:stCondLst>
                        <p:cond delay="indefinite"/>
                      </p:stCondLst>
                      <p:childTnLst>
                        <p:par>
                          <p:cTn id="54" fill="hold">
                            <p:stCondLst>
                              <p:cond delay="0"/>
                            </p:stCondLst>
                            <p:childTnLst>
                              <p:par>
                                <p:cTn id="55" presetID="2" presetClass="entr" presetSubtype="8" fill="hold" grpId="0" nodeType="clickEffect">
                                  <p:stCondLst>
                                    <p:cond delay="0"/>
                                  </p:stCondLst>
                                  <p:childTnLst>
                                    <p:set>
                                      <p:cBhvr>
                                        <p:cTn id="56" dur="1" fill="hold">
                                          <p:stCondLst>
                                            <p:cond delay="0"/>
                                          </p:stCondLst>
                                        </p:cTn>
                                        <p:tgtEl>
                                          <p:spTgt spid="12292">
                                            <p:txEl>
                                              <p:charRg st="20" end="31"/>
                                            </p:txEl>
                                          </p:spTgt>
                                        </p:tgtEl>
                                        <p:attrNameLst>
                                          <p:attrName>style.visibility</p:attrName>
                                        </p:attrNameLst>
                                      </p:cBhvr>
                                      <p:to>
                                        <p:strVal val="visible"/>
                                      </p:to>
                                    </p:set>
                                    <p:anim calcmode="lin" valueType="num">
                                      <p:cBhvr>
                                        <p:cTn id="57" dur="500" fill="hold"/>
                                        <p:tgtEl>
                                          <p:spTgt spid="12292">
                                            <p:txEl>
                                              <p:charRg st="20" end="31"/>
                                            </p:txEl>
                                          </p:spTgt>
                                        </p:tgtEl>
                                        <p:attrNameLst>
                                          <p:attrName>ppt_x</p:attrName>
                                        </p:attrNameLst>
                                      </p:cBhvr>
                                      <p:tavLst>
                                        <p:tav tm="0">
                                          <p:val>
                                            <p:strVal val="0-#ppt_w/2"/>
                                          </p:val>
                                        </p:tav>
                                        <p:tav tm="100000">
                                          <p:val>
                                            <p:strVal val="#ppt_x"/>
                                          </p:val>
                                        </p:tav>
                                      </p:tavLst>
                                    </p:anim>
                                    <p:anim calcmode="lin" valueType="num">
                                      <p:cBhvr>
                                        <p:cTn id="58" dur="500" fill="hold"/>
                                        <p:tgtEl>
                                          <p:spTgt spid="12292">
                                            <p:txEl>
                                              <p:charRg st="20" end="3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5"/>
                                            </p:cond>
                                          </p:stCondLst>
                                          <p:endCondLst>
                                            <p:cond evt="onStopAudio" delay="0">
                                              <p:tgtEl>
                                                <p:sldTgt/>
                                              </p:tgtEl>
                                            </p:cond>
                                          </p:endCondLst>
                                        </p:cTn>
                                        <p:tgtEl>
                                          <p:sndTgt r:embed="rId2" name="WHOOSH.WAV"/>
                                        </p:tgtEl>
                                      </p:cMediaNode>
                                    </p:audio>
                                  </p:subTnLst>
                                </p:cTn>
                              </p:par>
                            </p:childTnLst>
                          </p:cTn>
                        </p:par>
                      </p:childTnLst>
                    </p:cTn>
                  </p:par>
                  <p:par>
                    <p:cTn id="59" fill="hold">
                      <p:stCondLst>
                        <p:cond delay="indefinite"/>
                      </p:stCondLst>
                      <p:childTnLst>
                        <p:par>
                          <p:cTn id="60" fill="hold">
                            <p:stCondLst>
                              <p:cond delay="0"/>
                            </p:stCondLst>
                            <p:childTnLst>
                              <p:par>
                                <p:cTn id="61" presetID="2" presetClass="entr" presetSubtype="8" fill="hold" grpId="0" nodeType="clickEffect">
                                  <p:stCondLst>
                                    <p:cond delay="0"/>
                                  </p:stCondLst>
                                  <p:childTnLst>
                                    <p:set>
                                      <p:cBhvr>
                                        <p:cTn id="62" dur="1" fill="hold">
                                          <p:stCondLst>
                                            <p:cond delay="0"/>
                                          </p:stCondLst>
                                        </p:cTn>
                                        <p:tgtEl>
                                          <p:spTgt spid="12292">
                                            <p:txEl>
                                              <p:charRg st="31" end="45"/>
                                            </p:txEl>
                                          </p:spTgt>
                                        </p:tgtEl>
                                        <p:attrNameLst>
                                          <p:attrName>style.visibility</p:attrName>
                                        </p:attrNameLst>
                                      </p:cBhvr>
                                      <p:to>
                                        <p:strVal val="visible"/>
                                      </p:to>
                                    </p:set>
                                    <p:anim calcmode="lin" valueType="num">
                                      <p:cBhvr>
                                        <p:cTn id="63" dur="500" fill="hold"/>
                                        <p:tgtEl>
                                          <p:spTgt spid="12292">
                                            <p:txEl>
                                              <p:charRg st="31" end="45"/>
                                            </p:txEl>
                                          </p:spTgt>
                                        </p:tgtEl>
                                        <p:attrNameLst>
                                          <p:attrName>ppt_x</p:attrName>
                                        </p:attrNameLst>
                                      </p:cBhvr>
                                      <p:tavLst>
                                        <p:tav tm="0">
                                          <p:val>
                                            <p:strVal val="0-#ppt_w/2"/>
                                          </p:val>
                                        </p:tav>
                                        <p:tav tm="100000">
                                          <p:val>
                                            <p:strVal val="#ppt_x"/>
                                          </p:val>
                                        </p:tav>
                                      </p:tavLst>
                                    </p:anim>
                                    <p:anim calcmode="lin" valueType="num">
                                      <p:cBhvr>
                                        <p:cTn id="64" dur="500" fill="hold"/>
                                        <p:tgtEl>
                                          <p:spTgt spid="12292">
                                            <p:txEl>
                                              <p:charRg st="31" end="45"/>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61"/>
                                            </p:cond>
                                          </p:stCondLst>
                                          <p:endCondLst>
                                            <p:cond evt="onStopAudio" delay="0">
                                              <p:tgtEl>
                                                <p:sldTgt/>
                                              </p:tgtEl>
                                            </p:cond>
                                          </p:endCondLst>
                                        </p:cTn>
                                        <p:tgtEl>
                                          <p:sndTgt r:embed="rId2" name="WHOOSH.WAV"/>
                                        </p:tgtEl>
                                      </p:cMediaNode>
                                    </p:audio>
                                  </p:subTnLst>
                                </p:cTn>
                              </p:par>
                            </p:childTnLst>
                          </p:cTn>
                        </p:par>
                      </p:childTnLst>
                    </p:cTn>
                  </p:par>
                  <p:par>
                    <p:cTn id="65" fill="hold">
                      <p:stCondLst>
                        <p:cond delay="indefinite"/>
                      </p:stCondLst>
                      <p:childTnLst>
                        <p:par>
                          <p:cTn id="66" fill="hold">
                            <p:stCondLst>
                              <p:cond delay="0"/>
                            </p:stCondLst>
                            <p:childTnLst>
                              <p:par>
                                <p:cTn id="67" presetID="4" presetClass="entr" presetSubtype="32" fill="hold" nodeType="clickEffect">
                                  <p:stCondLst>
                                    <p:cond delay="0"/>
                                  </p:stCondLst>
                                  <p:childTnLst>
                                    <p:set>
                                      <p:cBhvr>
                                        <p:cTn id="68" dur="1" fill="hold">
                                          <p:stCondLst>
                                            <p:cond delay="0"/>
                                          </p:stCondLst>
                                        </p:cTn>
                                        <p:tgtEl>
                                          <p:spTgt spid="12331"/>
                                        </p:tgtEl>
                                        <p:attrNameLst>
                                          <p:attrName>style.visibility</p:attrName>
                                        </p:attrNameLst>
                                      </p:cBhvr>
                                      <p:to>
                                        <p:strVal val="visible"/>
                                      </p:to>
                                    </p:set>
                                    <p:animEffect transition="in" filter="box(out)">
                                      <p:cBhvr>
                                        <p:cTn id="69" dur="500"/>
                                        <p:tgtEl>
                                          <p:spTgt spid="12331"/>
                                        </p:tgtEl>
                                      </p:cBhvr>
                                    </p:animEffect>
                                  </p:childTnLst>
                                  <p:subTnLst>
                                    <p:set>
                                      <p:cBhvr override="childStyle">
                                        <p:cTn dur="1" fill="hold" display="0" masterRel="nextClick" afterEffect="1"/>
                                        <p:tgtEl>
                                          <p:spTgt spid="12331"/>
                                        </p:tgtEl>
                                        <p:attrNameLst>
                                          <p:attrName>style.visibility</p:attrName>
                                        </p:attrNameLst>
                                      </p:cBhvr>
                                      <p:to>
                                        <p:strVal val="hidden"/>
                                      </p:to>
                                    </p:set>
                                    <p:audio>
                                      <p:cMediaNode>
                                        <p:cTn display="0" masterRel="sameClick">
                                          <p:stCondLst>
                                            <p:cond evt="begin" delay="0">
                                              <p:tn val="67"/>
                                            </p:cond>
                                          </p:stCondLst>
                                          <p:endCondLst>
                                            <p:cond evt="onStopAudio" delay="0">
                                              <p:tgtEl>
                                                <p:sldTgt/>
                                              </p:tgtEl>
                                            </p:cond>
                                          </p:endCondLst>
                                        </p:cTn>
                                        <p:tgtEl>
                                          <p:sndTgt r:embed="rId1" name="CAMERA.WAV"/>
                                        </p:tgtEl>
                                      </p:cMediaNode>
                                    </p:audio>
                                  </p:subTnLst>
                                </p:cTn>
                              </p:par>
                            </p:childTnLst>
                          </p:cTn>
                        </p:par>
                      </p:childTnLst>
                    </p:cTn>
                  </p:par>
                  <p:par>
                    <p:cTn id="70" fill="hold">
                      <p:stCondLst>
                        <p:cond delay="indefinite"/>
                      </p:stCondLst>
                      <p:childTnLst>
                        <p:par>
                          <p:cTn id="71" fill="hold">
                            <p:stCondLst>
                              <p:cond delay="0"/>
                            </p:stCondLst>
                            <p:childTnLst>
                              <p:par>
                                <p:cTn id="72" presetID="4" presetClass="entr" presetSubtype="32" fill="hold" nodeType="clickEffect">
                                  <p:stCondLst>
                                    <p:cond delay="0"/>
                                  </p:stCondLst>
                                  <p:childTnLst>
                                    <p:set>
                                      <p:cBhvr>
                                        <p:cTn id="73" dur="1" fill="hold">
                                          <p:stCondLst>
                                            <p:cond delay="0"/>
                                          </p:stCondLst>
                                        </p:cTn>
                                        <p:tgtEl>
                                          <p:spTgt spid="12332"/>
                                        </p:tgtEl>
                                        <p:attrNameLst>
                                          <p:attrName>style.visibility</p:attrName>
                                        </p:attrNameLst>
                                      </p:cBhvr>
                                      <p:to>
                                        <p:strVal val="visible"/>
                                      </p:to>
                                    </p:set>
                                    <p:animEffect transition="in" filter="box(out)">
                                      <p:cBhvr>
                                        <p:cTn id="74" dur="500"/>
                                        <p:tgtEl>
                                          <p:spTgt spid="12332"/>
                                        </p:tgtEl>
                                      </p:cBhvr>
                                    </p:animEffect>
                                  </p:childTnLst>
                                  <p:subTnLst>
                                    <p:set>
                                      <p:cBhvr override="childStyle">
                                        <p:cTn dur="1" fill="hold" display="0" masterRel="nextClick" afterEffect="1"/>
                                        <p:tgtEl>
                                          <p:spTgt spid="12332"/>
                                        </p:tgtEl>
                                        <p:attrNameLst>
                                          <p:attrName>style.visibility</p:attrName>
                                        </p:attrNameLst>
                                      </p:cBhvr>
                                      <p:to>
                                        <p:strVal val="hidden"/>
                                      </p:to>
                                    </p:set>
                                    <p:audio>
                                      <p:cMediaNode>
                                        <p:cTn display="0" masterRel="sameClick">
                                          <p:stCondLst>
                                            <p:cond evt="begin" delay="0">
                                              <p:tn val="72"/>
                                            </p:cond>
                                          </p:stCondLst>
                                          <p:endCondLst>
                                            <p:cond evt="onStopAudio" delay="0">
                                              <p:tgtEl>
                                                <p:sldTgt/>
                                              </p:tgtEl>
                                            </p:cond>
                                          </p:endCondLst>
                                        </p:cTn>
                                        <p:tgtEl>
                                          <p:sndTgt r:embed="rId1" name="CAMERA.WAV"/>
                                        </p:tgtEl>
                                      </p:cMediaNode>
                                    </p:audio>
                                  </p:subTnLst>
                                </p:cTn>
                              </p:par>
                            </p:childTnLst>
                          </p:cTn>
                        </p:par>
                      </p:childTnLst>
                    </p:cTn>
                  </p:par>
                  <p:par>
                    <p:cTn id="75" fill="hold">
                      <p:stCondLst>
                        <p:cond delay="indefinite"/>
                      </p:stCondLst>
                      <p:childTnLst>
                        <p:par>
                          <p:cTn id="76" fill="hold">
                            <p:stCondLst>
                              <p:cond delay="0"/>
                            </p:stCondLst>
                            <p:childTnLst>
                              <p:par>
                                <p:cTn id="77" presetID="4" presetClass="entr" presetSubtype="32" fill="hold" nodeType="clickEffect">
                                  <p:stCondLst>
                                    <p:cond delay="0"/>
                                  </p:stCondLst>
                                  <p:childTnLst>
                                    <p:set>
                                      <p:cBhvr>
                                        <p:cTn id="78" dur="1" fill="hold">
                                          <p:stCondLst>
                                            <p:cond delay="0"/>
                                          </p:stCondLst>
                                        </p:cTn>
                                        <p:tgtEl>
                                          <p:spTgt spid="12388"/>
                                        </p:tgtEl>
                                        <p:attrNameLst>
                                          <p:attrName>style.visibility</p:attrName>
                                        </p:attrNameLst>
                                      </p:cBhvr>
                                      <p:to>
                                        <p:strVal val="visible"/>
                                      </p:to>
                                    </p:set>
                                    <p:animEffect transition="in" filter="box(out)">
                                      <p:cBhvr>
                                        <p:cTn id="79" dur="500"/>
                                        <p:tgtEl>
                                          <p:spTgt spid="12388"/>
                                        </p:tgtEl>
                                      </p:cBhvr>
                                    </p:animEffect>
                                  </p:childTnLst>
                                  <p:subTnLst>
                                    <p:audio>
                                      <p:cMediaNode>
                                        <p:cTn display="0" masterRel="sameClick">
                                          <p:stCondLst>
                                            <p:cond evt="begin" delay="0">
                                              <p:tn val="77"/>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bldLvl="4" build="p"/>
      <p:bldP spid="12292" grpId="0" bldLvl="4" build="p"/>
      <p:bldP spid="12294" grpId="0" bldLvl="0" animBg="1"/>
      <p:bldP spid="12295" grpId="0" bldLvl="0" animBg="1"/>
      <p:bldP spid="12296" grpId="0" bldLvl="0" animBg="1"/>
      <p:bldP spid="12297" grpId="0" bldLvl="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8436" name="组合 58435"/>
          <p:cNvGrpSpPr/>
          <p:nvPr/>
        </p:nvGrpSpPr>
        <p:grpSpPr>
          <a:xfrm>
            <a:off x="1995488" y="1819275"/>
            <a:ext cx="5394325" cy="2876550"/>
            <a:chOff x="1001" y="1224"/>
            <a:chExt cx="3398" cy="1812"/>
          </a:xfrm>
        </p:grpSpPr>
        <p:sp>
          <p:nvSpPr>
            <p:cNvPr id="481282" name="矩形 58371"/>
            <p:cNvSpPr/>
            <p:nvPr/>
          </p:nvSpPr>
          <p:spPr>
            <a:xfrm>
              <a:off x="1001" y="1224"/>
              <a:ext cx="3398" cy="181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例    int a[3][4];</a:t>
              </a:r>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p:txBody>
        </p:sp>
        <p:grpSp>
          <p:nvGrpSpPr>
            <p:cNvPr id="481283" name="组合 58411"/>
            <p:cNvGrpSpPr/>
            <p:nvPr/>
          </p:nvGrpSpPr>
          <p:grpSpPr>
            <a:xfrm>
              <a:off x="1850" y="1632"/>
              <a:ext cx="2092" cy="1055"/>
              <a:chOff x="1538" y="2040"/>
              <a:chExt cx="1724" cy="1055"/>
            </a:xfrm>
          </p:grpSpPr>
          <p:sp>
            <p:nvSpPr>
              <p:cNvPr id="481284" name="矩形 58375"/>
              <p:cNvSpPr/>
              <p:nvPr/>
            </p:nvSpPr>
            <p:spPr>
              <a:xfrm>
                <a:off x="1538" y="2040"/>
                <a:ext cx="1712" cy="1044"/>
              </a:xfrm>
              <a:prstGeom prst="rect">
                <a:avLst/>
              </a:prstGeom>
              <a:solidFill>
                <a:schemeClr val="bg1"/>
              </a:solidFill>
              <a:ln w="19050" cap="flat" cmpd="sng">
                <a:solidFill>
                  <a:schemeClr val="accent1"/>
                </a:solidFill>
                <a:prstDash val="solid"/>
                <a:miter/>
                <a:headEnd type="none" w="med" len="med"/>
                <a:tailEnd type="none" w="med" len="med"/>
              </a:ln>
            </p:spPr>
            <p:txBody>
              <a:bodyPr wrap="square" lIns="91440" tIns="45720" rIns="91440" bIns="45720" anchor="t" anchorCtr="0"/>
              <a:p>
                <a:endParaRPr lang="zh-CN" altLang="zh-CN">
                  <a:latin typeface="Calibri" panose="020F0502020204030204" pitchFamily="34" charset="0"/>
                  <a:ea typeface="宋体" panose="02010600030101010101" pitchFamily="2" charset="-122"/>
                </a:endParaRPr>
              </a:p>
            </p:txBody>
          </p:sp>
          <p:sp>
            <p:nvSpPr>
              <p:cNvPr id="481285" name="直接连接符 58376"/>
              <p:cNvSpPr/>
              <p:nvPr/>
            </p:nvSpPr>
            <p:spPr>
              <a:xfrm>
                <a:off x="1550" y="2433"/>
                <a:ext cx="1712" cy="0"/>
              </a:xfrm>
              <a:prstGeom prst="line">
                <a:avLst/>
              </a:prstGeom>
              <a:ln w="22225" cap="flat" cmpd="sng">
                <a:solidFill>
                  <a:schemeClr val="accent1"/>
                </a:solidFill>
                <a:prstDash val="solid"/>
                <a:miter/>
                <a:headEnd type="none" w="med" len="med"/>
                <a:tailEnd type="none" w="med" len="med"/>
              </a:ln>
            </p:spPr>
          </p:sp>
          <p:sp>
            <p:nvSpPr>
              <p:cNvPr id="481286" name="直接连接符 58377"/>
              <p:cNvSpPr/>
              <p:nvPr/>
            </p:nvSpPr>
            <p:spPr>
              <a:xfrm>
                <a:off x="1538" y="2762"/>
                <a:ext cx="1712" cy="0"/>
              </a:xfrm>
              <a:prstGeom prst="line">
                <a:avLst/>
              </a:prstGeom>
              <a:ln w="22225" cap="flat" cmpd="sng">
                <a:solidFill>
                  <a:schemeClr val="accent1"/>
                </a:solidFill>
                <a:prstDash val="solid"/>
                <a:miter/>
                <a:headEnd type="none" w="med" len="med"/>
                <a:tailEnd type="none" w="med" len="med"/>
              </a:ln>
            </p:spPr>
          </p:sp>
          <p:sp>
            <p:nvSpPr>
              <p:cNvPr id="481287" name="直接连接符 58378"/>
              <p:cNvSpPr/>
              <p:nvPr/>
            </p:nvSpPr>
            <p:spPr>
              <a:xfrm>
                <a:off x="2394" y="2051"/>
                <a:ext cx="0" cy="1044"/>
              </a:xfrm>
              <a:prstGeom prst="line">
                <a:avLst/>
              </a:prstGeom>
              <a:ln w="22225" cap="flat" cmpd="sng">
                <a:solidFill>
                  <a:schemeClr val="accent1"/>
                </a:solidFill>
                <a:prstDash val="solid"/>
                <a:miter/>
                <a:headEnd type="none" w="med" len="med"/>
                <a:tailEnd type="none" w="med" len="med"/>
              </a:ln>
            </p:spPr>
          </p:sp>
          <p:sp>
            <p:nvSpPr>
              <p:cNvPr id="481288" name="直接连接符 58379"/>
              <p:cNvSpPr/>
              <p:nvPr/>
            </p:nvSpPr>
            <p:spPr>
              <a:xfrm>
                <a:off x="1949" y="2051"/>
                <a:ext cx="0" cy="1044"/>
              </a:xfrm>
              <a:prstGeom prst="line">
                <a:avLst/>
              </a:prstGeom>
              <a:ln w="22225" cap="flat" cmpd="sng">
                <a:solidFill>
                  <a:schemeClr val="accent1"/>
                </a:solidFill>
                <a:prstDash val="solid"/>
                <a:miter/>
                <a:headEnd type="none" w="med" len="med"/>
                <a:tailEnd type="none" w="med" len="med"/>
              </a:ln>
            </p:spPr>
          </p:sp>
          <p:sp>
            <p:nvSpPr>
              <p:cNvPr id="481289" name="直接连接符 58380"/>
              <p:cNvSpPr/>
              <p:nvPr/>
            </p:nvSpPr>
            <p:spPr>
              <a:xfrm>
                <a:off x="2827" y="2051"/>
                <a:ext cx="0" cy="1044"/>
              </a:xfrm>
              <a:prstGeom prst="line">
                <a:avLst/>
              </a:prstGeom>
              <a:ln w="22225" cap="flat" cmpd="sng">
                <a:solidFill>
                  <a:schemeClr val="accent1"/>
                </a:solidFill>
                <a:prstDash val="solid"/>
                <a:miter/>
                <a:headEnd type="none" w="med" len="med"/>
                <a:tailEnd type="none" w="med" len="med"/>
              </a:ln>
            </p:spPr>
          </p:sp>
        </p:grpSp>
        <p:grpSp>
          <p:nvGrpSpPr>
            <p:cNvPr id="481290" name="组合 58415"/>
            <p:cNvGrpSpPr/>
            <p:nvPr/>
          </p:nvGrpSpPr>
          <p:grpSpPr>
            <a:xfrm>
              <a:off x="1831" y="1677"/>
              <a:ext cx="2125" cy="258"/>
              <a:chOff x="1519" y="2085"/>
              <a:chExt cx="2125" cy="258"/>
            </a:xfrm>
          </p:grpSpPr>
          <p:sp>
            <p:nvSpPr>
              <p:cNvPr id="481291" name="矩形 58410"/>
              <p:cNvSpPr/>
              <p:nvPr/>
            </p:nvSpPr>
            <p:spPr>
              <a:xfrm>
                <a:off x="1519" y="2111"/>
                <a:ext cx="512" cy="232"/>
              </a:xfrm>
              <a:prstGeom prst="rect">
                <a:avLst/>
              </a:prstGeom>
              <a:noFill/>
              <a:ln w="25400">
                <a:noFill/>
              </a:ln>
            </p:spPr>
            <p:txBody>
              <a:bodyPr wrap="square" lIns="91440" tIns="45720" rIns="91440" bIns="45720" anchor="t" anchorCtr="0"/>
              <a:p>
                <a:r>
                  <a:rPr lang="zh-CN" altLang="zh-CN">
                    <a:solidFill>
                      <a:schemeClr val="accent1"/>
                    </a:solidFill>
                    <a:latin typeface="Calibri" panose="020F0502020204030204" pitchFamily="34" charset="0"/>
                    <a:ea typeface="宋体" panose="02010600030101010101" pitchFamily="2" charset="-122"/>
                  </a:rPr>
                  <a:t>a[0][0]</a:t>
                </a:r>
                <a:endParaRPr lang="zh-CN" altLang="zh-CN">
                  <a:solidFill>
                    <a:schemeClr val="accent1"/>
                  </a:solidFill>
                  <a:latin typeface="Calibri" panose="020F0502020204030204" pitchFamily="34" charset="0"/>
                  <a:ea typeface="宋体" panose="02010600030101010101" pitchFamily="2" charset="-122"/>
                </a:endParaRPr>
              </a:p>
            </p:txBody>
          </p:sp>
          <p:sp>
            <p:nvSpPr>
              <p:cNvPr id="481292" name="矩形 58412"/>
              <p:cNvSpPr/>
              <p:nvPr/>
            </p:nvSpPr>
            <p:spPr>
              <a:xfrm>
                <a:off x="2031" y="2097"/>
                <a:ext cx="557" cy="232"/>
              </a:xfrm>
              <a:prstGeom prst="rect">
                <a:avLst/>
              </a:prstGeom>
              <a:noFill/>
              <a:ln w="25400">
                <a:noFill/>
              </a:ln>
            </p:spPr>
            <p:txBody>
              <a:bodyPr wrap="square" lIns="91440" tIns="45720" rIns="91440" bIns="45720" anchor="t" anchorCtr="0"/>
              <a:p>
                <a:pPr>
                  <a:buSzTx/>
                </a:pPr>
                <a:r>
                  <a:rPr lang="zh-CN" altLang="zh-CN">
                    <a:solidFill>
                      <a:schemeClr val="accent1"/>
                    </a:solidFill>
                    <a:latin typeface="Calibri" panose="020F0502020204030204" pitchFamily="34" charset="0"/>
                    <a:ea typeface="宋体" panose="02010600030101010101" pitchFamily="2" charset="-122"/>
                  </a:rPr>
                  <a:t>a[0][1]</a:t>
                </a:r>
                <a:endParaRPr lang="zh-CN" altLang="zh-CN">
                  <a:solidFill>
                    <a:schemeClr val="accent1"/>
                  </a:solidFill>
                  <a:latin typeface="Calibri" panose="020F0502020204030204" pitchFamily="34" charset="0"/>
                  <a:ea typeface="宋体" panose="02010600030101010101" pitchFamily="2" charset="-122"/>
                </a:endParaRPr>
              </a:p>
            </p:txBody>
          </p:sp>
          <p:sp>
            <p:nvSpPr>
              <p:cNvPr id="481293" name="矩形 58413"/>
              <p:cNvSpPr/>
              <p:nvPr/>
            </p:nvSpPr>
            <p:spPr>
              <a:xfrm>
                <a:off x="2559" y="2085"/>
                <a:ext cx="557" cy="232"/>
              </a:xfrm>
              <a:prstGeom prst="rect">
                <a:avLst/>
              </a:prstGeom>
              <a:noFill/>
              <a:ln w="25400">
                <a:noFill/>
              </a:ln>
            </p:spPr>
            <p:txBody>
              <a:bodyPr wrap="square" lIns="91440" tIns="45720" rIns="91440" bIns="45720" anchor="t" anchorCtr="0"/>
              <a:p>
                <a:pPr>
                  <a:buSzTx/>
                </a:pPr>
                <a:r>
                  <a:rPr lang="zh-CN" altLang="zh-CN">
                    <a:solidFill>
                      <a:schemeClr val="accent1"/>
                    </a:solidFill>
                    <a:latin typeface="Calibri" panose="020F0502020204030204" pitchFamily="34" charset="0"/>
                    <a:ea typeface="宋体" panose="02010600030101010101" pitchFamily="2" charset="-122"/>
                  </a:rPr>
                  <a:t>a[0][2]</a:t>
                </a:r>
                <a:endParaRPr lang="zh-CN" altLang="zh-CN">
                  <a:solidFill>
                    <a:schemeClr val="accent1"/>
                  </a:solidFill>
                  <a:latin typeface="Calibri" panose="020F0502020204030204" pitchFamily="34" charset="0"/>
                  <a:ea typeface="宋体" panose="02010600030101010101" pitchFamily="2" charset="-122"/>
                </a:endParaRPr>
              </a:p>
            </p:txBody>
          </p:sp>
          <p:sp>
            <p:nvSpPr>
              <p:cNvPr id="481294" name="矩形 58414"/>
              <p:cNvSpPr/>
              <p:nvPr/>
            </p:nvSpPr>
            <p:spPr>
              <a:xfrm>
                <a:off x="3087" y="2097"/>
                <a:ext cx="557" cy="209"/>
              </a:xfrm>
              <a:prstGeom prst="rect">
                <a:avLst/>
              </a:prstGeom>
              <a:noFill/>
              <a:ln w="25400">
                <a:noFill/>
              </a:ln>
            </p:spPr>
            <p:txBody>
              <a:bodyPr wrap="square" lIns="91440" tIns="45720" rIns="91440" bIns="45720" anchor="t" anchorCtr="0"/>
              <a:p>
                <a:pPr>
                  <a:buSzTx/>
                </a:pPr>
                <a:r>
                  <a:rPr lang="zh-CN" altLang="zh-CN">
                    <a:solidFill>
                      <a:schemeClr val="accent1"/>
                    </a:solidFill>
                    <a:latin typeface="Calibri" panose="020F0502020204030204" pitchFamily="34" charset="0"/>
                    <a:ea typeface="宋体" panose="02010600030101010101" pitchFamily="2" charset="-122"/>
                  </a:rPr>
                  <a:t>a[0][3]</a:t>
                </a:r>
                <a:endParaRPr lang="zh-CN" altLang="zh-CN">
                  <a:solidFill>
                    <a:schemeClr val="accent1"/>
                  </a:solidFill>
                  <a:latin typeface="Calibri" panose="020F0502020204030204" pitchFamily="34" charset="0"/>
                  <a:ea typeface="宋体" panose="02010600030101010101" pitchFamily="2" charset="-122"/>
                </a:endParaRPr>
              </a:p>
            </p:txBody>
          </p:sp>
        </p:grpSp>
        <p:grpSp>
          <p:nvGrpSpPr>
            <p:cNvPr id="481295" name="组合 58416"/>
            <p:cNvGrpSpPr/>
            <p:nvPr/>
          </p:nvGrpSpPr>
          <p:grpSpPr>
            <a:xfrm>
              <a:off x="1815" y="2049"/>
              <a:ext cx="2141" cy="232"/>
              <a:chOff x="1503" y="2097"/>
              <a:chExt cx="2141" cy="232"/>
            </a:xfrm>
          </p:grpSpPr>
          <p:sp>
            <p:nvSpPr>
              <p:cNvPr id="481296" name="矩形 58417"/>
              <p:cNvSpPr/>
              <p:nvPr/>
            </p:nvSpPr>
            <p:spPr>
              <a:xfrm>
                <a:off x="1503" y="2097"/>
                <a:ext cx="557" cy="232"/>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a[1][0]</a:t>
                </a:r>
                <a:endParaRPr lang="zh-CN" altLang="zh-CN">
                  <a:solidFill>
                    <a:srgbClr val="FF0000"/>
                  </a:solidFill>
                  <a:latin typeface="Calibri" panose="020F0502020204030204" pitchFamily="34" charset="0"/>
                  <a:ea typeface="宋体" panose="02010600030101010101" pitchFamily="2" charset="-122"/>
                </a:endParaRPr>
              </a:p>
            </p:txBody>
          </p:sp>
          <p:sp>
            <p:nvSpPr>
              <p:cNvPr id="481297" name="矩形 58418"/>
              <p:cNvSpPr/>
              <p:nvPr/>
            </p:nvSpPr>
            <p:spPr>
              <a:xfrm>
                <a:off x="2031" y="2097"/>
                <a:ext cx="557" cy="232"/>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a[1][1]</a:t>
                </a:r>
                <a:endParaRPr lang="zh-CN" altLang="zh-CN">
                  <a:solidFill>
                    <a:srgbClr val="FF0000"/>
                  </a:solidFill>
                  <a:latin typeface="Calibri" panose="020F0502020204030204" pitchFamily="34" charset="0"/>
                  <a:ea typeface="宋体" panose="02010600030101010101" pitchFamily="2" charset="-122"/>
                </a:endParaRPr>
              </a:p>
            </p:txBody>
          </p:sp>
          <p:sp>
            <p:nvSpPr>
              <p:cNvPr id="481298" name="矩形 58419"/>
              <p:cNvSpPr/>
              <p:nvPr/>
            </p:nvSpPr>
            <p:spPr>
              <a:xfrm>
                <a:off x="2559" y="2097"/>
                <a:ext cx="557" cy="232"/>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a[1][2]</a:t>
                </a:r>
                <a:endParaRPr lang="zh-CN" altLang="zh-CN">
                  <a:solidFill>
                    <a:srgbClr val="FF0000"/>
                  </a:solidFill>
                  <a:latin typeface="Calibri" panose="020F0502020204030204" pitchFamily="34" charset="0"/>
                  <a:ea typeface="宋体" panose="02010600030101010101" pitchFamily="2" charset="-122"/>
                </a:endParaRPr>
              </a:p>
            </p:txBody>
          </p:sp>
          <p:sp>
            <p:nvSpPr>
              <p:cNvPr id="481299" name="矩形 58420"/>
              <p:cNvSpPr/>
              <p:nvPr/>
            </p:nvSpPr>
            <p:spPr>
              <a:xfrm>
                <a:off x="3087" y="2097"/>
                <a:ext cx="557" cy="209"/>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a[1][3]</a:t>
                </a:r>
                <a:endParaRPr lang="zh-CN" altLang="zh-CN">
                  <a:solidFill>
                    <a:srgbClr val="FF0000"/>
                  </a:solidFill>
                  <a:latin typeface="Calibri" panose="020F0502020204030204" pitchFamily="34" charset="0"/>
                  <a:ea typeface="宋体" panose="02010600030101010101" pitchFamily="2" charset="-122"/>
                </a:endParaRPr>
              </a:p>
            </p:txBody>
          </p:sp>
        </p:grpSp>
        <p:grpSp>
          <p:nvGrpSpPr>
            <p:cNvPr id="481300" name="组合 58421"/>
            <p:cNvGrpSpPr/>
            <p:nvPr/>
          </p:nvGrpSpPr>
          <p:grpSpPr>
            <a:xfrm>
              <a:off x="1815" y="2409"/>
              <a:ext cx="2141" cy="232"/>
              <a:chOff x="1503" y="2097"/>
              <a:chExt cx="2141" cy="232"/>
            </a:xfrm>
          </p:grpSpPr>
          <p:sp>
            <p:nvSpPr>
              <p:cNvPr id="481301" name="矩形 58422"/>
              <p:cNvSpPr/>
              <p:nvPr/>
            </p:nvSpPr>
            <p:spPr>
              <a:xfrm>
                <a:off x="1503" y="2097"/>
                <a:ext cx="557" cy="232"/>
              </a:xfrm>
              <a:prstGeom prst="rect">
                <a:avLst/>
              </a:prstGeom>
              <a:noFill/>
              <a:ln w="25400">
                <a:noFill/>
              </a:ln>
            </p:spPr>
            <p:txBody>
              <a:bodyPr wrap="square" lIns="91440" tIns="45720" rIns="91440" bIns="45720" anchor="t" anchorCtr="0"/>
              <a:p>
                <a:pPr>
                  <a:buSzTx/>
                </a:pPr>
                <a:r>
                  <a:rPr lang="zh-CN" altLang="zh-CN">
                    <a:solidFill>
                      <a:srgbClr val="F5841C"/>
                    </a:solidFill>
                    <a:latin typeface="Calibri" panose="020F0502020204030204" pitchFamily="34" charset="0"/>
                    <a:ea typeface="宋体" panose="02010600030101010101" pitchFamily="2" charset="-122"/>
                  </a:rPr>
                  <a:t>a[2][0]</a:t>
                </a:r>
                <a:endParaRPr lang="zh-CN" altLang="zh-CN">
                  <a:solidFill>
                    <a:srgbClr val="F5841C"/>
                  </a:solidFill>
                  <a:latin typeface="Calibri" panose="020F0502020204030204" pitchFamily="34" charset="0"/>
                  <a:ea typeface="宋体" panose="02010600030101010101" pitchFamily="2" charset="-122"/>
                </a:endParaRPr>
              </a:p>
            </p:txBody>
          </p:sp>
          <p:sp>
            <p:nvSpPr>
              <p:cNvPr id="481302" name="矩形 58423"/>
              <p:cNvSpPr/>
              <p:nvPr/>
            </p:nvSpPr>
            <p:spPr>
              <a:xfrm>
                <a:off x="2031" y="2097"/>
                <a:ext cx="557" cy="232"/>
              </a:xfrm>
              <a:prstGeom prst="rect">
                <a:avLst/>
              </a:prstGeom>
              <a:noFill/>
              <a:ln w="25400">
                <a:noFill/>
              </a:ln>
            </p:spPr>
            <p:txBody>
              <a:bodyPr wrap="square" lIns="91440" tIns="45720" rIns="91440" bIns="45720" anchor="t" anchorCtr="0"/>
              <a:p>
                <a:pPr>
                  <a:buSzTx/>
                </a:pPr>
                <a:r>
                  <a:rPr lang="zh-CN" altLang="zh-CN">
                    <a:solidFill>
                      <a:srgbClr val="F5841C"/>
                    </a:solidFill>
                    <a:latin typeface="Calibri" panose="020F0502020204030204" pitchFamily="34" charset="0"/>
                    <a:ea typeface="宋体" panose="02010600030101010101" pitchFamily="2" charset="-122"/>
                  </a:rPr>
                  <a:t>a[2][1]</a:t>
                </a:r>
                <a:endParaRPr lang="zh-CN" altLang="zh-CN">
                  <a:solidFill>
                    <a:srgbClr val="F5841C"/>
                  </a:solidFill>
                  <a:latin typeface="Calibri" panose="020F0502020204030204" pitchFamily="34" charset="0"/>
                  <a:ea typeface="宋体" panose="02010600030101010101" pitchFamily="2" charset="-122"/>
                </a:endParaRPr>
              </a:p>
            </p:txBody>
          </p:sp>
          <p:sp>
            <p:nvSpPr>
              <p:cNvPr id="481303" name="矩形 58424"/>
              <p:cNvSpPr/>
              <p:nvPr/>
            </p:nvSpPr>
            <p:spPr>
              <a:xfrm>
                <a:off x="2559" y="2097"/>
                <a:ext cx="557" cy="232"/>
              </a:xfrm>
              <a:prstGeom prst="rect">
                <a:avLst/>
              </a:prstGeom>
              <a:noFill/>
              <a:ln w="25400">
                <a:noFill/>
              </a:ln>
            </p:spPr>
            <p:txBody>
              <a:bodyPr wrap="square" lIns="91440" tIns="45720" rIns="91440" bIns="45720" anchor="t" anchorCtr="0"/>
              <a:p>
                <a:pPr>
                  <a:buSzTx/>
                </a:pPr>
                <a:r>
                  <a:rPr lang="zh-CN" altLang="zh-CN">
                    <a:solidFill>
                      <a:srgbClr val="F5841C"/>
                    </a:solidFill>
                    <a:latin typeface="Calibri" panose="020F0502020204030204" pitchFamily="34" charset="0"/>
                    <a:ea typeface="宋体" panose="02010600030101010101" pitchFamily="2" charset="-122"/>
                  </a:rPr>
                  <a:t>a[2][2]</a:t>
                </a:r>
                <a:endParaRPr lang="zh-CN" altLang="zh-CN">
                  <a:solidFill>
                    <a:srgbClr val="F5841C"/>
                  </a:solidFill>
                  <a:latin typeface="Calibri" panose="020F0502020204030204" pitchFamily="34" charset="0"/>
                  <a:ea typeface="宋体" panose="02010600030101010101" pitchFamily="2" charset="-122"/>
                </a:endParaRPr>
              </a:p>
            </p:txBody>
          </p:sp>
          <p:sp>
            <p:nvSpPr>
              <p:cNvPr id="481304" name="矩形 58425"/>
              <p:cNvSpPr/>
              <p:nvPr/>
            </p:nvSpPr>
            <p:spPr>
              <a:xfrm>
                <a:off x="3087" y="2097"/>
                <a:ext cx="557" cy="209"/>
              </a:xfrm>
              <a:prstGeom prst="rect">
                <a:avLst/>
              </a:prstGeom>
              <a:noFill/>
              <a:ln w="25400">
                <a:noFill/>
              </a:ln>
            </p:spPr>
            <p:txBody>
              <a:bodyPr wrap="square" lIns="91440" tIns="45720" rIns="91440" bIns="45720" anchor="t" anchorCtr="0"/>
              <a:p>
                <a:pPr>
                  <a:buSzTx/>
                </a:pPr>
                <a:r>
                  <a:rPr lang="zh-CN" altLang="zh-CN">
                    <a:solidFill>
                      <a:srgbClr val="F5841C"/>
                    </a:solidFill>
                    <a:latin typeface="Calibri" panose="020F0502020204030204" pitchFamily="34" charset="0"/>
                    <a:ea typeface="宋体" panose="02010600030101010101" pitchFamily="2" charset="-122"/>
                  </a:rPr>
                  <a:t>a[2][3]</a:t>
                </a:r>
                <a:endParaRPr lang="zh-CN" altLang="zh-CN">
                  <a:solidFill>
                    <a:srgbClr val="F5841C"/>
                  </a:solidFill>
                  <a:latin typeface="Calibri" panose="020F0502020204030204" pitchFamily="34" charset="0"/>
                  <a:ea typeface="宋体" panose="02010600030101010101" pitchFamily="2" charset="-122"/>
                </a:endParaRPr>
              </a:p>
            </p:txBody>
          </p:sp>
        </p:grpSp>
      </p:grpSp>
      <p:sp>
        <p:nvSpPr>
          <p:cNvPr id="58430" name="椭圆形标注 58429"/>
          <p:cNvSpPr/>
          <p:nvPr/>
        </p:nvSpPr>
        <p:spPr>
          <a:xfrm>
            <a:off x="2773363" y="5005388"/>
            <a:ext cx="4513262" cy="912812"/>
          </a:xfrm>
          <a:prstGeom prst="wedgeEllipseCallout">
            <a:avLst>
              <a:gd name="adj1" fmla="val -15264"/>
              <a:gd name="adj2" fmla="val -112301"/>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微软雅黑 Light" panose="020B0502040204020203" charset="-122"/>
                <a:ea typeface="微软雅黑 Light" panose="020B0502040204020203" charset="-122"/>
              </a:rPr>
              <a:t>每个元素a[i]由包含4个元素</a:t>
            </a:r>
            <a:endParaRPr lang="zh-CN" altLang="zh-CN">
              <a:latin typeface="微软雅黑 Light" panose="020B0502040204020203" charset="-122"/>
              <a:ea typeface="微软雅黑 Light" panose="020B0502040204020203" charset="-122"/>
            </a:endParaRPr>
          </a:p>
          <a:p>
            <a:pPr>
              <a:buSzTx/>
            </a:pPr>
            <a:r>
              <a:rPr lang="zh-CN" altLang="zh-CN">
                <a:latin typeface="微软雅黑 Light" panose="020B0502040204020203" charset="-122"/>
                <a:ea typeface="微软雅黑 Light" panose="020B0502040204020203" charset="-122"/>
              </a:rPr>
              <a:t>的一维数组组成</a:t>
            </a:r>
            <a:endParaRPr lang="zh-CN" altLang="zh-CN">
              <a:latin typeface="微软雅黑 Light" panose="020B0502040204020203" charset="-122"/>
              <a:ea typeface="微软雅黑 Light" panose="020B0502040204020203" charset="-122"/>
            </a:endParaRPr>
          </a:p>
        </p:txBody>
      </p:sp>
      <p:sp>
        <p:nvSpPr>
          <p:cNvPr id="58373" name="椭圆形标注 58372"/>
          <p:cNvSpPr/>
          <p:nvPr/>
        </p:nvSpPr>
        <p:spPr>
          <a:xfrm>
            <a:off x="2894013" y="1198563"/>
            <a:ext cx="4535487" cy="520700"/>
          </a:xfrm>
          <a:prstGeom prst="wedgeEllipseCallout">
            <a:avLst>
              <a:gd name="adj1" fmla="val -1144"/>
              <a:gd name="adj2" fmla="val 151412"/>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微软雅黑 Light" panose="020B0502040204020203" charset="-122"/>
                <a:ea typeface="微软雅黑 Light" panose="020B0502040204020203" charset="-122"/>
              </a:rPr>
              <a:t>二维数组a是由3个元素组成</a:t>
            </a:r>
            <a:endParaRPr lang="zh-CN" altLang="zh-CN">
              <a:latin typeface="微软雅黑 Light" panose="020B0502040204020203" charset="-122"/>
              <a:ea typeface="微软雅黑 Light" panose="020B0502040204020203" charset="-122"/>
            </a:endParaRPr>
          </a:p>
        </p:txBody>
      </p:sp>
      <p:grpSp>
        <p:nvGrpSpPr>
          <p:cNvPr id="58427" name="组合 58426"/>
          <p:cNvGrpSpPr/>
          <p:nvPr/>
        </p:nvGrpSpPr>
        <p:grpSpPr>
          <a:xfrm>
            <a:off x="2773363" y="2609850"/>
            <a:ext cx="592137" cy="1427163"/>
            <a:chOff x="1111" y="2100"/>
            <a:chExt cx="373" cy="899"/>
          </a:xfrm>
        </p:grpSpPr>
        <p:sp>
          <p:nvSpPr>
            <p:cNvPr id="481308" name="文本框 58374"/>
            <p:cNvSpPr txBox="1"/>
            <p:nvPr/>
          </p:nvSpPr>
          <p:spPr>
            <a:xfrm>
              <a:off x="1111" y="2100"/>
              <a:ext cx="373" cy="251"/>
            </a:xfrm>
            <a:prstGeom prst="rect">
              <a:avLst/>
            </a:prstGeom>
            <a:noFill/>
            <a:ln w="9525">
              <a:noFill/>
            </a:ln>
          </p:spPr>
          <p:txBody>
            <a:bodyPr wrap="none" anchor="ctr" anchorCtr="0">
              <a:spAutoFit/>
            </a:bodyPr>
            <a:p>
              <a:pPr algn="ctr" eaLnBrk="0" hangingPunct="0"/>
              <a:r>
                <a:rPr lang="en-US" altLang="zh-CN" sz="2000">
                  <a:solidFill>
                    <a:schemeClr val="accent1"/>
                  </a:solidFill>
                  <a:latin typeface="Times New Roman" panose="02020603050405020304" pitchFamily="18" charset="0"/>
                  <a:ea typeface="宋体" panose="02010600030101010101" pitchFamily="2" charset="-122"/>
                </a:rPr>
                <a:t>a[0]</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481309" name="文本框 58408"/>
            <p:cNvSpPr txBox="1"/>
            <p:nvPr/>
          </p:nvSpPr>
          <p:spPr>
            <a:xfrm>
              <a:off x="1111" y="2424"/>
              <a:ext cx="373" cy="251"/>
            </a:xfrm>
            <a:prstGeom prst="rect">
              <a:avLst/>
            </a:prstGeom>
            <a:noFill/>
            <a:ln w="9525">
              <a:noFill/>
            </a:ln>
          </p:spPr>
          <p:txBody>
            <a:bodyPr wrap="none" anchor="ctr" anchorCtr="0">
              <a:spAutoFit/>
            </a:bodyPr>
            <a:p>
              <a:pPr algn="ctr" eaLnBrk="0" hangingPunct="0"/>
              <a:r>
                <a:rPr lang="en-US" altLang="zh-CN" sz="2000">
                  <a:solidFill>
                    <a:srgbClr val="FF3300"/>
                  </a:solidFill>
                  <a:latin typeface="Times New Roman" panose="02020603050405020304" pitchFamily="18" charset="0"/>
                  <a:ea typeface="宋体" panose="02010600030101010101" pitchFamily="2" charset="-122"/>
                </a:rPr>
                <a:t>a[1]</a:t>
              </a:r>
              <a:endParaRPr lang="en-US" altLang="zh-CN" sz="2000">
                <a:latin typeface="Times New Roman" panose="02020603050405020304" pitchFamily="18" charset="0"/>
                <a:ea typeface="宋体" panose="02010600030101010101" pitchFamily="2" charset="-122"/>
              </a:endParaRPr>
            </a:p>
          </p:txBody>
        </p:sp>
        <p:sp>
          <p:nvSpPr>
            <p:cNvPr id="481310" name="文本框 58409"/>
            <p:cNvSpPr txBox="1"/>
            <p:nvPr/>
          </p:nvSpPr>
          <p:spPr>
            <a:xfrm>
              <a:off x="1111" y="2748"/>
              <a:ext cx="373" cy="251"/>
            </a:xfrm>
            <a:prstGeom prst="rect">
              <a:avLst/>
            </a:prstGeom>
            <a:noFill/>
            <a:ln w="9525">
              <a:noFill/>
            </a:ln>
          </p:spPr>
          <p:txBody>
            <a:bodyPr wrap="none" anchor="ctr" anchorCtr="0">
              <a:spAutoFit/>
            </a:bodyPr>
            <a:p>
              <a:pPr algn="ctr" eaLnBrk="0" hangingPunct="0"/>
              <a:r>
                <a:rPr lang="en-US" altLang="zh-CN" sz="2000">
                  <a:solidFill>
                    <a:srgbClr val="FF9900"/>
                  </a:solidFill>
                  <a:latin typeface="Times New Roman" panose="02020603050405020304" pitchFamily="18" charset="0"/>
                  <a:ea typeface="宋体" panose="02010600030101010101" pitchFamily="2" charset="-122"/>
                </a:rPr>
                <a:t>a[2]</a:t>
              </a:r>
              <a:endParaRPr lang="en-US" altLang="zh-CN" sz="2000">
                <a:latin typeface="Times New Roman" panose="02020603050405020304" pitchFamily="18" charset="0"/>
                <a:ea typeface="宋体" panose="02010600030101010101" pitchFamily="2" charset="-122"/>
              </a:endParaRPr>
            </a:p>
          </p:txBody>
        </p:sp>
      </p:grpSp>
      <p:grpSp>
        <p:nvGrpSpPr>
          <p:cNvPr id="58434" name="组合 58433"/>
          <p:cNvGrpSpPr/>
          <p:nvPr/>
        </p:nvGrpSpPr>
        <p:grpSpPr>
          <a:xfrm>
            <a:off x="2005013" y="4038600"/>
            <a:ext cx="1004887" cy="606425"/>
            <a:chOff x="663" y="3012"/>
            <a:chExt cx="633" cy="382"/>
          </a:xfrm>
        </p:grpSpPr>
        <p:sp>
          <p:nvSpPr>
            <p:cNvPr id="481312" name="直接连接符 58427"/>
            <p:cNvSpPr/>
            <p:nvPr/>
          </p:nvSpPr>
          <p:spPr>
            <a:xfrm flipV="1">
              <a:off x="996" y="3012"/>
              <a:ext cx="300" cy="204"/>
            </a:xfrm>
            <a:prstGeom prst="line">
              <a:avLst/>
            </a:prstGeom>
            <a:ln w="38100" cap="flat" cmpd="sng">
              <a:solidFill>
                <a:srgbClr val="C00000"/>
              </a:solidFill>
              <a:prstDash val="solid"/>
              <a:round/>
              <a:headEnd type="none" w="med" len="med"/>
              <a:tailEnd type="triangle" w="med" len="med"/>
            </a:ln>
          </p:spPr>
        </p:sp>
        <p:sp>
          <p:nvSpPr>
            <p:cNvPr id="481313" name="文本框 58428"/>
            <p:cNvSpPr txBox="1"/>
            <p:nvPr/>
          </p:nvSpPr>
          <p:spPr>
            <a:xfrm>
              <a:off x="663" y="3142"/>
              <a:ext cx="433" cy="252"/>
            </a:xfrm>
            <a:prstGeom prst="rect">
              <a:avLst/>
            </a:prstGeom>
            <a:noFill/>
            <a:ln w="38100">
              <a:noFill/>
            </a:ln>
          </p:spPr>
          <p:txBody>
            <a:bodyPr wrap="none" lIns="90000" tIns="46800" rIns="90000" bIns="46800" anchor="t" anchorCtr="0">
              <a:spAutoFit/>
            </a:bodyPr>
            <a:p>
              <a:r>
                <a:rPr lang="zh-CN" altLang="en-US" sz="2000" dirty="0">
                  <a:solidFill>
                    <a:srgbClr val="C00000"/>
                  </a:solidFill>
                  <a:latin typeface="Times New Roman" panose="02020603050405020304" pitchFamily="18" charset="0"/>
                  <a:ea typeface="宋体" panose="02010600030101010101" pitchFamily="2" charset="-122"/>
                </a:rPr>
                <a:t>行名</a:t>
              </a:r>
              <a:endParaRPr lang="zh-CN" altLang="en-US" sz="2000" dirty="0">
                <a:solidFill>
                  <a:srgbClr val="C00000"/>
                </a:solidFill>
                <a:latin typeface="Times New Roman" panose="02020603050405020304" pitchFamily="18" charset="0"/>
                <a:ea typeface="宋体" panose="02010600030101010101" pitchFamily="2" charset="-122"/>
              </a:endParaRPr>
            </a:p>
          </p:txBody>
        </p:sp>
      </p:grpSp>
      <p:grpSp>
        <p:nvGrpSpPr>
          <p:cNvPr id="58502" name="组合 58501"/>
          <p:cNvGrpSpPr/>
          <p:nvPr/>
        </p:nvGrpSpPr>
        <p:grpSpPr>
          <a:xfrm>
            <a:off x="7691438" y="923925"/>
            <a:ext cx="2654300" cy="4521200"/>
            <a:chOff x="3885" y="631"/>
            <a:chExt cx="1672" cy="2848"/>
          </a:xfrm>
        </p:grpSpPr>
        <p:grpSp>
          <p:nvGrpSpPr>
            <p:cNvPr id="481315" name="组合 58497"/>
            <p:cNvGrpSpPr/>
            <p:nvPr/>
          </p:nvGrpSpPr>
          <p:grpSpPr>
            <a:xfrm>
              <a:off x="3885" y="631"/>
              <a:ext cx="1308" cy="2848"/>
              <a:chOff x="3993" y="223"/>
              <a:chExt cx="1308" cy="2848"/>
            </a:xfrm>
          </p:grpSpPr>
          <p:sp>
            <p:nvSpPr>
              <p:cNvPr id="481316" name="矩形 58439"/>
              <p:cNvSpPr/>
              <p:nvPr/>
            </p:nvSpPr>
            <p:spPr>
              <a:xfrm>
                <a:off x="4189" y="223"/>
                <a:ext cx="1112" cy="2848"/>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endParaRPr lang="zh-CN" altLang="zh-CN">
                  <a:latin typeface="Calibri" panose="020F0502020204030204" pitchFamily="34" charset="0"/>
                  <a:ea typeface="宋体" panose="02010600030101010101" pitchFamily="2" charset="-122"/>
                </a:endParaRPr>
              </a:p>
            </p:txBody>
          </p:sp>
          <p:sp>
            <p:nvSpPr>
              <p:cNvPr id="481317" name="直接连接符 58440"/>
              <p:cNvSpPr/>
              <p:nvPr/>
            </p:nvSpPr>
            <p:spPr>
              <a:xfrm>
                <a:off x="4181" y="492"/>
                <a:ext cx="1102" cy="0"/>
              </a:xfrm>
              <a:prstGeom prst="line">
                <a:avLst/>
              </a:prstGeom>
              <a:ln w="25400" cap="flat" cmpd="sng">
                <a:solidFill>
                  <a:schemeClr val="accent1"/>
                </a:solidFill>
                <a:prstDash val="solid"/>
                <a:miter/>
                <a:headEnd type="none" w="med" len="med"/>
                <a:tailEnd type="none" w="med" len="med"/>
              </a:ln>
            </p:spPr>
          </p:sp>
          <p:sp>
            <p:nvSpPr>
              <p:cNvPr id="481318" name="直接连接符 58441"/>
              <p:cNvSpPr/>
              <p:nvPr/>
            </p:nvSpPr>
            <p:spPr>
              <a:xfrm>
                <a:off x="4181" y="726"/>
                <a:ext cx="1102" cy="0"/>
              </a:xfrm>
              <a:prstGeom prst="line">
                <a:avLst/>
              </a:prstGeom>
              <a:ln w="25400" cap="flat" cmpd="sng">
                <a:solidFill>
                  <a:schemeClr val="accent1"/>
                </a:solidFill>
                <a:prstDash val="solid"/>
                <a:miter/>
                <a:headEnd type="none" w="med" len="med"/>
                <a:tailEnd type="none" w="med" len="med"/>
              </a:ln>
            </p:spPr>
          </p:sp>
          <p:sp>
            <p:nvSpPr>
              <p:cNvPr id="481319" name="直接连接符 58442"/>
              <p:cNvSpPr/>
              <p:nvPr/>
            </p:nvSpPr>
            <p:spPr>
              <a:xfrm>
                <a:off x="4181" y="961"/>
                <a:ext cx="1112" cy="0"/>
              </a:xfrm>
              <a:prstGeom prst="line">
                <a:avLst/>
              </a:prstGeom>
              <a:ln w="25400" cap="flat" cmpd="sng">
                <a:solidFill>
                  <a:schemeClr val="accent1"/>
                </a:solidFill>
                <a:prstDash val="solid"/>
                <a:miter/>
                <a:headEnd type="none" w="med" len="med"/>
                <a:tailEnd type="none" w="med" len="med"/>
              </a:ln>
            </p:spPr>
          </p:sp>
          <p:sp>
            <p:nvSpPr>
              <p:cNvPr id="481320" name="直接连接符 58443"/>
              <p:cNvSpPr/>
              <p:nvPr/>
            </p:nvSpPr>
            <p:spPr>
              <a:xfrm>
                <a:off x="4181" y="1195"/>
                <a:ext cx="1112" cy="0"/>
              </a:xfrm>
              <a:prstGeom prst="line">
                <a:avLst/>
              </a:prstGeom>
              <a:ln w="25400" cap="flat" cmpd="sng">
                <a:solidFill>
                  <a:schemeClr val="accent1"/>
                </a:solidFill>
                <a:prstDash val="solid"/>
                <a:miter/>
                <a:headEnd type="none" w="med" len="med"/>
                <a:tailEnd type="none" w="med" len="med"/>
              </a:ln>
            </p:spPr>
          </p:sp>
          <p:sp>
            <p:nvSpPr>
              <p:cNvPr id="481321" name="直接连接符 58444"/>
              <p:cNvSpPr/>
              <p:nvPr/>
            </p:nvSpPr>
            <p:spPr>
              <a:xfrm>
                <a:off x="4181" y="1430"/>
                <a:ext cx="1112" cy="0"/>
              </a:xfrm>
              <a:prstGeom prst="line">
                <a:avLst/>
              </a:prstGeom>
              <a:ln w="25400" cap="flat" cmpd="sng">
                <a:solidFill>
                  <a:schemeClr val="accent1"/>
                </a:solidFill>
                <a:prstDash val="solid"/>
                <a:miter/>
                <a:headEnd type="none" w="med" len="med"/>
                <a:tailEnd type="none" w="med" len="med"/>
              </a:ln>
            </p:spPr>
          </p:sp>
          <p:sp>
            <p:nvSpPr>
              <p:cNvPr id="481322" name="直接连接符 58462"/>
              <p:cNvSpPr/>
              <p:nvPr/>
            </p:nvSpPr>
            <p:spPr>
              <a:xfrm>
                <a:off x="4181" y="1664"/>
                <a:ext cx="1112" cy="0"/>
              </a:xfrm>
              <a:prstGeom prst="line">
                <a:avLst/>
              </a:prstGeom>
              <a:ln w="25400" cap="flat" cmpd="sng">
                <a:solidFill>
                  <a:schemeClr val="accent1"/>
                </a:solidFill>
                <a:prstDash val="solid"/>
                <a:miter/>
                <a:headEnd type="none" w="med" len="med"/>
                <a:tailEnd type="none" w="med" len="med"/>
              </a:ln>
            </p:spPr>
          </p:sp>
          <p:sp>
            <p:nvSpPr>
              <p:cNvPr id="481323" name="直接连接符 58463"/>
              <p:cNvSpPr/>
              <p:nvPr/>
            </p:nvSpPr>
            <p:spPr>
              <a:xfrm>
                <a:off x="4181" y="1899"/>
                <a:ext cx="1112" cy="0"/>
              </a:xfrm>
              <a:prstGeom prst="line">
                <a:avLst/>
              </a:prstGeom>
              <a:ln w="25400" cap="flat" cmpd="sng">
                <a:solidFill>
                  <a:schemeClr val="accent1"/>
                </a:solidFill>
                <a:prstDash val="solid"/>
                <a:miter/>
                <a:headEnd type="none" w="med" len="med"/>
                <a:tailEnd type="none" w="med" len="med"/>
              </a:ln>
            </p:spPr>
          </p:sp>
          <p:sp>
            <p:nvSpPr>
              <p:cNvPr id="481324" name="直接连接符 58464"/>
              <p:cNvSpPr/>
              <p:nvPr/>
            </p:nvSpPr>
            <p:spPr>
              <a:xfrm>
                <a:off x="4181" y="2134"/>
                <a:ext cx="1112" cy="0"/>
              </a:xfrm>
              <a:prstGeom prst="line">
                <a:avLst/>
              </a:prstGeom>
              <a:ln w="25400" cap="flat" cmpd="sng">
                <a:solidFill>
                  <a:schemeClr val="accent1"/>
                </a:solidFill>
                <a:prstDash val="solid"/>
                <a:miter/>
                <a:headEnd type="none" w="med" len="med"/>
                <a:tailEnd type="none" w="med" len="med"/>
              </a:ln>
            </p:spPr>
          </p:sp>
          <p:sp>
            <p:nvSpPr>
              <p:cNvPr id="481325" name="直接连接符 58465"/>
              <p:cNvSpPr/>
              <p:nvPr/>
            </p:nvSpPr>
            <p:spPr>
              <a:xfrm>
                <a:off x="4181" y="2368"/>
                <a:ext cx="1112" cy="0"/>
              </a:xfrm>
              <a:prstGeom prst="line">
                <a:avLst/>
              </a:prstGeom>
              <a:ln w="25400" cap="flat" cmpd="sng">
                <a:solidFill>
                  <a:schemeClr val="accent1"/>
                </a:solidFill>
                <a:prstDash val="solid"/>
                <a:miter/>
                <a:headEnd type="none" w="med" len="med"/>
                <a:tailEnd type="none" w="med" len="med"/>
              </a:ln>
            </p:spPr>
          </p:sp>
          <p:sp>
            <p:nvSpPr>
              <p:cNvPr id="481326" name="直接连接符 58466"/>
              <p:cNvSpPr/>
              <p:nvPr/>
            </p:nvSpPr>
            <p:spPr>
              <a:xfrm>
                <a:off x="4181" y="2603"/>
                <a:ext cx="1112" cy="0"/>
              </a:xfrm>
              <a:prstGeom prst="line">
                <a:avLst/>
              </a:prstGeom>
              <a:ln w="25400" cap="flat" cmpd="sng">
                <a:solidFill>
                  <a:schemeClr val="accent1"/>
                </a:solidFill>
                <a:prstDash val="solid"/>
                <a:miter/>
                <a:headEnd type="none" w="med" len="med"/>
                <a:tailEnd type="none" w="med" len="med"/>
              </a:ln>
            </p:spPr>
          </p:sp>
          <p:sp>
            <p:nvSpPr>
              <p:cNvPr id="481327" name="直接连接符 58467"/>
              <p:cNvSpPr/>
              <p:nvPr/>
            </p:nvSpPr>
            <p:spPr>
              <a:xfrm>
                <a:off x="4181" y="2837"/>
                <a:ext cx="1112" cy="0"/>
              </a:xfrm>
              <a:prstGeom prst="line">
                <a:avLst/>
              </a:prstGeom>
              <a:ln w="25400" cap="flat" cmpd="sng">
                <a:solidFill>
                  <a:schemeClr val="accent1"/>
                </a:solidFill>
                <a:prstDash val="solid"/>
                <a:miter/>
                <a:headEnd type="none" w="med" len="med"/>
                <a:tailEnd type="none" w="med" len="med"/>
              </a:ln>
            </p:spPr>
          </p:sp>
          <p:grpSp>
            <p:nvGrpSpPr>
              <p:cNvPr id="481328" name="组合 58450"/>
              <p:cNvGrpSpPr/>
              <p:nvPr/>
            </p:nvGrpSpPr>
            <p:grpSpPr>
              <a:xfrm>
                <a:off x="3993" y="223"/>
                <a:ext cx="196" cy="1440"/>
                <a:chOff x="1413" y="343"/>
                <a:chExt cx="196" cy="1440"/>
              </a:xfrm>
            </p:grpSpPr>
            <p:sp>
              <p:nvSpPr>
                <p:cNvPr id="481329" name="矩形 58451"/>
                <p:cNvSpPr/>
                <p:nvPr/>
              </p:nvSpPr>
              <p:spPr>
                <a:xfrm>
                  <a:off x="1413" y="343"/>
                  <a:ext cx="195" cy="269"/>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481330" name="矩形 58452"/>
                <p:cNvSpPr/>
                <p:nvPr/>
              </p:nvSpPr>
              <p:spPr>
                <a:xfrm>
                  <a:off x="1413" y="598"/>
                  <a:ext cx="195" cy="248"/>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1</a:t>
                  </a:r>
                  <a:endParaRPr lang="zh-CN" altLang="zh-CN">
                    <a:latin typeface="Calibri" panose="020F0502020204030204" pitchFamily="34" charset="0"/>
                    <a:ea typeface="宋体" panose="02010600030101010101" pitchFamily="2" charset="-122"/>
                  </a:endParaRPr>
                </a:p>
              </p:txBody>
            </p:sp>
            <p:sp>
              <p:nvSpPr>
                <p:cNvPr id="481331" name="矩形 58453"/>
                <p:cNvSpPr/>
                <p:nvPr/>
              </p:nvSpPr>
              <p:spPr>
                <a:xfrm>
                  <a:off x="1413" y="1315"/>
                  <a:ext cx="195" cy="243"/>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4</a:t>
                  </a:r>
                  <a:endParaRPr lang="zh-CN" altLang="zh-CN">
                    <a:latin typeface="Calibri" panose="020F0502020204030204" pitchFamily="34" charset="0"/>
                    <a:ea typeface="宋体" panose="02010600030101010101" pitchFamily="2" charset="-122"/>
                  </a:endParaRPr>
                </a:p>
              </p:txBody>
            </p:sp>
            <p:sp>
              <p:nvSpPr>
                <p:cNvPr id="481332" name="矩形 58454"/>
                <p:cNvSpPr/>
                <p:nvPr/>
              </p:nvSpPr>
              <p:spPr>
                <a:xfrm>
                  <a:off x="1413" y="1555"/>
                  <a:ext cx="195" cy="228"/>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5</a:t>
                  </a:r>
                  <a:endParaRPr lang="zh-CN" altLang="zh-CN">
                    <a:latin typeface="Calibri" panose="020F0502020204030204" pitchFamily="34" charset="0"/>
                    <a:ea typeface="宋体" panose="02010600030101010101" pitchFamily="2" charset="-122"/>
                  </a:endParaRPr>
                </a:p>
              </p:txBody>
            </p:sp>
            <p:sp>
              <p:nvSpPr>
                <p:cNvPr id="481333" name="矩形 58455"/>
                <p:cNvSpPr/>
                <p:nvPr/>
              </p:nvSpPr>
              <p:spPr>
                <a:xfrm>
                  <a:off x="1413" y="846"/>
                  <a:ext cx="196" cy="235"/>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2</a:t>
                  </a:r>
                  <a:endParaRPr lang="zh-CN" altLang="zh-CN">
                    <a:latin typeface="Calibri" panose="020F0502020204030204" pitchFamily="34" charset="0"/>
                    <a:ea typeface="宋体" panose="02010600030101010101" pitchFamily="2" charset="-122"/>
                  </a:endParaRPr>
                </a:p>
              </p:txBody>
            </p:sp>
            <p:sp>
              <p:nvSpPr>
                <p:cNvPr id="481334" name="矩形 58456"/>
                <p:cNvSpPr/>
                <p:nvPr/>
              </p:nvSpPr>
              <p:spPr>
                <a:xfrm>
                  <a:off x="1413" y="1086"/>
                  <a:ext cx="196" cy="229"/>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3</a:t>
                  </a:r>
                  <a:endParaRPr lang="zh-CN" altLang="zh-CN">
                    <a:latin typeface="Calibri" panose="020F0502020204030204" pitchFamily="34" charset="0"/>
                    <a:ea typeface="宋体" panose="02010600030101010101" pitchFamily="2" charset="-122"/>
                  </a:endParaRPr>
                </a:p>
              </p:txBody>
            </p:sp>
          </p:grpSp>
          <p:sp>
            <p:nvSpPr>
              <p:cNvPr id="481335" name="矩形 58445"/>
              <p:cNvSpPr/>
              <p:nvPr/>
            </p:nvSpPr>
            <p:spPr>
              <a:xfrm>
                <a:off x="4439" y="492"/>
                <a:ext cx="559" cy="253"/>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a[0][1]</a:t>
                </a:r>
                <a:endParaRPr lang="zh-CN" altLang="zh-CN">
                  <a:latin typeface="Calibri" panose="020F0502020204030204" pitchFamily="34" charset="0"/>
                  <a:ea typeface="宋体" panose="02010600030101010101" pitchFamily="2" charset="-122"/>
                </a:endParaRPr>
              </a:p>
            </p:txBody>
          </p:sp>
          <p:sp>
            <p:nvSpPr>
              <p:cNvPr id="481336" name="矩形 58446"/>
              <p:cNvSpPr/>
              <p:nvPr/>
            </p:nvSpPr>
            <p:spPr>
              <a:xfrm>
                <a:off x="4439" y="961"/>
                <a:ext cx="559" cy="234"/>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a[0][2]</a:t>
                </a:r>
                <a:endParaRPr lang="zh-CN" altLang="zh-CN">
                  <a:latin typeface="Calibri" panose="020F0502020204030204" pitchFamily="34" charset="0"/>
                  <a:ea typeface="宋体" panose="02010600030101010101" pitchFamily="2" charset="-122"/>
                </a:endParaRPr>
              </a:p>
            </p:txBody>
          </p:sp>
          <p:sp>
            <p:nvSpPr>
              <p:cNvPr id="481337" name="矩形 58447"/>
              <p:cNvSpPr/>
              <p:nvPr/>
            </p:nvSpPr>
            <p:spPr>
              <a:xfrm>
                <a:off x="4439" y="733"/>
                <a:ext cx="559"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a[0][3]</a:t>
                </a:r>
                <a:endParaRPr lang="zh-CN" altLang="zh-CN">
                  <a:latin typeface="Calibri" panose="020F0502020204030204" pitchFamily="34" charset="0"/>
                  <a:ea typeface="宋体" panose="02010600030101010101" pitchFamily="2" charset="-122"/>
                </a:endParaRPr>
              </a:p>
            </p:txBody>
          </p:sp>
          <p:sp>
            <p:nvSpPr>
              <p:cNvPr id="481338" name="矩形 58448"/>
              <p:cNvSpPr/>
              <p:nvPr/>
            </p:nvSpPr>
            <p:spPr>
              <a:xfrm>
                <a:off x="4439" y="1187"/>
                <a:ext cx="559" cy="248"/>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a[1][0]</a:t>
                </a:r>
                <a:endParaRPr lang="zh-CN" altLang="zh-CN">
                  <a:solidFill>
                    <a:srgbClr val="FF0000"/>
                  </a:solidFill>
                  <a:latin typeface="Calibri" panose="020F0502020204030204" pitchFamily="34" charset="0"/>
                  <a:ea typeface="宋体" panose="02010600030101010101" pitchFamily="2" charset="-122"/>
                </a:endParaRPr>
              </a:p>
            </p:txBody>
          </p:sp>
          <p:sp>
            <p:nvSpPr>
              <p:cNvPr id="481339" name="矩形 58449"/>
              <p:cNvSpPr/>
              <p:nvPr/>
            </p:nvSpPr>
            <p:spPr>
              <a:xfrm>
                <a:off x="4439" y="1435"/>
                <a:ext cx="559" cy="229"/>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a[1][1]</a:t>
                </a:r>
                <a:endParaRPr lang="zh-CN" altLang="zh-CN">
                  <a:solidFill>
                    <a:srgbClr val="FF0000"/>
                  </a:solidFill>
                  <a:latin typeface="Calibri" panose="020F0502020204030204" pitchFamily="34" charset="0"/>
                  <a:ea typeface="宋体" panose="02010600030101010101" pitchFamily="2" charset="-122"/>
                </a:endParaRPr>
              </a:p>
            </p:txBody>
          </p:sp>
          <p:sp>
            <p:nvSpPr>
              <p:cNvPr id="481340" name="矩形 58457"/>
              <p:cNvSpPr/>
              <p:nvPr/>
            </p:nvSpPr>
            <p:spPr>
              <a:xfrm>
                <a:off x="4439" y="223"/>
                <a:ext cx="559" cy="269"/>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a[0][0]</a:t>
                </a:r>
                <a:endParaRPr lang="zh-CN" altLang="zh-CN">
                  <a:latin typeface="Calibri" panose="020F0502020204030204" pitchFamily="34" charset="0"/>
                  <a:ea typeface="宋体" panose="02010600030101010101" pitchFamily="2" charset="-122"/>
                </a:endParaRPr>
              </a:p>
            </p:txBody>
          </p:sp>
          <p:sp>
            <p:nvSpPr>
              <p:cNvPr id="481341" name="矩形 58476"/>
              <p:cNvSpPr/>
              <p:nvPr/>
            </p:nvSpPr>
            <p:spPr>
              <a:xfrm>
                <a:off x="4439" y="1879"/>
                <a:ext cx="559" cy="258"/>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a[1][3]</a:t>
                </a:r>
                <a:endParaRPr lang="zh-CN" altLang="zh-CN">
                  <a:solidFill>
                    <a:srgbClr val="FF0000"/>
                  </a:solidFill>
                  <a:latin typeface="Calibri" panose="020F0502020204030204" pitchFamily="34" charset="0"/>
                  <a:ea typeface="宋体" panose="02010600030101010101" pitchFamily="2" charset="-122"/>
                </a:endParaRPr>
              </a:p>
            </p:txBody>
          </p:sp>
          <p:sp>
            <p:nvSpPr>
              <p:cNvPr id="481342" name="矩形 58477"/>
              <p:cNvSpPr/>
              <p:nvPr/>
            </p:nvSpPr>
            <p:spPr>
              <a:xfrm>
                <a:off x="4439" y="2134"/>
                <a:ext cx="559" cy="234"/>
              </a:xfrm>
              <a:prstGeom prst="rect">
                <a:avLst/>
              </a:prstGeom>
              <a:noFill/>
              <a:ln w="25400">
                <a:noFill/>
              </a:ln>
            </p:spPr>
            <p:txBody>
              <a:bodyPr wrap="square" lIns="91440" tIns="45720" rIns="91440" bIns="45720" anchor="t" anchorCtr="0"/>
              <a:p>
                <a:pPr>
                  <a:buSzTx/>
                </a:pPr>
                <a:r>
                  <a:rPr lang="zh-CN" altLang="zh-CN">
                    <a:solidFill>
                      <a:srgbClr val="F5841C"/>
                    </a:solidFill>
                    <a:latin typeface="Calibri" panose="020F0502020204030204" pitchFamily="34" charset="0"/>
                    <a:ea typeface="宋体" panose="02010600030101010101" pitchFamily="2" charset="-122"/>
                  </a:rPr>
                  <a:t>a[2][0]</a:t>
                </a:r>
                <a:endParaRPr lang="zh-CN" altLang="zh-CN">
                  <a:solidFill>
                    <a:srgbClr val="F5841C"/>
                  </a:solidFill>
                  <a:latin typeface="Calibri" panose="020F0502020204030204" pitchFamily="34" charset="0"/>
                  <a:ea typeface="宋体" panose="02010600030101010101" pitchFamily="2" charset="-122"/>
                </a:endParaRPr>
              </a:p>
            </p:txBody>
          </p:sp>
          <p:sp>
            <p:nvSpPr>
              <p:cNvPr id="481343" name="矩形 58478"/>
              <p:cNvSpPr/>
              <p:nvPr/>
            </p:nvSpPr>
            <p:spPr>
              <a:xfrm>
                <a:off x="4439" y="2368"/>
                <a:ext cx="559" cy="235"/>
              </a:xfrm>
              <a:prstGeom prst="rect">
                <a:avLst/>
              </a:prstGeom>
              <a:noFill/>
              <a:ln w="25400">
                <a:noFill/>
              </a:ln>
            </p:spPr>
            <p:txBody>
              <a:bodyPr wrap="square" lIns="91440" tIns="45720" rIns="91440" bIns="45720" anchor="t" anchorCtr="0"/>
              <a:p>
                <a:pPr>
                  <a:buSzTx/>
                </a:pPr>
                <a:r>
                  <a:rPr lang="zh-CN" altLang="zh-CN">
                    <a:solidFill>
                      <a:srgbClr val="F5841C"/>
                    </a:solidFill>
                    <a:latin typeface="Calibri" panose="020F0502020204030204" pitchFamily="34" charset="0"/>
                    <a:ea typeface="宋体" panose="02010600030101010101" pitchFamily="2" charset="-122"/>
                  </a:rPr>
                  <a:t>a[2][1]</a:t>
                </a:r>
                <a:endParaRPr lang="zh-CN" altLang="zh-CN">
                  <a:solidFill>
                    <a:srgbClr val="F5841C"/>
                  </a:solidFill>
                  <a:latin typeface="Calibri" panose="020F0502020204030204" pitchFamily="34" charset="0"/>
                  <a:ea typeface="宋体" panose="02010600030101010101" pitchFamily="2" charset="-122"/>
                </a:endParaRPr>
              </a:p>
            </p:txBody>
          </p:sp>
          <p:sp>
            <p:nvSpPr>
              <p:cNvPr id="481344" name="矩形 58479"/>
              <p:cNvSpPr/>
              <p:nvPr/>
            </p:nvSpPr>
            <p:spPr>
              <a:xfrm>
                <a:off x="4439" y="2599"/>
                <a:ext cx="559" cy="232"/>
              </a:xfrm>
              <a:prstGeom prst="rect">
                <a:avLst/>
              </a:prstGeom>
              <a:noFill/>
              <a:ln w="25400">
                <a:noFill/>
              </a:ln>
            </p:spPr>
            <p:txBody>
              <a:bodyPr wrap="square" lIns="91440" tIns="45720" rIns="91440" bIns="45720" anchor="t" anchorCtr="0"/>
              <a:p>
                <a:pPr>
                  <a:buSzTx/>
                </a:pPr>
                <a:r>
                  <a:rPr lang="zh-CN" altLang="zh-CN">
                    <a:solidFill>
                      <a:srgbClr val="F5841C"/>
                    </a:solidFill>
                    <a:latin typeface="Calibri" panose="020F0502020204030204" pitchFamily="34" charset="0"/>
                    <a:ea typeface="宋体" panose="02010600030101010101" pitchFamily="2" charset="-122"/>
                  </a:rPr>
                  <a:t>a[2][2]</a:t>
                </a:r>
                <a:endParaRPr lang="zh-CN" altLang="zh-CN">
                  <a:solidFill>
                    <a:srgbClr val="F5841C"/>
                  </a:solidFill>
                  <a:latin typeface="Calibri" panose="020F0502020204030204" pitchFamily="34" charset="0"/>
                  <a:ea typeface="宋体" panose="02010600030101010101" pitchFamily="2" charset="-122"/>
                </a:endParaRPr>
              </a:p>
            </p:txBody>
          </p:sp>
          <p:sp>
            <p:nvSpPr>
              <p:cNvPr id="481345" name="矩形 58480"/>
              <p:cNvSpPr/>
              <p:nvPr/>
            </p:nvSpPr>
            <p:spPr>
              <a:xfrm>
                <a:off x="4439" y="2839"/>
                <a:ext cx="559" cy="232"/>
              </a:xfrm>
              <a:prstGeom prst="rect">
                <a:avLst/>
              </a:prstGeom>
              <a:noFill/>
              <a:ln w="25400">
                <a:noFill/>
              </a:ln>
            </p:spPr>
            <p:txBody>
              <a:bodyPr wrap="square" lIns="91440" tIns="45720" rIns="91440" bIns="45720" anchor="t" anchorCtr="0"/>
              <a:p>
                <a:pPr>
                  <a:buSzTx/>
                </a:pPr>
                <a:r>
                  <a:rPr lang="zh-CN" altLang="zh-CN">
                    <a:solidFill>
                      <a:srgbClr val="F5841C"/>
                    </a:solidFill>
                    <a:latin typeface="Calibri" panose="020F0502020204030204" pitchFamily="34" charset="0"/>
                    <a:ea typeface="宋体" panose="02010600030101010101" pitchFamily="2" charset="-122"/>
                  </a:rPr>
                  <a:t>a[2][3]</a:t>
                </a:r>
                <a:endParaRPr lang="zh-CN" altLang="zh-CN">
                  <a:solidFill>
                    <a:srgbClr val="F5841C"/>
                  </a:solidFill>
                  <a:latin typeface="Calibri" panose="020F0502020204030204" pitchFamily="34" charset="0"/>
                  <a:ea typeface="宋体" panose="02010600030101010101" pitchFamily="2" charset="-122"/>
                </a:endParaRPr>
              </a:p>
            </p:txBody>
          </p:sp>
          <p:sp>
            <p:nvSpPr>
              <p:cNvPr id="481346" name="矩形 58481"/>
              <p:cNvSpPr/>
              <p:nvPr/>
            </p:nvSpPr>
            <p:spPr>
              <a:xfrm>
                <a:off x="4439" y="1663"/>
                <a:ext cx="559" cy="233"/>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a[1][2]</a:t>
                </a:r>
                <a:endParaRPr lang="zh-CN" altLang="zh-CN">
                  <a:solidFill>
                    <a:srgbClr val="FF0000"/>
                  </a:solidFill>
                  <a:latin typeface="Calibri" panose="020F0502020204030204" pitchFamily="34" charset="0"/>
                  <a:ea typeface="宋体" panose="02010600030101010101" pitchFamily="2" charset="-122"/>
                </a:endParaRPr>
              </a:p>
            </p:txBody>
          </p:sp>
          <p:grpSp>
            <p:nvGrpSpPr>
              <p:cNvPr id="481347" name="组合 58489"/>
              <p:cNvGrpSpPr/>
              <p:nvPr/>
            </p:nvGrpSpPr>
            <p:grpSpPr>
              <a:xfrm>
                <a:off x="3993" y="1664"/>
                <a:ext cx="196" cy="1407"/>
                <a:chOff x="1425" y="380"/>
                <a:chExt cx="196" cy="1407"/>
              </a:xfrm>
            </p:grpSpPr>
            <p:sp>
              <p:nvSpPr>
                <p:cNvPr id="481348" name="矩形 58490"/>
                <p:cNvSpPr/>
                <p:nvPr/>
              </p:nvSpPr>
              <p:spPr>
                <a:xfrm>
                  <a:off x="1425" y="380"/>
                  <a:ext cx="195" cy="236"/>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6</a:t>
                  </a:r>
                  <a:endParaRPr lang="zh-CN" altLang="zh-CN">
                    <a:latin typeface="Calibri" panose="020F0502020204030204" pitchFamily="34" charset="0"/>
                    <a:ea typeface="宋体" panose="02010600030101010101" pitchFamily="2" charset="-122"/>
                  </a:endParaRPr>
                </a:p>
              </p:txBody>
            </p:sp>
            <p:sp>
              <p:nvSpPr>
                <p:cNvPr id="481349" name="矩形 58491"/>
                <p:cNvSpPr/>
                <p:nvPr/>
              </p:nvSpPr>
              <p:spPr>
                <a:xfrm>
                  <a:off x="1425" y="615"/>
                  <a:ext cx="196" cy="235"/>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7</a:t>
                  </a:r>
                  <a:endParaRPr lang="zh-CN" altLang="zh-CN">
                    <a:latin typeface="Calibri" panose="020F0502020204030204" pitchFamily="34" charset="0"/>
                    <a:ea typeface="宋体" panose="02010600030101010101" pitchFamily="2" charset="-122"/>
                  </a:endParaRPr>
                </a:p>
              </p:txBody>
            </p:sp>
            <p:sp>
              <p:nvSpPr>
                <p:cNvPr id="481350" name="矩形 58492"/>
                <p:cNvSpPr/>
                <p:nvPr/>
              </p:nvSpPr>
              <p:spPr>
                <a:xfrm>
                  <a:off x="1425" y="1319"/>
                  <a:ext cx="196" cy="228"/>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10</a:t>
                  </a:r>
                  <a:endParaRPr lang="zh-CN" altLang="zh-CN">
                    <a:latin typeface="Calibri" panose="020F0502020204030204" pitchFamily="34" charset="0"/>
                    <a:ea typeface="宋体" panose="02010600030101010101" pitchFamily="2" charset="-122"/>
                  </a:endParaRPr>
                </a:p>
              </p:txBody>
            </p:sp>
            <p:sp>
              <p:nvSpPr>
                <p:cNvPr id="481351" name="矩形 58493"/>
                <p:cNvSpPr/>
                <p:nvPr/>
              </p:nvSpPr>
              <p:spPr>
                <a:xfrm>
                  <a:off x="1425" y="1555"/>
                  <a:ext cx="196"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11</a:t>
                  </a:r>
                  <a:endParaRPr lang="zh-CN" altLang="zh-CN">
                    <a:latin typeface="Calibri" panose="020F0502020204030204" pitchFamily="34" charset="0"/>
                    <a:ea typeface="宋体" panose="02010600030101010101" pitchFamily="2" charset="-122"/>
                  </a:endParaRPr>
                </a:p>
              </p:txBody>
            </p:sp>
            <p:sp>
              <p:nvSpPr>
                <p:cNvPr id="481352" name="矩形 58494"/>
                <p:cNvSpPr/>
                <p:nvPr/>
              </p:nvSpPr>
              <p:spPr>
                <a:xfrm>
                  <a:off x="1425" y="850"/>
                  <a:ext cx="196" cy="234"/>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8</a:t>
                  </a:r>
                  <a:endParaRPr lang="zh-CN" altLang="zh-CN">
                    <a:latin typeface="Calibri" panose="020F0502020204030204" pitchFamily="34" charset="0"/>
                    <a:ea typeface="宋体" panose="02010600030101010101" pitchFamily="2" charset="-122"/>
                  </a:endParaRPr>
                </a:p>
              </p:txBody>
            </p:sp>
            <p:sp>
              <p:nvSpPr>
                <p:cNvPr id="481353" name="矩形 58495"/>
                <p:cNvSpPr/>
                <p:nvPr/>
              </p:nvSpPr>
              <p:spPr>
                <a:xfrm>
                  <a:off x="1425" y="1084"/>
                  <a:ext cx="196" cy="223"/>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9</a:t>
                  </a:r>
                  <a:endParaRPr lang="zh-CN" altLang="zh-CN">
                    <a:latin typeface="Calibri" panose="020F0502020204030204" pitchFamily="34" charset="0"/>
                    <a:ea typeface="宋体" panose="02010600030101010101" pitchFamily="2" charset="-122"/>
                  </a:endParaRPr>
                </a:p>
              </p:txBody>
            </p:sp>
          </p:grpSp>
        </p:grpSp>
        <p:sp>
          <p:nvSpPr>
            <p:cNvPr id="481354" name="矩形 58498"/>
            <p:cNvSpPr/>
            <p:nvPr/>
          </p:nvSpPr>
          <p:spPr>
            <a:xfrm>
              <a:off x="5210" y="654"/>
              <a:ext cx="347"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a[0]</a:t>
              </a:r>
              <a:endParaRPr lang="zh-CN" altLang="zh-CN">
                <a:latin typeface="Calibri" panose="020F0502020204030204" pitchFamily="34" charset="0"/>
                <a:ea typeface="宋体" panose="02010600030101010101" pitchFamily="2" charset="-122"/>
              </a:endParaRPr>
            </a:p>
          </p:txBody>
        </p:sp>
        <p:sp>
          <p:nvSpPr>
            <p:cNvPr id="481355" name="矩形 58499"/>
            <p:cNvSpPr/>
            <p:nvPr/>
          </p:nvSpPr>
          <p:spPr>
            <a:xfrm>
              <a:off x="5174" y="1574"/>
              <a:ext cx="347"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a[1]</a:t>
              </a:r>
              <a:endParaRPr lang="zh-CN" altLang="zh-CN">
                <a:latin typeface="Calibri" panose="020F0502020204030204" pitchFamily="34" charset="0"/>
                <a:ea typeface="宋体" panose="02010600030101010101" pitchFamily="2" charset="-122"/>
              </a:endParaRPr>
            </a:p>
          </p:txBody>
        </p:sp>
        <p:sp>
          <p:nvSpPr>
            <p:cNvPr id="481356" name="矩形 58500"/>
            <p:cNvSpPr/>
            <p:nvPr/>
          </p:nvSpPr>
          <p:spPr>
            <a:xfrm>
              <a:off x="5210" y="2498"/>
              <a:ext cx="347"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a[2]</a:t>
              </a:r>
              <a:endParaRPr lang="zh-CN" altLang="zh-CN">
                <a:latin typeface="Calibri" panose="020F0502020204030204" pitchFamily="34" charset="0"/>
                <a:ea typeface="宋体" panose="02010600030101010101" pitchFamily="2" charset="-122"/>
              </a:endParaRPr>
            </a:p>
          </p:txBody>
        </p:sp>
      </p:grpSp>
      <p:sp>
        <p:nvSpPr>
          <p:cNvPr id="481357" name="标题 58504"/>
          <p:cNvSpPr>
            <a:spLocks noGrp="1"/>
          </p:cNvSpPr>
          <p:nvPr>
            <p:ph type="title" idx="4294967295"/>
          </p:nvPr>
        </p:nvSpPr>
        <p:spPr>
          <a:xfrm>
            <a:off x="1285875" y="485775"/>
            <a:ext cx="8001000" cy="712788"/>
          </a:xfrm>
          <a:prstGeom prst="rect">
            <a:avLst/>
          </a:prstGeom>
          <a:noFill/>
          <a:ln w="9525">
            <a:noFill/>
          </a:ln>
        </p:spPr>
        <p:txBody>
          <a:bodyPr anchor="b" anchorCtr="0"/>
          <a:p>
            <a:r>
              <a:rPr lang="zh-CN" altLang="en-US" sz="2000" dirty="0">
                <a:latin typeface="微软雅黑 Light" panose="020B0502040204020203" charset="-122"/>
                <a:ea typeface="微软雅黑 Light" panose="020B0502040204020203" charset="-122"/>
              </a:rPr>
              <a:t>（</a:t>
            </a:r>
            <a:r>
              <a:rPr lang="en-US" altLang="zh-CN" sz="2000" dirty="0">
                <a:latin typeface="微软雅黑 Light" panose="020B0502040204020203" charset="-122"/>
                <a:ea typeface="微软雅黑 Light" panose="020B0502040204020203" charset="-122"/>
              </a:rPr>
              <a:t>2</a:t>
            </a:r>
            <a:r>
              <a:rPr lang="zh-CN" altLang="en-US" sz="2000" dirty="0">
                <a:latin typeface="微软雅黑 Light" panose="020B0502040204020203" charset="-122"/>
                <a:ea typeface="微软雅黑 Light" panose="020B0502040204020203" charset="-122"/>
              </a:rPr>
              <a:t>）二维数组理解</a:t>
            </a:r>
            <a:endParaRPr lang="zh-CN" altLang="en-US" sz="2000" dirty="0">
              <a:latin typeface="微软雅黑 Light" panose="020B0502040204020203" charset="-122"/>
              <a:ea typeface="微软雅黑 Light" panose="020B0502040204020203" charset="-122"/>
            </a:endParaRPr>
          </a:p>
        </p:txBody>
      </p:sp>
      <p:sp>
        <p:nvSpPr>
          <p:cNvPr id="481358"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3</a:t>
            </a:r>
            <a:r>
              <a:rPr lang="zh-CN" altLang="en-US" sz="3000" b="1" dirty="0">
                <a:solidFill>
                  <a:schemeClr val="accent1"/>
                </a:solidFill>
                <a:latin typeface="方正兰亭黑简体" pitchFamily="2" charset="-122"/>
                <a:ea typeface="方正兰亭黑简体" pitchFamily="2" charset="-122"/>
              </a:rPr>
              <a:t>、二维数组及多维数组</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8436"/>
                                        </p:tgtEl>
                                        <p:attrNameLst>
                                          <p:attrName>style.visibility</p:attrName>
                                        </p:attrNameLst>
                                      </p:cBhvr>
                                      <p:to>
                                        <p:strVal val="visible"/>
                                      </p:to>
                                    </p:set>
                                    <p:animEffect transition="in" filter="box(out)">
                                      <p:cBhvr>
                                        <p:cTn id="7" dur="500"/>
                                        <p:tgtEl>
                                          <p:spTgt spid="58436"/>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8373"/>
                                        </p:tgtEl>
                                        <p:attrNameLst>
                                          <p:attrName>style.visibility</p:attrName>
                                        </p:attrNameLst>
                                      </p:cBhvr>
                                      <p:to>
                                        <p:strVal val="visible"/>
                                      </p:to>
                                    </p:set>
                                    <p:animEffect transition="in" filter="box(out)">
                                      <p:cBhvr>
                                        <p:cTn id="12" dur="500"/>
                                        <p:tgtEl>
                                          <p:spTgt spid="58373"/>
                                        </p:tgtEl>
                                      </p:cBhvr>
                                    </p:animEffect>
                                  </p:childTnLst>
                                  <p:subTnLst>
                                    <p:audio>
                                      <p:cMediaNode>
                                        <p:cTn display="0"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58502"/>
                                        </p:tgtEl>
                                        <p:attrNameLst>
                                          <p:attrName>style.visibility</p:attrName>
                                        </p:attrNameLst>
                                      </p:cBhvr>
                                      <p:to>
                                        <p:strVal val="visible"/>
                                      </p:to>
                                    </p:set>
                                    <p:animEffect transition="in" filter="box(out)">
                                      <p:cBhvr>
                                        <p:cTn id="17" dur="500"/>
                                        <p:tgtEl>
                                          <p:spTgt spid="58502"/>
                                        </p:tgtEl>
                                      </p:cBhvr>
                                    </p:animEffect>
                                  </p:childTnLst>
                                  <p:subTnLst>
                                    <p:audio>
                                      <p:cMediaNode>
                                        <p:cTn display="0" masterRel="sameClick">
                                          <p:stCondLst>
                                            <p:cond evt="begin" delay="0">
                                              <p:tn val="15"/>
                                            </p:cond>
                                          </p:stCondLst>
                                          <p:endCondLst>
                                            <p:cond evt="onStopAudio" delay="0">
                                              <p:tgtEl>
                                                <p:sldTgt/>
                                              </p:tgtEl>
                                            </p:cond>
                                          </p:endCondLst>
                                        </p:cTn>
                                        <p:tgtEl>
                                          <p:sndTgt r:embed="rId1"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58427"/>
                                        </p:tgtEl>
                                        <p:attrNameLst>
                                          <p:attrName>style.visibility</p:attrName>
                                        </p:attrNameLst>
                                      </p:cBhvr>
                                      <p:to>
                                        <p:strVal val="visible"/>
                                      </p:to>
                                    </p:set>
                                    <p:animEffect transition="in" filter="box(out)">
                                      <p:cBhvr>
                                        <p:cTn id="22" dur="500"/>
                                        <p:tgtEl>
                                          <p:spTgt spid="58427"/>
                                        </p:tgtEl>
                                      </p:cBhvr>
                                    </p:animEffect>
                                  </p:childTnLst>
                                  <p:subTnLst>
                                    <p:audio>
                                      <p:cMediaNode>
                                        <p:cTn display="0" masterRel="sameClick">
                                          <p:stCondLst>
                                            <p:cond evt="begin" delay="0">
                                              <p:tn val="20"/>
                                            </p:cond>
                                          </p:stCondLst>
                                          <p:endCondLst>
                                            <p:cond evt="onStopAudio" delay="0">
                                              <p:tgtEl>
                                                <p:sldTgt/>
                                              </p:tgtEl>
                                            </p:cond>
                                          </p:endCondLst>
                                        </p:cTn>
                                        <p:tgtEl>
                                          <p:sndTgt r:embed="rId1"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58434"/>
                                        </p:tgtEl>
                                        <p:attrNameLst>
                                          <p:attrName>style.visibility</p:attrName>
                                        </p:attrNameLst>
                                      </p:cBhvr>
                                      <p:to>
                                        <p:strVal val="visible"/>
                                      </p:to>
                                    </p:set>
                                    <p:animEffect transition="in" filter="box(out)">
                                      <p:cBhvr>
                                        <p:cTn id="27" dur="500"/>
                                        <p:tgtEl>
                                          <p:spTgt spid="58434"/>
                                        </p:tgtEl>
                                      </p:cBhvr>
                                    </p:animEffect>
                                  </p:childTnLst>
                                  <p:subTnLst>
                                    <p:audio>
                                      <p:cMediaNode>
                                        <p:cTn display="0" masterRel="sameClick">
                                          <p:stCondLst>
                                            <p:cond evt="begin" delay="0">
                                              <p:tn val="25"/>
                                            </p:cond>
                                          </p:stCondLst>
                                          <p:endCondLst>
                                            <p:cond evt="onStopAudio" delay="0">
                                              <p:tgtEl>
                                                <p:sldTgt/>
                                              </p:tgtEl>
                                            </p:cond>
                                          </p:endCondLst>
                                        </p:cTn>
                                        <p:tgtEl>
                                          <p:sndTgt r:embed="rId1"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58430"/>
                                        </p:tgtEl>
                                        <p:attrNameLst>
                                          <p:attrName>style.visibility</p:attrName>
                                        </p:attrNameLst>
                                      </p:cBhvr>
                                      <p:to>
                                        <p:strVal val="visible"/>
                                      </p:to>
                                    </p:set>
                                    <p:animEffect transition="in" filter="box(out)">
                                      <p:cBhvr>
                                        <p:cTn id="32" dur="500"/>
                                        <p:tgtEl>
                                          <p:spTgt spid="58430"/>
                                        </p:tgtEl>
                                      </p:cBhvr>
                                    </p:animEffect>
                                  </p:childTnLst>
                                  <p:subTnLst>
                                    <p:audio>
                                      <p:cMediaNode>
                                        <p:cTn display="0" masterRel="sameClick">
                                          <p:stCondLst>
                                            <p:cond evt="begin" delay="0">
                                              <p:tn val="30"/>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430" grpId="0" bldLvl="0" animBg="1"/>
      <p:bldP spid="58373" grpId="0" bldLvl="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3314" name="矩形 13313"/>
          <p:cNvSpPr/>
          <p:nvPr/>
        </p:nvSpPr>
        <p:spPr>
          <a:xfrm>
            <a:off x="1600200" y="801688"/>
            <a:ext cx="8763000" cy="1711325"/>
          </a:xfrm>
          <a:prstGeom prst="rect">
            <a:avLst/>
          </a:prstGeom>
          <a:noFill/>
          <a:ln w="9525">
            <a:noFill/>
          </a:ln>
        </p:spPr>
        <p:txBody>
          <a:bodyPr/>
          <a:p>
            <a:pPr lvl="1" eaLnBrk="0" fontAlgn="base" hangingPunct="0">
              <a:buClr>
                <a:schemeClr val="hlink"/>
              </a:buClr>
              <a:buFont typeface="Wingdings" panose="05000000000000000000" pitchFamily="2" charset="2"/>
              <a:buChar char="«"/>
            </a:pPr>
            <a:endParaRPr lang="en-US" altLang="zh-CN" strike="noStrike" noProof="1" dirty="0">
              <a:latin typeface="Times New Roman" panose="02020603050405020304" pitchFamily="18" charset="0"/>
            </a:endParaRPr>
          </a:p>
          <a:p>
            <a:pPr lvl="2" eaLnBrk="0" fontAlgn="base" hangingPunct="0">
              <a:lnSpc>
                <a:spcPct val="150000"/>
              </a:lnSpc>
            </a:pPr>
            <a:r>
              <a:rPr lang="zh-CN" altLang="en-US" strike="noStrike" noProof="1" dirty="0">
                <a:latin typeface="微软雅黑 Light" panose="020B0502040204020203" charset="-122"/>
                <a:ea typeface="微软雅黑 Light" panose="020B0502040204020203" charset="-122"/>
                <a:cs typeface="微软雅黑 Light" panose="020B0502040204020203" charset="-122"/>
              </a:rPr>
              <a:t>形式：  </a:t>
            </a:r>
            <a:r>
              <a:rPr lang="zh-CN" altLang="en-US" strike="noStrike" noProof="1" dirty="0">
                <a:solidFill>
                  <a:srgbClr val="C00000"/>
                </a:solidFill>
                <a:latin typeface="微软雅黑 Light" panose="020B0502040204020203" charset="-122"/>
                <a:ea typeface="微软雅黑 Light" panose="020B0502040204020203" charset="-122"/>
                <a:cs typeface="微软雅黑 Light" panose="020B0502040204020203" charset="-122"/>
              </a:rPr>
              <a:t>数组名</a:t>
            </a:r>
            <a:r>
              <a:rPr lang="en-US" altLang="zh-CN" strike="noStrike" noProof="1" dirty="0">
                <a:solidFill>
                  <a:srgbClr val="C00000"/>
                </a:solidFill>
                <a:latin typeface="微软雅黑 Light" panose="020B0502040204020203" charset="-122"/>
                <a:ea typeface="微软雅黑 Light" panose="020B0502040204020203" charset="-122"/>
                <a:cs typeface="微软雅黑 Light" panose="020B0502040204020203" charset="-122"/>
              </a:rPr>
              <a:t>[</a:t>
            </a:r>
            <a:r>
              <a:rPr lang="zh-CN" altLang="en-US" strike="noStrike" noProof="1" dirty="0">
                <a:solidFill>
                  <a:srgbClr val="C00000"/>
                </a:solidFill>
                <a:latin typeface="微软雅黑 Light" panose="020B0502040204020203" charset="-122"/>
                <a:ea typeface="微软雅黑 Light" panose="020B0502040204020203" charset="-122"/>
                <a:cs typeface="微软雅黑 Light" panose="020B0502040204020203" charset="-122"/>
              </a:rPr>
              <a:t>下标</a:t>
            </a:r>
            <a:r>
              <a:rPr lang="en-US" altLang="zh-CN" strike="noStrike" noProof="1" dirty="0">
                <a:solidFill>
                  <a:srgbClr val="C00000"/>
                </a:solidFill>
                <a:latin typeface="微软雅黑 Light" panose="020B0502040204020203" charset="-122"/>
                <a:ea typeface="微软雅黑 Light" panose="020B0502040204020203" charset="-122"/>
                <a:cs typeface="微软雅黑 Light" panose="020B0502040204020203" charset="-122"/>
              </a:rPr>
              <a:t>][</a:t>
            </a:r>
            <a:r>
              <a:rPr lang="zh-CN" altLang="en-US" strike="noStrike" noProof="1" dirty="0">
                <a:solidFill>
                  <a:srgbClr val="C00000"/>
                </a:solidFill>
                <a:latin typeface="微软雅黑 Light" panose="020B0502040204020203" charset="-122"/>
                <a:ea typeface="微软雅黑 Light" panose="020B0502040204020203" charset="-122"/>
                <a:cs typeface="微软雅黑 Light" panose="020B0502040204020203" charset="-122"/>
              </a:rPr>
              <a:t>下标</a:t>
            </a:r>
            <a:r>
              <a:rPr lang="en-US" altLang="zh-CN" strike="noStrike" noProof="1">
                <a:solidFill>
                  <a:srgbClr val="C00000"/>
                </a:solidFill>
                <a:latin typeface="微软雅黑 Light" panose="020B0502040204020203" charset="-122"/>
                <a:ea typeface="微软雅黑 Light" panose="020B0502040204020203" charset="-122"/>
                <a:cs typeface="微软雅黑 Light" panose="020B0502040204020203" charset="-122"/>
              </a:rPr>
              <a:t>]</a:t>
            </a:r>
            <a:endParaRPr lang="en-US" altLang="zh-CN" strike="noStrike" noProof="1">
              <a:solidFill>
                <a:srgbClr val="C00000"/>
              </a:solidFill>
              <a:latin typeface="微软雅黑 Light" panose="020B0502040204020203" charset="-122"/>
              <a:ea typeface="微软雅黑 Light" panose="020B0502040204020203" charset="-122"/>
              <a:cs typeface="微软雅黑 Light" panose="020B0502040204020203" charset="-122"/>
            </a:endParaRPr>
          </a:p>
          <a:p>
            <a:pPr marL="0" lvl="1" eaLnBrk="0" fontAlgn="base" hangingPunct="0">
              <a:lnSpc>
                <a:spcPct val="150000"/>
              </a:lnSpc>
              <a:buClr>
                <a:schemeClr val="hlink"/>
              </a:buClr>
              <a:buFont typeface="Wingdings" panose="05000000000000000000" pitchFamily="2" charset="2"/>
            </a:pPr>
            <a:r>
              <a:rPr lang="zh-CN" altLang="en-US" sz="2400" strike="noStrike" noProof="1" dirty="0">
                <a:latin typeface="微软雅黑 Light" panose="020B0502040204020203" charset="-122"/>
                <a:ea typeface="微软雅黑 Light" panose="020B0502040204020203" charset="-122"/>
                <a:cs typeface="微软雅黑 Light" panose="020B0502040204020203" charset="-122"/>
              </a:rPr>
              <a:t>（</a:t>
            </a:r>
            <a:r>
              <a:rPr lang="en-US" altLang="zh-CN" sz="2400" strike="noStrike" noProof="1" dirty="0">
                <a:latin typeface="微软雅黑 Light" panose="020B0502040204020203" charset="-122"/>
                <a:ea typeface="微软雅黑 Light" panose="020B0502040204020203" charset="-122"/>
                <a:cs typeface="微软雅黑 Light" panose="020B0502040204020203" charset="-122"/>
              </a:rPr>
              <a:t>4</a:t>
            </a:r>
            <a:r>
              <a:rPr lang="zh-CN" altLang="en-US" sz="2400" strike="noStrike" noProof="1" dirty="0">
                <a:latin typeface="微软雅黑 Light" panose="020B0502040204020203" charset="-122"/>
                <a:ea typeface="微软雅黑 Light" panose="020B0502040204020203" charset="-122"/>
                <a:cs typeface="微软雅黑 Light" panose="020B0502040204020203" charset="-122"/>
              </a:rPr>
              <a:t>）二维数组元素的初始化</a:t>
            </a:r>
            <a:endParaRPr lang="zh-CN" altLang="en-US" sz="2400" strike="noStrike" noProof="1" dirty="0">
              <a:latin typeface="微软雅黑 Light" panose="020B0502040204020203" charset="-122"/>
              <a:ea typeface="微软雅黑 Light" panose="020B0502040204020203" charset="-122"/>
              <a:cs typeface="微软雅黑 Light" panose="020B0502040204020203" charset="-122"/>
            </a:endParaRPr>
          </a:p>
          <a:p>
            <a:pPr lvl="2" eaLnBrk="0" fontAlgn="base" hangingPunct="0">
              <a:lnSpc>
                <a:spcPct val="150000"/>
              </a:lnSpc>
              <a:buClr>
                <a:srgbClr val="FFCC00"/>
              </a:buClr>
              <a:buFont typeface="Wingdings" panose="05000000000000000000" pitchFamily="2" charset="2"/>
              <a:buChar char="l"/>
            </a:pPr>
            <a:r>
              <a:rPr lang="zh-CN" altLang="en-US" strike="noStrike" noProof="1" dirty="0">
                <a:latin typeface="微软雅黑 Light" panose="020B0502040204020203" charset="-122"/>
                <a:ea typeface="微软雅黑 Light" panose="020B0502040204020203" charset="-122"/>
                <a:cs typeface="微软雅黑 Light" panose="020B0502040204020203" charset="-122"/>
              </a:rPr>
              <a:t>分行初始化：</a:t>
            </a:r>
            <a:endParaRPr lang="zh-CN" altLang="en-US" strike="noStrike" noProof="1" dirty="0">
              <a:latin typeface="微软雅黑 Light" panose="020B0502040204020203" charset="-122"/>
              <a:ea typeface="微软雅黑 Light" panose="020B0502040204020203" charset="-122"/>
              <a:cs typeface="微软雅黑 Light" panose="020B0502040204020203" charset="-122"/>
            </a:endParaRPr>
          </a:p>
        </p:txBody>
      </p:sp>
      <p:grpSp>
        <p:nvGrpSpPr>
          <p:cNvPr id="13418" name="组合 13417"/>
          <p:cNvGrpSpPr/>
          <p:nvPr/>
        </p:nvGrpSpPr>
        <p:grpSpPr>
          <a:xfrm>
            <a:off x="1876425" y="2705100"/>
            <a:ext cx="7824788" cy="3074988"/>
            <a:chOff x="530" y="864"/>
            <a:chExt cx="4929" cy="1937"/>
          </a:xfrm>
        </p:grpSpPr>
        <p:grpSp>
          <p:nvGrpSpPr>
            <p:cNvPr id="482307" name="组合 13395"/>
            <p:cNvGrpSpPr/>
            <p:nvPr/>
          </p:nvGrpSpPr>
          <p:grpSpPr>
            <a:xfrm>
              <a:off x="530" y="1220"/>
              <a:ext cx="4046" cy="1581"/>
              <a:chOff x="1118" y="1952"/>
              <a:chExt cx="4046" cy="1581"/>
            </a:xfrm>
          </p:grpSpPr>
          <p:sp>
            <p:nvSpPr>
              <p:cNvPr id="482308" name="矩形 13316"/>
              <p:cNvSpPr/>
              <p:nvPr/>
            </p:nvSpPr>
            <p:spPr>
              <a:xfrm>
                <a:off x="1118" y="1952"/>
                <a:ext cx="4046" cy="1581"/>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endParaRPr lang="zh-CN" altLang="zh-CN">
                  <a:latin typeface="Calibri" panose="020F0502020204030204" pitchFamily="34" charset="0"/>
                  <a:ea typeface="宋体" panose="02010600030101010101" pitchFamily="2" charset="-122"/>
                </a:endParaRPr>
              </a:p>
              <a:p>
                <a:r>
                  <a:rPr lang="zh-CN" altLang="zh-CN">
                    <a:latin typeface="Calibri" panose="020F0502020204030204" pitchFamily="34" charset="0"/>
                    <a:ea typeface="宋体" panose="02010600030101010101" pitchFamily="2" charset="-122"/>
                  </a:rPr>
                  <a:t>           例   int a[2][3]={{1,2,3},{4,5,6}};</a:t>
                </a:r>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p:txBody>
          </p:sp>
          <p:sp>
            <p:nvSpPr>
              <p:cNvPr id="482309" name="矩形 13317"/>
              <p:cNvSpPr/>
              <p:nvPr/>
            </p:nvSpPr>
            <p:spPr>
              <a:xfrm>
                <a:off x="1476" y="2767"/>
                <a:ext cx="3576" cy="334"/>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endParaRPr lang="zh-CN" altLang="zh-CN">
                  <a:latin typeface="Calibri" panose="020F0502020204030204" pitchFamily="34" charset="0"/>
                  <a:ea typeface="宋体" panose="02010600030101010101" pitchFamily="2" charset="-122"/>
                </a:endParaRPr>
              </a:p>
            </p:txBody>
          </p:sp>
          <p:sp>
            <p:nvSpPr>
              <p:cNvPr id="482310" name="直接连接符 13318"/>
              <p:cNvSpPr/>
              <p:nvPr/>
            </p:nvSpPr>
            <p:spPr>
              <a:xfrm>
                <a:off x="2100" y="2748"/>
                <a:ext cx="0" cy="348"/>
              </a:xfrm>
              <a:prstGeom prst="line">
                <a:avLst/>
              </a:prstGeom>
              <a:ln w="25400" cap="flat" cmpd="sng">
                <a:solidFill>
                  <a:schemeClr val="accent1"/>
                </a:solidFill>
                <a:prstDash val="solid"/>
                <a:miter/>
                <a:headEnd type="none" w="med" len="med"/>
                <a:tailEnd type="none" w="med" len="med"/>
              </a:ln>
            </p:spPr>
          </p:sp>
          <p:sp>
            <p:nvSpPr>
              <p:cNvPr id="482311" name="直接连接符 13319"/>
              <p:cNvSpPr/>
              <p:nvPr/>
            </p:nvSpPr>
            <p:spPr>
              <a:xfrm>
                <a:off x="2697" y="2748"/>
                <a:ext cx="0" cy="348"/>
              </a:xfrm>
              <a:prstGeom prst="line">
                <a:avLst/>
              </a:prstGeom>
              <a:ln w="25400" cap="flat" cmpd="sng">
                <a:solidFill>
                  <a:schemeClr val="accent1"/>
                </a:solidFill>
                <a:prstDash val="solid"/>
                <a:miter/>
                <a:headEnd type="none" w="med" len="med"/>
                <a:tailEnd type="none" w="med" len="med"/>
              </a:ln>
            </p:spPr>
          </p:sp>
          <p:sp>
            <p:nvSpPr>
              <p:cNvPr id="482312" name="直接连接符 13320"/>
              <p:cNvSpPr/>
              <p:nvPr/>
            </p:nvSpPr>
            <p:spPr>
              <a:xfrm>
                <a:off x="3294" y="2748"/>
                <a:ext cx="0" cy="348"/>
              </a:xfrm>
              <a:prstGeom prst="line">
                <a:avLst/>
              </a:prstGeom>
              <a:ln w="25400" cap="flat" cmpd="sng">
                <a:solidFill>
                  <a:schemeClr val="accent1"/>
                </a:solidFill>
                <a:prstDash val="solid"/>
                <a:miter/>
                <a:headEnd type="none" w="med" len="med"/>
                <a:tailEnd type="none" w="med" len="med"/>
              </a:ln>
            </p:spPr>
          </p:sp>
          <p:sp>
            <p:nvSpPr>
              <p:cNvPr id="482313" name="直接连接符 13321"/>
              <p:cNvSpPr/>
              <p:nvPr/>
            </p:nvSpPr>
            <p:spPr>
              <a:xfrm>
                <a:off x="3891" y="2748"/>
                <a:ext cx="0" cy="348"/>
              </a:xfrm>
              <a:prstGeom prst="line">
                <a:avLst/>
              </a:prstGeom>
              <a:ln w="25400" cap="flat" cmpd="sng">
                <a:solidFill>
                  <a:schemeClr val="accent1"/>
                </a:solidFill>
                <a:prstDash val="solid"/>
                <a:miter/>
                <a:headEnd type="none" w="med" len="med"/>
                <a:tailEnd type="none" w="med" len="med"/>
              </a:ln>
            </p:spPr>
          </p:sp>
          <p:sp>
            <p:nvSpPr>
              <p:cNvPr id="482314" name="直接连接符 13322"/>
              <p:cNvSpPr/>
              <p:nvPr/>
            </p:nvSpPr>
            <p:spPr>
              <a:xfrm>
                <a:off x="4488" y="2748"/>
                <a:ext cx="0" cy="348"/>
              </a:xfrm>
              <a:prstGeom prst="line">
                <a:avLst/>
              </a:prstGeom>
              <a:ln w="25400" cap="flat" cmpd="sng">
                <a:solidFill>
                  <a:schemeClr val="accent1"/>
                </a:solidFill>
                <a:prstDash val="solid"/>
                <a:miter/>
                <a:headEnd type="none" w="med" len="med"/>
                <a:tailEnd type="none" w="med" len="med"/>
              </a:ln>
            </p:spPr>
          </p:sp>
          <p:sp>
            <p:nvSpPr>
              <p:cNvPr id="482315" name="矩形 13325"/>
              <p:cNvSpPr/>
              <p:nvPr/>
            </p:nvSpPr>
            <p:spPr>
              <a:xfrm>
                <a:off x="1478" y="3102"/>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a[0][0]</a:t>
                </a:r>
                <a:endParaRPr lang="zh-CN" altLang="zh-CN">
                  <a:latin typeface="Calibri" panose="020F0502020204030204" pitchFamily="34" charset="0"/>
                  <a:ea typeface="宋体" panose="02010600030101010101" pitchFamily="2" charset="-122"/>
                </a:endParaRPr>
              </a:p>
            </p:txBody>
          </p:sp>
          <p:sp>
            <p:nvSpPr>
              <p:cNvPr id="482316" name="矩形 13332"/>
              <p:cNvSpPr/>
              <p:nvPr/>
            </p:nvSpPr>
            <p:spPr>
              <a:xfrm>
                <a:off x="2100" y="3102"/>
                <a:ext cx="622"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a[0][1]</a:t>
                </a:r>
                <a:endParaRPr lang="zh-CN" altLang="zh-CN">
                  <a:latin typeface="Calibri" panose="020F0502020204030204" pitchFamily="34" charset="0"/>
                  <a:ea typeface="宋体" panose="02010600030101010101" pitchFamily="2" charset="-122"/>
                </a:endParaRPr>
              </a:p>
            </p:txBody>
          </p:sp>
          <p:sp>
            <p:nvSpPr>
              <p:cNvPr id="482317" name="矩形 13333"/>
              <p:cNvSpPr/>
              <p:nvPr/>
            </p:nvSpPr>
            <p:spPr>
              <a:xfrm>
                <a:off x="2698" y="3102"/>
                <a:ext cx="62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a[0][2]</a:t>
                </a:r>
                <a:endParaRPr lang="zh-CN" altLang="zh-CN">
                  <a:latin typeface="Calibri" panose="020F0502020204030204" pitchFamily="34" charset="0"/>
                  <a:ea typeface="宋体" panose="02010600030101010101" pitchFamily="2" charset="-122"/>
                </a:endParaRPr>
              </a:p>
            </p:txBody>
          </p:sp>
          <p:sp>
            <p:nvSpPr>
              <p:cNvPr id="482318" name="矩形 13334"/>
              <p:cNvSpPr/>
              <p:nvPr/>
            </p:nvSpPr>
            <p:spPr>
              <a:xfrm>
                <a:off x="3294" y="3102"/>
                <a:ext cx="624"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a[1][0]</a:t>
                </a:r>
                <a:endParaRPr lang="zh-CN" altLang="zh-CN">
                  <a:latin typeface="Calibri" panose="020F0502020204030204" pitchFamily="34" charset="0"/>
                  <a:ea typeface="宋体" panose="02010600030101010101" pitchFamily="2" charset="-122"/>
                </a:endParaRPr>
              </a:p>
            </p:txBody>
          </p:sp>
          <p:sp>
            <p:nvSpPr>
              <p:cNvPr id="482319" name="矩形 13335"/>
              <p:cNvSpPr/>
              <p:nvPr/>
            </p:nvSpPr>
            <p:spPr>
              <a:xfrm>
                <a:off x="3891" y="3102"/>
                <a:ext cx="625"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a[1][1]</a:t>
                </a:r>
                <a:endParaRPr lang="zh-CN" altLang="zh-CN">
                  <a:latin typeface="Calibri" panose="020F0502020204030204" pitchFamily="34" charset="0"/>
                  <a:ea typeface="宋体" panose="02010600030101010101" pitchFamily="2" charset="-122"/>
                </a:endParaRPr>
              </a:p>
            </p:txBody>
          </p:sp>
          <p:sp>
            <p:nvSpPr>
              <p:cNvPr id="482320" name="矩形 13336"/>
              <p:cNvSpPr/>
              <p:nvPr/>
            </p:nvSpPr>
            <p:spPr>
              <a:xfrm>
                <a:off x="4488" y="3102"/>
                <a:ext cx="564"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a[1][2]</a:t>
                </a:r>
                <a:endParaRPr lang="zh-CN" altLang="zh-CN">
                  <a:latin typeface="Calibri" panose="020F0502020204030204" pitchFamily="34" charset="0"/>
                  <a:ea typeface="宋体" panose="02010600030101010101" pitchFamily="2" charset="-122"/>
                </a:endParaRPr>
              </a:p>
            </p:txBody>
          </p:sp>
          <p:sp>
            <p:nvSpPr>
              <p:cNvPr id="482321" name="矩形 13338"/>
              <p:cNvSpPr/>
              <p:nvPr/>
            </p:nvSpPr>
            <p:spPr>
              <a:xfrm>
                <a:off x="1705" y="2806"/>
                <a:ext cx="193" cy="232"/>
              </a:xfrm>
              <a:prstGeom prst="rect">
                <a:avLst/>
              </a:prstGeom>
              <a:noFill/>
              <a:ln w="25400">
                <a:noFill/>
              </a:ln>
            </p:spPr>
            <p:txBody>
              <a:bodyPr wrap="square" lIns="91440" tIns="45720" rIns="91440" bIns="45720" anchor="t" anchorCtr="0"/>
              <a:p>
                <a:r>
                  <a:rPr lang="zh-CN" altLang="zh-CN">
                    <a:latin typeface="Calibri" panose="020F0502020204030204" pitchFamily="34" charset="0"/>
                    <a:ea typeface="宋体" panose="02010600030101010101" pitchFamily="2" charset="-122"/>
                  </a:rPr>
                  <a:t>1</a:t>
                </a:r>
                <a:endParaRPr lang="zh-CN" altLang="zh-CN">
                  <a:latin typeface="Calibri" panose="020F0502020204030204" pitchFamily="34" charset="0"/>
                  <a:ea typeface="宋体" panose="02010600030101010101" pitchFamily="2" charset="-122"/>
                </a:endParaRPr>
              </a:p>
            </p:txBody>
          </p:sp>
          <p:sp>
            <p:nvSpPr>
              <p:cNvPr id="482322" name="矩形 13340"/>
              <p:cNvSpPr/>
              <p:nvPr/>
            </p:nvSpPr>
            <p:spPr>
              <a:xfrm>
                <a:off x="2316" y="2817"/>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2</a:t>
                </a:r>
                <a:endParaRPr lang="zh-CN" altLang="zh-CN">
                  <a:latin typeface="Calibri" panose="020F0502020204030204" pitchFamily="34" charset="0"/>
                  <a:ea typeface="宋体" panose="02010600030101010101" pitchFamily="2" charset="-122"/>
                </a:endParaRPr>
              </a:p>
            </p:txBody>
          </p:sp>
          <p:sp>
            <p:nvSpPr>
              <p:cNvPr id="482323" name="矩形 13341"/>
              <p:cNvSpPr/>
              <p:nvPr/>
            </p:nvSpPr>
            <p:spPr>
              <a:xfrm>
                <a:off x="2902" y="2817"/>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3</a:t>
                </a:r>
                <a:endParaRPr lang="zh-CN" altLang="zh-CN">
                  <a:latin typeface="Calibri" panose="020F0502020204030204" pitchFamily="34" charset="0"/>
                  <a:ea typeface="宋体" panose="02010600030101010101" pitchFamily="2" charset="-122"/>
                </a:endParaRPr>
              </a:p>
            </p:txBody>
          </p:sp>
          <p:sp>
            <p:nvSpPr>
              <p:cNvPr id="482324" name="矩形 13342"/>
              <p:cNvSpPr/>
              <p:nvPr/>
            </p:nvSpPr>
            <p:spPr>
              <a:xfrm>
                <a:off x="3487" y="2817"/>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4</a:t>
                </a:r>
                <a:endParaRPr lang="zh-CN" altLang="zh-CN">
                  <a:latin typeface="Calibri" panose="020F0502020204030204" pitchFamily="34" charset="0"/>
                  <a:ea typeface="宋体" panose="02010600030101010101" pitchFamily="2" charset="-122"/>
                </a:endParaRPr>
              </a:p>
            </p:txBody>
          </p:sp>
          <p:sp>
            <p:nvSpPr>
              <p:cNvPr id="482325" name="矩形 13343"/>
              <p:cNvSpPr/>
              <p:nvPr/>
            </p:nvSpPr>
            <p:spPr>
              <a:xfrm>
                <a:off x="4073" y="2817"/>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5</a:t>
                </a:r>
                <a:endParaRPr lang="zh-CN" altLang="zh-CN">
                  <a:latin typeface="Calibri" panose="020F0502020204030204" pitchFamily="34" charset="0"/>
                  <a:ea typeface="宋体" panose="02010600030101010101" pitchFamily="2" charset="-122"/>
                </a:endParaRPr>
              </a:p>
            </p:txBody>
          </p:sp>
          <p:sp>
            <p:nvSpPr>
              <p:cNvPr id="482326" name="矩形 13344"/>
              <p:cNvSpPr/>
              <p:nvPr/>
            </p:nvSpPr>
            <p:spPr>
              <a:xfrm>
                <a:off x="4659" y="2817"/>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6</a:t>
                </a:r>
                <a:endParaRPr lang="zh-CN" altLang="zh-CN">
                  <a:latin typeface="Calibri" panose="020F0502020204030204" pitchFamily="34" charset="0"/>
                  <a:ea typeface="宋体" panose="02010600030101010101" pitchFamily="2" charset="-122"/>
                </a:endParaRPr>
              </a:p>
            </p:txBody>
          </p:sp>
        </p:grpSp>
        <p:sp>
          <p:nvSpPr>
            <p:cNvPr id="482327" name="云形标注 13391"/>
            <p:cNvSpPr/>
            <p:nvPr/>
          </p:nvSpPr>
          <p:spPr>
            <a:xfrm>
              <a:off x="4074" y="864"/>
              <a:ext cx="1385" cy="356"/>
            </a:xfrm>
            <a:prstGeom prst="cloudCallout">
              <a:avLst>
                <a:gd name="adj1" fmla="val -45523"/>
                <a:gd name="adj2" fmla="val 85977"/>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全部初始化</a:t>
              </a:r>
              <a:endParaRPr lang="zh-CN" altLang="zh-CN">
                <a:latin typeface="Calibri" panose="020F0502020204030204" pitchFamily="34" charset="0"/>
                <a:ea typeface="宋体" panose="02010600030101010101" pitchFamily="2" charset="-122"/>
              </a:endParaRPr>
            </a:p>
          </p:txBody>
        </p:sp>
      </p:grpSp>
      <p:sp>
        <p:nvSpPr>
          <p:cNvPr id="13393" name="矩形 13392"/>
          <p:cNvSpPr/>
          <p:nvPr/>
        </p:nvSpPr>
        <p:spPr>
          <a:xfrm>
            <a:off x="1843088" y="2513013"/>
            <a:ext cx="8763000" cy="530225"/>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lvl="2" indent="0" algn="l">
              <a:buSzTx/>
            </a:pPr>
            <a:r>
              <a:rPr lang="zh-CN" altLang="zh-CN" sz="1800">
                <a:latin typeface="微软雅黑 Light" panose="020B0502040204020203" charset="-122"/>
                <a:ea typeface="微软雅黑 Light" panose="020B0502040204020203" charset="-122"/>
              </a:rPr>
              <a:t>按元素排列顺序初始化</a:t>
            </a:r>
            <a:r>
              <a:rPr lang="zh-CN" altLang="zh-CN" sz="1800">
                <a:latin typeface="Calibri" panose="020F0502020204030204" pitchFamily="34" charset="0"/>
                <a:ea typeface="宋体" panose="02010600030101010101" pitchFamily="2" charset="-122"/>
              </a:rPr>
              <a:t>    </a:t>
            </a:r>
            <a:endParaRPr lang="zh-CN" altLang="zh-CN" sz="1800">
              <a:latin typeface="Calibri" panose="020F0502020204030204" pitchFamily="34" charset="0"/>
              <a:ea typeface="宋体" panose="02010600030101010101" pitchFamily="2" charset="-122"/>
            </a:endParaRPr>
          </a:p>
        </p:txBody>
      </p:sp>
      <p:grpSp>
        <p:nvGrpSpPr>
          <p:cNvPr id="13419" name="组合 13418"/>
          <p:cNvGrpSpPr/>
          <p:nvPr/>
        </p:nvGrpSpPr>
        <p:grpSpPr>
          <a:xfrm>
            <a:off x="2025650" y="2257425"/>
            <a:ext cx="6423025" cy="3538538"/>
            <a:chOff x="646" y="852"/>
            <a:chExt cx="4046" cy="2229"/>
          </a:xfrm>
        </p:grpSpPr>
        <p:grpSp>
          <p:nvGrpSpPr>
            <p:cNvPr id="482330" name="组合 13394"/>
            <p:cNvGrpSpPr/>
            <p:nvPr/>
          </p:nvGrpSpPr>
          <p:grpSpPr>
            <a:xfrm>
              <a:off x="646" y="1500"/>
              <a:ext cx="4046" cy="1581"/>
              <a:chOff x="1211" y="2283"/>
              <a:chExt cx="4046" cy="1581"/>
            </a:xfrm>
          </p:grpSpPr>
          <p:sp>
            <p:nvSpPr>
              <p:cNvPr id="482331" name="矩形 13370"/>
              <p:cNvSpPr/>
              <p:nvPr/>
            </p:nvSpPr>
            <p:spPr>
              <a:xfrm>
                <a:off x="1211" y="2283"/>
                <a:ext cx="4046" cy="1581"/>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endParaRPr lang="zh-CN" altLang="zh-CN">
                  <a:latin typeface="Calibri" panose="020F0502020204030204" pitchFamily="34" charset="0"/>
                  <a:ea typeface="宋体" panose="02010600030101010101" pitchFamily="2" charset="-122"/>
                </a:endParaRPr>
              </a:p>
              <a:p>
                <a:r>
                  <a:rPr lang="zh-CN" altLang="zh-CN">
                    <a:latin typeface="Calibri" panose="020F0502020204030204" pitchFamily="34" charset="0"/>
                    <a:ea typeface="宋体" panose="02010600030101010101" pitchFamily="2" charset="-122"/>
                  </a:rPr>
                  <a:t>           例   int a[2][3]={{1,2},{4}};</a:t>
                </a:r>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p:txBody>
          </p:sp>
          <p:sp>
            <p:nvSpPr>
              <p:cNvPr id="482332" name="矩形 13373"/>
              <p:cNvSpPr/>
              <p:nvPr/>
            </p:nvSpPr>
            <p:spPr>
              <a:xfrm>
                <a:off x="1476" y="2850"/>
                <a:ext cx="3576" cy="394"/>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endParaRPr lang="zh-CN" altLang="zh-CN">
                  <a:latin typeface="Calibri" panose="020F0502020204030204" pitchFamily="34" charset="0"/>
                  <a:ea typeface="宋体" panose="02010600030101010101" pitchFamily="2" charset="-122"/>
                </a:endParaRPr>
              </a:p>
            </p:txBody>
          </p:sp>
          <p:sp>
            <p:nvSpPr>
              <p:cNvPr id="482333" name="直接连接符 13374"/>
              <p:cNvSpPr/>
              <p:nvPr/>
            </p:nvSpPr>
            <p:spPr>
              <a:xfrm>
                <a:off x="2112" y="2858"/>
                <a:ext cx="0" cy="395"/>
              </a:xfrm>
              <a:prstGeom prst="line">
                <a:avLst/>
              </a:prstGeom>
              <a:ln w="25400" cap="flat" cmpd="sng">
                <a:solidFill>
                  <a:schemeClr val="accent1"/>
                </a:solidFill>
                <a:prstDash val="solid"/>
                <a:miter/>
                <a:headEnd type="none" w="med" len="med"/>
                <a:tailEnd type="none" w="med" len="med"/>
              </a:ln>
            </p:spPr>
          </p:sp>
          <p:sp>
            <p:nvSpPr>
              <p:cNvPr id="482334" name="直接连接符 13375"/>
              <p:cNvSpPr/>
              <p:nvPr/>
            </p:nvSpPr>
            <p:spPr>
              <a:xfrm>
                <a:off x="2706" y="2844"/>
                <a:ext cx="0" cy="395"/>
              </a:xfrm>
              <a:prstGeom prst="line">
                <a:avLst/>
              </a:prstGeom>
              <a:ln w="25400" cap="flat" cmpd="sng">
                <a:solidFill>
                  <a:schemeClr val="accent1"/>
                </a:solidFill>
                <a:prstDash val="solid"/>
                <a:miter/>
                <a:headEnd type="none" w="med" len="med"/>
                <a:tailEnd type="none" w="med" len="med"/>
              </a:ln>
            </p:spPr>
          </p:sp>
          <p:sp>
            <p:nvSpPr>
              <p:cNvPr id="482335" name="直接连接符 13376"/>
              <p:cNvSpPr/>
              <p:nvPr/>
            </p:nvSpPr>
            <p:spPr>
              <a:xfrm>
                <a:off x="3300" y="2844"/>
                <a:ext cx="0" cy="395"/>
              </a:xfrm>
              <a:prstGeom prst="line">
                <a:avLst/>
              </a:prstGeom>
              <a:ln w="25400" cap="flat" cmpd="sng">
                <a:solidFill>
                  <a:schemeClr val="accent1"/>
                </a:solidFill>
                <a:prstDash val="solid"/>
                <a:miter/>
                <a:headEnd type="none" w="med" len="med"/>
                <a:tailEnd type="none" w="med" len="med"/>
              </a:ln>
            </p:spPr>
          </p:sp>
          <p:sp>
            <p:nvSpPr>
              <p:cNvPr id="482336" name="直接连接符 13377"/>
              <p:cNvSpPr/>
              <p:nvPr/>
            </p:nvSpPr>
            <p:spPr>
              <a:xfrm>
                <a:off x="3894" y="2844"/>
                <a:ext cx="0" cy="395"/>
              </a:xfrm>
              <a:prstGeom prst="line">
                <a:avLst/>
              </a:prstGeom>
              <a:ln w="25400" cap="flat" cmpd="sng">
                <a:solidFill>
                  <a:schemeClr val="accent1"/>
                </a:solidFill>
                <a:prstDash val="solid"/>
                <a:miter/>
                <a:headEnd type="none" w="med" len="med"/>
                <a:tailEnd type="none" w="med" len="med"/>
              </a:ln>
            </p:spPr>
          </p:sp>
          <p:sp>
            <p:nvSpPr>
              <p:cNvPr id="482337" name="直接连接符 13378"/>
              <p:cNvSpPr/>
              <p:nvPr/>
            </p:nvSpPr>
            <p:spPr>
              <a:xfrm>
                <a:off x="4488" y="2844"/>
                <a:ext cx="0" cy="395"/>
              </a:xfrm>
              <a:prstGeom prst="line">
                <a:avLst/>
              </a:prstGeom>
              <a:ln w="25400" cap="flat" cmpd="sng">
                <a:solidFill>
                  <a:schemeClr val="accent1"/>
                </a:solidFill>
                <a:prstDash val="solid"/>
                <a:miter/>
                <a:headEnd type="none" w="med" len="med"/>
                <a:tailEnd type="none" w="med" len="med"/>
              </a:ln>
            </p:spPr>
          </p:sp>
          <p:sp>
            <p:nvSpPr>
              <p:cNvPr id="482338" name="矩形 13379"/>
              <p:cNvSpPr/>
              <p:nvPr/>
            </p:nvSpPr>
            <p:spPr>
              <a:xfrm>
                <a:off x="1478" y="3219"/>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a[0][0]</a:t>
                </a:r>
                <a:endParaRPr lang="zh-CN" altLang="zh-CN">
                  <a:latin typeface="Calibri" panose="020F0502020204030204" pitchFamily="34" charset="0"/>
                  <a:ea typeface="宋体" panose="02010600030101010101" pitchFamily="2" charset="-122"/>
                </a:endParaRPr>
              </a:p>
            </p:txBody>
          </p:sp>
          <p:sp>
            <p:nvSpPr>
              <p:cNvPr id="482339" name="矩形 13380"/>
              <p:cNvSpPr/>
              <p:nvPr/>
            </p:nvSpPr>
            <p:spPr>
              <a:xfrm>
                <a:off x="2119" y="3219"/>
                <a:ext cx="604"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a[0][1]</a:t>
                </a:r>
                <a:endParaRPr lang="zh-CN" altLang="zh-CN">
                  <a:latin typeface="Calibri" panose="020F0502020204030204" pitchFamily="34" charset="0"/>
                  <a:ea typeface="宋体" panose="02010600030101010101" pitchFamily="2" charset="-122"/>
                </a:endParaRPr>
              </a:p>
            </p:txBody>
          </p:sp>
          <p:sp>
            <p:nvSpPr>
              <p:cNvPr id="482340" name="矩形 13381"/>
              <p:cNvSpPr/>
              <p:nvPr/>
            </p:nvSpPr>
            <p:spPr>
              <a:xfrm>
                <a:off x="2719" y="3219"/>
                <a:ext cx="60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a[0][2]</a:t>
                </a:r>
                <a:endParaRPr lang="zh-CN" altLang="zh-CN">
                  <a:latin typeface="Calibri" panose="020F0502020204030204" pitchFamily="34" charset="0"/>
                  <a:ea typeface="宋体" panose="02010600030101010101" pitchFamily="2" charset="-122"/>
                </a:endParaRPr>
              </a:p>
            </p:txBody>
          </p:sp>
          <p:sp>
            <p:nvSpPr>
              <p:cNvPr id="482341" name="矩形 13382"/>
              <p:cNvSpPr/>
              <p:nvPr/>
            </p:nvSpPr>
            <p:spPr>
              <a:xfrm>
                <a:off x="3300" y="3219"/>
                <a:ext cx="618"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a[1][0]</a:t>
                </a:r>
                <a:endParaRPr lang="zh-CN" altLang="zh-CN">
                  <a:latin typeface="Calibri" panose="020F0502020204030204" pitchFamily="34" charset="0"/>
                  <a:ea typeface="宋体" panose="02010600030101010101" pitchFamily="2" charset="-122"/>
                </a:endParaRPr>
              </a:p>
            </p:txBody>
          </p:sp>
          <p:sp>
            <p:nvSpPr>
              <p:cNvPr id="482342" name="矩形 13383"/>
              <p:cNvSpPr/>
              <p:nvPr/>
            </p:nvSpPr>
            <p:spPr>
              <a:xfrm>
                <a:off x="3894" y="3219"/>
                <a:ext cx="620"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a[1][1]</a:t>
                </a:r>
                <a:endParaRPr lang="zh-CN" altLang="zh-CN">
                  <a:latin typeface="Calibri" panose="020F0502020204030204" pitchFamily="34" charset="0"/>
                  <a:ea typeface="宋体" panose="02010600030101010101" pitchFamily="2" charset="-122"/>
                </a:endParaRPr>
              </a:p>
            </p:txBody>
          </p:sp>
          <p:sp>
            <p:nvSpPr>
              <p:cNvPr id="482343" name="矩形 13384"/>
              <p:cNvSpPr/>
              <p:nvPr/>
            </p:nvSpPr>
            <p:spPr>
              <a:xfrm>
                <a:off x="4489" y="3219"/>
                <a:ext cx="56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a[1][2]</a:t>
                </a:r>
                <a:endParaRPr lang="zh-CN" altLang="zh-CN">
                  <a:latin typeface="Calibri" panose="020F0502020204030204" pitchFamily="34" charset="0"/>
                  <a:ea typeface="宋体" panose="02010600030101010101" pitchFamily="2" charset="-122"/>
                </a:endParaRPr>
              </a:p>
            </p:txBody>
          </p:sp>
          <p:sp>
            <p:nvSpPr>
              <p:cNvPr id="482344" name="矩形 13385"/>
              <p:cNvSpPr/>
              <p:nvPr/>
            </p:nvSpPr>
            <p:spPr>
              <a:xfrm>
                <a:off x="1731" y="2895"/>
                <a:ext cx="193" cy="232"/>
              </a:xfrm>
              <a:prstGeom prst="rect">
                <a:avLst/>
              </a:prstGeom>
              <a:noFill/>
              <a:ln w="25400">
                <a:noFill/>
              </a:ln>
            </p:spPr>
            <p:txBody>
              <a:bodyPr wrap="square" lIns="91440" tIns="45720" rIns="91440" bIns="45720" anchor="t" anchorCtr="0"/>
              <a:p>
                <a:r>
                  <a:rPr lang="zh-CN" altLang="zh-CN">
                    <a:latin typeface="Calibri" panose="020F0502020204030204" pitchFamily="34" charset="0"/>
                    <a:ea typeface="宋体" panose="02010600030101010101" pitchFamily="2" charset="-122"/>
                  </a:rPr>
                  <a:t>1</a:t>
                </a:r>
                <a:endParaRPr lang="zh-CN" altLang="zh-CN">
                  <a:latin typeface="Calibri" panose="020F0502020204030204" pitchFamily="34" charset="0"/>
                  <a:ea typeface="宋体" panose="02010600030101010101" pitchFamily="2" charset="-122"/>
                </a:endParaRPr>
              </a:p>
            </p:txBody>
          </p:sp>
          <p:sp>
            <p:nvSpPr>
              <p:cNvPr id="482345" name="矩形 13386"/>
              <p:cNvSpPr/>
              <p:nvPr/>
            </p:nvSpPr>
            <p:spPr>
              <a:xfrm>
                <a:off x="2316"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2</a:t>
                </a:r>
                <a:endParaRPr lang="zh-CN" altLang="zh-CN">
                  <a:latin typeface="Calibri" panose="020F0502020204030204" pitchFamily="34" charset="0"/>
                  <a:ea typeface="宋体" panose="02010600030101010101" pitchFamily="2" charset="-122"/>
                </a:endParaRPr>
              </a:p>
            </p:txBody>
          </p:sp>
          <p:sp>
            <p:nvSpPr>
              <p:cNvPr id="482346" name="矩形 13387"/>
              <p:cNvSpPr/>
              <p:nvPr/>
            </p:nvSpPr>
            <p:spPr>
              <a:xfrm>
                <a:off x="2902"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482347" name="矩形 13388"/>
              <p:cNvSpPr/>
              <p:nvPr/>
            </p:nvSpPr>
            <p:spPr>
              <a:xfrm>
                <a:off x="3487"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4</a:t>
                </a:r>
                <a:endParaRPr lang="zh-CN" altLang="zh-CN">
                  <a:latin typeface="Calibri" panose="020F0502020204030204" pitchFamily="34" charset="0"/>
                  <a:ea typeface="宋体" panose="02010600030101010101" pitchFamily="2" charset="-122"/>
                </a:endParaRPr>
              </a:p>
            </p:txBody>
          </p:sp>
          <p:sp>
            <p:nvSpPr>
              <p:cNvPr id="482348" name="矩形 13389"/>
              <p:cNvSpPr/>
              <p:nvPr/>
            </p:nvSpPr>
            <p:spPr>
              <a:xfrm>
                <a:off x="4073"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482349" name="矩形 13390"/>
              <p:cNvSpPr/>
              <p:nvPr/>
            </p:nvSpPr>
            <p:spPr>
              <a:xfrm>
                <a:off x="4659"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grpSp>
        <p:sp>
          <p:nvSpPr>
            <p:cNvPr id="482350" name="云形标注 13393"/>
            <p:cNvSpPr/>
            <p:nvPr/>
          </p:nvSpPr>
          <p:spPr>
            <a:xfrm>
              <a:off x="3234" y="852"/>
              <a:ext cx="1385" cy="356"/>
            </a:xfrm>
            <a:prstGeom prst="cloudCallout">
              <a:avLst>
                <a:gd name="adj1" fmla="val -37602"/>
                <a:gd name="adj2" fmla="val 114551"/>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微软雅黑 Light" panose="020B0502040204020203" charset="-122"/>
                  <a:ea typeface="微软雅黑 Light" panose="020B0502040204020203" charset="-122"/>
                </a:rPr>
                <a:t>部分初始化</a:t>
              </a:r>
              <a:endParaRPr lang="zh-CN" altLang="zh-CN">
                <a:latin typeface="微软雅黑 Light" panose="020B0502040204020203" charset="-122"/>
                <a:ea typeface="微软雅黑 Light" panose="020B0502040204020203" charset="-122"/>
              </a:endParaRPr>
            </a:p>
          </p:txBody>
        </p:sp>
      </p:grpSp>
      <p:grpSp>
        <p:nvGrpSpPr>
          <p:cNvPr id="13420" name="组合 13419"/>
          <p:cNvGrpSpPr/>
          <p:nvPr/>
        </p:nvGrpSpPr>
        <p:grpSpPr>
          <a:xfrm>
            <a:off x="2024063" y="1862138"/>
            <a:ext cx="7689850" cy="3917950"/>
            <a:chOff x="527" y="948"/>
            <a:chExt cx="4844" cy="2468"/>
          </a:xfrm>
        </p:grpSpPr>
        <p:grpSp>
          <p:nvGrpSpPr>
            <p:cNvPr id="482352" name="组合 13396"/>
            <p:cNvGrpSpPr/>
            <p:nvPr/>
          </p:nvGrpSpPr>
          <p:grpSpPr>
            <a:xfrm>
              <a:off x="527" y="1835"/>
              <a:ext cx="4046" cy="1581"/>
              <a:chOff x="1104" y="2402"/>
              <a:chExt cx="4046" cy="1581"/>
            </a:xfrm>
          </p:grpSpPr>
          <p:sp>
            <p:nvSpPr>
              <p:cNvPr id="482353" name="矩形 13397"/>
              <p:cNvSpPr/>
              <p:nvPr/>
            </p:nvSpPr>
            <p:spPr>
              <a:xfrm>
                <a:off x="1104" y="2402"/>
                <a:ext cx="4046" cy="1581"/>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endParaRPr lang="zh-CN" altLang="zh-CN">
                  <a:latin typeface="Calibri" panose="020F0502020204030204" pitchFamily="34" charset="0"/>
                  <a:ea typeface="宋体" panose="02010600030101010101" pitchFamily="2" charset="-122"/>
                </a:endParaRPr>
              </a:p>
              <a:p>
                <a:r>
                  <a:rPr lang="zh-CN" altLang="zh-CN">
                    <a:latin typeface="Calibri" panose="020F0502020204030204" pitchFamily="34" charset="0"/>
                    <a:ea typeface="宋体" panose="02010600030101010101" pitchFamily="2" charset="-122"/>
                  </a:rPr>
                  <a:t>           例   int a[][3]={{1},{4,5}};</a:t>
                </a:r>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p:txBody>
          </p:sp>
          <p:sp>
            <p:nvSpPr>
              <p:cNvPr id="482354" name="矩形 13398"/>
              <p:cNvSpPr/>
              <p:nvPr/>
            </p:nvSpPr>
            <p:spPr>
              <a:xfrm>
                <a:off x="1476" y="2850"/>
                <a:ext cx="3576" cy="394"/>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endParaRPr lang="zh-CN" altLang="zh-CN">
                  <a:latin typeface="Calibri" panose="020F0502020204030204" pitchFamily="34" charset="0"/>
                  <a:ea typeface="宋体" panose="02010600030101010101" pitchFamily="2" charset="-122"/>
                </a:endParaRPr>
              </a:p>
            </p:txBody>
          </p:sp>
          <p:sp>
            <p:nvSpPr>
              <p:cNvPr id="482355" name="直接连接符 13399"/>
              <p:cNvSpPr/>
              <p:nvPr/>
            </p:nvSpPr>
            <p:spPr>
              <a:xfrm>
                <a:off x="2112" y="2858"/>
                <a:ext cx="0" cy="395"/>
              </a:xfrm>
              <a:prstGeom prst="line">
                <a:avLst/>
              </a:prstGeom>
              <a:ln w="25400" cap="flat" cmpd="sng">
                <a:solidFill>
                  <a:schemeClr val="accent1"/>
                </a:solidFill>
                <a:prstDash val="solid"/>
                <a:miter/>
                <a:headEnd type="none" w="med" len="med"/>
                <a:tailEnd type="none" w="med" len="med"/>
              </a:ln>
            </p:spPr>
          </p:sp>
          <p:sp>
            <p:nvSpPr>
              <p:cNvPr id="482356" name="直接连接符 13400"/>
              <p:cNvSpPr/>
              <p:nvPr/>
            </p:nvSpPr>
            <p:spPr>
              <a:xfrm>
                <a:off x="2706" y="2844"/>
                <a:ext cx="0" cy="395"/>
              </a:xfrm>
              <a:prstGeom prst="line">
                <a:avLst/>
              </a:prstGeom>
              <a:ln w="25400" cap="flat" cmpd="sng">
                <a:solidFill>
                  <a:schemeClr val="accent1"/>
                </a:solidFill>
                <a:prstDash val="solid"/>
                <a:miter/>
                <a:headEnd type="none" w="med" len="med"/>
                <a:tailEnd type="none" w="med" len="med"/>
              </a:ln>
            </p:spPr>
          </p:sp>
          <p:sp>
            <p:nvSpPr>
              <p:cNvPr id="482357" name="直接连接符 13401"/>
              <p:cNvSpPr/>
              <p:nvPr/>
            </p:nvSpPr>
            <p:spPr>
              <a:xfrm>
                <a:off x="3300" y="2844"/>
                <a:ext cx="0" cy="395"/>
              </a:xfrm>
              <a:prstGeom prst="line">
                <a:avLst/>
              </a:prstGeom>
              <a:ln w="25400" cap="flat" cmpd="sng">
                <a:solidFill>
                  <a:schemeClr val="accent1"/>
                </a:solidFill>
                <a:prstDash val="solid"/>
                <a:miter/>
                <a:headEnd type="none" w="med" len="med"/>
                <a:tailEnd type="none" w="med" len="med"/>
              </a:ln>
            </p:spPr>
          </p:sp>
          <p:sp>
            <p:nvSpPr>
              <p:cNvPr id="482358" name="直接连接符 13402"/>
              <p:cNvSpPr/>
              <p:nvPr/>
            </p:nvSpPr>
            <p:spPr>
              <a:xfrm>
                <a:off x="3894" y="2844"/>
                <a:ext cx="0" cy="395"/>
              </a:xfrm>
              <a:prstGeom prst="line">
                <a:avLst/>
              </a:prstGeom>
              <a:ln w="25400" cap="flat" cmpd="sng">
                <a:solidFill>
                  <a:schemeClr val="accent1"/>
                </a:solidFill>
                <a:prstDash val="solid"/>
                <a:miter/>
                <a:headEnd type="none" w="med" len="med"/>
                <a:tailEnd type="none" w="med" len="med"/>
              </a:ln>
            </p:spPr>
          </p:sp>
          <p:sp>
            <p:nvSpPr>
              <p:cNvPr id="482359" name="直接连接符 13403"/>
              <p:cNvSpPr/>
              <p:nvPr/>
            </p:nvSpPr>
            <p:spPr>
              <a:xfrm>
                <a:off x="4488" y="2844"/>
                <a:ext cx="0" cy="395"/>
              </a:xfrm>
              <a:prstGeom prst="line">
                <a:avLst/>
              </a:prstGeom>
              <a:ln w="25400" cap="flat" cmpd="sng">
                <a:solidFill>
                  <a:schemeClr val="accent1"/>
                </a:solidFill>
                <a:prstDash val="solid"/>
                <a:miter/>
                <a:headEnd type="none" w="med" len="med"/>
                <a:tailEnd type="none" w="med" len="med"/>
              </a:ln>
            </p:spPr>
          </p:sp>
          <p:sp>
            <p:nvSpPr>
              <p:cNvPr id="482360" name="矩形 13404"/>
              <p:cNvSpPr/>
              <p:nvPr/>
            </p:nvSpPr>
            <p:spPr>
              <a:xfrm>
                <a:off x="1478" y="3219"/>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a[0][0]</a:t>
                </a:r>
                <a:endParaRPr lang="zh-CN" altLang="zh-CN">
                  <a:latin typeface="Calibri" panose="020F0502020204030204" pitchFamily="34" charset="0"/>
                  <a:ea typeface="宋体" panose="02010600030101010101" pitchFamily="2" charset="-122"/>
                </a:endParaRPr>
              </a:p>
            </p:txBody>
          </p:sp>
          <p:sp>
            <p:nvSpPr>
              <p:cNvPr id="482361" name="矩形 13405"/>
              <p:cNvSpPr/>
              <p:nvPr/>
            </p:nvSpPr>
            <p:spPr>
              <a:xfrm>
                <a:off x="2117" y="3219"/>
                <a:ext cx="606"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a[0][1]</a:t>
                </a:r>
                <a:endParaRPr lang="zh-CN" altLang="zh-CN">
                  <a:latin typeface="Calibri" panose="020F0502020204030204" pitchFamily="34" charset="0"/>
                  <a:ea typeface="宋体" panose="02010600030101010101" pitchFamily="2" charset="-122"/>
                </a:endParaRPr>
              </a:p>
            </p:txBody>
          </p:sp>
          <p:sp>
            <p:nvSpPr>
              <p:cNvPr id="482362" name="矩形 13406"/>
              <p:cNvSpPr/>
              <p:nvPr/>
            </p:nvSpPr>
            <p:spPr>
              <a:xfrm>
                <a:off x="2706" y="3219"/>
                <a:ext cx="615"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a[0][2]</a:t>
                </a:r>
                <a:endParaRPr lang="zh-CN" altLang="zh-CN">
                  <a:latin typeface="Calibri" panose="020F0502020204030204" pitchFamily="34" charset="0"/>
                  <a:ea typeface="宋体" panose="02010600030101010101" pitchFamily="2" charset="-122"/>
                </a:endParaRPr>
              </a:p>
            </p:txBody>
          </p:sp>
          <p:sp>
            <p:nvSpPr>
              <p:cNvPr id="482363" name="矩形 13407"/>
              <p:cNvSpPr/>
              <p:nvPr/>
            </p:nvSpPr>
            <p:spPr>
              <a:xfrm>
                <a:off x="3300" y="3219"/>
                <a:ext cx="618"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a[1][0]</a:t>
                </a:r>
                <a:endParaRPr lang="zh-CN" altLang="zh-CN">
                  <a:latin typeface="Calibri" panose="020F0502020204030204" pitchFamily="34" charset="0"/>
                  <a:ea typeface="宋体" panose="02010600030101010101" pitchFamily="2" charset="-122"/>
                </a:endParaRPr>
              </a:p>
            </p:txBody>
          </p:sp>
          <p:sp>
            <p:nvSpPr>
              <p:cNvPr id="482364" name="矩形 13408"/>
              <p:cNvSpPr/>
              <p:nvPr/>
            </p:nvSpPr>
            <p:spPr>
              <a:xfrm>
                <a:off x="3904" y="3219"/>
                <a:ext cx="612"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a[1][1]</a:t>
                </a:r>
                <a:endParaRPr lang="zh-CN" altLang="zh-CN">
                  <a:latin typeface="Calibri" panose="020F0502020204030204" pitchFamily="34" charset="0"/>
                  <a:ea typeface="宋体" panose="02010600030101010101" pitchFamily="2" charset="-122"/>
                </a:endParaRPr>
              </a:p>
            </p:txBody>
          </p:sp>
          <p:sp>
            <p:nvSpPr>
              <p:cNvPr id="482365" name="矩形 13409"/>
              <p:cNvSpPr/>
              <p:nvPr/>
            </p:nvSpPr>
            <p:spPr>
              <a:xfrm>
                <a:off x="4488" y="3215"/>
                <a:ext cx="564" cy="241"/>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a[1][2]</a:t>
                </a:r>
                <a:endParaRPr lang="zh-CN" altLang="zh-CN">
                  <a:latin typeface="Calibri" panose="020F0502020204030204" pitchFamily="34" charset="0"/>
                  <a:ea typeface="宋体" panose="02010600030101010101" pitchFamily="2" charset="-122"/>
                </a:endParaRPr>
              </a:p>
            </p:txBody>
          </p:sp>
          <p:sp>
            <p:nvSpPr>
              <p:cNvPr id="482366" name="矩形 13410"/>
              <p:cNvSpPr/>
              <p:nvPr/>
            </p:nvSpPr>
            <p:spPr>
              <a:xfrm>
                <a:off x="1731" y="2895"/>
                <a:ext cx="193" cy="232"/>
              </a:xfrm>
              <a:prstGeom prst="rect">
                <a:avLst/>
              </a:prstGeom>
              <a:noFill/>
              <a:ln w="25400">
                <a:noFill/>
              </a:ln>
            </p:spPr>
            <p:txBody>
              <a:bodyPr wrap="square" lIns="91440" tIns="45720" rIns="91440" bIns="45720" anchor="t" anchorCtr="0"/>
              <a:p>
                <a:r>
                  <a:rPr lang="zh-CN" altLang="zh-CN">
                    <a:latin typeface="Calibri" panose="020F0502020204030204" pitchFamily="34" charset="0"/>
                    <a:ea typeface="宋体" panose="02010600030101010101" pitchFamily="2" charset="-122"/>
                  </a:rPr>
                  <a:t>1</a:t>
                </a:r>
                <a:endParaRPr lang="zh-CN" altLang="zh-CN">
                  <a:latin typeface="Calibri" panose="020F0502020204030204" pitchFamily="34" charset="0"/>
                  <a:ea typeface="宋体" panose="02010600030101010101" pitchFamily="2" charset="-122"/>
                </a:endParaRPr>
              </a:p>
            </p:txBody>
          </p:sp>
          <p:sp>
            <p:nvSpPr>
              <p:cNvPr id="482367" name="矩形 13411"/>
              <p:cNvSpPr/>
              <p:nvPr/>
            </p:nvSpPr>
            <p:spPr>
              <a:xfrm>
                <a:off x="2316"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482368" name="矩形 13412"/>
              <p:cNvSpPr/>
              <p:nvPr/>
            </p:nvSpPr>
            <p:spPr>
              <a:xfrm>
                <a:off x="2902"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482369" name="矩形 13413"/>
              <p:cNvSpPr/>
              <p:nvPr/>
            </p:nvSpPr>
            <p:spPr>
              <a:xfrm>
                <a:off x="3487"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4</a:t>
                </a:r>
                <a:endParaRPr lang="zh-CN" altLang="zh-CN">
                  <a:latin typeface="Calibri" panose="020F0502020204030204" pitchFamily="34" charset="0"/>
                  <a:ea typeface="宋体" panose="02010600030101010101" pitchFamily="2" charset="-122"/>
                </a:endParaRPr>
              </a:p>
            </p:txBody>
          </p:sp>
          <p:sp>
            <p:nvSpPr>
              <p:cNvPr id="482370" name="矩形 13414"/>
              <p:cNvSpPr/>
              <p:nvPr/>
            </p:nvSpPr>
            <p:spPr>
              <a:xfrm>
                <a:off x="4073"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5</a:t>
                </a:r>
                <a:endParaRPr lang="zh-CN" altLang="zh-CN">
                  <a:latin typeface="Calibri" panose="020F0502020204030204" pitchFamily="34" charset="0"/>
                  <a:ea typeface="宋体" panose="02010600030101010101" pitchFamily="2" charset="-122"/>
                </a:endParaRPr>
              </a:p>
            </p:txBody>
          </p:sp>
          <p:sp>
            <p:nvSpPr>
              <p:cNvPr id="482371" name="矩形 13415"/>
              <p:cNvSpPr/>
              <p:nvPr/>
            </p:nvSpPr>
            <p:spPr>
              <a:xfrm>
                <a:off x="4659"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grpSp>
        <p:sp>
          <p:nvSpPr>
            <p:cNvPr id="482372" name="云形标注 13416"/>
            <p:cNvSpPr/>
            <p:nvPr/>
          </p:nvSpPr>
          <p:spPr>
            <a:xfrm>
              <a:off x="2761" y="948"/>
              <a:ext cx="2610" cy="356"/>
            </a:xfrm>
            <a:prstGeom prst="cloudCallout">
              <a:avLst>
                <a:gd name="adj1" fmla="val -37602"/>
                <a:gd name="adj2" fmla="val 114551"/>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微软雅黑 Light" panose="020B0502040204020203" charset="-122"/>
                  <a:ea typeface="微软雅黑 Light" panose="020B0502040204020203" charset="-122"/>
                </a:rPr>
                <a:t>第一维长度省略初始化</a:t>
              </a:r>
              <a:endParaRPr lang="zh-CN" altLang="zh-CN">
                <a:latin typeface="微软雅黑 Light" panose="020B0502040204020203" charset="-122"/>
                <a:ea typeface="微软雅黑 Light" panose="020B0502040204020203" charset="-122"/>
              </a:endParaRPr>
            </a:p>
          </p:txBody>
        </p:sp>
      </p:grpSp>
      <p:grpSp>
        <p:nvGrpSpPr>
          <p:cNvPr id="13421" name="组合 13420"/>
          <p:cNvGrpSpPr/>
          <p:nvPr/>
        </p:nvGrpSpPr>
        <p:grpSpPr>
          <a:xfrm>
            <a:off x="1876425" y="2344738"/>
            <a:ext cx="7677150" cy="3352800"/>
            <a:chOff x="623" y="864"/>
            <a:chExt cx="4836" cy="2112"/>
          </a:xfrm>
        </p:grpSpPr>
        <p:grpSp>
          <p:nvGrpSpPr>
            <p:cNvPr id="482374" name="组合 13421"/>
            <p:cNvGrpSpPr/>
            <p:nvPr/>
          </p:nvGrpSpPr>
          <p:grpSpPr>
            <a:xfrm>
              <a:off x="623" y="1395"/>
              <a:ext cx="4046" cy="1581"/>
              <a:chOff x="1211" y="2127"/>
              <a:chExt cx="4046" cy="1581"/>
            </a:xfrm>
          </p:grpSpPr>
          <p:sp>
            <p:nvSpPr>
              <p:cNvPr id="482375" name="矩形 13422"/>
              <p:cNvSpPr/>
              <p:nvPr/>
            </p:nvSpPr>
            <p:spPr>
              <a:xfrm>
                <a:off x="1211" y="2127"/>
                <a:ext cx="4046" cy="1581"/>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endParaRPr lang="zh-CN" altLang="zh-CN">
                  <a:latin typeface="Calibri" panose="020F0502020204030204" pitchFamily="34" charset="0"/>
                  <a:ea typeface="宋体" panose="02010600030101010101" pitchFamily="2" charset="-122"/>
                </a:endParaRPr>
              </a:p>
              <a:p>
                <a:r>
                  <a:rPr lang="zh-CN" altLang="zh-CN">
                    <a:latin typeface="Calibri" panose="020F0502020204030204" pitchFamily="34" charset="0"/>
                    <a:ea typeface="宋体" panose="02010600030101010101" pitchFamily="2" charset="-122"/>
                  </a:rPr>
                  <a:t>           例  int a[2][3]={1,2,3,4,5,6};</a:t>
                </a:r>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p:txBody>
          </p:sp>
          <p:sp>
            <p:nvSpPr>
              <p:cNvPr id="482376" name="矩形 13423"/>
              <p:cNvSpPr/>
              <p:nvPr/>
            </p:nvSpPr>
            <p:spPr>
              <a:xfrm>
                <a:off x="1478" y="2761"/>
                <a:ext cx="3576" cy="334"/>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endParaRPr lang="zh-CN" altLang="zh-CN">
                  <a:latin typeface="Calibri" panose="020F0502020204030204" pitchFamily="34" charset="0"/>
                  <a:ea typeface="宋体" panose="02010600030101010101" pitchFamily="2" charset="-122"/>
                </a:endParaRPr>
              </a:p>
            </p:txBody>
          </p:sp>
          <p:sp>
            <p:nvSpPr>
              <p:cNvPr id="482377" name="直接连接符 13424"/>
              <p:cNvSpPr/>
              <p:nvPr/>
            </p:nvSpPr>
            <p:spPr>
              <a:xfrm>
                <a:off x="2100" y="2748"/>
                <a:ext cx="0" cy="348"/>
              </a:xfrm>
              <a:prstGeom prst="line">
                <a:avLst/>
              </a:prstGeom>
              <a:ln w="25400" cap="flat" cmpd="sng">
                <a:solidFill>
                  <a:schemeClr val="accent1"/>
                </a:solidFill>
                <a:prstDash val="solid"/>
                <a:miter/>
                <a:headEnd type="none" w="med" len="med"/>
                <a:tailEnd type="none" w="med" len="med"/>
              </a:ln>
            </p:spPr>
          </p:sp>
          <p:sp>
            <p:nvSpPr>
              <p:cNvPr id="482378" name="直接连接符 13425"/>
              <p:cNvSpPr/>
              <p:nvPr/>
            </p:nvSpPr>
            <p:spPr>
              <a:xfrm>
                <a:off x="2697" y="2748"/>
                <a:ext cx="0" cy="348"/>
              </a:xfrm>
              <a:prstGeom prst="line">
                <a:avLst/>
              </a:prstGeom>
              <a:ln w="25400" cap="flat" cmpd="sng">
                <a:solidFill>
                  <a:schemeClr val="accent1"/>
                </a:solidFill>
                <a:prstDash val="solid"/>
                <a:miter/>
                <a:headEnd type="none" w="med" len="med"/>
                <a:tailEnd type="none" w="med" len="med"/>
              </a:ln>
            </p:spPr>
          </p:sp>
          <p:sp>
            <p:nvSpPr>
              <p:cNvPr id="482379" name="直接连接符 13426"/>
              <p:cNvSpPr/>
              <p:nvPr/>
            </p:nvSpPr>
            <p:spPr>
              <a:xfrm>
                <a:off x="3294" y="2748"/>
                <a:ext cx="0" cy="348"/>
              </a:xfrm>
              <a:prstGeom prst="line">
                <a:avLst/>
              </a:prstGeom>
              <a:ln w="25400" cap="flat" cmpd="sng">
                <a:solidFill>
                  <a:schemeClr val="accent1"/>
                </a:solidFill>
                <a:prstDash val="solid"/>
                <a:miter/>
                <a:headEnd type="none" w="med" len="med"/>
                <a:tailEnd type="none" w="med" len="med"/>
              </a:ln>
            </p:spPr>
          </p:sp>
          <p:sp>
            <p:nvSpPr>
              <p:cNvPr id="482380" name="直接连接符 13427"/>
              <p:cNvSpPr/>
              <p:nvPr/>
            </p:nvSpPr>
            <p:spPr>
              <a:xfrm>
                <a:off x="3891" y="2748"/>
                <a:ext cx="0" cy="348"/>
              </a:xfrm>
              <a:prstGeom prst="line">
                <a:avLst/>
              </a:prstGeom>
              <a:ln w="25400" cap="flat" cmpd="sng">
                <a:solidFill>
                  <a:schemeClr val="accent1"/>
                </a:solidFill>
                <a:prstDash val="solid"/>
                <a:miter/>
                <a:headEnd type="none" w="med" len="med"/>
                <a:tailEnd type="none" w="med" len="med"/>
              </a:ln>
            </p:spPr>
          </p:sp>
          <p:sp>
            <p:nvSpPr>
              <p:cNvPr id="482381" name="直接连接符 13428"/>
              <p:cNvSpPr/>
              <p:nvPr/>
            </p:nvSpPr>
            <p:spPr>
              <a:xfrm>
                <a:off x="4488" y="2748"/>
                <a:ext cx="0" cy="348"/>
              </a:xfrm>
              <a:prstGeom prst="line">
                <a:avLst/>
              </a:prstGeom>
              <a:ln w="25400" cap="flat" cmpd="sng">
                <a:solidFill>
                  <a:schemeClr val="accent1"/>
                </a:solidFill>
                <a:prstDash val="solid"/>
                <a:miter/>
                <a:headEnd type="none" w="med" len="med"/>
                <a:tailEnd type="none" w="med" len="med"/>
              </a:ln>
            </p:spPr>
          </p:sp>
          <p:sp>
            <p:nvSpPr>
              <p:cNvPr id="482382" name="矩形 13429"/>
              <p:cNvSpPr/>
              <p:nvPr/>
            </p:nvSpPr>
            <p:spPr>
              <a:xfrm>
                <a:off x="1478" y="3102"/>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a[0][0]</a:t>
                </a:r>
                <a:endParaRPr lang="zh-CN" altLang="zh-CN">
                  <a:latin typeface="Calibri" panose="020F0502020204030204" pitchFamily="34" charset="0"/>
                  <a:ea typeface="宋体" panose="02010600030101010101" pitchFamily="2" charset="-122"/>
                </a:endParaRPr>
              </a:p>
            </p:txBody>
          </p:sp>
          <p:sp>
            <p:nvSpPr>
              <p:cNvPr id="482383" name="矩形 13430"/>
              <p:cNvSpPr/>
              <p:nvPr/>
            </p:nvSpPr>
            <p:spPr>
              <a:xfrm>
                <a:off x="2100" y="3102"/>
                <a:ext cx="622"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a[0][1]</a:t>
                </a:r>
                <a:endParaRPr lang="zh-CN" altLang="zh-CN">
                  <a:latin typeface="Calibri" panose="020F0502020204030204" pitchFamily="34" charset="0"/>
                  <a:ea typeface="宋体" panose="02010600030101010101" pitchFamily="2" charset="-122"/>
                </a:endParaRPr>
              </a:p>
            </p:txBody>
          </p:sp>
          <p:sp>
            <p:nvSpPr>
              <p:cNvPr id="482384" name="矩形 13431"/>
              <p:cNvSpPr/>
              <p:nvPr/>
            </p:nvSpPr>
            <p:spPr>
              <a:xfrm>
                <a:off x="2697" y="3102"/>
                <a:ext cx="624"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a[0][2]</a:t>
                </a:r>
                <a:endParaRPr lang="zh-CN" altLang="zh-CN">
                  <a:latin typeface="Calibri" panose="020F0502020204030204" pitchFamily="34" charset="0"/>
                  <a:ea typeface="宋体" panose="02010600030101010101" pitchFamily="2" charset="-122"/>
                </a:endParaRPr>
              </a:p>
            </p:txBody>
          </p:sp>
          <p:sp>
            <p:nvSpPr>
              <p:cNvPr id="482385" name="矩形 13432"/>
              <p:cNvSpPr/>
              <p:nvPr/>
            </p:nvSpPr>
            <p:spPr>
              <a:xfrm>
                <a:off x="3293" y="3102"/>
                <a:ext cx="624"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a[1][0]</a:t>
                </a:r>
                <a:endParaRPr lang="zh-CN" altLang="zh-CN">
                  <a:latin typeface="Calibri" panose="020F0502020204030204" pitchFamily="34" charset="0"/>
                  <a:ea typeface="宋体" panose="02010600030101010101" pitchFamily="2" charset="-122"/>
                </a:endParaRPr>
              </a:p>
            </p:txBody>
          </p:sp>
          <p:sp>
            <p:nvSpPr>
              <p:cNvPr id="482386" name="矩形 13433"/>
              <p:cNvSpPr/>
              <p:nvPr/>
            </p:nvSpPr>
            <p:spPr>
              <a:xfrm>
                <a:off x="3891" y="3102"/>
                <a:ext cx="625"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a[1][1]</a:t>
                </a:r>
                <a:endParaRPr lang="zh-CN" altLang="zh-CN">
                  <a:latin typeface="Calibri" panose="020F0502020204030204" pitchFamily="34" charset="0"/>
                  <a:ea typeface="宋体" panose="02010600030101010101" pitchFamily="2" charset="-122"/>
                </a:endParaRPr>
              </a:p>
            </p:txBody>
          </p:sp>
          <p:sp>
            <p:nvSpPr>
              <p:cNvPr id="482387" name="矩形 13434"/>
              <p:cNvSpPr/>
              <p:nvPr/>
            </p:nvSpPr>
            <p:spPr>
              <a:xfrm>
                <a:off x="4488" y="3102"/>
                <a:ext cx="568"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a[1][2]</a:t>
                </a:r>
                <a:endParaRPr lang="zh-CN" altLang="zh-CN">
                  <a:latin typeface="Calibri" panose="020F0502020204030204" pitchFamily="34" charset="0"/>
                  <a:ea typeface="宋体" panose="02010600030101010101" pitchFamily="2" charset="-122"/>
                </a:endParaRPr>
              </a:p>
            </p:txBody>
          </p:sp>
          <p:sp>
            <p:nvSpPr>
              <p:cNvPr id="482388" name="矩形 13435"/>
              <p:cNvSpPr/>
              <p:nvPr/>
            </p:nvSpPr>
            <p:spPr>
              <a:xfrm>
                <a:off x="1731" y="2817"/>
                <a:ext cx="193" cy="232"/>
              </a:xfrm>
              <a:prstGeom prst="rect">
                <a:avLst/>
              </a:prstGeom>
              <a:noFill/>
              <a:ln w="25400">
                <a:noFill/>
              </a:ln>
            </p:spPr>
            <p:txBody>
              <a:bodyPr wrap="square" lIns="91440" tIns="45720" rIns="91440" bIns="45720" anchor="t" anchorCtr="0"/>
              <a:p>
                <a:r>
                  <a:rPr lang="zh-CN" altLang="zh-CN">
                    <a:latin typeface="Calibri" panose="020F0502020204030204" pitchFamily="34" charset="0"/>
                    <a:ea typeface="宋体" panose="02010600030101010101" pitchFamily="2" charset="-122"/>
                  </a:rPr>
                  <a:t>1</a:t>
                </a:r>
                <a:endParaRPr lang="zh-CN" altLang="zh-CN">
                  <a:latin typeface="Calibri" panose="020F0502020204030204" pitchFamily="34" charset="0"/>
                  <a:ea typeface="宋体" panose="02010600030101010101" pitchFamily="2" charset="-122"/>
                </a:endParaRPr>
              </a:p>
            </p:txBody>
          </p:sp>
          <p:sp>
            <p:nvSpPr>
              <p:cNvPr id="482389" name="矩形 13436"/>
              <p:cNvSpPr/>
              <p:nvPr/>
            </p:nvSpPr>
            <p:spPr>
              <a:xfrm>
                <a:off x="2316" y="2817"/>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2</a:t>
                </a:r>
                <a:endParaRPr lang="zh-CN" altLang="zh-CN">
                  <a:latin typeface="Calibri" panose="020F0502020204030204" pitchFamily="34" charset="0"/>
                  <a:ea typeface="宋体" panose="02010600030101010101" pitchFamily="2" charset="-122"/>
                </a:endParaRPr>
              </a:p>
            </p:txBody>
          </p:sp>
          <p:sp>
            <p:nvSpPr>
              <p:cNvPr id="482390" name="矩形 13437"/>
              <p:cNvSpPr/>
              <p:nvPr/>
            </p:nvSpPr>
            <p:spPr>
              <a:xfrm>
                <a:off x="2902" y="2817"/>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3</a:t>
                </a:r>
                <a:endParaRPr lang="zh-CN" altLang="zh-CN">
                  <a:latin typeface="Calibri" panose="020F0502020204030204" pitchFamily="34" charset="0"/>
                  <a:ea typeface="宋体" panose="02010600030101010101" pitchFamily="2" charset="-122"/>
                </a:endParaRPr>
              </a:p>
            </p:txBody>
          </p:sp>
          <p:sp>
            <p:nvSpPr>
              <p:cNvPr id="482391" name="矩形 13438"/>
              <p:cNvSpPr/>
              <p:nvPr/>
            </p:nvSpPr>
            <p:spPr>
              <a:xfrm>
                <a:off x="3487" y="2817"/>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4</a:t>
                </a:r>
                <a:endParaRPr lang="zh-CN" altLang="zh-CN">
                  <a:latin typeface="Calibri" panose="020F0502020204030204" pitchFamily="34" charset="0"/>
                  <a:ea typeface="宋体" panose="02010600030101010101" pitchFamily="2" charset="-122"/>
                </a:endParaRPr>
              </a:p>
            </p:txBody>
          </p:sp>
          <p:sp>
            <p:nvSpPr>
              <p:cNvPr id="482392" name="矩形 13439"/>
              <p:cNvSpPr/>
              <p:nvPr/>
            </p:nvSpPr>
            <p:spPr>
              <a:xfrm>
                <a:off x="4073" y="2817"/>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5</a:t>
                </a:r>
                <a:endParaRPr lang="zh-CN" altLang="zh-CN">
                  <a:latin typeface="Calibri" panose="020F0502020204030204" pitchFamily="34" charset="0"/>
                  <a:ea typeface="宋体" panose="02010600030101010101" pitchFamily="2" charset="-122"/>
                </a:endParaRPr>
              </a:p>
            </p:txBody>
          </p:sp>
          <p:sp>
            <p:nvSpPr>
              <p:cNvPr id="482393" name="矩形 13440"/>
              <p:cNvSpPr/>
              <p:nvPr/>
            </p:nvSpPr>
            <p:spPr>
              <a:xfrm>
                <a:off x="4659" y="2817"/>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6</a:t>
                </a:r>
                <a:endParaRPr lang="zh-CN" altLang="zh-CN">
                  <a:latin typeface="Calibri" panose="020F0502020204030204" pitchFamily="34" charset="0"/>
                  <a:ea typeface="宋体" panose="02010600030101010101" pitchFamily="2" charset="-122"/>
                </a:endParaRPr>
              </a:p>
            </p:txBody>
          </p:sp>
        </p:grpSp>
        <p:sp>
          <p:nvSpPr>
            <p:cNvPr id="482394" name="云形标注 13441"/>
            <p:cNvSpPr/>
            <p:nvPr/>
          </p:nvSpPr>
          <p:spPr>
            <a:xfrm>
              <a:off x="4074" y="864"/>
              <a:ext cx="1385" cy="356"/>
            </a:xfrm>
            <a:prstGeom prst="cloudCallout">
              <a:avLst>
                <a:gd name="adj1" fmla="val -45523"/>
                <a:gd name="adj2" fmla="val 85977"/>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微软雅黑 Light" panose="020B0502040204020203" charset="-122"/>
                  <a:ea typeface="微软雅黑 Light" panose="020B0502040204020203" charset="-122"/>
                </a:rPr>
                <a:t>全部初始化</a:t>
              </a:r>
              <a:endParaRPr lang="zh-CN" altLang="zh-CN">
                <a:latin typeface="微软雅黑 Light" panose="020B0502040204020203" charset="-122"/>
                <a:ea typeface="微软雅黑 Light" panose="020B0502040204020203" charset="-122"/>
              </a:endParaRPr>
            </a:p>
          </p:txBody>
        </p:sp>
      </p:grpSp>
      <p:grpSp>
        <p:nvGrpSpPr>
          <p:cNvPr id="13443" name="组合 13442"/>
          <p:cNvGrpSpPr/>
          <p:nvPr/>
        </p:nvGrpSpPr>
        <p:grpSpPr>
          <a:xfrm>
            <a:off x="1876425" y="2330450"/>
            <a:ext cx="6423025" cy="3538538"/>
            <a:chOff x="646" y="852"/>
            <a:chExt cx="4046" cy="2229"/>
          </a:xfrm>
        </p:grpSpPr>
        <p:grpSp>
          <p:nvGrpSpPr>
            <p:cNvPr id="482396" name="组合 13443"/>
            <p:cNvGrpSpPr/>
            <p:nvPr/>
          </p:nvGrpSpPr>
          <p:grpSpPr>
            <a:xfrm>
              <a:off x="646" y="1500"/>
              <a:ext cx="4046" cy="1581"/>
              <a:chOff x="1211" y="2283"/>
              <a:chExt cx="4046" cy="1581"/>
            </a:xfrm>
          </p:grpSpPr>
          <p:sp>
            <p:nvSpPr>
              <p:cNvPr id="482397" name="矩形 13444"/>
              <p:cNvSpPr/>
              <p:nvPr/>
            </p:nvSpPr>
            <p:spPr>
              <a:xfrm>
                <a:off x="1211" y="2283"/>
                <a:ext cx="4046" cy="1581"/>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endParaRPr lang="zh-CN" altLang="zh-CN">
                  <a:latin typeface="Calibri" panose="020F0502020204030204" pitchFamily="34" charset="0"/>
                  <a:ea typeface="宋体" panose="02010600030101010101" pitchFamily="2" charset="-122"/>
                </a:endParaRPr>
              </a:p>
              <a:p>
                <a:r>
                  <a:rPr lang="zh-CN" altLang="zh-CN">
                    <a:latin typeface="Calibri" panose="020F0502020204030204" pitchFamily="34" charset="0"/>
                    <a:ea typeface="宋体" panose="02010600030101010101" pitchFamily="2" charset="-122"/>
                  </a:rPr>
                  <a:t>           例   int a[2][3]={1,2,4};</a:t>
                </a:r>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p:txBody>
          </p:sp>
          <p:sp>
            <p:nvSpPr>
              <p:cNvPr id="482398" name="矩形 13445"/>
              <p:cNvSpPr/>
              <p:nvPr/>
            </p:nvSpPr>
            <p:spPr>
              <a:xfrm>
                <a:off x="1476" y="2850"/>
                <a:ext cx="3576" cy="394"/>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endParaRPr lang="zh-CN" altLang="zh-CN">
                  <a:latin typeface="Calibri" panose="020F0502020204030204" pitchFamily="34" charset="0"/>
                  <a:ea typeface="宋体" panose="02010600030101010101" pitchFamily="2" charset="-122"/>
                </a:endParaRPr>
              </a:p>
            </p:txBody>
          </p:sp>
          <p:sp>
            <p:nvSpPr>
              <p:cNvPr id="482399" name="直接连接符 13446"/>
              <p:cNvSpPr/>
              <p:nvPr/>
            </p:nvSpPr>
            <p:spPr>
              <a:xfrm>
                <a:off x="2112" y="2858"/>
                <a:ext cx="0" cy="395"/>
              </a:xfrm>
              <a:prstGeom prst="line">
                <a:avLst/>
              </a:prstGeom>
              <a:ln w="25400" cap="flat" cmpd="sng">
                <a:solidFill>
                  <a:schemeClr val="accent1"/>
                </a:solidFill>
                <a:prstDash val="solid"/>
                <a:miter/>
                <a:headEnd type="none" w="med" len="med"/>
                <a:tailEnd type="none" w="med" len="med"/>
              </a:ln>
            </p:spPr>
          </p:sp>
          <p:sp>
            <p:nvSpPr>
              <p:cNvPr id="482400" name="直接连接符 13447"/>
              <p:cNvSpPr/>
              <p:nvPr/>
            </p:nvSpPr>
            <p:spPr>
              <a:xfrm>
                <a:off x="2706" y="2844"/>
                <a:ext cx="0" cy="395"/>
              </a:xfrm>
              <a:prstGeom prst="line">
                <a:avLst/>
              </a:prstGeom>
              <a:ln w="25400" cap="flat" cmpd="sng">
                <a:solidFill>
                  <a:schemeClr val="accent1"/>
                </a:solidFill>
                <a:prstDash val="solid"/>
                <a:miter/>
                <a:headEnd type="none" w="med" len="med"/>
                <a:tailEnd type="none" w="med" len="med"/>
              </a:ln>
            </p:spPr>
          </p:sp>
          <p:sp>
            <p:nvSpPr>
              <p:cNvPr id="482401" name="直接连接符 13448"/>
              <p:cNvSpPr/>
              <p:nvPr/>
            </p:nvSpPr>
            <p:spPr>
              <a:xfrm>
                <a:off x="3300" y="2844"/>
                <a:ext cx="0" cy="395"/>
              </a:xfrm>
              <a:prstGeom prst="line">
                <a:avLst/>
              </a:prstGeom>
              <a:ln w="25400" cap="flat" cmpd="sng">
                <a:solidFill>
                  <a:schemeClr val="accent1"/>
                </a:solidFill>
                <a:prstDash val="solid"/>
                <a:miter/>
                <a:headEnd type="none" w="med" len="med"/>
                <a:tailEnd type="none" w="med" len="med"/>
              </a:ln>
            </p:spPr>
          </p:sp>
          <p:sp>
            <p:nvSpPr>
              <p:cNvPr id="482402" name="直接连接符 13449"/>
              <p:cNvSpPr/>
              <p:nvPr/>
            </p:nvSpPr>
            <p:spPr>
              <a:xfrm>
                <a:off x="3894" y="2844"/>
                <a:ext cx="0" cy="395"/>
              </a:xfrm>
              <a:prstGeom prst="line">
                <a:avLst/>
              </a:prstGeom>
              <a:ln w="25400" cap="flat" cmpd="sng">
                <a:solidFill>
                  <a:schemeClr val="accent1"/>
                </a:solidFill>
                <a:prstDash val="solid"/>
                <a:miter/>
                <a:headEnd type="none" w="med" len="med"/>
                <a:tailEnd type="none" w="med" len="med"/>
              </a:ln>
            </p:spPr>
          </p:sp>
          <p:sp>
            <p:nvSpPr>
              <p:cNvPr id="482403" name="直接连接符 13450"/>
              <p:cNvSpPr/>
              <p:nvPr/>
            </p:nvSpPr>
            <p:spPr>
              <a:xfrm>
                <a:off x="4488" y="2844"/>
                <a:ext cx="0" cy="395"/>
              </a:xfrm>
              <a:prstGeom prst="line">
                <a:avLst/>
              </a:prstGeom>
              <a:ln w="25400" cap="flat" cmpd="sng">
                <a:solidFill>
                  <a:schemeClr val="accent1"/>
                </a:solidFill>
                <a:prstDash val="solid"/>
                <a:miter/>
                <a:headEnd type="none" w="med" len="med"/>
                <a:tailEnd type="none" w="med" len="med"/>
              </a:ln>
            </p:spPr>
          </p:sp>
          <p:sp>
            <p:nvSpPr>
              <p:cNvPr id="482404" name="矩形 13451"/>
              <p:cNvSpPr/>
              <p:nvPr/>
            </p:nvSpPr>
            <p:spPr>
              <a:xfrm>
                <a:off x="1478" y="3219"/>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a[0][0]</a:t>
                </a:r>
                <a:endParaRPr lang="zh-CN" altLang="zh-CN">
                  <a:latin typeface="Calibri" panose="020F0502020204030204" pitchFamily="34" charset="0"/>
                  <a:ea typeface="宋体" panose="02010600030101010101" pitchFamily="2" charset="-122"/>
                </a:endParaRPr>
              </a:p>
            </p:txBody>
          </p:sp>
          <p:sp>
            <p:nvSpPr>
              <p:cNvPr id="482405" name="矩形 13452"/>
              <p:cNvSpPr/>
              <p:nvPr/>
            </p:nvSpPr>
            <p:spPr>
              <a:xfrm>
                <a:off x="2113" y="3219"/>
                <a:ext cx="611"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a[0][1]</a:t>
                </a:r>
                <a:endParaRPr lang="zh-CN" altLang="zh-CN">
                  <a:latin typeface="Calibri" panose="020F0502020204030204" pitchFamily="34" charset="0"/>
                  <a:ea typeface="宋体" panose="02010600030101010101" pitchFamily="2" charset="-122"/>
                </a:endParaRPr>
              </a:p>
            </p:txBody>
          </p:sp>
          <p:sp>
            <p:nvSpPr>
              <p:cNvPr id="482406" name="矩形 13453"/>
              <p:cNvSpPr/>
              <p:nvPr/>
            </p:nvSpPr>
            <p:spPr>
              <a:xfrm>
                <a:off x="2709" y="3219"/>
                <a:ext cx="593"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a[0][2]</a:t>
                </a:r>
                <a:endParaRPr lang="zh-CN" altLang="zh-CN">
                  <a:latin typeface="Calibri" panose="020F0502020204030204" pitchFamily="34" charset="0"/>
                  <a:ea typeface="宋体" panose="02010600030101010101" pitchFamily="2" charset="-122"/>
                </a:endParaRPr>
              </a:p>
            </p:txBody>
          </p:sp>
          <p:sp>
            <p:nvSpPr>
              <p:cNvPr id="482407" name="矩形 13454"/>
              <p:cNvSpPr/>
              <p:nvPr/>
            </p:nvSpPr>
            <p:spPr>
              <a:xfrm>
                <a:off x="3300" y="3219"/>
                <a:ext cx="618"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a[1][0]</a:t>
                </a:r>
                <a:endParaRPr lang="zh-CN" altLang="zh-CN">
                  <a:latin typeface="Calibri" panose="020F0502020204030204" pitchFamily="34" charset="0"/>
                  <a:ea typeface="宋体" panose="02010600030101010101" pitchFamily="2" charset="-122"/>
                </a:endParaRPr>
              </a:p>
            </p:txBody>
          </p:sp>
          <p:sp>
            <p:nvSpPr>
              <p:cNvPr id="482408" name="矩形 13455"/>
              <p:cNvSpPr/>
              <p:nvPr/>
            </p:nvSpPr>
            <p:spPr>
              <a:xfrm>
                <a:off x="3894" y="3219"/>
                <a:ext cx="622"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a[1][1]</a:t>
                </a:r>
                <a:endParaRPr lang="zh-CN" altLang="zh-CN">
                  <a:latin typeface="Calibri" panose="020F0502020204030204" pitchFamily="34" charset="0"/>
                  <a:ea typeface="宋体" panose="02010600030101010101" pitchFamily="2" charset="-122"/>
                </a:endParaRPr>
              </a:p>
            </p:txBody>
          </p:sp>
          <p:sp>
            <p:nvSpPr>
              <p:cNvPr id="482409" name="矩形 13456"/>
              <p:cNvSpPr/>
              <p:nvPr/>
            </p:nvSpPr>
            <p:spPr>
              <a:xfrm>
                <a:off x="4488" y="3219"/>
                <a:ext cx="564"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a[1][2]</a:t>
                </a:r>
                <a:endParaRPr lang="zh-CN" altLang="zh-CN">
                  <a:latin typeface="Calibri" panose="020F0502020204030204" pitchFamily="34" charset="0"/>
                  <a:ea typeface="宋体" panose="02010600030101010101" pitchFamily="2" charset="-122"/>
                </a:endParaRPr>
              </a:p>
            </p:txBody>
          </p:sp>
          <p:sp>
            <p:nvSpPr>
              <p:cNvPr id="482410" name="矩形 13457"/>
              <p:cNvSpPr/>
              <p:nvPr/>
            </p:nvSpPr>
            <p:spPr>
              <a:xfrm>
                <a:off x="1731" y="2895"/>
                <a:ext cx="193" cy="232"/>
              </a:xfrm>
              <a:prstGeom prst="rect">
                <a:avLst/>
              </a:prstGeom>
              <a:noFill/>
              <a:ln w="25400">
                <a:noFill/>
              </a:ln>
            </p:spPr>
            <p:txBody>
              <a:bodyPr wrap="square" lIns="91440" tIns="45720" rIns="91440" bIns="45720" anchor="t" anchorCtr="0"/>
              <a:p>
                <a:r>
                  <a:rPr lang="zh-CN" altLang="zh-CN">
                    <a:latin typeface="Calibri" panose="020F0502020204030204" pitchFamily="34" charset="0"/>
                    <a:ea typeface="宋体" panose="02010600030101010101" pitchFamily="2" charset="-122"/>
                  </a:rPr>
                  <a:t>1</a:t>
                </a:r>
                <a:endParaRPr lang="zh-CN" altLang="zh-CN">
                  <a:latin typeface="Calibri" panose="020F0502020204030204" pitchFamily="34" charset="0"/>
                  <a:ea typeface="宋体" panose="02010600030101010101" pitchFamily="2" charset="-122"/>
                </a:endParaRPr>
              </a:p>
            </p:txBody>
          </p:sp>
          <p:sp>
            <p:nvSpPr>
              <p:cNvPr id="482411" name="矩形 13458"/>
              <p:cNvSpPr/>
              <p:nvPr/>
            </p:nvSpPr>
            <p:spPr>
              <a:xfrm>
                <a:off x="2316"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2</a:t>
                </a:r>
                <a:endParaRPr lang="zh-CN" altLang="zh-CN">
                  <a:latin typeface="Calibri" panose="020F0502020204030204" pitchFamily="34" charset="0"/>
                  <a:ea typeface="宋体" panose="02010600030101010101" pitchFamily="2" charset="-122"/>
                </a:endParaRPr>
              </a:p>
            </p:txBody>
          </p:sp>
          <p:sp>
            <p:nvSpPr>
              <p:cNvPr id="482412" name="矩形 13459"/>
              <p:cNvSpPr/>
              <p:nvPr/>
            </p:nvSpPr>
            <p:spPr>
              <a:xfrm>
                <a:off x="2902"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4</a:t>
                </a:r>
                <a:endParaRPr lang="zh-CN" altLang="zh-CN">
                  <a:latin typeface="Calibri" panose="020F0502020204030204" pitchFamily="34" charset="0"/>
                  <a:ea typeface="宋体" panose="02010600030101010101" pitchFamily="2" charset="-122"/>
                </a:endParaRPr>
              </a:p>
            </p:txBody>
          </p:sp>
          <p:sp>
            <p:nvSpPr>
              <p:cNvPr id="482413" name="矩形 13460"/>
              <p:cNvSpPr/>
              <p:nvPr/>
            </p:nvSpPr>
            <p:spPr>
              <a:xfrm>
                <a:off x="3487"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482414" name="矩形 13461"/>
              <p:cNvSpPr/>
              <p:nvPr/>
            </p:nvSpPr>
            <p:spPr>
              <a:xfrm>
                <a:off x="4073"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482415" name="矩形 13462"/>
              <p:cNvSpPr/>
              <p:nvPr/>
            </p:nvSpPr>
            <p:spPr>
              <a:xfrm>
                <a:off x="4659"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grpSp>
        <p:sp>
          <p:nvSpPr>
            <p:cNvPr id="482416" name="云形标注 13463"/>
            <p:cNvSpPr/>
            <p:nvPr/>
          </p:nvSpPr>
          <p:spPr>
            <a:xfrm>
              <a:off x="3234" y="852"/>
              <a:ext cx="1385" cy="356"/>
            </a:xfrm>
            <a:prstGeom prst="cloudCallout">
              <a:avLst>
                <a:gd name="adj1" fmla="val -37602"/>
                <a:gd name="adj2" fmla="val 114551"/>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微软雅黑 Light" panose="020B0502040204020203" charset="-122"/>
                  <a:ea typeface="微软雅黑 Light" panose="020B0502040204020203" charset="-122"/>
                </a:rPr>
                <a:t>部分初始化</a:t>
              </a:r>
              <a:endParaRPr lang="zh-CN" altLang="zh-CN">
                <a:latin typeface="微软雅黑 Light" panose="020B0502040204020203" charset="-122"/>
                <a:ea typeface="微软雅黑 Light" panose="020B0502040204020203" charset="-122"/>
              </a:endParaRPr>
            </a:p>
          </p:txBody>
        </p:sp>
      </p:grpSp>
      <p:grpSp>
        <p:nvGrpSpPr>
          <p:cNvPr id="13465" name="组合 13464"/>
          <p:cNvGrpSpPr/>
          <p:nvPr/>
        </p:nvGrpSpPr>
        <p:grpSpPr>
          <a:xfrm>
            <a:off x="1843088" y="2190750"/>
            <a:ext cx="7537450" cy="3765550"/>
            <a:chOff x="623" y="948"/>
            <a:chExt cx="4748" cy="2372"/>
          </a:xfrm>
        </p:grpSpPr>
        <p:grpSp>
          <p:nvGrpSpPr>
            <p:cNvPr id="482418" name="组合 13465"/>
            <p:cNvGrpSpPr/>
            <p:nvPr/>
          </p:nvGrpSpPr>
          <p:grpSpPr>
            <a:xfrm>
              <a:off x="623" y="1739"/>
              <a:ext cx="4046" cy="1581"/>
              <a:chOff x="1200" y="2306"/>
              <a:chExt cx="4046" cy="1581"/>
            </a:xfrm>
          </p:grpSpPr>
          <p:sp>
            <p:nvSpPr>
              <p:cNvPr id="482419" name="矩形 13466"/>
              <p:cNvSpPr/>
              <p:nvPr/>
            </p:nvSpPr>
            <p:spPr>
              <a:xfrm>
                <a:off x="1200" y="2306"/>
                <a:ext cx="4046" cy="1581"/>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endParaRPr lang="zh-CN" altLang="zh-CN">
                  <a:latin typeface="Calibri" panose="020F0502020204030204" pitchFamily="34" charset="0"/>
                  <a:ea typeface="宋体" panose="02010600030101010101" pitchFamily="2" charset="-122"/>
                </a:endParaRPr>
              </a:p>
              <a:p>
                <a:r>
                  <a:rPr lang="zh-CN" altLang="zh-CN">
                    <a:latin typeface="Calibri" panose="020F0502020204030204" pitchFamily="34" charset="0"/>
                    <a:ea typeface="宋体" panose="02010600030101010101" pitchFamily="2" charset="-122"/>
                  </a:rPr>
                  <a:t>           例   int a[][3]={1,2,3,4,5};</a:t>
                </a:r>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a:p>
                <a:endParaRPr lang="zh-CN" altLang="zh-CN">
                  <a:latin typeface="Calibri" panose="020F0502020204030204" pitchFamily="34" charset="0"/>
                  <a:ea typeface="宋体" panose="02010600030101010101" pitchFamily="2" charset="-122"/>
                </a:endParaRPr>
              </a:p>
            </p:txBody>
          </p:sp>
          <p:sp>
            <p:nvSpPr>
              <p:cNvPr id="482420" name="矩形 13467"/>
              <p:cNvSpPr/>
              <p:nvPr/>
            </p:nvSpPr>
            <p:spPr>
              <a:xfrm>
                <a:off x="1476" y="2850"/>
                <a:ext cx="3576" cy="394"/>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endParaRPr lang="zh-CN" altLang="zh-CN">
                  <a:latin typeface="Calibri" panose="020F0502020204030204" pitchFamily="34" charset="0"/>
                  <a:ea typeface="宋体" panose="02010600030101010101" pitchFamily="2" charset="-122"/>
                </a:endParaRPr>
              </a:p>
            </p:txBody>
          </p:sp>
          <p:sp>
            <p:nvSpPr>
              <p:cNvPr id="482421" name="直接连接符 13468"/>
              <p:cNvSpPr/>
              <p:nvPr/>
            </p:nvSpPr>
            <p:spPr>
              <a:xfrm>
                <a:off x="2112" y="2858"/>
                <a:ext cx="0" cy="395"/>
              </a:xfrm>
              <a:prstGeom prst="line">
                <a:avLst/>
              </a:prstGeom>
              <a:ln w="25400" cap="flat" cmpd="sng">
                <a:solidFill>
                  <a:schemeClr val="accent1"/>
                </a:solidFill>
                <a:prstDash val="solid"/>
                <a:miter/>
                <a:headEnd type="none" w="med" len="med"/>
                <a:tailEnd type="none" w="med" len="med"/>
              </a:ln>
            </p:spPr>
          </p:sp>
          <p:sp>
            <p:nvSpPr>
              <p:cNvPr id="482422" name="直接连接符 13469"/>
              <p:cNvSpPr/>
              <p:nvPr/>
            </p:nvSpPr>
            <p:spPr>
              <a:xfrm>
                <a:off x="2706" y="2844"/>
                <a:ext cx="0" cy="395"/>
              </a:xfrm>
              <a:prstGeom prst="line">
                <a:avLst/>
              </a:prstGeom>
              <a:ln w="25400" cap="flat" cmpd="sng">
                <a:solidFill>
                  <a:schemeClr val="accent1"/>
                </a:solidFill>
                <a:prstDash val="solid"/>
                <a:miter/>
                <a:headEnd type="none" w="med" len="med"/>
                <a:tailEnd type="none" w="med" len="med"/>
              </a:ln>
            </p:spPr>
          </p:sp>
          <p:sp>
            <p:nvSpPr>
              <p:cNvPr id="482423" name="直接连接符 13470"/>
              <p:cNvSpPr/>
              <p:nvPr/>
            </p:nvSpPr>
            <p:spPr>
              <a:xfrm>
                <a:off x="3300" y="2844"/>
                <a:ext cx="0" cy="395"/>
              </a:xfrm>
              <a:prstGeom prst="line">
                <a:avLst/>
              </a:prstGeom>
              <a:ln w="25400" cap="flat" cmpd="sng">
                <a:solidFill>
                  <a:schemeClr val="accent1"/>
                </a:solidFill>
                <a:prstDash val="solid"/>
                <a:miter/>
                <a:headEnd type="none" w="med" len="med"/>
                <a:tailEnd type="none" w="med" len="med"/>
              </a:ln>
            </p:spPr>
          </p:sp>
          <p:sp>
            <p:nvSpPr>
              <p:cNvPr id="482424" name="直接连接符 13471"/>
              <p:cNvSpPr/>
              <p:nvPr/>
            </p:nvSpPr>
            <p:spPr>
              <a:xfrm>
                <a:off x="3894" y="2844"/>
                <a:ext cx="0" cy="395"/>
              </a:xfrm>
              <a:prstGeom prst="line">
                <a:avLst/>
              </a:prstGeom>
              <a:ln w="25400" cap="flat" cmpd="sng">
                <a:solidFill>
                  <a:schemeClr val="accent1"/>
                </a:solidFill>
                <a:prstDash val="solid"/>
                <a:miter/>
                <a:headEnd type="none" w="med" len="med"/>
                <a:tailEnd type="none" w="med" len="med"/>
              </a:ln>
            </p:spPr>
          </p:sp>
          <p:sp>
            <p:nvSpPr>
              <p:cNvPr id="482425" name="直接连接符 13472"/>
              <p:cNvSpPr/>
              <p:nvPr/>
            </p:nvSpPr>
            <p:spPr>
              <a:xfrm>
                <a:off x="4488" y="2844"/>
                <a:ext cx="0" cy="395"/>
              </a:xfrm>
              <a:prstGeom prst="line">
                <a:avLst/>
              </a:prstGeom>
              <a:ln w="25400" cap="flat" cmpd="sng">
                <a:solidFill>
                  <a:schemeClr val="accent1"/>
                </a:solidFill>
                <a:prstDash val="solid"/>
                <a:miter/>
                <a:headEnd type="none" w="med" len="med"/>
                <a:tailEnd type="none" w="med" len="med"/>
              </a:ln>
            </p:spPr>
          </p:sp>
          <p:sp>
            <p:nvSpPr>
              <p:cNvPr id="482426" name="矩形 13473"/>
              <p:cNvSpPr/>
              <p:nvPr/>
            </p:nvSpPr>
            <p:spPr>
              <a:xfrm>
                <a:off x="1478" y="3219"/>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a[0][0]</a:t>
                </a:r>
                <a:endParaRPr lang="zh-CN" altLang="zh-CN">
                  <a:latin typeface="Calibri" panose="020F0502020204030204" pitchFamily="34" charset="0"/>
                  <a:ea typeface="宋体" panose="02010600030101010101" pitchFamily="2" charset="-122"/>
                </a:endParaRPr>
              </a:p>
            </p:txBody>
          </p:sp>
          <p:sp>
            <p:nvSpPr>
              <p:cNvPr id="482427" name="矩形 13474"/>
              <p:cNvSpPr/>
              <p:nvPr/>
            </p:nvSpPr>
            <p:spPr>
              <a:xfrm>
                <a:off x="2112" y="3219"/>
                <a:ext cx="611"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a[0][1]</a:t>
                </a:r>
                <a:endParaRPr lang="zh-CN" altLang="zh-CN">
                  <a:latin typeface="Calibri" panose="020F0502020204030204" pitchFamily="34" charset="0"/>
                  <a:ea typeface="宋体" panose="02010600030101010101" pitchFamily="2" charset="-122"/>
                </a:endParaRPr>
              </a:p>
            </p:txBody>
          </p:sp>
          <p:sp>
            <p:nvSpPr>
              <p:cNvPr id="482428" name="矩形 13475"/>
              <p:cNvSpPr/>
              <p:nvPr/>
            </p:nvSpPr>
            <p:spPr>
              <a:xfrm>
                <a:off x="2706" y="3219"/>
                <a:ext cx="616"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a[0][2]</a:t>
                </a:r>
                <a:endParaRPr lang="zh-CN" altLang="zh-CN">
                  <a:latin typeface="Calibri" panose="020F0502020204030204" pitchFamily="34" charset="0"/>
                  <a:ea typeface="宋体" panose="02010600030101010101" pitchFamily="2" charset="-122"/>
                </a:endParaRPr>
              </a:p>
            </p:txBody>
          </p:sp>
          <p:sp>
            <p:nvSpPr>
              <p:cNvPr id="482429" name="矩形 13476"/>
              <p:cNvSpPr/>
              <p:nvPr/>
            </p:nvSpPr>
            <p:spPr>
              <a:xfrm>
                <a:off x="3300" y="3219"/>
                <a:ext cx="618"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a[1][0]</a:t>
                </a:r>
                <a:endParaRPr lang="zh-CN" altLang="zh-CN">
                  <a:latin typeface="Calibri" panose="020F0502020204030204" pitchFamily="34" charset="0"/>
                  <a:ea typeface="宋体" panose="02010600030101010101" pitchFamily="2" charset="-122"/>
                </a:endParaRPr>
              </a:p>
            </p:txBody>
          </p:sp>
          <p:sp>
            <p:nvSpPr>
              <p:cNvPr id="482430" name="矩形 13477"/>
              <p:cNvSpPr/>
              <p:nvPr/>
            </p:nvSpPr>
            <p:spPr>
              <a:xfrm>
                <a:off x="3894" y="3219"/>
                <a:ext cx="622"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a[1][1]</a:t>
                </a:r>
                <a:endParaRPr lang="zh-CN" altLang="zh-CN">
                  <a:latin typeface="Calibri" panose="020F0502020204030204" pitchFamily="34" charset="0"/>
                  <a:ea typeface="宋体" panose="02010600030101010101" pitchFamily="2" charset="-122"/>
                </a:endParaRPr>
              </a:p>
            </p:txBody>
          </p:sp>
          <p:sp>
            <p:nvSpPr>
              <p:cNvPr id="482431" name="矩形 13478"/>
              <p:cNvSpPr/>
              <p:nvPr/>
            </p:nvSpPr>
            <p:spPr>
              <a:xfrm>
                <a:off x="4490" y="3219"/>
                <a:ext cx="562"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Calibri" panose="020F0502020204030204" pitchFamily="34" charset="0"/>
                    <a:ea typeface="宋体" panose="02010600030101010101" pitchFamily="2" charset="-122"/>
                  </a:rPr>
                  <a:t>a[1][2]</a:t>
                </a:r>
                <a:endParaRPr lang="zh-CN" altLang="zh-CN">
                  <a:latin typeface="Calibri" panose="020F0502020204030204" pitchFamily="34" charset="0"/>
                  <a:ea typeface="宋体" panose="02010600030101010101" pitchFamily="2" charset="-122"/>
                </a:endParaRPr>
              </a:p>
            </p:txBody>
          </p:sp>
          <p:sp>
            <p:nvSpPr>
              <p:cNvPr id="482432" name="矩形 13479"/>
              <p:cNvSpPr/>
              <p:nvPr/>
            </p:nvSpPr>
            <p:spPr>
              <a:xfrm>
                <a:off x="1731" y="2895"/>
                <a:ext cx="193" cy="232"/>
              </a:xfrm>
              <a:prstGeom prst="rect">
                <a:avLst/>
              </a:prstGeom>
              <a:noFill/>
              <a:ln w="25400">
                <a:noFill/>
              </a:ln>
            </p:spPr>
            <p:txBody>
              <a:bodyPr wrap="square" lIns="91440" tIns="45720" rIns="91440" bIns="45720" anchor="t" anchorCtr="0"/>
              <a:p>
                <a:r>
                  <a:rPr lang="zh-CN" altLang="zh-CN">
                    <a:latin typeface="Calibri" panose="020F0502020204030204" pitchFamily="34" charset="0"/>
                    <a:ea typeface="宋体" panose="02010600030101010101" pitchFamily="2" charset="-122"/>
                  </a:rPr>
                  <a:t>1</a:t>
                </a:r>
                <a:endParaRPr lang="zh-CN" altLang="zh-CN">
                  <a:latin typeface="Calibri" panose="020F0502020204030204" pitchFamily="34" charset="0"/>
                  <a:ea typeface="宋体" panose="02010600030101010101" pitchFamily="2" charset="-122"/>
                </a:endParaRPr>
              </a:p>
            </p:txBody>
          </p:sp>
          <p:sp>
            <p:nvSpPr>
              <p:cNvPr id="482433" name="矩形 13480"/>
              <p:cNvSpPr/>
              <p:nvPr/>
            </p:nvSpPr>
            <p:spPr>
              <a:xfrm>
                <a:off x="2316"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2</a:t>
                </a:r>
                <a:endParaRPr lang="zh-CN" altLang="zh-CN">
                  <a:latin typeface="Calibri" panose="020F0502020204030204" pitchFamily="34" charset="0"/>
                  <a:ea typeface="宋体" panose="02010600030101010101" pitchFamily="2" charset="-122"/>
                </a:endParaRPr>
              </a:p>
            </p:txBody>
          </p:sp>
          <p:sp>
            <p:nvSpPr>
              <p:cNvPr id="482434" name="矩形 13481"/>
              <p:cNvSpPr/>
              <p:nvPr/>
            </p:nvSpPr>
            <p:spPr>
              <a:xfrm>
                <a:off x="2902"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3</a:t>
                </a:r>
                <a:endParaRPr lang="zh-CN" altLang="zh-CN">
                  <a:latin typeface="Calibri" panose="020F0502020204030204" pitchFamily="34" charset="0"/>
                  <a:ea typeface="宋体" panose="02010600030101010101" pitchFamily="2" charset="-122"/>
                </a:endParaRPr>
              </a:p>
            </p:txBody>
          </p:sp>
          <p:sp>
            <p:nvSpPr>
              <p:cNvPr id="482435" name="矩形 13482"/>
              <p:cNvSpPr/>
              <p:nvPr/>
            </p:nvSpPr>
            <p:spPr>
              <a:xfrm>
                <a:off x="3487"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4</a:t>
                </a:r>
                <a:endParaRPr lang="zh-CN" altLang="zh-CN">
                  <a:latin typeface="Calibri" panose="020F0502020204030204" pitchFamily="34" charset="0"/>
                  <a:ea typeface="宋体" panose="02010600030101010101" pitchFamily="2" charset="-122"/>
                </a:endParaRPr>
              </a:p>
            </p:txBody>
          </p:sp>
          <p:sp>
            <p:nvSpPr>
              <p:cNvPr id="482436" name="矩形 13483"/>
              <p:cNvSpPr/>
              <p:nvPr/>
            </p:nvSpPr>
            <p:spPr>
              <a:xfrm>
                <a:off x="4073"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5</a:t>
                </a:r>
                <a:endParaRPr lang="zh-CN" altLang="zh-CN">
                  <a:latin typeface="Calibri" panose="020F0502020204030204" pitchFamily="34" charset="0"/>
                  <a:ea typeface="宋体" panose="02010600030101010101" pitchFamily="2" charset="-122"/>
                </a:endParaRPr>
              </a:p>
            </p:txBody>
          </p:sp>
          <p:sp>
            <p:nvSpPr>
              <p:cNvPr id="482437" name="矩形 13484"/>
              <p:cNvSpPr/>
              <p:nvPr/>
            </p:nvSpPr>
            <p:spPr>
              <a:xfrm>
                <a:off x="4659" y="2895"/>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grpSp>
        <p:sp>
          <p:nvSpPr>
            <p:cNvPr id="482438" name="云形标注 13485"/>
            <p:cNvSpPr/>
            <p:nvPr/>
          </p:nvSpPr>
          <p:spPr>
            <a:xfrm>
              <a:off x="2761" y="948"/>
              <a:ext cx="2610" cy="356"/>
            </a:xfrm>
            <a:prstGeom prst="cloudCallout">
              <a:avLst>
                <a:gd name="adj1" fmla="val -37602"/>
                <a:gd name="adj2" fmla="val 114551"/>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r>
                <a:rPr lang="zh-CN" altLang="zh-CN">
                  <a:latin typeface="微软雅黑 Light" panose="020B0502040204020203" charset="-122"/>
                  <a:ea typeface="微软雅黑 Light" panose="020B0502040204020203" charset="-122"/>
                </a:rPr>
                <a:t>第一维长度省略初始化</a:t>
              </a:r>
              <a:endParaRPr lang="zh-CN" altLang="zh-CN">
                <a:latin typeface="微软雅黑 Light" panose="020B0502040204020203" charset="-122"/>
                <a:ea typeface="微软雅黑 Light" panose="020B0502040204020203" charset="-122"/>
              </a:endParaRPr>
            </a:p>
          </p:txBody>
        </p:sp>
      </p:grpSp>
      <p:sp>
        <p:nvSpPr>
          <p:cNvPr id="482439" name="标题 13490"/>
          <p:cNvSpPr>
            <a:spLocks noGrp="1"/>
          </p:cNvSpPr>
          <p:nvPr>
            <p:ph type="title" idx="4294967295"/>
          </p:nvPr>
        </p:nvSpPr>
        <p:spPr>
          <a:xfrm>
            <a:off x="1609725" y="336550"/>
            <a:ext cx="8001000" cy="882650"/>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3</a:t>
            </a:r>
            <a:r>
              <a:rPr lang="zh-CN" altLang="en-US" sz="2400" dirty="0">
                <a:latin typeface="微软雅黑 Light" panose="020B0502040204020203" charset="-122"/>
                <a:ea typeface="微软雅黑 Light" panose="020B0502040204020203" charset="-122"/>
              </a:rPr>
              <a:t>）二维数组元素的引用</a:t>
            </a:r>
            <a:endParaRPr lang="zh-CN" altLang="en-US" sz="2400" dirty="0">
              <a:latin typeface="微软雅黑 Light" panose="020B0502040204020203" charset="-122"/>
              <a:ea typeface="微软雅黑 Light" panose="020B0502040204020203" charset="-122"/>
            </a:endParaRPr>
          </a:p>
        </p:txBody>
      </p:sp>
      <p:grpSp>
        <p:nvGrpSpPr>
          <p:cNvPr id="482440" name="组合 13493"/>
          <p:cNvGrpSpPr/>
          <p:nvPr/>
        </p:nvGrpSpPr>
        <p:grpSpPr>
          <a:xfrm>
            <a:off x="9620250" y="6343650"/>
            <a:ext cx="1047750" cy="514350"/>
            <a:chOff x="4944" y="3816"/>
            <a:chExt cx="660" cy="324"/>
          </a:xfrm>
        </p:grpSpPr>
        <p:sp>
          <p:nvSpPr>
            <p:cNvPr id="482441" name="圆角矩形 13494">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482442" name="组合 13495"/>
            <p:cNvGrpSpPr/>
            <p:nvPr/>
          </p:nvGrpSpPr>
          <p:grpSpPr>
            <a:xfrm>
              <a:off x="5034" y="3846"/>
              <a:ext cx="450" cy="240"/>
              <a:chOff x="4530" y="3822"/>
              <a:chExt cx="450" cy="240"/>
            </a:xfrm>
          </p:grpSpPr>
          <p:sp>
            <p:nvSpPr>
              <p:cNvPr id="482443" name="任意多边形 13496">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482444" name="椭圆 13497"/>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482445" name="椭圆 13498"/>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482446" name="Text Box 5"/>
          <p:cNvSpPr txBox="1"/>
          <p:nvPr/>
        </p:nvSpPr>
        <p:spPr>
          <a:xfrm>
            <a:off x="747713" y="1143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3</a:t>
            </a:r>
            <a:r>
              <a:rPr lang="zh-CN" altLang="en-US" sz="3000" b="1" dirty="0">
                <a:solidFill>
                  <a:schemeClr val="accent1"/>
                </a:solidFill>
                <a:latin typeface="方正兰亭黑简体" pitchFamily="2" charset="-122"/>
                <a:ea typeface="方正兰亭黑简体" pitchFamily="2" charset="-122"/>
              </a:rPr>
              <a:t>、二维数组及多维数组</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3314">
                                            <p:txEl>
                                              <p:charRg st="1" end="18"/>
                                            </p:txEl>
                                          </p:spTgt>
                                        </p:tgtEl>
                                        <p:attrNameLst>
                                          <p:attrName>style.visibility</p:attrName>
                                        </p:attrNameLst>
                                      </p:cBhvr>
                                      <p:to>
                                        <p:strVal val="visible"/>
                                      </p:to>
                                    </p:set>
                                    <p:anim calcmode="lin" valueType="num">
                                      <p:cBhvr>
                                        <p:cTn id="7" dur="500" fill="hold"/>
                                        <p:tgtEl>
                                          <p:spTgt spid="13314">
                                            <p:txEl>
                                              <p:charRg st="1" end="18"/>
                                            </p:txEl>
                                          </p:spTgt>
                                        </p:tgtEl>
                                        <p:attrNameLst>
                                          <p:attrName>ppt_x</p:attrName>
                                        </p:attrNameLst>
                                      </p:cBhvr>
                                      <p:tavLst>
                                        <p:tav tm="0">
                                          <p:val>
                                            <p:strVal val="0-#ppt_w/2"/>
                                          </p:val>
                                        </p:tav>
                                        <p:tav tm="100000">
                                          <p:val>
                                            <p:strVal val="#ppt_x"/>
                                          </p:val>
                                        </p:tav>
                                      </p:tavLst>
                                    </p:anim>
                                    <p:anim calcmode="lin" valueType="num">
                                      <p:cBhvr>
                                        <p:cTn id="8" dur="500" fill="hold"/>
                                        <p:tgtEl>
                                          <p:spTgt spid="13314">
                                            <p:txEl>
                                              <p:charRg st="1" end="1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3"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3314">
                                            <p:txEl>
                                              <p:charRg st="18" end="29"/>
                                            </p:txEl>
                                          </p:spTgt>
                                        </p:tgtEl>
                                        <p:attrNameLst>
                                          <p:attrName>style.visibility</p:attrName>
                                        </p:attrNameLst>
                                      </p:cBhvr>
                                      <p:to>
                                        <p:strVal val="visible"/>
                                      </p:to>
                                    </p:set>
                                    <p:anim calcmode="lin" valueType="num">
                                      <p:cBhvr>
                                        <p:cTn id="13" dur="500" fill="hold"/>
                                        <p:tgtEl>
                                          <p:spTgt spid="13314">
                                            <p:txEl>
                                              <p:charRg st="18" end="29"/>
                                            </p:txEl>
                                          </p:spTgt>
                                        </p:tgtEl>
                                        <p:attrNameLst>
                                          <p:attrName>ppt_x</p:attrName>
                                        </p:attrNameLst>
                                      </p:cBhvr>
                                      <p:tavLst>
                                        <p:tav tm="0">
                                          <p:val>
                                            <p:strVal val="0-#ppt_w/2"/>
                                          </p:val>
                                        </p:tav>
                                        <p:tav tm="100000">
                                          <p:val>
                                            <p:strVal val="#ppt_x"/>
                                          </p:val>
                                        </p:tav>
                                      </p:tavLst>
                                    </p:anim>
                                    <p:anim calcmode="lin" valueType="num">
                                      <p:cBhvr>
                                        <p:cTn id="14" dur="500" fill="hold"/>
                                        <p:tgtEl>
                                          <p:spTgt spid="13314">
                                            <p:txEl>
                                              <p:charRg st="18" end="29"/>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3" name="WHOOSH.WAV"/>
                                        </p:tgtEl>
                                      </p:cMediaNode>
                                    </p:audio>
                                  </p:sub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p:cTn id="18" dur="1" fill="hold">
                                          <p:stCondLst>
                                            <p:cond delay="0"/>
                                          </p:stCondLst>
                                        </p:cTn>
                                        <p:tgtEl>
                                          <p:spTgt spid="13314">
                                            <p:txEl>
                                              <p:charRg st="29" end="36"/>
                                            </p:txEl>
                                          </p:spTgt>
                                        </p:tgtEl>
                                        <p:attrNameLst>
                                          <p:attrName>style.visibility</p:attrName>
                                        </p:attrNameLst>
                                      </p:cBhvr>
                                      <p:to>
                                        <p:strVal val="visible"/>
                                      </p:to>
                                    </p:set>
                                    <p:anim calcmode="lin" valueType="num">
                                      <p:cBhvr>
                                        <p:cTn id="19" dur="500" fill="hold"/>
                                        <p:tgtEl>
                                          <p:spTgt spid="13314">
                                            <p:txEl>
                                              <p:charRg st="29" end="36"/>
                                            </p:txEl>
                                          </p:spTgt>
                                        </p:tgtEl>
                                        <p:attrNameLst>
                                          <p:attrName>ppt_x</p:attrName>
                                        </p:attrNameLst>
                                      </p:cBhvr>
                                      <p:tavLst>
                                        <p:tav tm="0">
                                          <p:val>
                                            <p:strVal val="0-#ppt_w/2"/>
                                          </p:val>
                                        </p:tav>
                                        <p:tav tm="100000">
                                          <p:val>
                                            <p:strVal val="#ppt_x"/>
                                          </p:val>
                                        </p:tav>
                                      </p:tavLst>
                                    </p:anim>
                                    <p:anim calcmode="lin" valueType="num">
                                      <p:cBhvr>
                                        <p:cTn id="20" dur="500" fill="hold"/>
                                        <p:tgtEl>
                                          <p:spTgt spid="13314">
                                            <p:txEl>
                                              <p:charRg st="29" end="36"/>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7"/>
                                            </p:cond>
                                          </p:stCondLst>
                                          <p:endCondLst>
                                            <p:cond evt="onStopAudio" delay="0">
                                              <p:tgtEl>
                                                <p:sldTgt/>
                                              </p:tgtEl>
                                            </p:cond>
                                          </p:endCondLst>
                                        </p:cTn>
                                        <p:tgtEl>
                                          <p:sndTgt r:embed="rId3" name="WHOOSH.WAV"/>
                                        </p:tgtEl>
                                      </p:cMediaNode>
                                    </p:audio>
                                  </p:subTnLst>
                                </p:cTn>
                              </p:par>
                            </p:childTnLst>
                          </p:cTn>
                        </p:par>
                      </p:childTnLst>
                    </p:cTn>
                  </p:par>
                  <p:par>
                    <p:cTn id="21" fill="hold">
                      <p:stCondLst>
                        <p:cond delay="indefinite"/>
                      </p:stCondLst>
                      <p:childTnLst>
                        <p:par>
                          <p:cTn id="22" fill="hold">
                            <p:stCondLst>
                              <p:cond delay="0"/>
                            </p:stCondLst>
                            <p:childTnLst>
                              <p:par>
                                <p:cTn id="23" presetID="4" presetClass="entr" presetSubtype="32" fill="hold" nodeType="clickEffect">
                                  <p:stCondLst>
                                    <p:cond delay="0"/>
                                  </p:stCondLst>
                                  <p:childTnLst>
                                    <p:set>
                                      <p:cBhvr>
                                        <p:cTn id="24" dur="1" fill="hold">
                                          <p:stCondLst>
                                            <p:cond delay="0"/>
                                          </p:stCondLst>
                                        </p:cTn>
                                        <p:tgtEl>
                                          <p:spTgt spid="13418"/>
                                        </p:tgtEl>
                                        <p:attrNameLst>
                                          <p:attrName>style.visibility</p:attrName>
                                        </p:attrNameLst>
                                      </p:cBhvr>
                                      <p:to>
                                        <p:strVal val="visible"/>
                                      </p:to>
                                    </p:set>
                                    <p:animEffect transition="in" filter="box(out)">
                                      <p:cBhvr>
                                        <p:cTn id="25" dur="500"/>
                                        <p:tgtEl>
                                          <p:spTgt spid="13418"/>
                                        </p:tgtEl>
                                      </p:cBhvr>
                                    </p:animEffect>
                                  </p:childTnLst>
                                  <p:subTnLst>
                                    <p:set>
                                      <p:cBhvr override="childStyle">
                                        <p:cTn dur="1" fill="hold" display="0" masterRel="nextClick" afterEffect="1"/>
                                        <p:tgtEl>
                                          <p:spTgt spid="13418"/>
                                        </p:tgtEl>
                                        <p:attrNameLst>
                                          <p:attrName>style.visibility</p:attrName>
                                        </p:attrNameLst>
                                      </p:cBhvr>
                                      <p:to>
                                        <p:strVal val="hidden"/>
                                      </p:to>
                                    </p:set>
                                    <p:audio>
                                      <p:cMediaNode>
                                        <p:cTn display="0" masterRel="sameClick">
                                          <p:stCondLst>
                                            <p:cond evt="begin" delay="0">
                                              <p:tn val="23"/>
                                            </p:cond>
                                          </p:stCondLst>
                                          <p:endCondLst>
                                            <p:cond evt="onStopAudio" delay="0">
                                              <p:tgtEl>
                                                <p:sldTgt/>
                                              </p:tgtEl>
                                            </p:cond>
                                          </p:endCondLst>
                                        </p:cTn>
                                        <p:tgtEl>
                                          <p:sndTgt r:embed="rId2" name="CAMERA.WAV"/>
                                        </p:tgtEl>
                                      </p:cMediaNode>
                                    </p:audio>
                                  </p:subTnLst>
                                </p:cTn>
                              </p:par>
                            </p:childTnLst>
                          </p:cTn>
                        </p:par>
                      </p:childTnLst>
                    </p:cTn>
                  </p:par>
                  <p:par>
                    <p:cTn id="26" fill="hold">
                      <p:stCondLst>
                        <p:cond delay="indefinite"/>
                      </p:stCondLst>
                      <p:childTnLst>
                        <p:par>
                          <p:cTn id="27" fill="hold">
                            <p:stCondLst>
                              <p:cond delay="0"/>
                            </p:stCondLst>
                            <p:childTnLst>
                              <p:par>
                                <p:cTn id="28" presetID="4" presetClass="entr" presetSubtype="32" fill="hold" nodeType="clickEffect">
                                  <p:stCondLst>
                                    <p:cond delay="0"/>
                                  </p:stCondLst>
                                  <p:childTnLst>
                                    <p:set>
                                      <p:cBhvr>
                                        <p:cTn id="29" dur="1" fill="hold">
                                          <p:stCondLst>
                                            <p:cond delay="0"/>
                                          </p:stCondLst>
                                        </p:cTn>
                                        <p:tgtEl>
                                          <p:spTgt spid="13419"/>
                                        </p:tgtEl>
                                        <p:attrNameLst>
                                          <p:attrName>style.visibility</p:attrName>
                                        </p:attrNameLst>
                                      </p:cBhvr>
                                      <p:to>
                                        <p:strVal val="visible"/>
                                      </p:to>
                                    </p:set>
                                    <p:animEffect transition="in" filter="box(out)">
                                      <p:cBhvr>
                                        <p:cTn id="30" dur="500"/>
                                        <p:tgtEl>
                                          <p:spTgt spid="13419"/>
                                        </p:tgtEl>
                                      </p:cBhvr>
                                    </p:animEffect>
                                  </p:childTnLst>
                                  <p:subTnLst>
                                    <p:set>
                                      <p:cBhvr override="childStyle">
                                        <p:cTn dur="1" fill="hold" display="0" masterRel="nextClick" afterEffect="1"/>
                                        <p:tgtEl>
                                          <p:spTgt spid="13419"/>
                                        </p:tgtEl>
                                        <p:attrNameLst>
                                          <p:attrName>style.visibility</p:attrName>
                                        </p:attrNameLst>
                                      </p:cBhvr>
                                      <p:to>
                                        <p:strVal val="hidden"/>
                                      </p:to>
                                    </p:set>
                                    <p:audio>
                                      <p:cMediaNode>
                                        <p:cTn display="0" masterRel="sameClick">
                                          <p:stCondLst>
                                            <p:cond evt="begin" delay="0">
                                              <p:tn val="28"/>
                                            </p:cond>
                                          </p:stCondLst>
                                          <p:endCondLst>
                                            <p:cond evt="onStopAudio" delay="0">
                                              <p:tgtEl>
                                                <p:sldTgt/>
                                              </p:tgtEl>
                                            </p:cond>
                                          </p:endCondLst>
                                        </p:cTn>
                                        <p:tgtEl>
                                          <p:sndTgt r:embed="rId2" name="CAMERA.WAV"/>
                                        </p:tgtEl>
                                      </p:cMediaNode>
                                    </p:audio>
                                  </p:subTnLst>
                                </p:cTn>
                              </p:par>
                            </p:childTnLst>
                          </p:cTn>
                        </p:par>
                      </p:childTnLst>
                    </p:cTn>
                  </p:par>
                  <p:par>
                    <p:cTn id="31" fill="hold">
                      <p:stCondLst>
                        <p:cond delay="indefinite"/>
                      </p:stCondLst>
                      <p:childTnLst>
                        <p:par>
                          <p:cTn id="32" fill="hold">
                            <p:stCondLst>
                              <p:cond delay="0"/>
                            </p:stCondLst>
                            <p:childTnLst>
                              <p:par>
                                <p:cTn id="33" presetID="4" presetClass="entr" presetSubtype="32" fill="hold" nodeType="clickEffect">
                                  <p:stCondLst>
                                    <p:cond delay="0"/>
                                  </p:stCondLst>
                                  <p:childTnLst>
                                    <p:set>
                                      <p:cBhvr>
                                        <p:cTn id="34" dur="1" fill="hold">
                                          <p:stCondLst>
                                            <p:cond delay="0"/>
                                          </p:stCondLst>
                                        </p:cTn>
                                        <p:tgtEl>
                                          <p:spTgt spid="13420"/>
                                        </p:tgtEl>
                                        <p:attrNameLst>
                                          <p:attrName>style.visibility</p:attrName>
                                        </p:attrNameLst>
                                      </p:cBhvr>
                                      <p:to>
                                        <p:strVal val="visible"/>
                                      </p:to>
                                    </p:set>
                                    <p:animEffect transition="in" filter="box(out)">
                                      <p:cBhvr>
                                        <p:cTn id="35" dur="500"/>
                                        <p:tgtEl>
                                          <p:spTgt spid="13420"/>
                                        </p:tgtEl>
                                      </p:cBhvr>
                                    </p:animEffect>
                                  </p:childTnLst>
                                  <p:subTnLst>
                                    <p:set>
                                      <p:cBhvr override="childStyle">
                                        <p:cTn dur="1" fill="hold" display="0" masterRel="nextClick" afterEffect="1"/>
                                        <p:tgtEl>
                                          <p:spTgt spid="13420"/>
                                        </p:tgtEl>
                                        <p:attrNameLst>
                                          <p:attrName>style.visibility</p:attrName>
                                        </p:attrNameLst>
                                      </p:cBhvr>
                                      <p:to>
                                        <p:strVal val="hidden"/>
                                      </p:to>
                                    </p:set>
                                    <p:audio>
                                      <p:cMediaNode>
                                        <p:cTn display="0" masterRel="sameClick">
                                          <p:stCondLst>
                                            <p:cond evt="begin" delay="0">
                                              <p:tn val="33"/>
                                            </p:cond>
                                          </p:stCondLst>
                                          <p:endCondLst>
                                            <p:cond evt="onStopAudio" delay="0">
                                              <p:tgtEl>
                                                <p:sldTgt/>
                                              </p:tgtEl>
                                            </p:cond>
                                          </p:endCondLst>
                                        </p:cTn>
                                        <p:tgtEl>
                                          <p:sndTgt r:embed="rId2" name="CAMERA.WAV"/>
                                        </p:tgtEl>
                                      </p:cMediaNode>
                                    </p:audio>
                                  </p:subTnLst>
                                </p:cTn>
                              </p:par>
                            </p:childTnLst>
                          </p:cTn>
                        </p:par>
                      </p:childTnLst>
                    </p:cTn>
                  </p:par>
                  <p:par>
                    <p:cTn id="36" fill="hold">
                      <p:stCondLst>
                        <p:cond delay="indefinite"/>
                      </p:stCondLst>
                      <p:childTnLst>
                        <p:par>
                          <p:cTn id="37" fill="hold">
                            <p:stCondLst>
                              <p:cond delay="0"/>
                            </p:stCondLst>
                            <p:childTnLst>
                              <p:par>
                                <p:cTn id="38" presetID="4" presetClass="entr" presetSubtype="32" fill="hold" grpId="0" nodeType="clickEffect">
                                  <p:stCondLst>
                                    <p:cond delay="0"/>
                                  </p:stCondLst>
                                  <p:childTnLst>
                                    <p:set>
                                      <p:cBhvr>
                                        <p:cTn id="39" dur="1" fill="hold">
                                          <p:stCondLst>
                                            <p:cond delay="0"/>
                                          </p:stCondLst>
                                        </p:cTn>
                                        <p:tgtEl>
                                          <p:spTgt spid="13393"/>
                                        </p:tgtEl>
                                        <p:attrNameLst>
                                          <p:attrName>style.visibility</p:attrName>
                                        </p:attrNameLst>
                                      </p:cBhvr>
                                      <p:to>
                                        <p:strVal val="visible"/>
                                      </p:to>
                                    </p:set>
                                    <p:animEffect transition="in" filter="box(out)">
                                      <p:cBhvr>
                                        <p:cTn id="40" dur="500"/>
                                        <p:tgtEl>
                                          <p:spTgt spid="13393"/>
                                        </p:tgtEl>
                                      </p:cBhvr>
                                    </p:animEffect>
                                  </p:childTnLst>
                                  <p:subTnLst>
                                    <p:audio>
                                      <p:cMediaNode>
                                        <p:cTn display="0" masterRel="sameClick">
                                          <p:stCondLst>
                                            <p:cond evt="begin" delay="0">
                                              <p:tn val="38"/>
                                            </p:cond>
                                          </p:stCondLst>
                                          <p:endCondLst>
                                            <p:cond evt="onStopAudio" delay="0">
                                              <p:tgtEl>
                                                <p:sldTgt/>
                                              </p:tgtEl>
                                            </p:cond>
                                          </p:endCondLst>
                                        </p:cTn>
                                        <p:tgtEl>
                                          <p:sndTgt r:embed="rId2" name="CAMERA.WAV"/>
                                        </p:tgtEl>
                                      </p:cMediaNode>
                                    </p:audio>
                                  </p:subTnLst>
                                </p:cTn>
                              </p:par>
                            </p:childTnLst>
                          </p:cTn>
                        </p:par>
                      </p:childTnLst>
                    </p:cTn>
                  </p:par>
                  <p:par>
                    <p:cTn id="41" fill="hold">
                      <p:stCondLst>
                        <p:cond delay="indefinite"/>
                      </p:stCondLst>
                      <p:childTnLst>
                        <p:par>
                          <p:cTn id="42" fill="hold">
                            <p:stCondLst>
                              <p:cond delay="0"/>
                            </p:stCondLst>
                            <p:childTnLst>
                              <p:par>
                                <p:cTn id="43" presetID="4" presetClass="entr" presetSubtype="32" fill="hold" grpId="0" nodeType="clickEffect">
                                  <p:stCondLst>
                                    <p:cond delay="0"/>
                                  </p:stCondLst>
                                  <p:childTnLst>
                                    <p:set>
                                      <p:cBhvr>
                                        <p:cTn id="44" dur="1" fill="hold">
                                          <p:stCondLst>
                                            <p:cond delay="0"/>
                                          </p:stCondLst>
                                        </p:cTn>
                                        <p:tgtEl>
                                          <p:spTgt spid="13393">
                                            <p:txEl>
                                              <p:charRg st="0" end="15"/>
                                            </p:txEl>
                                          </p:spTgt>
                                        </p:tgtEl>
                                        <p:attrNameLst>
                                          <p:attrName>style.visibility</p:attrName>
                                        </p:attrNameLst>
                                      </p:cBhvr>
                                      <p:to>
                                        <p:strVal val="visible"/>
                                      </p:to>
                                    </p:set>
                                    <p:animEffect transition="in" filter="box(out)">
                                      <p:cBhvr>
                                        <p:cTn id="45" dur="500"/>
                                        <p:tgtEl>
                                          <p:spTgt spid="13393">
                                            <p:txEl>
                                              <p:charRg st="0" end="15"/>
                                            </p:txEl>
                                          </p:spTgt>
                                        </p:tgtEl>
                                      </p:cBhvr>
                                    </p:animEffect>
                                  </p:childTnLst>
                                  <p:subTnLst>
                                    <p:audio>
                                      <p:cMediaNode>
                                        <p:cTn display="0" masterRel="sameClick">
                                          <p:stCondLst>
                                            <p:cond evt="begin" delay="0">
                                              <p:tn val="43"/>
                                            </p:cond>
                                          </p:stCondLst>
                                          <p:endCondLst>
                                            <p:cond evt="onStopAudio" delay="0">
                                              <p:tgtEl>
                                                <p:sldTgt/>
                                              </p:tgtEl>
                                            </p:cond>
                                          </p:endCondLst>
                                        </p:cTn>
                                        <p:tgtEl>
                                          <p:sndTgt r:embed="rId2" name="CAMERA.WAV"/>
                                        </p:tgtEl>
                                      </p:cMediaNode>
                                    </p:audio>
                                  </p:subTnLst>
                                </p:cTn>
                              </p:par>
                            </p:childTnLst>
                          </p:cTn>
                        </p:par>
                      </p:childTnLst>
                    </p:cTn>
                  </p:par>
                  <p:par>
                    <p:cTn id="46" fill="hold">
                      <p:stCondLst>
                        <p:cond delay="indefinite"/>
                      </p:stCondLst>
                      <p:childTnLst>
                        <p:par>
                          <p:cTn id="47" fill="hold">
                            <p:stCondLst>
                              <p:cond delay="0"/>
                            </p:stCondLst>
                            <p:childTnLst>
                              <p:par>
                                <p:cTn id="48" presetID="4" presetClass="entr" presetSubtype="32" fill="hold" nodeType="clickEffect">
                                  <p:stCondLst>
                                    <p:cond delay="0"/>
                                  </p:stCondLst>
                                  <p:childTnLst>
                                    <p:set>
                                      <p:cBhvr>
                                        <p:cTn id="49" dur="1" fill="hold">
                                          <p:stCondLst>
                                            <p:cond delay="0"/>
                                          </p:stCondLst>
                                        </p:cTn>
                                        <p:tgtEl>
                                          <p:spTgt spid="13421"/>
                                        </p:tgtEl>
                                        <p:attrNameLst>
                                          <p:attrName>style.visibility</p:attrName>
                                        </p:attrNameLst>
                                      </p:cBhvr>
                                      <p:to>
                                        <p:strVal val="visible"/>
                                      </p:to>
                                    </p:set>
                                    <p:animEffect transition="in" filter="box(out)">
                                      <p:cBhvr>
                                        <p:cTn id="50" dur="500"/>
                                        <p:tgtEl>
                                          <p:spTgt spid="13421"/>
                                        </p:tgtEl>
                                      </p:cBhvr>
                                    </p:animEffect>
                                  </p:childTnLst>
                                  <p:subTnLst>
                                    <p:set>
                                      <p:cBhvr override="childStyle">
                                        <p:cTn dur="1" fill="hold" display="0" masterRel="nextClick" afterEffect="1"/>
                                        <p:tgtEl>
                                          <p:spTgt spid="13421"/>
                                        </p:tgtEl>
                                        <p:attrNameLst>
                                          <p:attrName>style.visibility</p:attrName>
                                        </p:attrNameLst>
                                      </p:cBhvr>
                                      <p:to>
                                        <p:strVal val="hidden"/>
                                      </p:to>
                                    </p:set>
                                    <p:audio>
                                      <p:cMediaNode>
                                        <p:cTn display="0" masterRel="sameClick">
                                          <p:stCondLst>
                                            <p:cond evt="begin" delay="0">
                                              <p:tn val="48"/>
                                            </p:cond>
                                          </p:stCondLst>
                                          <p:endCondLst>
                                            <p:cond evt="onStopAudio" delay="0">
                                              <p:tgtEl>
                                                <p:sldTgt/>
                                              </p:tgtEl>
                                            </p:cond>
                                          </p:endCondLst>
                                        </p:cTn>
                                        <p:tgtEl>
                                          <p:sndTgt r:embed="rId2" name="CAMERA.WAV"/>
                                        </p:tgtEl>
                                      </p:cMediaNode>
                                    </p:audio>
                                  </p:subTnLst>
                                </p:cTn>
                              </p:par>
                            </p:childTnLst>
                          </p:cTn>
                        </p:par>
                      </p:childTnLst>
                    </p:cTn>
                  </p:par>
                  <p:par>
                    <p:cTn id="51" fill="hold">
                      <p:stCondLst>
                        <p:cond delay="indefinite"/>
                      </p:stCondLst>
                      <p:childTnLst>
                        <p:par>
                          <p:cTn id="52" fill="hold">
                            <p:stCondLst>
                              <p:cond delay="0"/>
                            </p:stCondLst>
                            <p:childTnLst>
                              <p:par>
                                <p:cTn id="53" presetID="4" presetClass="entr" presetSubtype="32" fill="hold" nodeType="clickEffect">
                                  <p:stCondLst>
                                    <p:cond delay="0"/>
                                  </p:stCondLst>
                                  <p:childTnLst>
                                    <p:set>
                                      <p:cBhvr>
                                        <p:cTn id="54" dur="1" fill="hold">
                                          <p:stCondLst>
                                            <p:cond delay="0"/>
                                          </p:stCondLst>
                                        </p:cTn>
                                        <p:tgtEl>
                                          <p:spTgt spid="13443"/>
                                        </p:tgtEl>
                                        <p:attrNameLst>
                                          <p:attrName>style.visibility</p:attrName>
                                        </p:attrNameLst>
                                      </p:cBhvr>
                                      <p:to>
                                        <p:strVal val="visible"/>
                                      </p:to>
                                    </p:set>
                                    <p:animEffect transition="in" filter="box(out)">
                                      <p:cBhvr>
                                        <p:cTn id="55" dur="500"/>
                                        <p:tgtEl>
                                          <p:spTgt spid="13443"/>
                                        </p:tgtEl>
                                      </p:cBhvr>
                                    </p:animEffect>
                                  </p:childTnLst>
                                  <p:subTnLst>
                                    <p:set>
                                      <p:cBhvr override="childStyle">
                                        <p:cTn dur="1" fill="hold" display="0" masterRel="nextClick" afterEffect="1"/>
                                        <p:tgtEl>
                                          <p:spTgt spid="13443"/>
                                        </p:tgtEl>
                                        <p:attrNameLst>
                                          <p:attrName>style.visibility</p:attrName>
                                        </p:attrNameLst>
                                      </p:cBhvr>
                                      <p:to>
                                        <p:strVal val="hidden"/>
                                      </p:to>
                                    </p:set>
                                    <p:audio>
                                      <p:cMediaNode>
                                        <p:cTn display="0" masterRel="sameClick">
                                          <p:stCondLst>
                                            <p:cond evt="begin" delay="0">
                                              <p:tn val="53"/>
                                            </p:cond>
                                          </p:stCondLst>
                                          <p:endCondLst>
                                            <p:cond evt="onStopAudio" delay="0">
                                              <p:tgtEl>
                                                <p:sldTgt/>
                                              </p:tgtEl>
                                            </p:cond>
                                          </p:endCondLst>
                                        </p:cTn>
                                        <p:tgtEl>
                                          <p:sndTgt r:embed="rId2" name="CAMERA.WAV"/>
                                        </p:tgtEl>
                                      </p:cMediaNode>
                                    </p:audio>
                                  </p:subTnLst>
                                </p:cTn>
                              </p:par>
                            </p:childTnLst>
                          </p:cTn>
                        </p:par>
                      </p:childTnLst>
                    </p:cTn>
                  </p:par>
                  <p:par>
                    <p:cTn id="56" fill="hold">
                      <p:stCondLst>
                        <p:cond delay="indefinite"/>
                      </p:stCondLst>
                      <p:childTnLst>
                        <p:par>
                          <p:cTn id="57" fill="hold">
                            <p:stCondLst>
                              <p:cond delay="0"/>
                            </p:stCondLst>
                            <p:childTnLst>
                              <p:par>
                                <p:cTn id="58" presetID="4" presetClass="entr" presetSubtype="32" fill="hold" nodeType="clickEffect">
                                  <p:stCondLst>
                                    <p:cond delay="0"/>
                                  </p:stCondLst>
                                  <p:childTnLst>
                                    <p:set>
                                      <p:cBhvr>
                                        <p:cTn id="59" dur="1" fill="hold">
                                          <p:stCondLst>
                                            <p:cond delay="0"/>
                                          </p:stCondLst>
                                        </p:cTn>
                                        <p:tgtEl>
                                          <p:spTgt spid="13465"/>
                                        </p:tgtEl>
                                        <p:attrNameLst>
                                          <p:attrName>style.visibility</p:attrName>
                                        </p:attrNameLst>
                                      </p:cBhvr>
                                      <p:to>
                                        <p:strVal val="visible"/>
                                      </p:to>
                                    </p:set>
                                    <p:animEffect transition="in" filter="box(out)">
                                      <p:cBhvr>
                                        <p:cTn id="60" dur="500"/>
                                        <p:tgtEl>
                                          <p:spTgt spid="13465"/>
                                        </p:tgtEl>
                                      </p:cBhvr>
                                    </p:animEffect>
                                  </p:childTnLst>
                                  <p:subTnLst>
                                    <p:set>
                                      <p:cBhvr override="childStyle">
                                        <p:cTn dur="1" fill="hold" display="0" masterRel="nextClick" afterEffect="1"/>
                                        <p:tgtEl>
                                          <p:spTgt spid="13465"/>
                                        </p:tgtEl>
                                        <p:attrNameLst>
                                          <p:attrName>style.visibility</p:attrName>
                                        </p:attrNameLst>
                                      </p:cBhvr>
                                      <p:to>
                                        <p:strVal val="hidden"/>
                                      </p:to>
                                    </p:set>
                                    <p:audio>
                                      <p:cMediaNode>
                                        <p:cTn display="0" masterRel="sameClick">
                                          <p:stCondLst>
                                            <p:cond evt="begin" delay="0">
                                              <p:tn val="58"/>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4" grpId="0" bldLvl="4" uiExpand="1" build="p"/>
      <p:bldP spid="13393" grpId="0" bldLvl="4"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矩形 14337"/>
          <p:cNvSpPr/>
          <p:nvPr/>
        </p:nvSpPr>
        <p:spPr>
          <a:xfrm>
            <a:off x="1790700" y="0"/>
            <a:ext cx="7315200" cy="879475"/>
          </a:xfrm>
          <a:prstGeom prst="rect">
            <a:avLst/>
          </a:prstGeom>
          <a:noFill/>
          <a:ln w="9525">
            <a:noFill/>
          </a:ln>
        </p:spPr>
        <p:txBody>
          <a:bodyPr anchor="t" anchorCtr="0"/>
          <a:p>
            <a:pPr lvl="3" indent="0" eaLnBrk="0" hangingPunct="0">
              <a:buClr>
                <a:srgbClr val="FFCC00"/>
              </a:buClr>
              <a:buFont typeface="Wingdings" panose="05000000000000000000" pitchFamily="2" charset="2"/>
              <a:buChar char="l"/>
            </a:pPr>
            <a:endParaRPr lang="en-US" altLang="zh-CN" dirty="0">
              <a:solidFill>
                <a:srgbClr val="FF0000"/>
              </a:solidFill>
              <a:latin typeface="Times New Roman" panose="02020603050405020304" pitchFamily="18" charset="0"/>
              <a:ea typeface="宋体" panose="02010600030101010101" pitchFamily="2" charset="-122"/>
            </a:endParaRPr>
          </a:p>
          <a:p>
            <a:pPr lvl="1" indent="0" eaLnBrk="0" hangingPunct="0">
              <a:buClr>
                <a:schemeClr val="hlink"/>
              </a:buClr>
              <a:buFont typeface="Wingdings" panose="05000000000000000000" pitchFamily="2" charset="2"/>
              <a:buChar char="«"/>
            </a:pPr>
            <a:endParaRPr lang="en-US" altLang="zh-CN" dirty="0">
              <a:latin typeface="Times New Roman" panose="02020603050405020304" pitchFamily="18" charset="0"/>
              <a:ea typeface="宋体" panose="02010600030101010101" pitchFamily="2" charset="-122"/>
            </a:endParaRPr>
          </a:p>
        </p:txBody>
      </p:sp>
      <p:sp>
        <p:nvSpPr>
          <p:cNvPr id="14346" name="文本框 14345"/>
          <p:cNvSpPr txBox="1"/>
          <p:nvPr/>
        </p:nvSpPr>
        <p:spPr>
          <a:xfrm>
            <a:off x="2214563" y="1046163"/>
            <a:ext cx="3976687" cy="368300"/>
          </a:xfrm>
          <a:prstGeom prst="rect">
            <a:avLst/>
          </a:prstGeom>
          <a:noFill/>
          <a:ln w="9525">
            <a:noFill/>
          </a:ln>
        </p:spPr>
        <p:txBody>
          <a:bodyPr wrap="none" anchor="t" anchorCtr="0">
            <a:spAutoFit/>
          </a:bodyPr>
          <a:p>
            <a:r>
              <a:rPr lang="zh-CN" altLang="en-US" dirty="0">
                <a:latin typeface="微软雅黑 Light" panose="020B0502040204020203" charset="-122"/>
                <a:ea typeface="微软雅黑 Light" panose="020B0502040204020203" charset="-122"/>
              </a:rPr>
              <a:t>  初始化二维数组，然后输出该数组。</a:t>
            </a:r>
            <a:endParaRPr lang="zh-CN" altLang="en-US" dirty="0">
              <a:latin typeface="微软雅黑 Light" panose="020B0502040204020203" charset="-122"/>
              <a:ea typeface="微软雅黑 Light" panose="020B0502040204020203" charset="-122"/>
            </a:endParaRPr>
          </a:p>
        </p:txBody>
      </p:sp>
      <p:sp>
        <p:nvSpPr>
          <p:cNvPr id="483331"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3</a:t>
            </a:r>
            <a:r>
              <a:rPr lang="zh-CN" altLang="en-US" sz="3000" b="1" dirty="0">
                <a:solidFill>
                  <a:schemeClr val="accent1"/>
                </a:solidFill>
                <a:latin typeface="方正兰亭黑简体" pitchFamily="2" charset="-122"/>
                <a:ea typeface="方正兰亭黑简体" pitchFamily="2" charset="-122"/>
              </a:rPr>
              <a:t>、二维数组及多维数组</a:t>
            </a:r>
            <a:endParaRPr lang="zh-CN" altLang="en-US" sz="3000" b="1" dirty="0">
              <a:solidFill>
                <a:schemeClr val="accent1"/>
              </a:solidFill>
              <a:latin typeface="方正兰亭黑简体" pitchFamily="2" charset="-122"/>
              <a:ea typeface="方正兰亭黑简体" pitchFamily="2" charset="-122"/>
            </a:endParaRPr>
          </a:p>
        </p:txBody>
      </p:sp>
      <p:sp>
        <p:nvSpPr>
          <p:cNvPr id="32774" name="文本框 32773"/>
          <p:cNvSpPr txBox="1"/>
          <p:nvPr/>
        </p:nvSpPr>
        <p:spPr>
          <a:xfrm>
            <a:off x="2214563" y="1843088"/>
            <a:ext cx="7959725" cy="3635375"/>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00000"/>
              </a:lnSpc>
            </a:pPr>
            <a:r>
              <a:rPr lang="en-US" altLang="zh-CN" sz="1800">
                <a:latin typeface="微软雅黑 Light" panose="020B0502040204020203" charset="-122"/>
                <a:ea typeface="微软雅黑 Light" panose="020B0502040204020203" charset="-122"/>
              </a:rPr>
              <a:t>#include&lt;stdio.h&gt;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int main()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int  i, j , a[3][3]={{1,2,3} , (4,5,6} ,{7,8,9}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i=0; i&lt;=2;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j=0; j&lt;=2; 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printf(“%3d”, a[i][j]);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printf(“\n”);</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return 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4338">
                                            <p:txEl>
                                              <p:charRg st="0" end="1"/>
                                            </p:txEl>
                                          </p:spTgt>
                                        </p:tgtEl>
                                        <p:attrNameLst>
                                          <p:attrName>style.visibility</p:attrName>
                                        </p:attrNameLst>
                                      </p:cBhvr>
                                      <p:to>
                                        <p:strVal val="visible"/>
                                      </p:to>
                                    </p:set>
                                    <p:anim calcmode="lin" valueType="num">
                                      <p:cBhvr>
                                        <p:cTn id="7" dur="500" fill="hold"/>
                                        <p:tgtEl>
                                          <p:spTgt spid="14338">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14338">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46">
                                            <p:txEl>
                                              <p:charRg st="0" end="24"/>
                                            </p:txEl>
                                          </p:spTgt>
                                        </p:tgtEl>
                                        <p:attrNameLst>
                                          <p:attrName>style.visibility</p:attrName>
                                        </p:attrNameLst>
                                      </p:cBhvr>
                                      <p:to>
                                        <p:strVal val="visible"/>
                                      </p:to>
                                    </p:set>
                                    <p:anim calcmode="lin" valueType="num">
                                      <p:cBhvr>
                                        <p:cTn id="13" dur="500" fill="hold"/>
                                        <p:tgtEl>
                                          <p:spTgt spid="14346">
                                            <p:txEl>
                                              <p:charRg st="0" end="24"/>
                                            </p:txEl>
                                          </p:spTgt>
                                        </p:tgtEl>
                                        <p:attrNameLst>
                                          <p:attrName>ppt_x</p:attrName>
                                        </p:attrNameLst>
                                      </p:cBhvr>
                                      <p:tavLst>
                                        <p:tav tm="0">
                                          <p:val>
                                            <p:strVal val="0-#ppt_w/2"/>
                                          </p:val>
                                        </p:tav>
                                        <p:tav tm="100000">
                                          <p:val>
                                            <p:strVal val="#ppt_x"/>
                                          </p:val>
                                        </p:tav>
                                      </p:tavLst>
                                    </p:anim>
                                    <p:anim calcmode="lin" valueType="num">
                                      <p:cBhvr>
                                        <p:cTn id="14" dur="500" fill="hold"/>
                                        <p:tgtEl>
                                          <p:spTgt spid="14346">
                                            <p:txEl>
                                              <p:charRg st="0" end="2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32774"/>
                                        </p:tgtEl>
                                        <p:attrNameLst>
                                          <p:attrName>style.visibility</p:attrName>
                                        </p:attrNameLst>
                                      </p:cBhvr>
                                      <p:to>
                                        <p:strVal val="visible"/>
                                      </p:to>
                                    </p:set>
                                    <p:animEffect transition="in" filter="box(out)">
                                      <p:cBhvr>
                                        <p:cTn id="19" dur="500"/>
                                        <p:tgtEl>
                                          <p:spTgt spid="32774"/>
                                        </p:tgtEl>
                                      </p:cBhvr>
                                    </p:animEffect>
                                  </p:childTnLst>
                                  <p:subTnLst>
                                    <p:audio>
                                      <p:cMediaNode>
                                        <p:cTn display="0" masterRel="sameClick">
                                          <p:stCondLst>
                                            <p:cond evt="begin" delay="0">
                                              <p:tn val="17"/>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ldLvl="4" build="p"/>
      <p:bldP spid="14346" grpId="0" build="p"/>
      <p:bldP spid="32774"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矩形 14337"/>
          <p:cNvSpPr/>
          <p:nvPr/>
        </p:nvSpPr>
        <p:spPr>
          <a:xfrm>
            <a:off x="1790700" y="0"/>
            <a:ext cx="7315200" cy="879475"/>
          </a:xfrm>
          <a:prstGeom prst="rect">
            <a:avLst/>
          </a:prstGeom>
          <a:noFill/>
          <a:ln w="9525">
            <a:noFill/>
          </a:ln>
        </p:spPr>
        <p:txBody>
          <a:bodyPr anchor="t" anchorCtr="0"/>
          <a:p>
            <a:pPr lvl="3" indent="0" eaLnBrk="0" hangingPunct="0">
              <a:buClr>
                <a:srgbClr val="FFCC00"/>
              </a:buClr>
              <a:buFont typeface="Wingdings" panose="05000000000000000000" pitchFamily="2" charset="2"/>
              <a:buChar char="l"/>
            </a:pPr>
            <a:endParaRPr lang="en-US" altLang="zh-CN" dirty="0">
              <a:solidFill>
                <a:srgbClr val="FF0000"/>
              </a:solidFill>
              <a:latin typeface="Times New Roman" panose="02020603050405020304" pitchFamily="18" charset="0"/>
              <a:ea typeface="宋体" panose="02010600030101010101" pitchFamily="2" charset="-122"/>
            </a:endParaRPr>
          </a:p>
          <a:p>
            <a:pPr lvl="1" indent="0" eaLnBrk="0" hangingPunct="0">
              <a:buClr>
                <a:schemeClr val="hlink"/>
              </a:buClr>
              <a:buFont typeface="Wingdings" panose="05000000000000000000" pitchFamily="2" charset="2"/>
              <a:buChar char="«"/>
            </a:pPr>
            <a:endParaRPr lang="en-US" altLang="zh-CN" dirty="0">
              <a:latin typeface="Times New Roman" panose="02020603050405020304" pitchFamily="18" charset="0"/>
              <a:ea typeface="宋体" panose="02010600030101010101" pitchFamily="2" charset="-122"/>
            </a:endParaRPr>
          </a:p>
        </p:txBody>
      </p:sp>
      <p:sp>
        <p:nvSpPr>
          <p:cNvPr id="14346" name="文本框 14345"/>
          <p:cNvSpPr txBox="1"/>
          <p:nvPr/>
        </p:nvSpPr>
        <p:spPr>
          <a:xfrm>
            <a:off x="2214563" y="1339850"/>
            <a:ext cx="7518400" cy="368300"/>
          </a:xfrm>
          <a:prstGeom prst="rect">
            <a:avLst/>
          </a:prstGeom>
          <a:noFill/>
          <a:ln w="9525">
            <a:noFill/>
          </a:ln>
        </p:spPr>
        <p:txBody>
          <a:bodyPr wrap="none" anchor="t" anchorCtr="0">
            <a:spAutoFit/>
          </a:bodyPr>
          <a:p>
            <a:r>
              <a:rPr lang="zh-CN" altLang="en-US" dirty="0">
                <a:latin typeface="微软雅黑 Light" panose="020B0502040204020203" charset="-122"/>
                <a:ea typeface="微软雅黑 Light" panose="020B0502040204020203" charset="-122"/>
              </a:rPr>
              <a:t>例</a:t>
            </a:r>
            <a:r>
              <a:rPr lang="en-US" altLang="zh-CN" dirty="0">
                <a:latin typeface="微软雅黑 Light" panose="020B0502040204020203" charset="-122"/>
                <a:ea typeface="微软雅黑 Light" panose="020B0502040204020203" charset="-122"/>
              </a:rPr>
              <a:t>1</a:t>
            </a:r>
            <a:r>
              <a:rPr lang="zh-CN" altLang="en-US" dirty="0">
                <a:latin typeface="微软雅黑 Light" panose="020B0502040204020203" charset="-122"/>
                <a:ea typeface="微软雅黑 Light" panose="020B0502040204020203" charset="-122"/>
              </a:rPr>
              <a:t>  编写程序，求出</a:t>
            </a:r>
            <a:r>
              <a:rPr lang="en-US" altLang="zh-CN" dirty="0">
                <a:latin typeface="微软雅黑 Light" panose="020B0502040204020203" charset="-122"/>
                <a:ea typeface="微软雅黑 Light" panose="020B0502040204020203" charset="-122"/>
              </a:rPr>
              <a:t>3</a:t>
            </a:r>
            <a:r>
              <a:rPr lang="en-US" altLang="zh-CN" dirty="0">
                <a:latin typeface="Arial" panose="020B0604020202020204" pitchFamily="34" charset="0"/>
                <a:ea typeface="微软雅黑 Light" panose="020B0502040204020203" charset="-122"/>
              </a:rPr>
              <a:t>× </a:t>
            </a:r>
            <a:r>
              <a:rPr lang="en-US" altLang="zh-CN" dirty="0">
                <a:latin typeface="微软雅黑 Light" panose="020B0502040204020203" charset="-122"/>
                <a:ea typeface="微软雅黑 Light" panose="020B0502040204020203" charset="-122"/>
              </a:rPr>
              <a:t>4的</a:t>
            </a:r>
            <a:r>
              <a:rPr lang="zh-CN" altLang="en-US" dirty="0">
                <a:latin typeface="微软雅黑 Light" panose="020B0502040204020203" charset="-122"/>
                <a:ea typeface="微软雅黑 Light" panose="020B0502040204020203" charset="-122"/>
              </a:rPr>
              <a:t>矩阵中最大元素的值及其所在的行号和列号。</a:t>
            </a:r>
            <a:endParaRPr lang="zh-CN" altLang="en-US" dirty="0">
              <a:latin typeface="微软雅黑 Light" panose="020B0502040204020203" charset="-122"/>
              <a:ea typeface="微软雅黑 Light" panose="020B0502040204020203" charset="-122"/>
            </a:endParaRPr>
          </a:p>
        </p:txBody>
      </p:sp>
      <p:sp>
        <p:nvSpPr>
          <p:cNvPr id="485379" name="标题 14367"/>
          <p:cNvSpPr>
            <a:spLocks noGrp="1"/>
          </p:cNvSpPr>
          <p:nvPr>
            <p:ph type="title" idx="4294967295"/>
          </p:nvPr>
        </p:nvSpPr>
        <p:spPr>
          <a:xfrm>
            <a:off x="1990725" y="701675"/>
            <a:ext cx="8001000" cy="639763"/>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5</a:t>
            </a:r>
            <a:r>
              <a:rPr lang="zh-CN" altLang="en-US" sz="2400" dirty="0">
                <a:latin typeface="微软雅黑 Light" panose="020B0502040204020203" charset="-122"/>
                <a:ea typeface="微软雅黑 Light" panose="020B0502040204020203" charset="-122"/>
              </a:rPr>
              <a:t>）程序举例</a:t>
            </a:r>
            <a:endParaRPr lang="zh-CN" altLang="en-US" sz="2400" dirty="0">
              <a:latin typeface="微软雅黑 Light" panose="020B0502040204020203" charset="-122"/>
              <a:ea typeface="微软雅黑 Light" panose="020B0502040204020203" charset="-122"/>
            </a:endParaRPr>
          </a:p>
        </p:txBody>
      </p:sp>
      <p:sp>
        <p:nvSpPr>
          <p:cNvPr id="485380"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3</a:t>
            </a:r>
            <a:r>
              <a:rPr lang="zh-CN" altLang="en-US" sz="3000" b="1" dirty="0">
                <a:solidFill>
                  <a:schemeClr val="accent1"/>
                </a:solidFill>
                <a:latin typeface="方正兰亭黑简体" pitchFamily="2" charset="-122"/>
                <a:ea typeface="方正兰亭黑简体" pitchFamily="2" charset="-122"/>
              </a:rPr>
              <a:t>、二维数组及多维数组</a:t>
            </a:r>
            <a:endParaRPr lang="zh-CN" altLang="en-US" sz="3000" b="1" dirty="0">
              <a:solidFill>
                <a:schemeClr val="accent1"/>
              </a:solidFill>
              <a:latin typeface="方正兰亭黑简体" pitchFamily="2" charset="-122"/>
              <a:ea typeface="方正兰亭黑简体" pitchFamily="2" charset="-122"/>
            </a:endParaRPr>
          </a:p>
        </p:txBody>
      </p:sp>
      <p:sp>
        <p:nvSpPr>
          <p:cNvPr id="2" name="矩形 54354"/>
          <p:cNvSpPr/>
          <p:nvPr/>
        </p:nvSpPr>
        <p:spPr>
          <a:xfrm>
            <a:off x="2214563" y="1898650"/>
            <a:ext cx="7981950" cy="3990975"/>
          </a:xfrm>
          <a:prstGeom prst="rect">
            <a:avLst/>
          </a:prstGeom>
          <a:solidFill>
            <a:srgbClr val="C4EFFF"/>
          </a:solidFill>
          <a:ln w="25400" cap="flat" cmpd="sng">
            <a:solidFill>
              <a:schemeClr val="accent1"/>
            </a:solidFill>
            <a:prstDash val="solid"/>
            <a:miter/>
            <a:headEnd type="none" w="med" len="med"/>
            <a:tailEnd type="none" w="med" len="med"/>
          </a:ln>
        </p:spPr>
        <p:txBody>
          <a:bodyPr anchor="t" anchorCtr="0"/>
          <a:p>
            <a:pPr>
              <a:buSzTx/>
            </a:pPr>
            <a:endParaRPr lang="zh-CN" altLang="en-US">
              <a:latin typeface="Calibri" panose="020F0502020204030204" pitchFamily="34" charset="0"/>
              <a:ea typeface="宋体" panose="02010600030101010101" pitchFamily="2" charset="-122"/>
            </a:endParaRPr>
          </a:p>
        </p:txBody>
      </p:sp>
      <p:sp>
        <p:nvSpPr>
          <p:cNvPr id="485382" name="文本框 54274"/>
          <p:cNvSpPr txBox="1"/>
          <p:nvPr/>
        </p:nvSpPr>
        <p:spPr>
          <a:xfrm>
            <a:off x="4467225" y="2889250"/>
            <a:ext cx="309563" cy="398463"/>
          </a:xfrm>
          <a:prstGeom prst="rect">
            <a:avLst/>
          </a:prstGeom>
          <a:noFill/>
          <a:ln w="9525">
            <a:noFill/>
          </a:ln>
        </p:spPr>
        <p:txBody>
          <a:bodyPr wrap="none" anchor="t" anchorCtr="0">
            <a:spAutoFit/>
          </a:bodyPr>
          <a:p>
            <a:endParaRPr lang="zh-CN" altLang="zh-CN" sz="2000" dirty="0">
              <a:solidFill>
                <a:schemeClr val="bg2"/>
              </a:solidFill>
              <a:latin typeface="Times New Roman" panose="02020603050405020304" pitchFamily="18" charset="0"/>
              <a:ea typeface="宋体" panose="02010600030101010101" pitchFamily="2" charset="-122"/>
            </a:endParaRPr>
          </a:p>
        </p:txBody>
      </p:sp>
      <p:graphicFrame>
        <p:nvGraphicFramePr>
          <p:cNvPr id="13" name="表格 12"/>
          <p:cNvGraphicFramePr/>
          <p:nvPr/>
        </p:nvGraphicFramePr>
        <p:xfrm>
          <a:off x="4495800" y="2830513"/>
          <a:ext cx="4610100" cy="1846263"/>
        </p:xfrm>
        <a:graphic>
          <a:graphicData uri="http://schemas.openxmlformats.org/drawingml/2006/table">
            <a:tbl>
              <a:tblPr firstRow="1" bandRow="1">
                <a:tableStyleId>{5C22544A-7EE6-4342-B048-85BDC9FD1C3A}</a:tableStyleId>
              </a:tblPr>
              <a:tblGrid>
                <a:gridCol w="1152525"/>
                <a:gridCol w="1152525"/>
                <a:gridCol w="1152525"/>
                <a:gridCol w="1152525"/>
              </a:tblGrid>
              <a:tr h="615315">
                <a:tc>
                  <a:txBody>
                    <a:bodyPr/>
                    <a:p>
                      <a:pPr algn="ctr">
                        <a:buNone/>
                      </a:pPr>
                      <a:r>
                        <a:rPr lang="en-US" altLang="zh-CN">
                          <a:solidFill>
                            <a:schemeClr val="accent1"/>
                          </a:solidFill>
                        </a:rPr>
                        <a:t>11</a:t>
                      </a:r>
                      <a:endParaRPr lang="en-US" altLang="zh-CN">
                        <a:solidFill>
                          <a:schemeClr val="accent1"/>
                        </a:solidFill>
                      </a:endParaRPr>
                    </a:p>
                  </a:txBody>
                  <a:tcPr>
                    <a:solidFill>
                      <a:srgbClr val="E7EBF5"/>
                    </a:solidFill>
                  </a:tcPr>
                </a:tc>
                <a:tc>
                  <a:txBody>
                    <a:bodyPr/>
                    <a:p>
                      <a:pPr algn="ctr">
                        <a:buNone/>
                      </a:pPr>
                      <a:r>
                        <a:rPr lang="en-US" altLang="zh-CN">
                          <a:solidFill>
                            <a:schemeClr val="accent1"/>
                          </a:solidFill>
                        </a:rPr>
                        <a:t>9</a:t>
                      </a:r>
                      <a:endParaRPr lang="en-US" altLang="zh-CN">
                        <a:solidFill>
                          <a:schemeClr val="accent1"/>
                        </a:solidFill>
                      </a:endParaRPr>
                    </a:p>
                  </a:txBody>
                  <a:tcPr>
                    <a:solidFill>
                      <a:srgbClr val="E7EBF5"/>
                    </a:solidFill>
                  </a:tcPr>
                </a:tc>
                <a:tc>
                  <a:txBody>
                    <a:bodyPr/>
                    <a:p>
                      <a:pPr algn="ctr">
                        <a:buNone/>
                      </a:pPr>
                      <a:r>
                        <a:rPr lang="en-US" altLang="zh-CN">
                          <a:solidFill>
                            <a:schemeClr val="accent1"/>
                          </a:solidFill>
                        </a:rPr>
                        <a:t>33</a:t>
                      </a:r>
                      <a:endParaRPr lang="en-US" altLang="zh-CN">
                        <a:solidFill>
                          <a:schemeClr val="accent1"/>
                        </a:solidFill>
                      </a:endParaRPr>
                    </a:p>
                  </a:txBody>
                  <a:tcPr>
                    <a:solidFill>
                      <a:srgbClr val="E7EBF5"/>
                    </a:solidFill>
                  </a:tcPr>
                </a:tc>
                <a:tc>
                  <a:txBody>
                    <a:bodyPr/>
                    <a:p>
                      <a:pPr algn="ctr">
                        <a:buNone/>
                      </a:pPr>
                      <a:r>
                        <a:rPr lang="en-US" altLang="zh-CN">
                          <a:solidFill>
                            <a:schemeClr val="accent1"/>
                          </a:solidFill>
                        </a:rPr>
                        <a:t>4</a:t>
                      </a:r>
                      <a:endParaRPr lang="en-US" altLang="zh-CN">
                        <a:solidFill>
                          <a:schemeClr val="accent1"/>
                        </a:solidFill>
                      </a:endParaRPr>
                    </a:p>
                  </a:txBody>
                  <a:tcPr>
                    <a:solidFill>
                      <a:srgbClr val="E7EBF5"/>
                    </a:solidFill>
                  </a:tcPr>
                </a:tc>
              </a:tr>
              <a:tr h="615315">
                <a:tc>
                  <a:txBody>
                    <a:bodyPr/>
                    <a:p>
                      <a:pPr algn="ctr">
                        <a:buClrTx/>
                        <a:buSzTx/>
                        <a:buFontTx/>
                        <a:buNone/>
                      </a:pPr>
                      <a:r>
                        <a:rPr lang="en-US" altLang="zh-CN" b="1">
                          <a:solidFill>
                            <a:schemeClr val="accent1"/>
                          </a:solidFill>
                        </a:rPr>
                        <a:t>23</a:t>
                      </a:r>
                      <a:endParaRPr lang="en-US" altLang="zh-CN" b="1">
                        <a:solidFill>
                          <a:schemeClr val="accent1"/>
                        </a:solidFill>
                      </a:endParaRPr>
                    </a:p>
                  </a:txBody>
                  <a:tcPr>
                    <a:solidFill>
                      <a:srgbClr val="E7EBF5"/>
                    </a:solidFill>
                  </a:tcPr>
                </a:tc>
                <a:tc>
                  <a:txBody>
                    <a:bodyPr/>
                    <a:p>
                      <a:pPr algn="ctr">
                        <a:buClrTx/>
                        <a:buSzTx/>
                        <a:buFontTx/>
                        <a:buNone/>
                      </a:pPr>
                      <a:r>
                        <a:rPr lang="en-US" altLang="zh-CN" b="1">
                          <a:solidFill>
                            <a:schemeClr val="accent1"/>
                          </a:solidFill>
                        </a:rPr>
                        <a:t>42</a:t>
                      </a:r>
                      <a:endParaRPr lang="en-US" altLang="zh-CN" b="1">
                        <a:solidFill>
                          <a:schemeClr val="accent1"/>
                        </a:solidFill>
                      </a:endParaRPr>
                    </a:p>
                  </a:txBody>
                  <a:tcPr>
                    <a:solidFill>
                      <a:srgbClr val="E7EBF5"/>
                    </a:solidFill>
                  </a:tcPr>
                </a:tc>
                <a:tc>
                  <a:txBody>
                    <a:bodyPr/>
                    <a:p>
                      <a:pPr algn="ctr">
                        <a:buClrTx/>
                        <a:buSzTx/>
                        <a:buFontTx/>
                        <a:buNone/>
                      </a:pPr>
                      <a:r>
                        <a:rPr lang="en-US" altLang="zh-CN" b="1">
                          <a:solidFill>
                            <a:schemeClr val="accent1"/>
                          </a:solidFill>
                        </a:rPr>
                        <a:t>53</a:t>
                      </a:r>
                      <a:endParaRPr lang="en-US" altLang="zh-CN" b="1">
                        <a:solidFill>
                          <a:schemeClr val="accent1"/>
                        </a:solidFill>
                      </a:endParaRPr>
                    </a:p>
                  </a:txBody>
                  <a:tcPr>
                    <a:solidFill>
                      <a:srgbClr val="E7EBF5"/>
                    </a:solidFill>
                  </a:tcPr>
                </a:tc>
                <a:tc>
                  <a:txBody>
                    <a:bodyPr/>
                    <a:p>
                      <a:pPr algn="ctr">
                        <a:buClrTx/>
                        <a:buSzTx/>
                        <a:buFontTx/>
                        <a:buNone/>
                      </a:pPr>
                      <a:r>
                        <a:rPr lang="en-US" altLang="zh-CN" b="1">
                          <a:solidFill>
                            <a:schemeClr val="accent1"/>
                          </a:solidFill>
                        </a:rPr>
                        <a:t>7</a:t>
                      </a:r>
                      <a:endParaRPr lang="en-US" altLang="zh-CN" b="1">
                        <a:solidFill>
                          <a:schemeClr val="accent1"/>
                        </a:solidFill>
                      </a:endParaRPr>
                    </a:p>
                  </a:txBody>
                  <a:tcPr>
                    <a:solidFill>
                      <a:srgbClr val="E7EBF5"/>
                    </a:solidFill>
                  </a:tcPr>
                </a:tc>
              </a:tr>
              <a:tr h="615315">
                <a:tc>
                  <a:txBody>
                    <a:bodyPr/>
                    <a:p>
                      <a:pPr algn="ctr">
                        <a:buClrTx/>
                        <a:buSzTx/>
                        <a:buFontTx/>
                        <a:buNone/>
                      </a:pPr>
                      <a:r>
                        <a:rPr lang="en-US" altLang="zh-CN" b="1">
                          <a:solidFill>
                            <a:schemeClr val="accent1"/>
                          </a:solidFill>
                        </a:rPr>
                        <a:t>15</a:t>
                      </a:r>
                      <a:endParaRPr lang="en-US" altLang="zh-CN" b="1">
                        <a:solidFill>
                          <a:schemeClr val="accent1"/>
                        </a:solidFill>
                      </a:endParaRPr>
                    </a:p>
                  </a:txBody>
                  <a:tcPr/>
                </a:tc>
                <a:tc>
                  <a:txBody>
                    <a:bodyPr/>
                    <a:p>
                      <a:pPr algn="ctr">
                        <a:buClrTx/>
                        <a:buSzTx/>
                        <a:buFontTx/>
                        <a:buNone/>
                      </a:pPr>
                      <a:r>
                        <a:rPr lang="en-US" altLang="zh-CN" b="1">
                          <a:solidFill>
                            <a:schemeClr val="accent1"/>
                          </a:solidFill>
                        </a:rPr>
                        <a:t>6</a:t>
                      </a:r>
                      <a:endParaRPr lang="en-US" altLang="zh-CN" b="1">
                        <a:solidFill>
                          <a:schemeClr val="accent1"/>
                        </a:solidFill>
                      </a:endParaRPr>
                    </a:p>
                  </a:txBody>
                  <a:tcPr/>
                </a:tc>
                <a:tc>
                  <a:txBody>
                    <a:bodyPr/>
                    <a:p>
                      <a:pPr algn="ctr">
                        <a:buClrTx/>
                        <a:buSzTx/>
                        <a:buFontTx/>
                        <a:buNone/>
                      </a:pPr>
                      <a:r>
                        <a:rPr lang="en-US" altLang="zh-CN" b="1">
                          <a:solidFill>
                            <a:schemeClr val="accent1"/>
                          </a:solidFill>
                        </a:rPr>
                        <a:t>37</a:t>
                      </a:r>
                      <a:endParaRPr lang="en-US" altLang="zh-CN" b="1">
                        <a:solidFill>
                          <a:schemeClr val="accent1"/>
                        </a:solidFill>
                      </a:endParaRPr>
                    </a:p>
                  </a:txBody>
                  <a:tcPr/>
                </a:tc>
                <a:tc>
                  <a:txBody>
                    <a:bodyPr/>
                    <a:p>
                      <a:pPr algn="ctr">
                        <a:buClrTx/>
                        <a:buSzTx/>
                        <a:buFontTx/>
                        <a:buNone/>
                      </a:pPr>
                      <a:r>
                        <a:rPr lang="en-US" altLang="zh-CN" b="1">
                          <a:solidFill>
                            <a:schemeClr val="accent1"/>
                          </a:solidFill>
                        </a:rPr>
                        <a:t>8</a:t>
                      </a:r>
                      <a:endParaRPr lang="en-US" altLang="zh-CN" b="1">
                        <a:solidFill>
                          <a:schemeClr val="accent1"/>
                        </a:solidFill>
                      </a:endParaRPr>
                    </a:p>
                  </a:txBody>
                  <a:tcPr/>
                </a:tc>
              </a:tr>
            </a:tbl>
          </a:graphicData>
        </a:graphic>
      </p:graphicFrame>
      <p:grpSp>
        <p:nvGrpSpPr>
          <p:cNvPr id="40" name="组合 39"/>
          <p:cNvGrpSpPr/>
          <p:nvPr/>
        </p:nvGrpSpPr>
        <p:grpSpPr>
          <a:xfrm>
            <a:off x="2619375" y="2432050"/>
            <a:ext cx="6248400" cy="2617788"/>
            <a:chOff x="4126" y="3830"/>
            <a:chExt cx="9839" cy="4122"/>
          </a:xfrm>
        </p:grpSpPr>
        <p:sp>
          <p:nvSpPr>
            <p:cNvPr id="485406" name="文本框 72"/>
            <p:cNvSpPr txBox="1"/>
            <p:nvPr/>
          </p:nvSpPr>
          <p:spPr>
            <a:xfrm>
              <a:off x="7522" y="3830"/>
              <a:ext cx="910" cy="628"/>
            </a:xfrm>
            <a:prstGeom prst="rect">
              <a:avLst/>
            </a:prstGeom>
            <a:noFill/>
            <a:ln w="9525">
              <a:noFill/>
            </a:ln>
          </p:spPr>
          <p:txBody>
            <a:bodyPr wrap="none" anchor="t" anchorCtr="0">
              <a:spAutoFit/>
            </a:bodyPr>
            <a:p>
              <a:r>
                <a:rPr lang="en-US" altLang="zh-CN" sz="2000">
                  <a:solidFill>
                    <a:srgbClr val="C00000"/>
                  </a:solidFill>
                  <a:latin typeface="微软雅黑 Light" panose="020B0502040204020203" charset="-122"/>
                  <a:ea typeface="微软雅黑 Light" panose="020B0502040204020203" charset="-122"/>
                </a:rPr>
                <a:t>0</a:t>
              </a:r>
              <a:r>
                <a:rPr lang="zh-CN" altLang="en-US" sz="2000">
                  <a:solidFill>
                    <a:srgbClr val="C00000"/>
                  </a:solidFill>
                  <a:latin typeface="微软雅黑 Light" panose="020B0502040204020203" charset="-122"/>
                  <a:ea typeface="微软雅黑 Light" panose="020B0502040204020203" charset="-122"/>
                </a:rPr>
                <a:t>列</a:t>
              </a:r>
              <a:endParaRPr lang="zh-CN" altLang="en-US" sz="2000">
                <a:solidFill>
                  <a:srgbClr val="C00000"/>
                </a:solidFill>
                <a:latin typeface="微软雅黑 Light" panose="020B0502040204020203" charset="-122"/>
                <a:ea typeface="微软雅黑 Light" panose="020B0502040204020203" charset="-122"/>
              </a:endParaRPr>
            </a:p>
          </p:txBody>
        </p:sp>
        <p:sp>
          <p:nvSpPr>
            <p:cNvPr id="485407" name="文本框 73"/>
            <p:cNvSpPr txBox="1"/>
            <p:nvPr/>
          </p:nvSpPr>
          <p:spPr>
            <a:xfrm>
              <a:off x="4126" y="3830"/>
              <a:ext cx="2238" cy="628"/>
            </a:xfrm>
            <a:prstGeom prst="rect">
              <a:avLst/>
            </a:prstGeom>
            <a:noFill/>
            <a:ln w="9525">
              <a:noFill/>
            </a:ln>
          </p:spPr>
          <p:txBody>
            <a:bodyPr wrap="none" anchor="t" anchorCtr="0">
              <a:spAutoFit/>
            </a:bodyPr>
            <a:p>
              <a:r>
                <a:rPr lang="zh-CN" altLang="en-US" sz="2000">
                  <a:solidFill>
                    <a:srgbClr val="C00000"/>
                  </a:solidFill>
                  <a:latin typeface="微软雅黑 Light" panose="020B0502040204020203" charset="-122"/>
                  <a:ea typeface="微软雅黑 Light" panose="020B0502040204020203" charset="-122"/>
                </a:rPr>
                <a:t>最大值</a:t>
              </a:r>
              <a:r>
                <a:rPr lang="en-US" altLang="zh-CN" sz="2000">
                  <a:solidFill>
                    <a:srgbClr val="C00000"/>
                  </a:solidFill>
                  <a:latin typeface="微软雅黑 Light" panose="020B0502040204020203" charset="-122"/>
                  <a:ea typeface="微软雅黑 Light" panose="020B0502040204020203" charset="-122"/>
                </a:rPr>
                <a:t>max</a:t>
              </a:r>
              <a:endParaRPr lang="en-US" altLang="zh-CN" sz="2000">
                <a:solidFill>
                  <a:srgbClr val="C00000"/>
                </a:solidFill>
                <a:latin typeface="微软雅黑 Light" panose="020B0502040204020203" charset="-122"/>
                <a:ea typeface="微软雅黑 Light" panose="020B0502040204020203" charset="-122"/>
              </a:endParaRPr>
            </a:p>
          </p:txBody>
        </p:sp>
        <p:sp>
          <p:nvSpPr>
            <p:cNvPr id="485408" name="文本框 5"/>
            <p:cNvSpPr txBox="1"/>
            <p:nvPr/>
          </p:nvSpPr>
          <p:spPr>
            <a:xfrm>
              <a:off x="4808" y="4458"/>
              <a:ext cx="736" cy="628"/>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11</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485409" name="文本框 6"/>
            <p:cNvSpPr txBox="1"/>
            <p:nvPr/>
          </p:nvSpPr>
          <p:spPr>
            <a:xfrm>
              <a:off x="4657" y="5341"/>
              <a:ext cx="1177" cy="628"/>
            </a:xfrm>
            <a:prstGeom prst="rect">
              <a:avLst/>
            </a:prstGeom>
            <a:noFill/>
            <a:ln w="9525">
              <a:noFill/>
            </a:ln>
          </p:spPr>
          <p:txBody>
            <a:bodyPr wrap="none" anchor="t" anchorCtr="0">
              <a:spAutoFit/>
            </a:bodyPr>
            <a:p>
              <a:r>
                <a:rPr lang="zh-CN" altLang="en-US" sz="2000">
                  <a:solidFill>
                    <a:srgbClr val="C00000"/>
                  </a:solidFill>
                  <a:latin typeface="微软雅黑 Light" panose="020B0502040204020203" charset="-122"/>
                  <a:ea typeface="微软雅黑 Light" panose="020B0502040204020203" charset="-122"/>
                </a:rPr>
                <a:t>行号</a:t>
              </a:r>
              <a:r>
                <a:rPr lang="en-US" altLang="zh-CN" sz="2000">
                  <a:solidFill>
                    <a:srgbClr val="C00000"/>
                  </a:solidFill>
                  <a:latin typeface="微软雅黑 Light" panose="020B0502040204020203" charset="-122"/>
                  <a:ea typeface="微软雅黑 Light" panose="020B0502040204020203" charset="-122"/>
                </a:rPr>
                <a:t>i</a:t>
              </a:r>
              <a:endParaRPr lang="en-US" altLang="zh-CN" sz="2000">
                <a:solidFill>
                  <a:srgbClr val="C00000"/>
                </a:solidFill>
                <a:latin typeface="微软雅黑 Light" panose="020B0502040204020203" charset="-122"/>
                <a:ea typeface="微软雅黑 Light" panose="020B0502040204020203" charset="-122"/>
              </a:endParaRPr>
            </a:p>
          </p:txBody>
        </p:sp>
        <p:sp>
          <p:nvSpPr>
            <p:cNvPr id="485410" name="文本框 7"/>
            <p:cNvSpPr txBox="1"/>
            <p:nvPr/>
          </p:nvSpPr>
          <p:spPr>
            <a:xfrm>
              <a:off x="4808" y="5969"/>
              <a:ext cx="612" cy="628"/>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0</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485411" name="文本框 8"/>
            <p:cNvSpPr txBox="1"/>
            <p:nvPr/>
          </p:nvSpPr>
          <p:spPr>
            <a:xfrm>
              <a:off x="4808" y="7324"/>
              <a:ext cx="612" cy="628"/>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0</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485412" name="文本框 9"/>
            <p:cNvSpPr txBox="1"/>
            <p:nvPr/>
          </p:nvSpPr>
          <p:spPr>
            <a:xfrm>
              <a:off x="4657" y="6597"/>
              <a:ext cx="1177" cy="628"/>
            </a:xfrm>
            <a:prstGeom prst="rect">
              <a:avLst/>
            </a:prstGeom>
            <a:noFill/>
            <a:ln w="9525">
              <a:noFill/>
            </a:ln>
          </p:spPr>
          <p:txBody>
            <a:bodyPr wrap="none" anchor="t" anchorCtr="0">
              <a:spAutoFit/>
            </a:bodyPr>
            <a:p>
              <a:r>
                <a:rPr lang="zh-CN" altLang="en-US" sz="2000">
                  <a:solidFill>
                    <a:srgbClr val="C00000"/>
                  </a:solidFill>
                  <a:latin typeface="微软雅黑 Light" panose="020B0502040204020203" charset="-122"/>
                  <a:ea typeface="微软雅黑 Light" panose="020B0502040204020203" charset="-122"/>
                </a:rPr>
                <a:t>列号</a:t>
              </a:r>
              <a:r>
                <a:rPr lang="en-US" altLang="zh-CN" sz="2000">
                  <a:solidFill>
                    <a:srgbClr val="C00000"/>
                  </a:solidFill>
                  <a:latin typeface="微软雅黑 Light" panose="020B0502040204020203" charset="-122"/>
                  <a:ea typeface="微软雅黑 Light" panose="020B0502040204020203" charset="-122"/>
                </a:rPr>
                <a:t>j</a:t>
              </a:r>
              <a:endParaRPr lang="en-US" altLang="zh-CN" sz="2000">
                <a:solidFill>
                  <a:srgbClr val="C00000"/>
                </a:solidFill>
                <a:latin typeface="微软雅黑 Light" panose="020B0502040204020203" charset="-122"/>
                <a:ea typeface="微软雅黑 Light" panose="020B0502040204020203" charset="-122"/>
              </a:endParaRPr>
            </a:p>
          </p:txBody>
        </p:sp>
        <p:sp>
          <p:nvSpPr>
            <p:cNvPr id="485413" name="文本框 13"/>
            <p:cNvSpPr txBox="1"/>
            <p:nvPr/>
          </p:nvSpPr>
          <p:spPr>
            <a:xfrm>
              <a:off x="6192" y="4549"/>
              <a:ext cx="910" cy="628"/>
            </a:xfrm>
            <a:prstGeom prst="rect">
              <a:avLst/>
            </a:prstGeom>
            <a:noFill/>
            <a:ln w="9525">
              <a:noFill/>
            </a:ln>
          </p:spPr>
          <p:txBody>
            <a:bodyPr wrap="none" anchor="t" anchorCtr="0">
              <a:spAutoFit/>
            </a:bodyPr>
            <a:p>
              <a:r>
                <a:rPr lang="en-US" altLang="zh-CN" sz="2000">
                  <a:solidFill>
                    <a:srgbClr val="C00000"/>
                  </a:solidFill>
                  <a:latin typeface="微软雅黑 Light" panose="020B0502040204020203" charset="-122"/>
                  <a:ea typeface="微软雅黑 Light" panose="020B0502040204020203" charset="-122"/>
                </a:rPr>
                <a:t>0</a:t>
              </a:r>
              <a:r>
                <a:rPr lang="zh-CN" altLang="en-US" sz="2000">
                  <a:solidFill>
                    <a:srgbClr val="C00000"/>
                  </a:solidFill>
                  <a:latin typeface="微软雅黑 Light" panose="020B0502040204020203" charset="-122"/>
                  <a:ea typeface="微软雅黑 Light" panose="020B0502040204020203" charset="-122"/>
                </a:rPr>
                <a:t>行</a:t>
              </a:r>
              <a:endParaRPr lang="zh-CN" altLang="en-US" sz="2000">
                <a:solidFill>
                  <a:srgbClr val="C00000"/>
                </a:solidFill>
                <a:latin typeface="微软雅黑 Light" panose="020B0502040204020203" charset="-122"/>
                <a:ea typeface="微软雅黑 Light" panose="020B0502040204020203" charset="-122"/>
              </a:endParaRPr>
            </a:p>
          </p:txBody>
        </p:sp>
        <p:sp>
          <p:nvSpPr>
            <p:cNvPr id="485414" name="文本框 14"/>
            <p:cNvSpPr txBox="1"/>
            <p:nvPr/>
          </p:nvSpPr>
          <p:spPr>
            <a:xfrm>
              <a:off x="6170" y="5597"/>
              <a:ext cx="842" cy="628"/>
            </a:xfrm>
            <a:prstGeom prst="rect">
              <a:avLst/>
            </a:prstGeom>
            <a:noFill/>
            <a:ln w="9525">
              <a:noFill/>
            </a:ln>
          </p:spPr>
          <p:txBody>
            <a:bodyPr wrap="none" anchor="t" anchorCtr="0">
              <a:spAutoFit/>
            </a:bodyPr>
            <a:p>
              <a:r>
                <a:rPr lang="en-US" altLang="zh-CN" sz="2000">
                  <a:solidFill>
                    <a:srgbClr val="C00000"/>
                  </a:solidFill>
                  <a:latin typeface="微软雅黑 Light" panose="020B0502040204020203" charset="-122"/>
                  <a:ea typeface="微软雅黑 Light" panose="020B0502040204020203" charset="-122"/>
                </a:rPr>
                <a:t>1</a:t>
              </a:r>
              <a:r>
                <a:rPr lang="zh-CN" altLang="en-US" sz="2000">
                  <a:solidFill>
                    <a:srgbClr val="C00000"/>
                  </a:solidFill>
                  <a:latin typeface="微软雅黑 Light" panose="020B0502040204020203" charset="-122"/>
                  <a:ea typeface="微软雅黑 Light" panose="020B0502040204020203" charset="-122"/>
                </a:rPr>
                <a:t>行</a:t>
              </a:r>
              <a:endParaRPr lang="zh-CN" altLang="en-US" sz="2000">
                <a:solidFill>
                  <a:srgbClr val="C00000"/>
                </a:solidFill>
                <a:latin typeface="微软雅黑 Light" panose="020B0502040204020203" charset="-122"/>
                <a:ea typeface="微软雅黑 Light" panose="020B0502040204020203" charset="-122"/>
              </a:endParaRPr>
            </a:p>
          </p:txBody>
        </p:sp>
        <p:sp>
          <p:nvSpPr>
            <p:cNvPr id="485415" name="文本框 15"/>
            <p:cNvSpPr txBox="1"/>
            <p:nvPr/>
          </p:nvSpPr>
          <p:spPr>
            <a:xfrm>
              <a:off x="6192" y="6597"/>
              <a:ext cx="910" cy="628"/>
            </a:xfrm>
            <a:prstGeom prst="rect">
              <a:avLst/>
            </a:prstGeom>
            <a:noFill/>
            <a:ln w="9525">
              <a:noFill/>
            </a:ln>
          </p:spPr>
          <p:txBody>
            <a:bodyPr wrap="none" anchor="t" anchorCtr="0">
              <a:spAutoFit/>
            </a:bodyPr>
            <a:p>
              <a:r>
                <a:rPr lang="en-US" altLang="zh-CN" sz="2000">
                  <a:solidFill>
                    <a:srgbClr val="C00000"/>
                  </a:solidFill>
                  <a:latin typeface="微软雅黑 Light" panose="020B0502040204020203" charset="-122"/>
                  <a:ea typeface="微软雅黑 Light" panose="020B0502040204020203" charset="-122"/>
                </a:rPr>
                <a:t>2</a:t>
              </a:r>
              <a:r>
                <a:rPr lang="zh-CN" altLang="en-US" sz="2000">
                  <a:solidFill>
                    <a:srgbClr val="C00000"/>
                  </a:solidFill>
                  <a:latin typeface="微软雅黑 Light" panose="020B0502040204020203" charset="-122"/>
                  <a:ea typeface="微软雅黑 Light" panose="020B0502040204020203" charset="-122"/>
                </a:rPr>
                <a:t>行</a:t>
              </a:r>
              <a:endParaRPr lang="zh-CN" altLang="en-US" sz="2000">
                <a:solidFill>
                  <a:srgbClr val="C00000"/>
                </a:solidFill>
                <a:latin typeface="微软雅黑 Light" panose="020B0502040204020203" charset="-122"/>
                <a:ea typeface="微软雅黑 Light" panose="020B0502040204020203" charset="-122"/>
              </a:endParaRPr>
            </a:p>
          </p:txBody>
        </p:sp>
        <p:sp>
          <p:nvSpPr>
            <p:cNvPr id="485416" name="文本框 16"/>
            <p:cNvSpPr txBox="1"/>
            <p:nvPr/>
          </p:nvSpPr>
          <p:spPr>
            <a:xfrm>
              <a:off x="9318" y="3830"/>
              <a:ext cx="842" cy="628"/>
            </a:xfrm>
            <a:prstGeom prst="rect">
              <a:avLst/>
            </a:prstGeom>
            <a:noFill/>
            <a:ln w="9525">
              <a:noFill/>
            </a:ln>
          </p:spPr>
          <p:txBody>
            <a:bodyPr wrap="none" anchor="t" anchorCtr="0">
              <a:spAutoFit/>
            </a:bodyPr>
            <a:p>
              <a:r>
                <a:rPr lang="en-US" altLang="zh-CN" sz="2000">
                  <a:solidFill>
                    <a:srgbClr val="C00000"/>
                  </a:solidFill>
                  <a:latin typeface="微软雅黑 Light" panose="020B0502040204020203" charset="-122"/>
                  <a:ea typeface="微软雅黑 Light" panose="020B0502040204020203" charset="-122"/>
                </a:rPr>
                <a:t>1</a:t>
              </a:r>
              <a:r>
                <a:rPr lang="zh-CN" altLang="en-US" sz="2000">
                  <a:solidFill>
                    <a:srgbClr val="C00000"/>
                  </a:solidFill>
                  <a:latin typeface="微软雅黑 Light" panose="020B0502040204020203" charset="-122"/>
                  <a:ea typeface="微软雅黑 Light" panose="020B0502040204020203" charset="-122"/>
                </a:rPr>
                <a:t>列</a:t>
              </a:r>
              <a:endParaRPr lang="zh-CN" altLang="en-US" sz="2000">
                <a:solidFill>
                  <a:srgbClr val="C00000"/>
                </a:solidFill>
                <a:latin typeface="微软雅黑 Light" panose="020B0502040204020203" charset="-122"/>
                <a:ea typeface="微软雅黑 Light" panose="020B0502040204020203" charset="-122"/>
              </a:endParaRPr>
            </a:p>
          </p:txBody>
        </p:sp>
        <p:sp>
          <p:nvSpPr>
            <p:cNvPr id="485417" name="文本框 17"/>
            <p:cNvSpPr txBox="1"/>
            <p:nvPr/>
          </p:nvSpPr>
          <p:spPr>
            <a:xfrm>
              <a:off x="11280" y="3830"/>
              <a:ext cx="910" cy="628"/>
            </a:xfrm>
            <a:prstGeom prst="rect">
              <a:avLst/>
            </a:prstGeom>
            <a:noFill/>
            <a:ln w="9525">
              <a:noFill/>
            </a:ln>
          </p:spPr>
          <p:txBody>
            <a:bodyPr wrap="none" anchor="t" anchorCtr="0">
              <a:spAutoFit/>
            </a:bodyPr>
            <a:p>
              <a:r>
                <a:rPr lang="en-US" altLang="zh-CN" sz="2000">
                  <a:solidFill>
                    <a:srgbClr val="C00000"/>
                  </a:solidFill>
                  <a:latin typeface="微软雅黑 Light" panose="020B0502040204020203" charset="-122"/>
                  <a:ea typeface="微软雅黑 Light" panose="020B0502040204020203" charset="-122"/>
                </a:rPr>
                <a:t>2</a:t>
              </a:r>
              <a:r>
                <a:rPr lang="zh-CN" altLang="en-US" sz="2000">
                  <a:solidFill>
                    <a:srgbClr val="C00000"/>
                  </a:solidFill>
                  <a:latin typeface="微软雅黑 Light" panose="020B0502040204020203" charset="-122"/>
                  <a:ea typeface="微软雅黑 Light" panose="020B0502040204020203" charset="-122"/>
                </a:rPr>
                <a:t>列</a:t>
              </a:r>
              <a:endParaRPr lang="zh-CN" altLang="en-US" sz="2000">
                <a:solidFill>
                  <a:srgbClr val="C00000"/>
                </a:solidFill>
                <a:latin typeface="微软雅黑 Light" panose="020B0502040204020203" charset="-122"/>
                <a:ea typeface="微软雅黑 Light" panose="020B0502040204020203" charset="-122"/>
              </a:endParaRPr>
            </a:p>
          </p:txBody>
        </p:sp>
        <p:sp>
          <p:nvSpPr>
            <p:cNvPr id="485418" name="文本框 18"/>
            <p:cNvSpPr txBox="1"/>
            <p:nvPr/>
          </p:nvSpPr>
          <p:spPr>
            <a:xfrm>
              <a:off x="13055" y="3830"/>
              <a:ext cx="910" cy="628"/>
            </a:xfrm>
            <a:prstGeom prst="rect">
              <a:avLst/>
            </a:prstGeom>
            <a:noFill/>
            <a:ln w="9525">
              <a:noFill/>
            </a:ln>
          </p:spPr>
          <p:txBody>
            <a:bodyPr wrap="none" anchor="t" anchorCtr="0">
              <a:spAutoFit/>
            </a:bodyPr>
            <a:p>
              <a:r>
                <a:rPr lang="en-US" altLang="zh-CN" sz="2000">
                  <a:solidFill>
                    <a:srgbClr val="C00000"/>
                  </a:solidFill>
                  <a:latin typeface="微软雅黑 Light" panose="020B0502040204020203" charset="-122"/>
                  <a:ea typeface="微软雅黑 Light" panose="020B0502040204020203" charset="-122"/>
                </a:rPr>
                <a:t>3</a:t>
              </a:r>
              <a:r>
                <a:rPr lang="zh-CN" altLang="en-US" sz="2000">
                  <a:solidFill>
                    <a:srgbClr val="C00000"/>
                  </a:solidFill>
                  <a:latin typeface="微软雅黑 Light" panose="020B0502040204020203" charset="-122"/>
                  <a:ea typeface="微软雅黑 Light" panose="020B0502040204020203" charset="-122"/>
                </a:rPr>
                <a:t>列</a:t>
              </a:r>
              <a:endParaRPr lang="zh-CN" altLang="en-US" sz="2000">
                <a:solidFill>
                  <a:srgbClr val="C00000"/>
                </a:solidFill>
                <a:latin typeface="微软雅黑 Light" panose="020B0502040204020203" charset="-122"/>
                <a:ea typeface="微软雅黑 Light" panose="020B0502040204020203" charset="-122"/>
              </a:endParaRPr>
            </a:p>
          </p:txBody>
        </p:sp>
      </p:grpSp>
      <p:sp>
        <p:nvSpPr>
          <p:cNvPr id="79" name="直接连接符 54280"/>
          <p:cNvSpPr/>
          <p:nvPr/>
        </p:nvSpPr>
        <p:spPr>
          <a:xfrm flipV="1">
            <a:off x="6205538" y="3152775"/>
            <a:ext cx="1587" cy="282575"/>
          </a:xfrm>
          <a:prstGeom prst="line">
            <a:avLst/>
          </a:prstGeom>
          <a:ln w="9525" cap="flat" cmpd="sng">
            <a:solidFill>
              <a:srgbClr val="669900"/>
            </a:solidFill>
            <a:prstDash val="solid"/>
            <a:round/>
            <a:headEnd type="none" w="med" len="med"/>
            <a:tailEnd type="triangle" w="med" len="med"/>
          </a:ln>
        </p:spPr>
      </p:sp>
      <p:sp>
        <p:nvSpPr>
          <p:cNvPr id="41" name="直接连接符 54280"/>
          <p:cNvSpPr/>
          <p:nvPr/>
        </p:nvSpPr>
        <p:spPr>
          <a:xfrm flipV="1">
            <a:off x="7372350" y="3108325"/>
            <a:ext cx="1588" cy="282575"/>
          </a:xfrm>
          <a:prstGeom prst="line">
            <a:avLst/>
          </a:prstGeom>
          <a:ln w="9525" cap="flat" cmpd="sng">
            <a:solidFill>
              <a:srgbClr val="669900"/>
            </a:solidFill>
            <a:prstDash val="solid"/>
            <a:round/>
            <a:headEnd type="none" w="med" len="med"/>
            <a:tailEnd type="triangle" w="med" len="med"/>
          </a:ln>
        </p:spPr>
      </p:sp>
      <p:sp>
        <p:nvSpPr>
          <p:cNvPr id="43" name="文本框 42"/>
          <p:cNvSpPr txBox="1"/>
          <p:nvPr/>
        </p:nvSpPr>
        <p:spPr>
          <a:xfrm>
            <a:off x="3052763" y="2830513"/>
            <a:ext cx="468312"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33</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44" name="文本框 43"/>
          <p:cNvSpPr txBox="1"/>
          <p:nvPr/>
        </p:nvSpPr>
        <p:spPr>
          <a:xfrm>
            <a:off x="3013075" y="4651375"/>
            <a:ext cx="468313"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2</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45" name="直接连接符 54280"/>
          <p:cNvSpPr/>
          <p:nvPr/>
        </p:nvSpPr>
        <p:spPr>
          <a:xfrm flipV="1">
            <a:off x="8510588" y="3108325"/>
            <a:ext cx="0" cy="282575"/>
          </a:xfrm>
          <a:prstGeom prst="line">
            <a:avLst/>
          </a:prstGeom>
          <a:ln w="9525" cap="flat" cmpd="sng">
            <a:solidFill>
              <a:srgbClr val="669900"/>
            </a:solidFill>
            <a:prstDash val="solid"/>
            <a:round/>
            <a:headEnd type="none" w="med" len="med"/>
            <a:tailEnd type="triangle" w="med" len="med"/>
          </a:ln>
        </p:spPr>
      </p:sp>
      <p:sp>
        <p:nvSpPr>
          <p:cNvPr id="47" name="直接连接符 54280"/>
          <p:cNvSpPr/>
          <p:nvPr/>
        </p:nvSpPr>
        <p:spPr>
          <a:xfrm flipV="1">
            <a:off x="5065713" y="3752850"/>
            <a:ext cx="0" cy="282575"/>
          </a:xfrm>
          <a:prstGeom prst="line">
            <a:avLst/>
          </a:prstGeom>
          <a:ln w="9525" cap="flat" cmpd="sng">
            <a:solidFill>
              <a:srgbClr val="669900"/>
            </a:solidFill>
            <a:prstDash val="solid"/>
            <a:round/>
            <a:headEnd type="none" w="med" len="med"/>
            <a:tailEnd type="triangle" w="med" len="med"/>
          </a:ln>
        </p:spPr>
      </p:sp>
      <p:sp>
        <p:nvSpPr>
          <p:cNvPr id="48" name="直接连接符 54280"/>
          <p:cNvSpPr/>
          <p:nvPr/>
        </p:nvSpPr>
        <p:spPr>
          <a:xfrm flipV="1">
            <a:off x="6207125" y="3752850"/>
            <a:ext cx="0" cy="282575"/>
          </a:xfrm>
          <a:prstGeom prst="line">
            <a:avLst/>
          </a:prstGeom>
          <a:ln w="9525" cap="flat" cmpd="sng">
            <a:solidFill>
              <a:srgbClr val="669900"/>
            </a:solidFill>
            <a:prstDash val="solid"/>
            <a:round/>
            <a:headEnd type="none" w="med" len="med"/>
            <a:tailEnd type="triangle" w="med" len="med"/>
          </a:ln>
        </p:spPr>
      </p:sp>
      <p:sp>
        <p:nvSpPr>
          <p:cNvPr id="50" name="文本框 49"/>
          <p:cNvSpPr txBox="1"/>
          <p:nvPr/>
        </p:nvSpPr>
        <p:spPr>
          <a:xfrm>
            <a:off x="3052763" y="2830513"/>
            <a:ext cx="468312"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42</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5" name="文本框 54"/>
          <p:cNvSpPr txBox="1"/>
          <p:nvPr/>
        </p:nvSpPr>
        <p:spPr>
          <a:xfrm>
            <a:off x="3052763" y="3790950"/>
            <a:ext cx="468312"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1</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7" name="文本框 56"/>
          <p:cNvSpPr txBox="1"/>
          <p:nvPr/>
        </p:nvSpPr>
        <p:spPr>
          <a:xfrm>
            <a:off x="3013075" y="4651375"/>
            <a:ext cx="468313"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1</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8" name="直接连接符 54280"/>
          <p:cNvSpPr/>
          <p:nvPr/>
        </p:nvSpPr>
        <p:spPr>
          <a:xfrm flipV="1">
            <a:off x="7373938" y="3790950"/>
            <a:ext cx="0" cy="282575"/>
          </a:xfrm>
          <a:prstGeom prst="line">
            <a:avLst/>
          </a:prstGeom>
          <a:ln w="9525" cap="flat" cmpd="sng">
            <a:solidFill>
              <a:srgbClr val="669900"/>
            </a:solidFill>
            <a:prstDash val="solid"/>
            <a:round/>
            <a:headEnd type="none" w="med" len="med"/>
            <a:tailEnd type="triangle" w="med" len="med"/>
          </a:ln>
        </p:spPr>
      </p:sp>
      <p:sp>
        <p:nvSpPr>
          <p:cNvPr id="60" name="文本框 59"/>
          <p:cNvSpPr txBox="1"/>
          <p:nvPr/>
        </p:nvSpPr>
        <p:spPr>
          <a:xfrm>
            <a:off x="3052763" y="2830513"/>
            <a:ext cx="468312"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53</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62" name="文本框 61"/>
          <p:cNvSpPr txBox="1"/>
          <p:nvPr/>
        </p:nvSpPr>
        <p:spPr>
          <a:xfrm>
            <a:off x="3013075" y="4676775"/>
            <a:ext cx="468313"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2</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83" name="直接连接符 54280"/>
          <p:cNvSpPr/>
          <p:nvPr/>
        </p:nvSpPr>
        <p:spPr>
          <a:xfrm flipV="1">
            <a:off x="8509000" y="3790950"/>
            <a:ext cx="1588" cy="282575"/>
          </a:xfrm>
          <a:prstGeom prst="line">
            <a:avLst/>
          </a:prstGeom>
          <a:ln w="9525" cap="flat" cmpd="sng">
            <a:solidFill>
              <a:srgbClr val="669900"/>
            </a:solidFill>
            <a:prstDash val="solid"/>
            <a:round/>
            <a:headEnd type="none" w="med" len="med"/>
            <a:tailEnd type="triangle" w="med" len="med"/>
          </a:ln>
        </p:spPr>
      </p:sp>
      <p:sp>
        <p:nvSpPr>
          <p:cNvPr id="84" name="直接连接符 54280"/>
          <p:cNvSpPr/>
          <p:nvPr/>
        </p:nvSpPr>
        <p:spPr>
          <a:xfrm flipV="1">
            <a:off x="5065713" y="4305300"/>
            <a:ext cx="1587" cy="282575"/>
          </a:xfrm>
          <a:prstGeom prst="line">
            <a:avLst/>
          </a:prstGeom>
          <a:ln w="9525" cap="flat" cmpd="sng">
            <a:solidFill>
              <a:srgbClr val="669900"/>
            </a:solidFill>
            <a:prstDash val="solid"/>
            <a:round/>
            <a:headEnd type="none" w="med" len="med"/>
            <a:tailEnd type="triangle" w="med" len="med"/>
          </a:ln>
        </p:spPr>
      </p:sp>
      <p:sp>
        <p:nvSpPr>
          <p:cNvPr id="85" name="直接连接符 54280"/>
          <p:cNvSpPr/>
          <p:nvPr/>
        </p:nvSpPr>
        <p:spPr>
          <a:xfrm flipV="1">
            <a:off x="6183313" y="4305300"/>
            <a:ext cx="1587" cy="282575"/>
          </a:xfrm>
          <a:prstGeom prst="line">
            <a:avLst/>
          </a:prstGeom>
          <a:ln w="9525" cap="flat" cmpd="sng">
            <a:solidFill>
              <a:srgbClr val="669900"/>
            </a:solidFill>
            <a:prstDash val="solid"/>
            <a:round/>
            <a:headEnd type="none" w="med" len="med"/>
            <a:tailEnd type="triangle" w="med" len="med"/>
          </a:ln>
        </p:spPr>
      </p:sp>
      <p:sp>
        <p:nvSpPr>
          <p:cNvPr id="86" name="直接连接符 54280"/>
          <p:cNvSpPr/>
          <p:nvPr/>
        </p:nvSpPr>
        <p:spPr>
          <a:xfrm flipV="1">
            <a:off x="7372350" y="4305300"/>
            <a:ext cx="0" cy="282575"/>
          </a:xfrm>
          <a:prstGeom prst="line">
            <a:avLst/>
          </a:prstGeom>
          <a:ln w="9525" cap="flat" cmpd="sng">
            <a:solidFill>
              <a:srgbClr val="669900"/>
            </a:solidFill>
            <a:prstDash val="solid"/>
            <a:round/>
            <a:headEnd type="none" w="med" len="med"/>
            <a:tailEnd type="triangle" w="med" len="med"/>
          </a:ln>
        </p:spPr>
      </p:sp>
      <p:sp>
        <p:nvSpPr>
          <p:cNvPr id="87" name="直接连接符 54280"/>
          <p:cNvSpPr/>
          <p:nvPr/>
        </p:nvSpPr>
        <p:spPr>
          <a:xfrm flipV="1">
            <a:off x="8509000" y="4394200"/>
            <a:ext cx="0" cy="282575"/>
          </a:xfrm>
          <a:prstGeom prst="line">
            <a:avLst/>
          </a:prstGeom>
          <a:ln w="9525" cap="flat" cmpd="sng">
            <a:solidFill>
              <a:srgbClr val="669900"/>
            </a:solidFill>
            <a:prstDash val="solid"/>
            <a:round/>
            <a:headEnd type="none" w="med" len="med"/>
            <a:tailEnd type="triangle" w="med" len="med"/>
          </a:ln>
        </p:spPr>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4338">
                                            <p:txEl>
                                              <p:charRg st="0" end="1"/>
                                            </p:txEl>
                                          </p:spTgt>
                                        </p:tgtEl>
                                        <p:attrNameLst>
                                          <p:attrName>style.visibility</p:attrName>
                                        </p:attrNameLst>
                                      </p:cBhvr>
                                      <p:to>
                                        <p:strVal val="visible"/>
                                      </p:to>
                                    </p:set>
                                    <p:anim calcmode="lin" valueType="num">
                                      <p:cBhvr>
                                        <p:cTn id="7" dur="500" fill="hold"/>
                                        <p:tgtEl>
                                          <p:spTgt spid="14338">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14338">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46">
                                            <p:txEl>
                                              <p:charRg st="0" end="24"/>
                                            </p:txEl>
                                          </p:spTgt>
                                        </p:tgtEl>
                                        <p:attrNameLst>
                                          <p:attrName>style.visibility</p:attrName>
                                        </p:attrNameLst>
                                      </p:cBhvr>
                                      <p:to>
                                        <p:strVal val="visible"/>
                                      </p:to>
                                    </p:set>
                                    <p:anim calcmode="lin" valueType="num">
                                      <p:cBhvr>
                                        <p:cTn id="13" dur="500" fill="hold"/>
                                        <p:tgtEl>
                                          <p:spTgt spid="14346">
                                            <p:txEl>
                                              <p:charRg st="0" end="24"/>
                                            </p:txEl>
                                          </p:spTgt>
                                        </p:tgtEl>
                                        <p:attrNameLst>
                                          <p:attrName>ppt_x</p:attrName>
                                        </p:attrNameLst>
                                      </p:cBhvr>
                                      <p:tavLst>
                                        <p:tav tm="0">
                                          <p:val>
                                            <p:strVal val="0-#ppt_w/2"/>
                                          </p:val>
                                        </p:tav>
                                        <p:tav tm="100000">
                                          <p:val>
                                            <p:strVal val="#ppt_x"/>
                                          </p:val>
                                        </p:tav>
                                      </p:tavLst>
                                    </p:anim>
                                    <p:anim calcmode="lin" valueType="num">
                                      <p:cBhvr>
                                        <p:cTn id="14" dur="500" fill="hold"/>
                                        <p:tgtEl>
                                          <p:spTgt spid="14346">
                                            <p:txEl>
                                              <p:charRg st="0" end="2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randombar(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000" fill="hold">
                                          <p:stCondLst>
                                            <p:cond delay="0"/>
                                          </p:stCondLst>
                                        </p:cTn>
                                        <p:tgtEl>
                                          <p:spTgt spid="13"/>
                                        </p:tgtEl>
                                        <p:attrNameLst>
                                          <p:attrName>style.visibility</p:attrName>
                                        </p:attrNameLst>
                                      </p:cBhvr>
                                      <p:to>
                                        <p:strVal val="visible"/>
                                      </p:to>
                                    </p:set>
                                    <p:animEffect transition="in" filter="box(out)">
                                      <p:cBhvr>
                                        <p:cTn id="24" dur="10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randombar(horizontal)">
                                      <p:cBhvr>
                                        <p:cTn id="29" dur="500"/>
                                        <p:tgtEl>
                                          <p:spTgt spid="40"/>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79"/>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1"/>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000" fill="hold">
                                          <p:stCondLst>
                                            <p:cond delay="0"/>
                                          </p:stCondLst>
                                        </p:cTn>
                                        <p:tgtEl>
                                          <p:spTgt spid="43"/>
                                        </p:tgtEl>
                                        <p:attrNameLst>
                                          <p:attrName>style.visibility</p:attrName>
                                        </p:attrNameLst>
                                      </p:cBhvr>
                                      <p:to>
                                        <p:strVal val="visible"/>
                                      </p:to>
                                    </p:set>
                                    <p:animEffect transition="in" filter="box(out)">
                                      <p:cBhvr>
                                        <p:cTn id="42" dur="1000"/>
                                        <p:tgtEl>
                                          <p:spTgt spid="43"/>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000" fill="hold">
                                          <p:stCondLst>
                                            <p:cond delay="0"/>
                                          </p:stCondLst>
                                        </p:cTn>
                                        <p:tgtEl>
                                          <p:spTgt spid="44"/>
                                        </p:tgtEl>
                                        <p:attrNameLst>
                                          <p:attrName>style.visibility</p:attrName>
                                        </p:attrNameLst>
                                      </p:cBhvr>
                                      <p:to>
                                        <p:strVal val="visible"/>
                                      </p:to>
                                    </p:set>
                                    <p:animEffect transition="in" filter="box(out)">
                                      <p:cBhvr>
                                        <p:cTn id="47" dur="1000"/>
                                        <p:tgtEl>
                                          <p:spTgt spid="44"/>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45"/>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47"/>
                                        </p:tgtEl>
                                        <p:attrNameLst>
                                          <p:attrName>style.visibility</p:attrName>
                                        </p:attrNameLst>
                                      </p:cBhvr>
                                      <p:to>
                                        <p:strVal val="visible"/>
                                      </p:to>
                                    </p:set>
                                  </p:childTnLst>
                                </p:cTn>
                              </p:par>
                            </p:childTnLst>
                          </p:cTn>
                        </p:par>
                      </p:childTnLst>
                    </p:cTn>
                  </p:par>
                  <p:par>
                    <p:cTn id="56" fill="hold">
                      <p:stCondLst>
                        <p:cond delay="indefinite"/>
                      </p:stCondLst>
                      <p:childTnLst>
                        <p:par>
                          <p:cTn id="57" fill="hold">
                            <p:stCondLst>
                              <p:cond delay="0"/>
                            </p:stCondLst>
                            <p:childTnLst>
                              <p:par>
                                <p:cTn id="58" presetID="1" presetClass="entr" presetSubtype="0" fill="hold" nodeType="clickEffect">
                                  <p:stCondLst>
                                    <p:cond delay="0"/>
                                  </p:stCondLst>
                                  <p:childTnLst>
                                    <p:set>
                                      <p:cBhvr>
                                        <p:cTn id="59" dur="1" fill="hold">
                                          <p:stCondLst>
                                            <p:cond delay="0"/>
                                          </p:stCondLst>
                                        </p:cTn>
                                        <p:tgtEl>
                                          <p:spTgt spid="4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4" presetClass="entr" presetSubtype="32" fill="hold" grpId="0" nodeType="clickEffect">
                                  <p:stCondLst>
                                    <p:cond delay="0"/>
                                  </p:stCondLst>
                                  <p:childTnLst>
                                    <p:set>
                                      <p:cBhvr>
                                        <p:cTn id="63" dur="1000" fill="hold">
                                          <p:stCondLst>
                                            <p:cond delay="0"/>
                                          </p:stCondLst>
                                        </p:cTn>
                                        <p:tgtEl>
                                          <p:spTgt spid="50"/>
                                        </p:tgtEl>
                                        <p:attrNameLst>
                                          <p:attrName>style.visibility</p:attrName>
                                        </p:attrNameLst>
                                      </p:cBhvr>
                                      <p:to>
                                        <p:strVal val="visible"/>
                                      </p:to>
                                    </p:set>
                                    <p:animEffect transition="in" filter="box(out)">
                                      <p:cBhvr>
                                        <p:cTn id="64" dur="1000"/>
                                        <p:tgtEl>
                                          <p:spTgt spid="50"/>
                                        </p:tgtEl>
                                      </p:cBhvr>
                                    </p:animEffect>
                                  </p:childTnLst>
                                </p:cTn>
                              </p:par>
                            </p:childTnLst>
                          </p:cTn>
                        </p:par>
                      </p:childTnLst>
                    </p:cTn>
                  </p:par>
                  <p:par>
                    <p:cTn id="65" fill="hold">
                      <p:stCondLst>
                        <p:cond delay="indefinite"/>
                      </p:stCondLst>
                      <p:childTnLst>
                        <p:par>
                          <p:cTn id="66" fill="hold">
                            <p:stCondLst>
                              <p:cond delay="0"/>
                            </p:stCondLst>
                            <p:childTnLst>
                              <p:par>
                                <p:cTn id="67" presetID="4" presetClass="entr" presetSubtype="32" fill="hold" grpId="0" nodeType="clickEffect">
                                  <p:stCondLst>
                                    <p:cond delay="0"/>
                                  </p:stCondLst>
                                  <p:childTnLst>
                                    <p:set>
                                      <p:cBhvr>
                                        <p:cTn id="68" dur="1000" fill="hold">
                                          <p:stCondLst>
                                            <p:cond delay="0"/>
                                          </p:stCondLst>
                                        </p:cTn>
                                        <p:tgtEl>
                                          <p:spTgt spid="55"/>
                                        </p:tgtEl>
                                        <p:attrNameLst>
                                          <p:attrName>style.visibility</p:attrName>
                                        </p:attrNameLst>
                                      </p:cBhvr>
                                      <p:to>
                                        <p:strVal val="visible"/>
                                      </p:to>
                                    </p:set>
                                    <p:animEffect transition="in" filter="box(out)">
                                      <p:cBhvr>
                                        <p:cTn id="69" dur="1000"/>
                                        <p:tgtEl>
                                          <p:spTgt spid="55"/>
                                        </p:tgtEl>
                                      </p:cBhvr>
                                    </p:animEffect>
                                  </p:childTnLst>
                                </p:cTn>
                              </p:par>
                            </p:childTnLst>
                          </p:cTn>
                        </p:par>
                      </p:childTnLst>
                    </p:cTn>
                  </p:par>
                  <p:par>
                    <p:cTn id="70" fill="hold">
                      <p:stCondLst>
                        <p:cond delay="indefinite"/>
                      </p:stCondLst>
                      <p:childTnLst>
                        <p:par>
                          <p:cTn id="71" fill="hold">
                            <p:stCondLst>
                              <p:cond delay="0"/>
                            </p:stCondLst>
                            <p:childTnLst>
                              <p:par>
                                <p:cTn id="72" presetID="4" presetClass="entr" presetSubtype="32" fill="hold" grpId="0" nodeType="clickEffect">
                                  <p:stCondLst>
                                    <p:cond delay="0"/>
                                  </p:stCondLst>
                                  <p:childTnLst>
                                    <p:set>
                                      <p:cBhvr>
                                        <p:cTn id="73" dur="1000" fill="hold">
                                          <p:stCondLst>
                                            <p:cond delay="0"/>
                                          </p:stCondLst>
                                        </p:cTn>
                                        <p:tgtEl>
                                          <p:spTgt spid="57"/>
                                        </p:tgtEl>
                                        <p:attrNameLst>
                                          <p:attrName>style.visibility</p:attrName>
                                        </p:attrNameLst>
                                      </p:cBhvr>
                                      <p:to>
                                        <p:strVal val="visible"/>
                                      </p:to>
                                    </p:set>
                                    <p:animEffect transition="in" filter="box(out)">
                                      <p:cBhvr>
                                        <p:cTn id="74" dur="1000"/>
                                        <p:tgtEl>
                                          <p:spTgt spid="57"/>
                                        </p:tgtEl>
                                      </p:cBhvr>
                                    </p:animEffec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58"/>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4" presetClass="entr" presetSubtype="32" fill="hold" grpId="0" nodeType="clickEffect">
                                  <p:stCondLst>
                                    <p:cond delay="0"/>
                                  </p:stCondLst>
                                  <p:childTnLst>
                                    <p:set>
                                      <p:cBhvr>
                                        <p:cTn id="82" dur="1000" fill="hold">
                                          <p:stCondLst>
                                            <p:cond delay="0"/>
                                          </p:stCondLst>
                                        </p:cTn>
                                        <p:tgtEl>
                                          <p:spTgt spid="60"/>
                                        </p:tgtEl>
                                        <p:attrNameLst>
                                          <p:attrName>style.visibility</p:attrName>
                                        </p:attrNameLst>
                                      </p:cBhvr>
                                      <p:to>
                                        <p:strVal val="visible"/>
                                      </p:to>
                                    </p:set>
                                    <p:animEffect transition="in" filter="box(out)">
                                      <p:cBhvr>
                                        <p:cTn id="83" dur="1000"/>
                                        <p:tgtEl>
                                          <p:spTgt spid="60"/>
                                        </p:tgtEl>
                                      </p:cBhvr>
                                    </p:animEffect>
                                  </p:childTnLst>
                                </p:cTn>
                              </p:par>
                            </p:childTnLst>
                          </p:cTn>
                        </p:par>
                      </p:childTnLst>
                    </p:cTn>
                  </p:par>
                  <p:par>
                    <p:cTn id="84" fill="hold">
                      <p:stCondLst>
                        <p:cond delay="indefinite"/>
                      </p:stCondLst>
                      <p:childTnLst>
                        <p:par>
                          <p:cTn id="85" fill="hold">
                            <p:stCondLst>
                              <p:cond delay="0"/>
                            </p:stCondLst>
                            <p:childTnLst>
                              <p:par>
                                <p:cTn id="86" presetID="4" presetClass="entr" presetSubtype="32" fill="hold" grpId="0" nodeType="clickEffect">
                                  <p:stCondLst>
                                    <p:cond delay="0"/>
                                  </p:stCondLst>
                                  <p:childTnLst>
                                    <p:set>
                                      <p:cBhvr>
                                        <p:cTn id="87" dur="1000" fill="hold">
                                          <p:stCondLst>
                                            <p:cond delay="0"/>
                                          </p:stCondLst>
                                        </p:cTn>
                                        <p:tgtEl>
                                          <p:spTgt spid="62"/>
                                        </p:tgtEl>
                                        <p:attrNameLst>
                                          <p:attrName>style.visibility</p:attrName>
                                        </p:attrNameLst>
                                      </p:cBhvr>
                                      <p:to>
                                        <p:strVal val="visible"/>
                                      </p:to>
                                    </p:set>
                                    <p:animEffect transition="in" filter="box(out)">
                                      <p:cBhvr>
                                        <p:cTn id="88" dur="1000"/>
                                        <p:tgtEl>
                                          <p:spTgt spid="62"/>
                                        </p:tgtEl>
                                      </p:cBhvr>
                                    </p:animEffec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nodeType="clickEffect">
                                  <p:stCondLst>
                                    <p:cond delay="0"/>
                                  </p:stCondLst>
                                  <p:childTnLst>
                                    <p:set>
                                      <p:cBhvr>
                                        <p:cTn id="92" dur="1" fill="hold">
                                          <p:stCondLst>
                                            <p:cond delay="0"/>
                                          </p:stCondLst>
                                        </p:cTn>
                                        <p:tgtEl>
                                          <p:spTgt spid="83"/>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1" presetClass="entr" presetSubtype="0" fill="hold" nodeType="clickEffect">
                                  <p:stCondLst>
                                    <p:cond delay="0"/>
                                  </p:stCondLst>
                                  <p:childTnLst>
                                    <p:set>
                                      <p:cBhvr>
                                        <p:cTn id="96" dur="1" fill="hold">
                                          <p:stCondLst>
                                            <p:cond delay="0"/>
                                          </p:stCondLst>
                                        </p:cTn>
                                        <p:tgtEl>
                                          <p:spTgt spid="84"/>
                                        </p:tgtEl>
                                        <p:attrNameLst>
                                          <p:attrName>style.visibility</p:attrName>
                                        </p:attrNameLst>
                                      </p:cBhvr>
                                      <p:to>
                                        <p:strVal val="visible"/>
                                      </p:to>
                                    </p:set>
                                  </p:childTnLst>
                                </p:cTn>
                              </p:par>
                            </p:childTnLst>
                          </p:cTn>
                        </p:par>
                      </p:childTnLst>
                    </p:cTn>
                  </p:par>
                  <p:par>
                    <p:cTn id="97" fill="hold">
                      <p:stCondLst>
                        <p:cond delay="indefinite"/>
                      </p:stCondLst>
                      <p:childTnLst>
                        <p:par>
                          <p:cTn id="98" fill="hold">
                            <p:stCondLst>
                              <p:cond delay="0"/>
                            </p:stCondLst>
                            <p:childTnLst>
                              <p:par>
                                <p:cTn id="99" presetID="1" presetClass="entr" presetSubtype="0" fill="hold" nodeType="clickEffect">
                                  <p:stCondLst>
                                    <p:cond delay="0"/>
                                  </p:stCondLst>
                                  <p:childTnLst>
                                    <p:set>
                                      <p:cBhvr>
                                        <p:cTn id="100" dur="1" fill="hold">
                                          <p:stCondLst>
                                            <p:cond delay="0"/>
                                          </p:stCondLst>
                                        </p:cTn>
                                        <p:tgtEl>
                                          <p:spTgt spid="85"/>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86"/>
                                        </p:tgtEl>
                                        <p:attrNameLst>
                                          <p:attrName>style.visibility</p:attrName>
                                        </p:attrNameLst>
                                      </p:cBhvr>
                                      <p:to>
                                        <p:strVal val="visible"/>
                                      </p:to>
                                    </p:set>
                                  </p:childTnLst>
                                </p:cTn>
                              </p:par>
                            </p:childTnLst>
                          </p:cTn>
                        </p:par>
                      </p:childTnLst>
                    </p:cTn>
                  </p:par>
                  <p:par>
                    <p:cTn id="105" fill="hold">
                      <p:stCondLst>
                        <p:cond delay="indefinite"/>
                      </p:stCondLst>
                      <p:childTnLst>
                        <p:par>
                          <p:cTn id="106" fill="hold">
                            <p:stCondLst>
                              <p:cond delay="0"/>
                            </p:stCondLst>
                            <p:childTnLst>
                              <p:par>
                                <p:cTn id="107" presetID="1" presetClass="entr" presetSubtype="0" fill="hold" nodeType="clickEffect">
                                  <p:stCondLst>
                                    <p:cond delay="0"/>
                                  </p:stCondLst>
                                  <p:childTnLst>
                                    <p:set>
                                      <p:cBhvr>
                                        <p:cTn id="108" dur="1" fill="hold">
                                          <p:stCondLst>
                                            <p:cond delay="0"/>
                                          </p:stCondLst>
                                        </p:cTn>
                                        <p:tgtEl>
                                          <p:spTgt spid="8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ldLvl="4" build="p"/>
      <p:bldP spid="14346" grpId="0" build="p"/>
      <p:bldP spid="2" grpId="0" bldLvl="0" animBg="1"/>
      <p:bldP spid="2" grpId="1" animBg="1"/>
      <p:bldP spid="43" grpId="0" bldLvl="0" animBg="1"/>
      <p:bldP spid="43" grpId="1" animBg="1"/>
      <p:bldP spid="44" grpId="0" bldLvl="0" animBg="1"/>
      <p:bldP spid="44" grpId="1" animBg="1"/>
      <p:bldP spid="50" grpId="0" bldLvl="0" animBg="1"/>
      <p:bldP spid="50" grpId="1" animBg="1"/>
      <p:bldP spid="55" grpId="0" bldLvl="0" animBg="1"/>
      <p:bldP spid="55" grpId="1" animBg="1"/>
      <p:bldP spid="57" grpId="0" bldLvl="0" animBg="1"/>
      <p:bldP spid="57" grpId="1" animBg="1"/>
      <p:bldP spid="60" grpId="0" bldLvl="0" animBg="1"/>
      <p:bldP spid="60" grpId="1" animBg="1"/>
      <p:bldP spid="62" grpId="0" bldLvl="0" animBg="1"/>
      <p:bldP spid="62" grpId="1"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矩形 14337"/>
          <p:cNvSpPr/>
          <p:nvPr/>
        </p:nvSpPr>
        <p:spPr>
          <a:xfrm>
            <a:off x="1790700" y="0"/>
            <a:ext cx="7315200" cy="879475"/>
          </a:xfrm>
          <a:prstGeom prst="rect">
            <a:avLst/>
          </a:prstGeom>
          <a:noFill/>
          <a:ln w="9525">
            <a:noFill/>
          </a:ln>
        </p:spPr>
        <p:txBody>
          <a:bodyPr anchor="t" anchorCtr="0"/>
          <a:p>
            <a:pPr lvl="3" indent="0" eaLnBrk="0" hangingPunct="0">
              <a:buClr>
                <a:srgbClr val="FFCC00"/>
              </a:buClr>
              <a:buFont typeface="Wingdings" panose="05000000000000000000" pitchFamily="2" charset="2"/>
              <a:buChar char="l"/>
            </a:pPr>
            <a:endParaRPr lang="en-US" altLang="zh-CN" dirty="0">
              <a:solidFill>
                <a:srgbClr val="FF0000"/>
              </a:solidFill>
              <a:latin typeface="Times New Roman" panose="02020603050405020304" pitchFamily="18" charset="0"/>
              <a:ea typeface="宋体" panose="02010600030101010101" pitchFamily="2" charset="-122"/>
            </a:endParaRPr>
          </a:p>
          <a:p>
            <a:pPr lvl="1" indent="0" eaLnBrk="0" hangingPunct="0">
              <a:buClr>
                <a:schemeClr val="hlink"/>
              </a:buClr>
              <a:buFont typeface="Wingdings" panose="05000000000000000000" pitchFamily="2" charset="2"/>
              <a:buChar char="«"/>
            </a:pPr>
            <a:endParaRPr lang="en-US" altLang="zh-CN" dirty="0">
              <a:latin typeface="Times New Roman" panose="02020603050405020304" pitchFamily="18" charset="0"/>
              <a:ea typeface="宋体" panose="02010600030101010101" pitchFamily="2" charset="-122"/>
            </a:endParaRPr>
          </a:p>
        </p:txBody>
      </p:sp>
      <p:sp>
        <p:nvSpPr>
          <p:cNvPr id="487426"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3</a:t>
            </a:r>
            <a:r>
              <a:rPr lang="zh-CN" altLang="en-US" sz="3000" b="1" dirty="0">
                <a:solidFill>
                  <a:schemeClr val="accent1"/>
                </a:solidFill>
                <a:latin typeface="方正兰亭黑简体" pitchFamily="2" charset="-122"/>
                <a:ea typeface="方正兰亭黑简体" pitchFamily="2" charset="-122"/>
              </a:rPr>
              <a:t>、二维数组及多维数组</a:t>
            </a:r>
            <a:endParaRPr lang="zh-CN" altLang="en-US" sz="3000" b="1" dirty="0">
              <a:solidFill>
                <a:schemeClr val="accent1"/>
              </a:solidFill>
              <a:latin typeface="方正兰亭黑简体" pitchFamily="2" charset="-122"/>
              <a:ea typeface="方正兰亭黑简体" pitchFamily="2" charset="-122"/>
            </a:endParaRPr>
          </a:p>
        </p:txBody>
      </p:sp>
      <p:sp>
        <p:nvSpPr>
          <p:cNvPr id="32774" name="文本框 32773"/>
          <p:cNvSpPr txBox="1"/>
          <p:nvPr/>
        </p:nvSpPr>
        <p:spPr>
          <a:xfrm>
            <a:off x="1943100" y="731838"/>
            <a:ext cx="8305800" cy="5988050"/>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00000"/>
              </a:lnSpc>
            </a:pPr>
            <a:r>
              <a:rPr lang="en-US" altLang="zh-CN" sz="1800">
                <a:latin typeface="微软雅黑 Light" panose="020B0502040204020203" charset="-122"/>
                <a:ea typeface="微软雅黑 Light" panose="020B0502040204020203" charset="-122"/>
              </a:rPr>
              <a:t>#include&lt;stdio.h&gt;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int main()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int  i, j ,row, colum, max;</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int a[3] [4]={{11, 9 33 4}, {23, 42, 53, 7} , {15, 6, 37, 8}}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数组：</a:t>
            </a:r>
            <a:r>
              <a:rPr lang="en-US" altLang="zh-CN" sz="1800">
                <a:latin typeface="微软雅黑 Light" panose="020B0502040204020203" charset="-122"/>
                <a:ea typeface="微软雅黑 Light" panose="020B0502040204020203" charset="-122"/>
              </a:rPr>
              <a:t>\n”)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i=0; i&lt;=2;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   for( j=0; j&lt;=3; 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printf(“%-4d” , a[i][j]);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printf(“\n”)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max=a[0][0];  row=0;  colum=0;</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 i=0; i&lt;=2;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j=0; j&lt;=3; 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if( a[i][j]&gt;max)</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 max=a[i][j];  row=i;  colum=j;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最大元素为：</a:t>
            </a:r>
            <a:r>
              <a:rPr lang="en-US" altLang="zh-CN" sz="1800">
                <a:latin typeface="微软雅黑 Light" panose="020B0502040204020203" charset="-122"/>
                <a:ea typeface="微软雅黑 Light" panose="020B0502040204020203" charset="-122"/>
              </a:rPr>
              <a:t>%d</a:t>
            </a:r>
            <a:r>
              <a:rPr lang="zh-CN" altLang="en-US" sz="1800">
                <a:latin typeface="微软雅黑 Light" panose="020B0502040204020203" charset="-122"/>
                <a:ea typeface="微软雅黑 Light" panose="020B0502040204020203" charset="-122"/>
              </a:rPr>
              <a:t>，行号：</a:t>
            </a:r>
            <a:r>
              <a:rPr lang="en-US" altLang="zh-CN" sz="1800">
                <a:latin typeface="微软雅黑 Light" panose="020B0502040204020203" charset="-122"/>
                <a:ea typeface="微软雅黑 Light" panose="020B0502040204020203" charset="-122"/>
              </a:rPr>
              <a:t>%d</a:t>
            </a:r>
            <a:r>
              <a:rPr lang="zh-CN" altLang="en-US" sz="1800">
                <a:latin typeface="微软雅黑 Light" panose="020B0502040204020203" charset="-122"/>
                <a:ea typeface="微软雅黑 Light" panose="020B0502040204020203" charset="-122"/>
              </a:rPr>
              <a:t>，列号：</a:t>
            </a:r>
            <a:r>
              <a:rPr lang="en-US" altLang="zh-CN" sz="1800">
                <a:latin typeface="微软雅黑 Light" panose="020B0502040204020203" charset="-122"/>
                <a:ea typeface="微软雅黑 Light" panose="020B0502040204020203" charset="-122"/>
              </a:rPr>
              <a:t>%d\n”,max,row,colum);</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return 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4338">
                                            <p:txEl>
                                              <p:charRg st="0" end="1"/>
                                            </p:txEl>
                                          </p:spTgt>
                                        </p:tgtEl>
                                        <p:attrNameLst>
                                          <p:attrName>style.visibility</p:attrName>
                                        </p:attrNameLst>
                                      </p:cBhvr>
                                      <p:to>
                                        <p:strVal val="visible"/>
                                      </p:to>
                                    </p:set>
                                    <p:anim calcmode="lin" valueType="num">
                                      <p:cBhvr>
                                        <p:cTn id="7" dur="500" fill="hold"/>
                                        <p:tgtEl>
                                          <p:spTgt spid="14338">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14338">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32774"/>
                                        </p:tgtEl>
                                        <p:attrNameLst>
                                          <p:attrName>style.visibility</p:attrName>
                                        </p:attrNameLst>
                                      </p:cBhvr>
                                      <p:to>
                                        <p:strVal val="visible"/>
                                      </p:to>
                                    </p:set>
                                    <p:animEffect transition="in" filter="box(out)">
                                      <p:cBhvr>
                                        <p:cTn id="13" dur="500"/>
                                        <p:tgtEl>
                                          <p:spTgt spid="32774"/>
                                        </p:tgtEl>
                                      </p:cBhvr>
                                    </p:animEffect>
                                  </p:childTnLst>
                                  <p:subTnLst>
                                    <p:audio>
                                      <p:cMediaNode>
                                        <p:cTn display="0" masterRel="sameClick">
                                          <p:stCondLst>
                                            <p:cond evt="begin" delay="0">
                                              <p:tn val="11"/>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ldLvl="4" build="p"/>
      <p:bldP spid="32774" grpId="0" bldLvl="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矩形 14337"/>
          <p:cNvSpPr/>
          <p:nvPr/>
        </p:nvSpPr>
        <p:spPr>
          <a:xfrm>
            <a:off x="1790700" y="0"/>
            <a:ext cx="7315200" cy="879475"/>
          </a:xfrm>
          <a:prstGeom prst="rect">
            <a:avLst/>
          </a:prstGeom>
          <a:noFill/>
          <a:ln w="9525">
            <a:noFill/>
          </a:ln>
        </p:spPr>
        <p:txBody>
          <a:bodyPr anchor="t" anchorCtr="0"/>
          <a:p>
            <a:pPr lvl="3" indent="0" eaLnBrk="0" hangingPunct="0">
              <a:buClr>
                <a:srgbClr val="FFCC00"/>
              </a:buClr>
              <a:buFont typeface="Wingdings" panose="05000000000000000000" pitchFamily="2" charset="2"/>
              <a:buChar char="l"/>
            </a:pPr>
            <a:endParaRPr lang="en-US" altLang="zh-CN" dirty="0">
              <a:solidFill>
                <a:srgbClr val="FF0000"/>
              </a:solidFill>
              <a:latin typeface="Times New Roman" panose="02020603050405020304" pitchFamily="18" charset="0"/>
              <a:ea typeface="宋体" panose="02010600030101010101" pitchFamily="2" charset="-122"/>
            </a:endParaRPr>
          </a:p>
          <a:p>
            <a:pPr lvl="1" indent="0" eaLnBrk="0" hangingPunct="0">
              <a:buClr>
                <a:schemeClr val="hlink"/>
              </a:buClr>
              <a:buFont typeface="Wingdings" panose="05000000000000000000" pitchFamily="2" charset="2"/>
              <a:buChar char="«"/>
            </a:pPr>
            <a:endParaRPr lang="en-US" altLang="zh-CN" dirty="0">
              <a:latin typeface="Times New Roman" panose="02020603050405020304" pitchFamily="18" charset="0"/>
              <a:ea typeface="宋体" panose="02010600030101010101" pitchFamily="2" charset="-122"/>
            </a:endParaRPr>
          </a:p>
        </p:txBody>
      </p:sp>
      <p:sp>
        <p:nvSpPr>
          <p:cNvPr id="14346" name="文本框 14345"/>
          <p:cNvSpPr txBox="1"/>
          <p:nvPr/>
        </p:nvSpPr>
        <p:spPr>
          <a:xfrm>
            <a:off x="2214563" y="1339850"/>
            <a:ext cx="5889625" cy="368300"/>
          </a:xfrm>
          <a:prstGeom prst="rect">
            <a:avLst/>
          </a:prstGeom>
          <a:noFill/>
          <a:ln w="9525">
            <a:noFill/>
          </a:ln>
        </p:spPr>
        <p:txBody>
          <a:bodyPr wrap="none" anchor="t" anchorCtr="0">
            <a:spAutoFit/>
          </a:bodyPr>
          <a:p>
            <a:r>
              <a:rPr lang="zh-CN" altLang="en-US" dirty="0">
                <a:latin typeface="微软雅黑 Light" panose="020B0502040204020203" charset="-122"/>
                <a:ea typeface="微软雅黑 Light" panose="020B0502040204020203" charset="-122"/>
              </a:rPr>
              <a:t>例</a:t>
            </a:r>
            <a:r>
              <a:rPr lang="en-US" altLang="zh-CN" dirty="0">
                <a:latin typeface="微软雅黑 Light" panose="020B0502040204020203" charset="-122"/>
                <a:ea typeface="微软雅黑 Light" panose="020B0502040204020203" charset="-122"/>
              </a:rPr>
              <a:t>2</a:t>
            </a:r>
            <a:r>
              <a:rPr lang="zh-CN" altLang="en-US" dirty="0">
                <a:latin typeface="微软雅黑 Light" panose="020B0502040204020203" charset="-122"/>
                <a:ea typeface="微软雅黑 Light" panose="020B0502040204020203" charset="-122"/>
              </a:rPr>
              <a:t>  编写计算</a:t>
            </a:r>
            <a:r>
              <a:rPr lang="en-US" altLang="zh-CN" dirty="0">
                <a:latin typeface="微软雅黑 Light" panose="020B0502040204020203" charset="-122"/>
                <a:ea typeface="微软雅黑 Light" panose="020B0502040204020203" charset="-122"/>
              </a:rPr>
              <a:t>3</a:t>
            </a:r>
            <a:r>
              <a:rPr lang="en-US" altLang="zh-CN" dirty="0">
                <a:latin typeface="Arial" panose="020B0604020202020204" pitchFamily="34" charset="0"/>
                <a:ea typeface="微软雅黑 Light" panose="020B0502040204020203" charset="-122"/>
              </a:rPr>
              <a:t>×</a:t>
            </a:r>
            <a:r>
              <a:rPr lang="en-US" altLang="zh-CN" dirty="0">
                <a:latin typeface="微软雅黑 Light" panose="020B0502040204020203" charset="-122"/>
                <a:ea typeface="微软雅黑 Light" panose="020B0502040204020203" charset="-122"/>
              </a:rPr>
              <a:t>3</a:t>
            </a:r>
            <a:r>
              <a:rPr lang="zh-CN" altLang="en-US" dirty="0">
                <a:latin typeface="Arial" panose="020B0604020202020204" pitchFamily="34" charset="0"/>
                <a:ea typeface="微软雅黑 Light" panose="020B0502040204020203" charset="-122"/>
              </a:rPr>
              <a:t>的矩阵的两条对角线上所有元素之和</a:t>
            </a:r>
            <a:r>
              <a:rPr lang="zh-CN" altLang="en-US" dirty="0">
                <a:latin typeface="微软雅黑 Light" panose="020B0502040204020203" charset="-122"/>
                <a:ea typeface="微软雅黑 Light" panose="020B0502040204020203" charset="-122"/>
              </a:rPr>
              <a:t>。</a:t>
            </a:r>
            <a:endParaRPr lang="zh-CN" altLang="en-US" dirty="0">
              <a:latin typeface="微软雅黑 Light" panose="020B0502040204020203" charset="-122"/>
              <a:ea typeface="微软雅黑 Light" panose="020B0502040204020203" charset="-122"/>
            </a:endParaRPr>
          </a:p>
        </p:txBody>
      </p:sp>
      <p:sp>
        <p:nvSpPr>
          <p:cNvPr id="489475" name="标题 14367"/>
          <p:cNvSpPr>
            <a:spLocks noGrp="1"/>
          </p:cNvSpPr>
          <p:nvPr>
            <p:ph type="title" idx="4294967295"/>
          </p:nvPr>
        </p:nvSpPr>
        <p:spPr>
          <a:xfrm>
            <a:off x="1990725" y="701675"/>
            <a:ext cx="8001000" cy="639763"/>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5</a:t>
            </a:r>
            <a:r>
              <a:rPr lang="zh-CN" altLang="en-US" sz="2400" dirty="0">
                <a:latin typeface="微软雅黑 Light" panose="020B0502040204020203" charset="-122"/>
                <a:ea typeface="微软雅黑 Light" panose="020B0502040204020203" charset="-122"/>
              </a:rPr>
              <a:t>）程序举例</a:t>
            </a:r>
            <a:endParaRPr lang="zh-CN" altLang="en-US" sz="2400" dirty="0">
              <a:latin typeface="微软雅黑 Light" panose="020B0502040204020203" charset="-122"/>
              <a:ea typeface="微软雅黑 Light" panose="020B0502040204020203" charset="-122"/>
            </a:endParaRPr>
          </a:p>
        </p:txBody>
      </p:sp>
      <p:sp>
        <p:nvSpPr>
          <p:cNvPr id="489476"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3</a:t>
            </a:r>
            <a:r>
              <a:rPr lang="zh-CN" altLang="en-US" sz="3000" b="1" dirty="0">
                <a:solidFill>
                  <a:schemeClr val="accent1"/>
                </a:solidFill>
                <a:latin typeface="方正兰亭黑简体" pitchFamily="2" charset="-122"/>
                <a:ea typeface="方正兰亭黑简体" pitchFamily="2" charset="-122"/>
              </a:rPr>
              <a:t>、二维数组及多维数组</a:t>
            </a:r>
            <a:endParaRPr lang="zh-CN" altLang="en-US" sz="3000" b="1" dirty="0">
              <a:solidFill>
                <a:schemeClr val="accent1"/>
              </a:solidFill>
              <a:latin typeface="方正兰亭黑简体" pitchFamily="2" charset="-122"/>
              <a:ea typeface="方正兰亭黑简体" pitchFamily="2" charset="-122"/>
            </a:endParaRPr>
          </a:p>
        </p:txBody>
      </p:sp>
      <p:sp>
        <p:nvSpPr>
          <p:cNvPr id="2" name="矩形 54354"/>
          <p:cNvSpPr/>
          <p:nvPr/>
        </p:nvSpPr>
        <p:spPr>
          <a:xfrm>
            <a:off x="2214563" y="1898650"/>
            <a:ext cx="7981950" cy="3990975"/>
          </a:xfrm>
          <a:prstGeom prst="rect">
            <a:avLst/>
          </a:prstGeom>
          <a:solidFill>
            <a:srgbClr val="C4EFFF"/>
          </a:solidFill>
          <a:ln w="25400" cap="flat" cmpd="sng">
            <a:solidFill>
              <a:schemeClr val="accent1"/>
            </a:solidFill>
            <a:prstDash val="solid"/>
            <a:miter/>
            <a:headEnd type="none" w="med" len="med"/>
            <a:tailEnd type="none" w="med" len="med"/>
          </a:ln>
        </p:spPr>
        <p:txBody>
          <a:bodyPr anchor="t" anchorCtr="0"/>
          <a:p>
            <a:pPr>
              <a:buSzTx/>
            </a:pPr>
            <a:endParaRPr lang="zh-CN" altLang="en-US">
              <a:latin typeface="Calibri" panose="020F0502020204030204" pitchFamily="34" charset="0"/>
              <a:ea typeface="宋体" panose="02010600030101010101" pitchFamily="2" charset="-122"/>
            </a:endParaRPr>
          </a:p>
        </p:txBody>
      </p:sp>
      <p:sp>
        <p:nvSpPr>
          <p:cNvPr id="489478" name="文本框 54274"/>
          <p:cNvSpPr txBox="1"/>
          <p:nvPr/>
        </p:nvSpPr>
        <p:spPr>
          <a:xfrm>
            <a:off x="4467225" y="2889250"/>
            <a:ext cx="309563" cy="398463"/>
          </a:xfrm>
          <a:prstGeom prst="rect">
            <a:avLst/>
          </a:prstGeom>
          <a:noFill/>
          <a:ln w="9525">
            <a:noFill/>
          </a:ln>
        </p:spPr>
        <p:txBody>
          <a:bodyPr wrap="none" anchor="t" anchorCtr="0">
            <a:spAutoFit/>
          </a:bodyPr>
          <a:p>
            <a:endParaRPr lang="zh-CN" altLang="zh-CN" sz="2000" dirty="0">
              <a:solidFill>
                <a:schemeClr val="bg2"/>
              </a:solidFill>
              <a:latin typeface="Times New Roman" panose="02020603050405020304" pitchFamily="18" charset="0"/>
              <a:ea typeface="宋体" panose="02010600030101010101" pitchFamily="2" charset="-122"/>
            </a:endParaRPr>
          </a:p>
        </p:txBody>
      </p:sp>
      <p:graphicFrame>
        <p:nvGraphicFramePr>
          <p:cNvPr id="13" name="表格 12"/>
          <p:cNvGraphicFramePr/>
          <p:nvPr/>
        </p:nvGraphicFramePr>
        <p:xfrm>
          <a:off x="4495800" y="2851150"/>
          <a:ext cx="3457575" cy="1846263"/>
        </p:xfrm>
        <a:graphic>
          <a:graphicData uri="http://schemas.openxmlformats.org/drawingml/2006/table">
            <a:tbl>
              <a:tblPr firstRow="1" bandRow="1">
                <a:tableStyleId>{5C22544A-7EE6-4342-B048-85BDC9FD1C3A}</a:tableStyleId>
              </a:tblPr>
              <a:tblGrid>
                <a:gridCol w="1152525"/>
                <a:gridCol w="1152525"/>
                <a:gridCol w="1152525"/>
              </a:tblGrid>
              <a:tr h="615315">
                <a:tc>
                  <a:txBody>
                    <a:bodyPr/>
                    <a:p>
                      <a:pPr algn="ctr">
                        <a:buNone/>
                      </a:pPr>
                      <a:r>
                        <a:rPr lang="en-US" altLang="zh-CN">
                          <a:solidFill>
                            <a:schemeClr val="accent1"/>
                          </a:solidFill>
                        </a:rPr>
                        <a:t>9</a:t>
                      </a:r>
                      <a:endParaRPr lang="en-US" altLang="zh-CN">
                        <a:solidFill>
                          <a:schemeClr val="accent1"/>
                        </a:solidFill>
                      </a:endParaRPr>
                    </a:p>
                  </a:txBody>
                  <a:tcPr anchor="ctr" anchorCtr="1">
                    <a:solidFill>
                      <a:srgbClr val="E7EBF5"/>
                    </a:solidFill>
                  </a:tcPr>
                </a:tc>
                <a:tc>
                  <a:txBody>
                    <a:bodyPr/>
                    <a:p>
                      <a:pPr algn="ctr">
                        <a:buNone/>
                      </a:pPr>
                      <a:r>
                        <a:rPr lang="en-US" altLang="zh-CN">
                          <a:solidFill>
                            <a:schemeClr val="accent1"/>
                          </a:solidFill>
                        </a:rPr>
                        <a:t>4</a:t>
                      </a:r>
                      <a:endParaRPr lang="en-US" altLang="zh-CN">
                        <a:solidFill>
                          <a:schemeClr val="accent1"/>
                        </a:solidFill>
                      </a:endParaRPr>
                    </a:p>
                  </a:txBody>
                  <a:tcPr anchor="ctr" anchorCtr="1">
                    <a:solidFill>
                      <a:srgbClr val="E7EBF5"/>
                    </a:solidFill>
                  </a:tcPr>
                </a:tc>
                <a:tc>
                  <a:txBody>
                    <a:bodyPr/>
                    <a:p>
                      <a:pPr algn="ctr">
                        <a:buNone/>
                      </a:pPr>
                      <a:r>
                        <a:rPr lang="en-US" altLang="zh-CN">
                          <a:solidFill>
                            <a:schemeClr val="accent1"/>
                          </a:solidFill>
                        </a:rPr>
                        <a:t>7</a:t>
                      </a:r>
                      <a:endParaRPr lang="en-US" altLang="zh-CN">
                        <a:solidFill>
                          <a:schemeClr val="accent1"/>
                        </a:solidFill>
                      </a:endParaRPr>
                    </a:p>
                  </a:txBody>
                  <a:tcPr anchor="ctr" anchorCtr="1">
                    <a:solidFill>
                      <a:srgbClr val="E7EBF5"/>
                    </a:solidFill>
                  </a:tcPr>
                </a:tc>
              </a:tr>
              <a:tr h="615315">
                <a:tc>
                  <a:txBody>
                    <a:bodyPr/>
                    <a:p>
                      <a:pPr algn="ctr">
                        <a:buClrTx/>
                        <a:buSzTx/>
                        <a:buFontTx/>
                        <a:buNone/>
                      </a:pPr>
                      <a:r>
                        <a:rPr lang="en-US" altLang="zh-CN" b="1">
                          <a:solidFill>
                            <a:schemeClr val="accent1"/>
                          </a:solidFill>
                        </a:rPr>
                        <a:t>5</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6</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1</a:t>
                      </a:r>
                      <a:endParaRPr lang="en-US" altLang="zh-CN" b="1">
                        <a:solidFill>
                          <a:schemeClr val="accent1"/>
                        </a:solidFill>
                      </a:endParaRPr>
                    </a:p>
                  </a:txBody>
                  <a:tcPr anchor="ctr" anchorCtr="1">
                    <a:solidFill>
                      <a:srgbClr val="E7EBF5"/>
                    </a:solidFill>
                  </a:tcPr>
                </a:tc>
              </a:tr>
              <a:tr h="615315">
                <a:tc>
                  <a:txBody>
                    <a:bodyPr/>
                    <a:p>
                      <a:pPr algn="ctr">
                        <a:buClrTx/>
                        <a:buSzTx/>
                        <a:buFontTx/>
                        <a:buNone/>
                      </a:pPr>
                      <a:r>
                        <a:rPr lang="en-US" altLang="zh-CN" b="1">
                          <a:solidFill>
                            <a:schemeClr val="accent1"/>
                          </a:solidFill>
                        </a:rPr>
                        <a:t>8</a:t>
                      </a:r>
                      <a:endParaRPr lang="en-US" altLang="zh-CN" b="1">
                        <a:solidFill>
                          <a:schemeClr val="accent1"/>
                        </a:solidFill>
                      </a:endParaRPr>
                    </a:p>
                  </a:txBody>
                  <a:tcPr anchor="ctr" anchorCtr="1"/>
                </a:tc>
                <a:tc>
                  <a:txBody>
                    <a:bodyPr/>
                    <a:p>
                      <a:pPr algn="ctr">
                        <a:buClrTx/>
                        <a:buSzTx/>
                        <a:buFontTx/>
                        <a:buNone/>
                      </a:pPr>
                      <a:r>
                        <a:rPr lang="en-US" altLang="zh-CN" b="1">
                          <a:solidFill>
                            <a:schemeClr val="accent1"/>
                          </a:solidFill>
                        </a:rPr>
                        <a:t>3</a:t>
                      </a:r>
                      <a:endParaRPr lang="en-US" altLang="zh-CN" b="1">
                        <a:solidFill>
                          <a:schemeClr val="accent1"/>
                        </a:solidFill>
                      </a:endParaRPr>
                    </a:p>
                  </a:txBody>
                  <a:tcPr anchor="ctr" anchorCtr="1"/>
                </a:tc>
                <a:tc>
                  <a:txBody>
                    <a:bodyPr/>
                    <a:p>
                      <a:pPr algn="ctr">
                        <a:buClrTx/>
                        <a:buSzTx/>
                        <a:buFontTx/>
                        <a:buNone/>
                      </a:pPr>
                      <a:r>
                        <a:rPr lang="en-US" altLang="zh-CN" b="1">
                          <a:solidFill>
                            <a:schemeClr val="accent1"/>
                          </a:solidFill>
                        </a:rPr>
                        <a:t>2</a:t>
                      </a:r>
                      <a:endParaRPr lang="en-US" altLang="zh-CN" b="1">
                        <a:solidFill>
                          <a:schemeClr val="accent1"/>
                        </a:solidFill>
                      </a:endParaRPr>
                    </a:p>
                  </a:txBody>
                  <a:tcPr anchor="ctr" anchorCtr="1"/>
                </a:tc>
              </a:tr>
            </a:tbl>
          </a:graphicData>
        </a:graphic>
      </p:graphicFrame>
      <p:grpSp>
        <p:nvGrpSpPr>
          <p:cNvPr id="40" name="组合 39"/>
          <p:cNvGrpSpPr/>
          <p:nvPr/>
        </p:nvGrpSpPr>
        <p:grpSpPr>
          <a:xfrm>
            <a:off x="3917950" y="2432050"/>
            <a:ext cx="3822700" cy="2155825"/>
            <a:chOff x="6170" y="3830"/>
            <a:chExt cx="6020" cy="3395"/>
          </a:xfrm>
        </p:grpSpPr>
        <p:sp>
          <p:nvSpPr>
            <p:cNvPr id="489498" name="文本框 72"/>
            <p:cNvSpPr txBox="1"/>
            <p:nvPr/>
          </p:nvSpPr>
          <p:spPr>
            <a:xfrm>
              <a:off x="7522" y="3830"/>
              <a:ext cx="910" cy="628"/>
            </a:xfrm>
            <a:prstGeom prst="rect">
              <a:avLst/>
            </a:prstGeom>
            <a:noFill/>
            <a:ln w="9525">
              <a:noFill/>
            </a:ln>
          </p:spPr>
          <p:txBody>
            <a:bodyPr wrap="none" anchor="t" anchorCtr="0">
              <a:spAutoFit/>
            </a:bodyPr>
            <a:p>
              <a:r>
                <a:rPr lang="en-US" altLang="zh-CN" sz="2000">
                  <a:solidFill>
                    <a:srgbClr val="C00000"/>
                  </a:solidFill>
                  <a:latin typeface="微软雅黑 Light" panose="020B0502040204020203" charset="-122"/>
                  <a:ea typeface="微软雅黑 Light" panose="020B0502040204020203" charset="-122"/>
                </a:rPr>
                <a:t>0</a:t>
              </a:r>
              <a:r>
                <a:rPr lang="zh-CN" altLang="en-US" sz="2000">
                  <a:solidFill>
                    <a:srgbClr val="C00000"/>
                  </a:solidFill>
                  <a:latin typeface="微软雅黑 Light" panose="020B0502040204020203" charset="-122"/>
                  <a:ea typeface="微软雅黑 Light" panose="020B0502040204020203" charset="-122"/>
                </a:rPr>
                <a:t>列</a:t>
              </a:r>
              <a:endParaRPr lang="zh-CN" altLang="en-US" sz="2000">
                <a:solidFill>
                  <a:srgbClr val="C00000"/>
                </a:solidFill>
                <a:latin typeface="微软雅黑 Light" panose="020B0502040204020203" charset="-122"/>
                <a:ea typeface="微软雅黑 Light" panose="020B0502040204020203" charset="-122"/>
              </a:endParaRPr>
            </a:p>
          </p:txBody>
        </p:sp>
        <p:sp>
          <p:nvSpPr>
            <p:cNvPr id="489499" name="文本框 13"/>
            <p:cNvSpPr txBox="1"/>
            <p:nvPr/>
          </p:nvSpPr>
          <p:spPr>
            <a:xfrm>
              <a:off x="6192" y="4549"/>
              <a:ext cx="910" cy="628"/>
            </a:xfrm>
            <a:prstGeom prst="rect">
              <a:avLst/>
            </a:prstGeom>
            <a:noFill/>
            <a:ln w="9525">
              <a:noFill/>
            </a:ln>
          </p:spPr>
          <p:txBody>
            <a:bodyPr wrap="none" anchor="t" anchorCtr="0">
              <a:spAutoFit/>
            </a:bodyPr>
            <a:p>
              <a:r>
                <a:rPr lang="en-US" altLang="zh-CN" sz="2000">
                  <a:solidFill>
                    <a:srgbClr val="C00000"/>
                  </a:solidFill>
                  <a:latin typeface="微软雅黑 Light" panose="020B0502040204020203" charset="-122"/>
                  <a:ea typeface="微软雅黑 Light" panose="020B0502040204020203" charset="-122"/>
                </a:rPr>
                <a:t>0</a:t>
              </a:r>
              <a:r>
                <a:rPr lang="zh-CN" altLang="en-US" sz="2000">
                  <a:solidFill>
                    <a:srgbClr val="C00000"/>
                  </a:solidFill>
                  <a:latin typeface="微软雅黑 Light" panose="020B0502040204020203" charset="-122"/>
                  <a:ea typeface="微软雅黑 Light" panose="020B0502040204020203" charset="-122"/>
                </a:rPr>
                <a:t>行</a:t>
              </a:r>
              <a:endParaRPr lang="zh-CN" altLang="en-US" sz="2000">
                <a:solidFill>
                  <a:srgbClr val="C00000"/>
                </a:solidFill>
                <a:latin typeface="微软雅黑 Light" panose="020B0502040204020203" charset="-122"/>
                <a:ea typeface="微软雅黑 Light" panose="020B0502040204020203" charset="-122"/>
              </a:endParaRPr>
            </a:p>
          </p:txBody>
        </p:sp>
        <p:sp>
          <p:nvSpPr>
            <p:cNvPr id="489500" name="文本框 14"/>
            <p:cNvSpPr txBox="1"/>
            <p:nvPr/>
          </p:nvSpPr>
          <p:spPr>
            <a:xfrm>
              <a:off x="6170" y="5597"/>
              <a:ext cx="842" cy="628"/>
            </a:xfrm>
            <a:prstGeom prst="rect">
              <a:avLst/>
            </a:prstGeom>
            <a:noFill/>
            <a:ln w="9525">
              <a:noFill/>
            </a:ln>
          </p:spPr>
          <p:txBody>
            <a:bodyPr wrap="none" anchor="t" anchorCtr="0">
              <a:spAutoFit/>
            </a:bodyPr>
            <a:p>
              <a:r>
                <a:rPr lang="en-US" altLang="zh-CN" sz="2000">
                  <a:solidFill>
                    <a:srgbClr val="C00000"/>
                  </a:solidFill>
                  <a:latin typeface="微软雅黑 Light" panose="020B0502040204020203" charset="-122"/>
                  <a:ea typeface="微软雅黑 Light" panose="020B0502040204020203" charset="-122"/>
                </a:rPr>
                <a:t>1</a:t>
              </a:r>
              <a:r>
                <a:rPr lang="zh-CN" altLang="en-US" sz="2000">
                  <a:solidFill>
                    <a:srgbClr val="C00000"/>
                  </a:solidFill>
                  <a:latin typeface="微软雅黑 Light" panose="020B0502040204020203" charset="-122"/>
                  <a:ea typeface="微软雅黑 Light" panose="020B0502040204020203" charset="-122"/>
                </a:rPr>
                <a:t>行</a:t>
              </a:r>
              <a:endParaRPr lang="zh-CN" altLang="en-US" sz="2000">
                <a:solidFill>
                  <a:srgbClr val="C00000"/>
                </a:solidFill>
                <a:latin typeface="微软雅黑 Light" panose="020B0502040204020203" charset="-122"/>
                <a:ea typeface="微软雅黑 Light" panose="020B0502040204020203" charset="-122"/>
              </a:endParaRPr>
            </a:p>
          </p:txBody>
        </p:sp>
        <p:sp>
          <p:nvSpPr>
            <p:cNvPr id="489501" name="文本框 15"/>
            <p:cNvSpPr txBox="1"/>
            <p:nvPr/>
          </p:nvSpPr>
          <p:spPr>
            <a:xfrm>
              <a:off x="6192" y="6597"/>
              <a:ext cx="910" cy="628"/>
            </a:xfrm>
            <a:prstGeom prst="rect">
              <a:avLst/>
            </a:prstGeom>
            <a:noFill/>
            <a:ln w="9525">
              <a:noFill/>
            </a:ln>
          </p:spPr>
          <p:txBody>
            <a:bodyPr wrap="none" anchor="t" anchorCtr="0">
              <a:spAutoFit/>
            </a:bodyPr>
            <a:p>
              <a:r>
                <a:rPr lang="en-US" altLang="zh-CN" sz="2000">
                  <a:solidFill>
                    <a:srgbClr val="C00000"/>
                  </a:solidFill>
                  <a:latin typeface="微软雅黑 Light" panose="020B0502040204020203" charset="-122"/>
                  <a:ea typeface="微软雅黑 Light" panose="020B0502040204020203" charset="-122"/>
                </a:rPr>
                <a:t>2</a:t>
              </a:r>
              <a:r>
                <a:rPr lang="zh-CN" altLang="en-US" sz="2000">
                  <a:solidFill>
                    <a:srgbClr val="C00000"/>
                  </a:solidFill>
                  <a:latin typeface="微软雅黑 Light" panose="020B0502040204020203" charset="-122"/>
                  <a:ea typeface="微软雅黑 Light" panose="020B0502040204020203" charset="-122"/>
                </a:rPr>
                <a:t>行</a:t>
              </a:r>
              <a:endParaRPr lang="zh-CN" altLang="en-US" sz="2000">
                <a:solidFill>
                  <a:srgbClr val="C00000"/>
                </a:solidFill>
                <a:latin typeface="微软雅黑 Light" panose="020B0502040204020203" charset="-122"/>
                <a:ea typeface="微软雅黑 Light" panose="020B0502040204020203" charset="-122"/>
              </a:endParaRPr>
            </a:p>
          </p:txBody>
        </p:sp>
        <p:sp>
          <p:nvSpPr>
            <p:cNvPr id="489502" name="文本框 16"/>
            <p:cNvSpPr txBox="1"/>
            <p:nvPr/>
          </p:nvSpPr>
          <p:spPr>
            <a:xfrm>
              <a:off x="9318" y="3830"/>
              <a:ext cx="842" cy="628"/>
            </a:xfrm>
            <a:prstGeom prst="rect">
              <a:avLst/>
            </a:prstGeom>
            <a:noFill/>
            <a:ln w="9525">
              <a:noFill/>
            </a:ln>
          </p:spPr>
          <p:txBody>
            <a:bodyPr wrap="none" anchor="t" anchorCtr="0">
              <a:spAutoFit/>
            </a:bodyPr>
            <a:p>
              <a:r>
                <a:rPr lang="en-US" altLang="zh-CN" sz="2000">
                  <a:solidFill>
                    <a:srgbClr val="C00000"/>
                  </a:solidFill>
                  <a:latin typeface="微软雅黑 Light" panose="020B0502040204020203" charset="-122"/>
                  <a:ea typeface="微软雅黑 Light" panose="020B0502040204020203" charset="-122"/>
                </a:rPr>
                <a:t>1</a:t>
              </a:r>
              <a:r>
                <a:rPr lang="zh-CN" altLang="en-US" sz="2000">
                  <a:solidFill>
                    <a:srgbClr val="C00000"/>
                  </a:solidFill>
                  <a:latin typeface="微软雅黑 Light" panose="020B0502040204020203" charset="-122"/>
                  <a:ea typeface="微软雅黑 Light" panose="020B0502040204020203" charset="-122"/>
                </a:rPr>
                <a:t>列</a:t>
              </a:r>
              <a:endParaRPr lang="zh-CN" altLang="en-US" sz="2000">
                <a:solidFill>
                  <a:srgbClr val="C00000"/>
                </a:solidFill>
                <a:latin typeface="微软雅黑 Light" panose="020B0502040204020203" charset="-122"/>
                <a:ea typeface="微软雅黑 Light" panose="020B0502040204020203" charset="-122"/>
              </a:endParaRPr>
            </a:p>
          </p:txBody>
        </p:sp>
        <p:sp>
          <p:nvSpPr>
            <p:cNvPr id="489503" name="文本框 17"/>
            <p:cNvSpPr txBox="1"/>
            <p:nvPr/>
          </p:nvSpPr>
          <p:spPr>
            <a:xfrm>
              <a:off x="11280" y="3830"/>
              <a:ext cx="910" cy="628"/>
            </a:xfrm>
            <a:prstGeom prst="rect">
              <a:avLst/>
            </a:prstGeom>
            <a:noFill/>
            <a:ln w="9525">
              <a:noFill/>
            </a:ln>
          </p:spPr>
          <p:txBody>
            <a:bodyPr wrap="none" anchor="t" anchorCtr="0">
              <a:spAutoFit/>
            </a:bodyPr>
            <a:p>
              <a:r>
                <a:rPr lang="en-US" altLang="zh-CN" sz="2000">
                  <a:solidFill>
                    <a:srgbClr val="C00000"/>
                  </a:solidFill>
                  <a:latin typeface="微软雅黑 Light" panose="020B0502040204020203" charset="-122"/>
                  <a:ea typeface="微软雅黑 Light" panose="020B0502040204020203" charset="-122"/>
                </a:rPr>
                <a:t>2</a:t>
              </a:r>
              <a:r>
                <a:rPr lang="zh-CN" altLang="en-US" sz="2000">
                  <a:solidFill>
                    <a:srgbClr val="C00000"/>
                  </a:solidFill>
                  <a:latin typeface="微软雅黑 Light" panose="020B0502040204020203" charset="-122"/>
                  <a:ea typeface="微软雅黑 Light" panose="020B0502040204020203" charset="-122"/>
                </a:rPr>
                <a:t>列</a:t>
              </a:r>
              <a:endParaRPr lang="zh-CN" altLang="en-US" sz="2000">
                <a:solidFill>
                  <a:srgbClr val="C00000"/>
                </a:solidFill>
                <a:latin typeface="微软雅黑 Light" panose="020B0502040204020203" charset="-122"/>
                <a:ea typeface="微软雅黑 Light" panose="020B0502040204020203" charset="-122"/>
              </a:endParaRPr>
            </a:p>
          </p:txBody>
        </p:sp>
      </p:grpSp>
      <p:sp>
        <p:nvSpPr>
          <p:cNvPr id="43" name="文本框 42"/>
          <p:cNvSpPr txBox="1"/>
          <p:nvPr/>
        </p:nvSpPr>
        <p:spPr>
          <a:xfrm>
            <a:off x="2686050" y="2981325"/>
            <a:ext cx="882650" cy="400050"/>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a[0][0]</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3" name="文本框 2"/>
          <p:cNvSpPr txBox="1"/>
          <p:nvPr/>
        </p:nvSpPr>
        <p:spPr>
          <a:xfrm>
            <a:off x="2606675" y="2432050"/>
            <a:ext cx="1200150" cy="398463"/>
          </a:xfrm>
          <a:prstGeom prst="rect">
            <a:avLst/>
          </a:prstGeom>
          <a:noFill/>
          <a:ln w="9525">
            <a:noFill/>
          </a:ln>
        </p:spPr>
        <p:txBody>
          <a:bodyPr wrap="none" anchor="t" anchorCtr="0">
            <a:spAutoFit/>
          </a:bodyPr>
          <a:p>
            <a:r>
              <a:rPr lang="zh-CN" altLang="en-US" sz="2000">
                <a:solidFill>
                  <a:srgbClr val="C00000"/>
                </a:solidFill>
                <a:latin typeface="微软雅黑 Light" panose="020B0502040204020203" charset="-122"/>
                <a:ea typeface="微软雅黑 Light" panose="020B0502040204020203" charset="-122"/>
              </a:rPr>
              <a:t>主对角线</a:t>
            </a:r>
            <a:endParaRPr lang="zh-CN" altLang="en-US" sz="2000">
              <a:solidFill>
                <a:srgbClr val="C00000"/>
              </a:solidFill>
              <a:latin typeface="微软雅黑 Light" panose="020B0502040204020203" charset="-122"/>
              <a:ea typeface="微软雅黑 Light" panose="020B0502040204020203" charset="-122"/>
            </a:endParaRPr>
          </a:p>
        </p:txBody>
      </p:sp>
      <p:sp>
        <p:nvSpPr>
          <p:cNvPr id="4" name="矩形 3"/>
          <p:cNvSpPr/>
          <p:nvPr/>
        </p:nvSpPr>
        <p:spPr>
          <a:xfrm>
            <a:off x="4467225" y="2851150"/>
            <a:ext cx="1146175" cy="603250"/>
          </a:xfrm>
          <a:prstGeom prst="rect">
            <a:avLst/>
          </a:prstGeom>
          <a:solidFill>
            <a:srgbClr val="FFC000">
              <a:alpha val="32999"/>
            </a:srgbClr>
          </a:solidFill>
          <a:ln w="127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5" name="矩形 4"/>
          <p:cNvSpPr/>
          <p:nvPr/>
        </p:nvSpPr>
        <p:spPr>
          <a:xfrm>
            <a:off x="5651500" y="3471863"/>
            <a:ext cx="1146175" cy="603250"/>
          </a:xfrm>
          <a:prstGeom prst="rect">
            <a:avLst/>
          </a:prstGeom>
          <a:solidFill>
            <a:srgbClr val="FFC000">
              <a:alpha val="32999"/>
            </a:srgbClr>
          </a:solidFill>
          <a:ln w="127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11" name="文本框 10"/>
          <p:cNvSpPr txBox="1"/>
          <p:nvPr/>
        </p:nvSpPr>
        <p:spPr>
          <a:xfrm>
            <a:off x="2676525" y="3575050"/>
            <a:ext cx="882650"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a[1][1]</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12" name="矩形 11"/>
          <p:cNvSpPr/>
          <p:nvPr/>
        </p:nvSpPr>
        <p:spPr>
          <a:xfrm>
            <a:off x="6807200" y="4086225"/>
            <a:ext cx="1146175" cy="603250"/>
          </a:xfrm>
          <a:prstGeom prst="rect">
            <a:avLst/>
          </a:prstGeom>
          <a:solidFill>
            <a:srgbClr val="FFC000">
              <a:alpha val="32999"/>
            </a:srgbClr>
          </a:solidFill>
          <a:ln w="127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20" name="文本框 19"/>
          <p:cNvSpPr txBox="1"/>
          <p:nvPr/>
        </p:nvSpPr>
        <p:spPr>
          <a:xfrm>
            <a:off x="2686050" y="4189413"/>
            <a:ext cx="882650"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a[2][2]</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21" name="文本框 20"/>
          <p:cNvSpPr txBox="1"/>
          <p:nvPr/>
        </p:nvSpPr>
        <p:spPr>
          <a:xfrm>
            <a:off x="8421688" y="2432050"/>
            <a:ext cx="1198562" cy="398463"/>
          </a:xfrm>
          <a:prstGeom prst="rect">
            <a:avLst/>
          </a:prstGeom>
          <a:noFill/>
          <a:ln w="9525">
            <a:noFill/>
          </a:ln>
        </p:spPr>
        <p:txBody>
          <a:bodyPr wrap="none" anchor="t" anchorCtr="0">
            <a:spAutoFit/>
          </a:bodyPr>
          <a:p>
            <a:r>
              <a:rPr lang="zh-CN" altLang="en-US" sz="2000">
                <a:solidFill>
                  <a:srgbClr val="C00000"/>
                </a:solidFill>
                <a:latin typeface="微软雅黑 Light" panose="020B0502040204020203" charset="-122"/>
                <a:ea typeface="微软雅黑 Light" panose="020B0502040204020203" charset="-122"/>
              </a:rPr>
              <a:t>副对角线</a:t>
            </a:r>
            <a:endParaRPr lang="zh-CN" altLang="en-US" sz="2000">
              <a:solidFill>
                <a:srgbClr val="C00000"/>
              </a:solidFill>
              <a:latin typeface="微软雅黑 Light" panose="020B0502040204020203" charset="-122"/>
              <a:ea typeface="微软雅黑 Light" panose="020B0502040204020203" charset="-122"/>
            </a:endParaRPr>
          </a:p>
        </p:txBody>
      </p:sp>
      <p:sp>
        <p:nvSpPr>
          <p:cNvPr id="22" name="矩形 21"/>
          <p:cNvSpPr/>
          <p:nvPr/>
        </p:nvSpPr>
        <p:spPr>
          <a:xfrm>
            <a:off x="6797675" y="2830513"/>
            <a:ext cx="1146175" cy="603250"/>
          </a:xfrm>
          <a:prstGeom prst="rect">
            <a:avLst/>
          </a:prstGeom>
          <a:solidFill>
            <a:srgbClr val="92D050">
              <a:alpha val="32999"/>
            </a:srgbClr>
          </a:solidFill>
          <a:ln w="127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23" name="文本框 22"/>
          <p:cNvSpPr txBox="1"/>
          <p:nvPr/>
        </p:nvSpPr>
        <p:spPr>
          <a:xfrm>
            <a:off x="8578850" y="2952750"/>
            <a:ext cx="882650" cy="398463"/>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a[0][2]</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24" name="矩形 23"/>
          <p:cNvSpPr/>
          <p:nvPr/>
        </p:nvSpPr>
        <p:spPr>
          <a:xfrm>
            <a:off x="5659438" y="3471863"/>
            <a:ext cx="1147762" cy="603250"/>
          </a:xfrm>
          <a:prstGeom prst="rect">
            <a:avLst/>
          </a:prstGeom>
          <a:solidFill>
            <a:srgbClr val="92D050">
              <a:alpha val="32999"/>
            </a:srgbClr>
          </a:solidFill>
          <a:ln w="127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25" name="文本框 24"/>
          <p:cNvSpPr txBox="1"/>
          <p:nvPr/>
        </p:nvSpPr>
        <p:spPr>
          <a:xfrm>
            <a:off x="8578850" y="3554413"/>
            <a:ext cx="882650"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a[1][1]</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27" name="矩形 26"/>
          <p:cNvSpPr/>
          <p:nvPr/>
        </p:nvSpPr>
        <p:spPr>
          <a:xfrm>
            <a:off x="4510088" y="4086225"/>
            <a:ext cx="1146175" cy="603250"/>
          </a:xfrm>
          <a:prstGeom prst="rect">
            <a:avLst/>
          </a:prstGeom>
          <a:solidFill>
            <a:srgbClr val="92D050">
              <a:alpha val="32999"/>
            </a:srgbClr>
          </a:solidFill>
          <a:ln w="127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28" name="文本框 27"/>
          <p:cNvSpPr txBox="1"/>
          <p:nvPr/>
        </p:nvSpPr>
        <p:spPr>
          <a:xfrm>
            <a:off x="8578850" y="4189413"/>
            <a:ext cx="882650" cy="398462"/>
          </a:xfrm>
          <a:prstGeom prst="rect">
            <a:avLst/>
          </a:prstGeom>
          <a:solidFill>
            <a:schemeClr val="bg1"/>
          </a:solidFill>
          <a:ln w="9525">
            <a:noFill/>
          </a:ln>
        </p:spPr>
        <p:txBody>
          <a:bodyPr wrap="square" anchor="t" anchorCtr="0">
            <a:spAutoFit/>
          </a:bodyPr>
          <a:p>
            <a:r>
              <a:rPr lang="en-US" altLang="zh-CN" sz="2000">
                <a:solidFill>
                  <a:schemeClr val="accent1"/>
                </a:solidFill>
                <a:latin typeface="Times New Roman" panose="02020603050405020304" pitchFamily="18" charset="0"/>
                <a:ea typeface="宋体" panose="02010600030101010101" pitchFamily="2" charset="-122"/>
              </a:rPr>
              <a:t>a[2][0]</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29" name="文本框 28"/>
          <p:cNvSpPr txBox="1"/>
          <p:nvPr/>
        </p:nvSpPr>
        <p:spPr>
          <a:xfrm>
            <a:off x="3041650" y="4894263"/>
            <a:ext cx="6672263" cy="398462"/>
          </a:xfrm>
          <a:prstGeom prst="rect">
            <a:avLst/>
          </a:prstGeom>
          <a:noFill/>
          <a:ln w="9525">
            <a:noFill/>
          </a:ln>
        </p:spPr>
        <p:txBody>
          <a:bodyPr wrap="none" anchor="t" anchorCtr="0">
            <a:spAutoFit/>
          </a:bodyPr>
          <a:p>
            <a:r>
              <a:rPr lang="zh-CN" altLang="en-US" sz="2000">
                <a:solidFill>
                  <a:srgbClr val="C00000"/>
                </a:solidFill>
                <a:latin typeface="微软雅黑 Light" panose="020B0502040204020203" charset="-122"/>
                <a:ea typeface="微软雅黑 Light" panose="020B0502040204020203" charset="-122"/>
              </a:rPr>
              <a:t>找规律：主对角线：行号</a:t>
            </a:r>
            <a:r>
              <a:rPr lang="en-US" altLang="zh-CN" sz="2000">
                <a:solidFill>
                  <a:srgbClr val="C00000"/>
                </a:solidFill>
                <a:latin typeface="微软雅黑 Light" panose="020B0502040204020203" charset="-122"/>
                <a:ea typeface="微软雅黑 Light" panose="020B0502040204020203" charset="-122"/>
              </a:rPr>
              <a:t>=</a:t>
            </a:r>
            <a:r>
              <a:rPr lang="zh-CN" altLang="en-US" sz="2000">
                <a:solidFill>
                  <a:srgbClr val="C00000"/>
                </a:solidFill>
                <a:latin typeface="微软雅黑 Light" panose="020B0502040204020203" charset="-122"/>
                <a:ea typeface="微软雅黑 Light" panose="020B0502040204020203" charset="-122"/>
              </a:rPr>
              <a:t>列号   副对角线：行号</a:t>
            </a:r>
            <a:r>
              <a:rPr lang="en-US" altLang="zh-CN" sz="2000">
                <a:solidFill>
                  <a:srgbClr val="C00000"/>
                </a:solidFill>
                <a:latin typeface="微软雅黑 Light" panose="020B0502040204020203" charset="-122"/>
                <a:ea typeface="微软雅黑 Light" panose="020B0502040204020203" charset="-122"/>
              </a:rPr>
              <a:t>+</a:t>
            </a:r>
            <a:r>
              <a:rPr lang="zh-CN" altLang="en-US" sz="2000">
                <a:solidFill>
                  <a:srgbClr val="C00000"/>
                </a:solidFill>
                <a:latin typeface="微软雅黑 Light" panose="020B0502040204020203" charset="-122"/>
                <a:ea typeface="微软雅黑 Light" panose="020B0502040204020203" charset="-122"/>
              </a:rPr>
              <a:t>列号</a:t>
            </a:r>
            <a:r>
              <a:rPr lang="en-US" altLang="zh-CN" sz="2000">
                <a:solidFill>
                  <a:srgbClr val="C00000"/>
                </a:solidFill>
                <a:latin typeface="微软雅黑 Light" panose="020B0502040204020203" charset="-122"/>
                <a:ea typeface="微软雅黑 Light" panose="020B0502040204020203" charset="-122"/>
              </a:rPr>
              <a:t>=2  </a:t>
            </a:r>
            <a:endParaRPr lang="en-US" altLang="zh-CN" sz="2000">
              <a:solidFill>
                <a:srgbClr val="C00000"/>
              </a:solidFill>
              <a:latin typeface="微软雅黑 Light" panose="020B0502040204020203" charset="-122"/>
              <a:ea typeface="微软雅黑 Light" panose="020B0502040204020203"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4338">
                                            <p:txEl>
                                              <p:charRg st="0" end="1"/>
                                            </p:txEl>
                                          </p:spTgt>
                                        </p:tgtEl>
                                        <p:attrNameLst>
                                          <p:attrName>style.visibility</p:attrName>
                                        </p:attrNameLst>
                                      </p:cBhvr>
                                      <p:to>
                                        <p:strVal val="visible"/>
                                      </p:to>
                                    </p:set>
                                    <p:anim calcmode="lin" valueType="num">
                                      <p:cBhvr>
                                        <p:cTn id="7" dur="500" fill="hold"/>
                                        <p:tgtEl>
                                          <p:spTgt spid="14338">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14338">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46">
                                            <p:txEl>
                                              <p:charRg st="0" end="24"/>
                                            </p:txEl>
                                          </p:spTgt>
                                        </p:tgtEl>
                                        <p:attrNameLst>
                                          <p:attrName>style.visibility</p:attrName>
                                        </p:attrNameLst>
                                      </p:cBhvr>
                                      <p:to>
                                        <p:strVal val="visible"/>
                                      </p:to>
                                    </p:set>
                                    <p:anim calcmode="lin" valueType="num">
                                      <p:cBhvr>
                                        <p:cTn id="13" dur="500" fill="hold"/>
                                        <p:tgtEl>
                                          <p:spTgt spid="14346">
                                            <p:txEl>
                                              <p:charRg st="0" end="24"/>
                                            </p:txEl>
                                          </p:spTgt>
                                        </p:tgtEl>
                                        <p:attrNameLst>
                                          <p:attrName>ppt_x</p:attrName>
                                        </p:attrNameLst>
                                      </p:cBhvr>
                                      <p:tavLst>
                                        <p:tav tm="0">
                                          <p:val>
                                            <p:strVal val="0-#ppt_w/2"/>
                                          </p:val>
                                        </p:tav>
                                        <p:tav tm="100000">
                                          <p:val>
                                            <p:strVal val="#ppt_x"/>
                                          </p:val>
                                        </p:tav>
                                      </p:tavLst>
                                    </p:anim>
                                    <p:anim calcmode="lin" valueType="num">
                                      <p:cBhvr>
                                        <p:cTn id="14" dur="500" fill="hold"/>
                                        <p:tgtEl>
                                          <p:spTgt spid="14346">
                                            <p:txEl>
                                              <p:charRg st="0" end="2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randombar(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000" fill="hold">
                                          <p:stCondLst>
                                            <p:cond delay="0"/>
                                          </p:stCondLst>
                                        </p:cTn>
                                        <p:tgtEl>
                                          <p:spTgt spid="13"/>
                                        </p:tgtEl>
                                        <p:attrNameLst>
                                          <p:attrName>style.visibility</p:attrName>
                                        </p:attrNameLst>
                                      </p:cBhvr>
                                      <p:to>
                                        <p:strVal val="visible"/>
                                      </p:to>
                                    </p:set>
                                    <p:animEffect transition="in" filter="box(out)">
                                      <p:cBhvr>
                                        <p:cTn id="24" dur="10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40"/>
                                        </p:tgtEl>
                                        <p:attrNameLst>
                                          <p:attrName>style.visibility</p:attrName>
                                        </p:attrNameLst>
                                      </p:cBhvr>
                                      <p:to>
                                        <p:strVal val="visible"/>
                                      </p:to>
                                    </p:set>
                                    <p:animEffect transition="in" filter="randombar(horizontal)">
                                      <p:cBhvr>
                                        <p:cTn id="29" dur="500"/>
                                        <p:tgtEl>
                                          <p:spTgt spid="40"/>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000" fill="hold">
                                          <p:stCondLst>
                                            <p:cond delay="0"/>
                                          </p:stCondLst>
                                        </p:cTn>
                                        <p:tgtEl>
                                          <p:spTgt spid="3"/>
                                        </p:tgtEl>
                                        <p:attrNameLst>
                                          <p:attrName>style.visibility</p:attrName>
                                        </p:attrNameLst>
                                      </p:cBhvr>
                                      <p:to>
                                        <p:strVal val="visible"/>
                                      </p:to>
                                    </p:set>
                                    <p:animEffect transition="in" filter="box(out)">
                                      <p:cBhvr>
                                        <p:cTn id="34" dur="1000"/>
                                        <p:tgtEl>
                                          <p:spTgt spid="3"/>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000" fill="hold">
                                          <p:stCondLst>
                                            <p:cond delay="0"/>
                                          </p:stCondLst>
                                        </p:cTn>
                                        <p:tgtEl>
                                          <p:spTgt spid="4"/>
                                        </p:tgtEl>
                                        <p:attrNameLst>
                                          <p:attrName>style.visibility</p:attrName>
                                        </p:attrNameLst>
                                      </p:cBhvr>
                                      <p:to>
                                        <p:strVal val="visible"/>
                                      </p:to>
                                    </p:set>
                                    <p:animEffect transition="in" filter="box(out)">
                                      <p:cBhvr>
                                        <p:cTn id="39" dur="1000"/>
                                        <p:tgtEl>
                                          <p:spTgt spid="4"/>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000" fill="hold">
                                          <p:stCondLst>
                                            <p:cond delay="0"/>
                                          </p:stCondLst>
                                        </p:cTn>
                                        <p:tgtEl>
                                          <p:spTgt spid="43"/>
                                        </p:tgtEl>
                                        <p:attrNameLst>
                                          <p:attrName>style.visibility</p:attrName>
                                        </p:attrNameLst>
                                      </p:cBhvr>
                                      <p:to>
                                        <p:strVal val="visible"/>
                                      </p:to>
                                    </p:set>
                                    <p:animEffect transition="in" filter="box(out)">
                                      <p:cBhvr>
                                        <p:cTn id="44" dur="1000"/>
                                        <p:tgtEl>
                                          <p:spTgt spid="43"/>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32" fill="hold" grpId="0" nodeType="clickEffect">
                                  <p:stCondLst>
                                    <p:cond delay="0"/>
                                  </p:stCondLst>
                                  <p:childTnLst>
                                    <p:set>
                                      <p:cBhvr>
                                        <p:cTn id="48" dur="1000" fill="hold">
                                          <p:stCondLst>
                                            <p:cond delay="0"/>
                                          </p:stCondLst>
                                        </p:cTn>
                                        <p:tgtEl>
                                          <p:spTgt spid="5"/>
                                        </p:tgtEl>
                                        <p:attrNameLst>
                                          <p:attrName>style.visibility</p:attrName>
                                        </p:attrNameLst>
                                      </p:cBhvr>
                                      <p:to>
                                        <p:strVal val="visible"/>
                                      </p:to>
                                    </p:set>
                                    <p:animEffect transition="in" filter="box(out)">
                                      <p:cBhvr>
                                        <p:cTn id="49" dur="1000"/>
                                        <p:tgtEl>
                                          <p:spTgt spid="5"/>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32" fill="hold" grpId="0" nodeType="clickEffect">
                                  <p:stCondLst>
                                    <p:cond delay="0"/>
                                  </p:stCondLst>
                                  <p:childTnLst>
                                    <p:set>
                                      <p:cBhvr>
                                        <p:cTn id="53" dur="1000" fill="hold">
                                          <p:stCondLst>
                                            <p:cond delay="0"/>
                                          </p:stCondLst>
                                        </p:cTn>
                                        <p:tgtEl>
                                          <p:spTgt spid="11"/>
                                        </p:tgtEl>
                                        <p:attrNameLst>
                                          <p:attrName>style.visibility</p:attrName>
                                        </p:attrNameLst>
                                      </p:cBhvr>
                                      <p:to>
                                        <p:strVal val="visible"/>
                                      </p:to>
                                    </p:set>
                                    <p:animEffect transition="in" filter="box(out)">
                                      <p:cBhvr>
                                        <p:cTn id="54" dur="1000"/>
                                        <p:tgtEl>
                                          <p:spTgt spid="11"/>
                                        </p:tgtEl>
                                      </p:cBhvr>
                                    </p:animEffect>
                                  </p:childTnLst>
                                </p:cTn>
                              </p:par>
                            </p:childTnLst>
                          </p:cTn>
                        </p:par>
                      </p:childTnLst>
                    </p:cTn>
                  </p:par>
                  <p:par>
                    <p:cTn id="55" fill="hold">
                      <p:stCondLst>
                        <p:cond delay="indefinite"/>
                      </p:stCondLst>
                      <p:childTnLst>
                        <p:par>
                          <p:cTn id="56" fill="hold">
                            <p:stCondLst>
                              <p:cond delay="0"/>
                            </p:stCondLst>
                            <p:childTnLst>
                              <p:par>
                                <p:cTn id="57" presetID="4" presetClass="entr" presetSubtype="32" fill="hold" grpId="0" nodeType="clickEffect">
                                  <p:stCondLst>
                                    <p:cond delay="0"/>
                                  </p:stCondLst>
                                  <p:childTnLst>
                                    <p:set>
                                      <p:cBhvr>
                                        <p:cTn id="58" dur="1000" fill="hold">
                                          <p:stCondLst>
                                            <p:cond delay="0"/>
                                          </p:stCondLst>
                                        </p:cTn>
                                        <p:tgtEl>
                                          <p:spTgt spid="12"/>
                                        </p:tgtEl>
                                        <p:attrNameLst>
                                          <p:attrName>style.visibility</p:attrName>
                                        </p:attrNameLst>
                                      </p:cBhvr>
                                      <p:to>
                                        <p:strVal val="visible"/>
                                      </p:to>
                                    </p:set>
                                    <p:animEffect transition="in" filter="box(out)">
                                      <p:cBhvr>
                                        <p:cTn id="59" dur="1000"/>
                                        <p:tgtEl>
                                          <p:spTgt spid="12"/>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ntr" presetSubtype="32" fill="hold" grpId="0" nodeType="clickEffect">
                                  <p:stCondLst>
                                    <p:cond delay="0"/>
                                  </p:stCondLst>
                                  <p:childTnLst>
                                    <p:set>
                                      <p:cBhvr>
                                        <p:cTn id="63" dur="1000" fill="hold">
                                          <p:stCondLst>
                                            <p:cond delay="0"/>
                                          </p:stCondLst>
                                        </p:cTn>
                                        <p:tgtEl>
                                          <p:spTgt spid="20"/>
                                        </p:tgtEl>
                                        <p:attrNameLst>
                                          <p:attrName>style.visibility</p:attrName>
                                        </p:attrNameLst>
                                      </p:cBhvr>
                                      <p:to>
                                        <p:strVal val="visible"/>
                                      </p:to>
                                    </p:set>
                                    <p:animEffect transition="in" filter="box(out)">
                                      <p:cBhvr>
                                        <p:cTn id="64" dur="1000"/>
                                        <p:tgtEl>
                                          <p:spTgt spid="20"/>
                                        </p:tgtEl>
                                      </p:cBhvr>
                                    </p:animEffect>
                                  </p:childTnLst>
                                </p:cTn>
                              </p:par>
                            </p:childTnLst>
                          </p:cTn>
                        </p:par>
                      </p:childTnLst>
                    </p:cTn>
                  </p:par>
                  <p:par>
                    <p:cTn id="65" fill="hold">
                      <p:stCondLst>
                        <p:cond delay="indefinite"/>
                      </p:stCondLst>
                      <p:childTnLst>
                        <p:par>
                          <p:cTn id="66" fill="hold">
                            <p:stCondLst>
                              <p:cond delay="0"/>
                            </p:stCondLst>
                            <p:childTnLst>
                              <p:par>
                                <p:cTn id="67" presetID="4" presetClass="entr" presetSubtype="32" fill="hold" grpId="0" nodeType="clickEffect">
                                  <p:stCondLst>
                                    <p:cond delay="0"/>
                                  </p:stCondLst>
                                  <p:childTnLst>
                                    <p:set>
                                      <p:cBhvr>
                                        <p:cTn id="68" dur="1000" fill="hold">
                                          <p:stCondLst>
                                            <p:cond delay="0"/>
                                          </p:stCondLst>
                                        </p:cTn>
                                        <p:tgtEl>
                                          <p:spTgt spid="21"/>
                                        </p:tgtEl>
                                        <p:attrNameLst>
                                          <p:attrName>style.visibility</p:attrName>
                                        </p:attrNameLst>
                                      </p:cBhvr>
                                      <p:to>
                                        <p:strVal val="visible"/>
                                      </p:to>
                                    </p:set>
                                    <p:animEffect transition="in" filter="box(out)">
                                      <p:cBhvr>
                                        <p:cTn id="69" dur="1000"/>
                                        <p:tgtEl>
                                          <p:spTgt spid="21"/>
                                        </p:tgtEl>
                                      </p:cBhvr>
                                    </p:animEffect>
                                  </p:childTnLst>
                                </p:cTn>
                              </p:par>
                            </p:childTnLst>
                          </p:cTn>
                        </p:par>
                      </p:childTnLst>
                    </p:cTn>
                  </p:par>
                  <p:par>
                    <p:cTn id="70" fill="hold">
                      <p:stCondLst>
                        <p:cond delay="indefinite"/>
                      </p:stCondLst>
                      <p:childTnLst>
                        <p:par>
                          <p:cTn id="71" fill="hold">
                            <p:stCondLst>
                              <p:cond delay="0"/>
                            </p:stCondLst>
                            <p:childTnLst>
                              <p:par>
                                <p:cTn id="72" presetID="4" presetClass="entr" presetSubtype="32" fill="hold" grpId="0" nodeType="clickEffect">
                                  <p:stCondLst>
                                    <p:cond delay="0"/>
                                  </p:stCondLst>
                                  <p:childTnLst>
                                    <p:set>
                                      <p:cBhvr>
                                        <p:cTn id="73" dur="1000" fill="hold">
                                          <p:stCondLst>
                                            <p:cond delay="0"/>
                                          </p:stCondLst>
                                        </p:cTn>
                                        <p:tgtEl>
                                          <p:spTgt spid="22"/>
                                        </p:tgtEl>
                                        <p:attrNameLst>
                                          <p:attrName>style.visibility</p:attrName>
                                        </p:attrNameLst>
                                      </p:cBhvr>
                                      <p:to>
                                        <p:strVal val="visible"/>
                                      </p:to>
                                    </p:set>
                                    <p:animEffect transition="in" filter="box(out)">
                                      <p:cBhvr>
                                        <p:cTn id="74" dur="1000"/>
                                        <p:tgtEl>
                                          <p:spTgt spid="22"/>
                                        </p:tgtEl>
                                      </p:cBhvr>
                                    </p:animEffect>
                                  </p:childTnLst>
                                </p:cTn>
                              </p:par>
                            </p:childTnLst>
                          </p:cTn>
                        </p:par>
                      </p:childTnLst>
                    </p:cTn>
                  </p:par>
                  <p:par>
                    <p:cTn id="75" fill="hold">
                      <p:stCondLst>
                        <p:cond delay="indefinite"/>
                      </p:stCondLst>
                      <p:childTnLst>
                        <p:par>
                          <p:cTn id="76" fill="hold">
                            <p:stCondLst>
                              <p:cond delay="0"/>
                            </p:stCondLst>
                            <p:childTnLst>
                              <p:par>
                                <p:cTn id="77" presetID="4" presetClass="entr" presetSubtype="32" fill="hold" grpId="0" nodeType="clickEffect">
                                  <p:stCondLst>
                                    <p:cond delay="0"/>
                                  </p:stCondLst>
                                  <p:childTnLst>
                                    <p:set>
                                      <p:cBhvr>
                                        <p:cTn id="78" dur="1000" fill="hold">
                                          <p:stCondLst>
                                            <p:cond delay="0"/>
                                          </p:stCondLst>
                                        </p:cTn>
                                        <p:tgtEl>
                                          <p:spTgt spid="23"/>
                                        </p:tgtEl>
                                        <p:attrNameLst>
                                          <p:attrName>style.visibility</p:attrName>
                                        </p:attrNameLst>
                                      </p:cBhvr>
                                      <p:to>
                                        <p:strVal val="visible"/>
                                      </p:to>
                                    </p:set>
                                    <p:animEffect transition="in" filter="box(out)">
                                      <p:cBhvr>
                                        <p:cTn id="79" dur="1000"/>
                                        <p:tgtEl>
                                          <p:spTgt spid="23"/>
                                        </p:tgtEl>
                                      </p:cBhvr>
                                    </p:animEffect>
                                  </p:childTnLst>
                                </p:cTn>
                              </p:par>
                            </p:childTnLst>
                          </p:cTn>
                        </p:par>
                      </p:childTnLst>
                    </p:cTn>
                  </p:par>
                  <p:par>
                    <p:cTn id="80" fill="hold">
                      <p:stCondLst>
                        <p:cond delay="indefinite"/>
                      </p:stCondLst>
                      <p:childTnLst>
                        <p:par>
                          <p:cTn id="81" fill="hold">
                            <p:stCondLst>
                              <p:cond delay="0"/>
                            </p:stCondLst>
                            <p:childTnLst>
                              <p:par>
                                <p:cTn id="82" presetID="4" presetClass="entr" presetSubtype="32" fill="hold" grpId="0" nodeType="clickEffect">
                                  <p:stCondLst>
                                    <p:cond delay="0"/>
                                  </p:stCondLst>
                                  <p:childTnLst>
                                    <p:set>
                                      <p:cBhvr>
                                        <p:cTn id="83" dur="1000" fill="hold">
                                          <p:stCondLst>
                                            <p:cond delay="0"/>
                                          </p:stCondLst>
                                        </p:cTn>
                                        <p:tgtEl>
                                          <p:spTgt spid="24"/>
                                        </p:tgtEl>
                                        <p:attrNameLst>
                                          <p:attrName>style.visibility</p:attrName>
                                        </p:attrNameLst>
                                      </p:cBhvr>
                                      <p:to>
                                        <p:strVal val="visible"/>
                                      </p:to>
                                    </p:set>
                                    <p:animEffect transition="in" filter="box(out)">
                                      <p:cBhvr>
                                        <p:cTn id="84" dur="1000"/>
                                        <p:tgtEl>
                                          <p:spTgt spid="24"/>
                                        </p:tgtEl>
                                      </p:cBhvr>
                                    </p:animEffect>
                                  </p:childTnLst>
                                </p:cTn>
                              </p:par>
                            </p:childTnLst>
                          </p:cTn>
                        </p:par>
                      </p:childTnLst>
                    </p:cTn>
                  </p:par>
                  <p:par>
                    <p:cTn id="85" fill="hold">
                      <p:stCondLst>
                        <p:cond delay="indefinite"/>
                      </p:stCondLst>
                      <p:childTnLst>
                        <p:par>
                          <p:cTn id="86" fill="hold">
                            <p:stCondLst>
                              <p:cond delay="0"/>
                            </p:stCondLst>
                            <p:childTnLst>
                              <p:par>
                                <p:cTn id="87" presetID="4" presetClass="entr" presetSubtype="32" fill="hold" grpId="0" nodeType="clickEffect">
                                  <p:stCondLst>
                                    <p:cond delay="0"/>
                                  </p:stCondLst>
                                  <p:childTnLst>
                                    <p:set>
                                      <p:cBhvr>
                                        <p:cTn id="88" dur="1000" fill="hold">
                                          <p:stCondLst>
                                            <p:cond delay="0"/>
                                          </p:stCondLst>
                                        </p:cTn>
                                        <p:tgtEl>
                                          <p:spTgt spid="25"/>
                                        </p:tgtEl>
                                        <p:attrNameLst>
                                          <p:attrName>style.visibility</p:attrName>
                                        </p:attrNameLst>
                                      </p:cBhvr>
                                      <p:to>
                                        <p:strVal val="visible"/>
                                      </p:to>
                                    </p:set>
                                    <p:animEffect transition="in" filter="box(out)">
                                      <p:cBhvr>
                                        <p:cTn id="89" dur="1000"/>
                                        <p:tgtEl>
                                          <p:spTgt spid="25"/>
                                        </p:tgtEl>
                                      </p:cBhvr>
                                    </p:animEffect>
                                  </p:childTnLst>
                                </p:cTn>
                              </p:par>
                            </p:childTnLst>
                          </p:cTn>
                        </p:par>
                      </p:childTnLst>
                    </p:cTn>
                  </p:par>
                  <p:par>
                    <p:cTn id="90" fill="hold">
                      <p:stCondLst>
                        <p:cond delay="indefinite"/>
                      </p:stCondLst>
                      <p:childTnLst>
                        <p:par>
                          <p:cTn id="91" fill="hold">
                            <p:stCondLst>
                              <p:cond delay="0"/>
                            </p:stCondLst>
                            <p:childTnLst>
                              <p:par>
                                <p:cTn id="92" presetID="4" presetClass="entr" presetSubtype="32" fill="hold" grpId="0" nodeType="clickEffect">
                                  <p:stCondLst>
                                    <p:cond delay="0"/>
                                  </p:stCondLst>
                                  <p:childTnLst>
                                    <p:set>
                                      <p:cBhvr>
                                        <p:cTn id="93" dur="1000" fill="hold">
                                          <p:stCondLst>
                                            <p:cond delay="0"/>
                                          </p:stCondLst>
                                        </p:cTn>
                                        <p:tgtEl>
                                          <p:spTgt spid="27"/>
                                        </p:tgtEl>
                                        <p:attrNameLst>
                                          <p:attrName>style.visibility</p:attrName>
                                        </p:attrNameLst>
                                      </p:cBhvr>
                                      <p:to>
                                        <p:strVal val="visible"/>
                                      </p:to>
                                    </p:set>
                                    <p:animEffect transition="in" filter="box(out)">
                                      <p:cBhvr>
                                        <p:cTn id="94" dur="1000"/>
                                        <p:tgtEl>
                                          <p:spTgt spid="27"/>
                                        </p:tgtEl>
                                      </p:cBhvr>
                                    </p:animEffect>
                                  </p:childTnLst>
                                </p:cTn>
                              </p:par>
                            </p:childTnLst>
                          </p:cTn>
                        </p:par>
                      </p:childTnLst>
                    </p:cTn>
                  </p:par>
                  <p:par>
                    <p:cTn id="95" fill="hold">
                      <p:stCondLst>
                        <p:cond delay="indefinite"/>
                      </p:stCondLst>
                      <p:childTnLst>
                        <p:par>
                          <p:cTn id="96" fill="hold">
                            <p:stCondLst>
                              <p:cond delay="0"/>
                            </p:stCondLst>
                            <p:childTnLst>
                              <p:par>
                                <p:cTn id="97" presetID="4" presetClass="entr" presetSubtype="32" fill="hold" grpId="0" nodeType="clickEffect">
                                  <p:stCondLst>
                                    <p:cond delay="0"/>
                                  </p:stCondLst>
                                  <p:childTnLst>
                                    <p:set>
                                      <p:cBhvr>
                                        <p:cTn id="98" dur="1000" fill="hold">
                                          <p:stCondLst>
                                            <p:cond delay="0"/>
                                          </p:stCondLst>
                                        </p:cTn>
                                        <p:tgtEl>
                                          <p:spTgt spid="28"/>
                                        </p:tgtEl>
                                        <p:attrNameLst>
                                          <p:attrName>style.visibility</p:attrName>
                                        </p:attrNameLst>
                                      </p:cBhvr>
                                      <p:to>
                                        <p:strVal val="visible"/>
                                      </p:to>
                                    </p:set>
                                    <p:animEffect transition="in" filter="box(out)">
                                      <p:cBhvr>
                                        <p:cTn id="99" dur="1000"/>
                                        <p:tgtEl>
                                          <p:spTgt spid="28"/>
                                        </p:tgtEl>
                                      </p:cBhvr>
                                    </p:animEffect>
                                  </p:childTnLst>
                                </p:cTn>
                              </p:par>
                            </p:childTnLst>
                          </p:cTn>
                        </p:par>
                      </p:childTnLst>
                    </p:cTn>
                  </p:par>
                  <p:par>
                    <p:cTn id="100" fill="hold">
                      <p:stCondLst>
                        <p:cond delay="indefinite"/>
                      </p:stCondLst>
                      <p:childTnLst>
                        <p:par>
                          <p:cTn id="101" fill="hold">
                            <p:stCondLst>
                              <p:cond delay="0"/>
                            </p:stCondLst>
                            <p:childTnLst>
                              <p:par>
                                <p:cTn id="102" presetID="4" presetClass="entr" presetSubtype="32" fill="hold" grpId="0" nodeType="clickEffect">
                                  <p:stCondLst>
                                    <p:cond delay="0"/>
                                  </p:stCondLst>
                                  <p:childTnLst>
                                    <p:set>
                                      <p:cBhvr>
                                        <p:cTn id="103" dur="1000" fill="hold">
                                          <p:stCondLst>
                                            <p:cond delay="0"/>
                                          </p:stCondLst>
                                        </p:cTn>
                                        <p:tgtEl>
                                          <p:spTgt spid="29"/>
                                        </p:tgtEl>
                                        <p:attrNameLst>
                                          <p:attrName>style.visibility</p:attrName>
                                        </p:attrNameLst>
                                      </p:cBhvr>
                                      <p:to>
                                        <p:strVal val="visible"/>
                                      </p:to>
                                    </p:set>
                                    <p:animEffect transition="in" filter="box(out)">
                                      <p:cBhvr>
                                        <p:cTn id="104"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ldLvl="4" build="p"/>
      <p:bldP spid="14346" grpId="0" build="p"/>
      <p:bldP spid="2" grpId="0" bldLvl="0" animBg="1"/>
      <p:bldP spid="2" grpId="1" animBg="1"/>
      <p:bldP spid="43" grpId="0" bldLvl="0" animBg="1"/>
      <p:bldP spid="43" grpId="1" animBg="1"/>
      <p:bldP spid="3" grpId="0"/>
      <p:bldP spid="3" grpId="1"/>
      <p:bldP spid="4" grpId="0" bldLvl="0" animBg="1"/>
      <p:bldP spid="4" grpId="1" animBg="1"/>
      <p:bldP spid="5" grpId="0" bldLvl="0" animBg="1"/>
      <p:bldP spid="5" grpId="1" animBg="1"/>
      <p:bldP spid="11" grpId="0" bldLvl="0" animBg="1"/>
      <p:bldP spid="11" grpId="1" animBg="1"/>
      <p:bldP spid="12" grpId="0" bldLvl="0" animBg="1"/>
      <p:bldP spid="12" grpId="1" animBg="1"/>
      <p:bldP spid="20" grpId="0" bldLvl="0" animBg="1"/>
      <p:bldP spid="20" grpId="1" animBg="1"/>
      <p:bldP spid="21" grpId="0"/>
      <p:bldP spid="21" grpId="1"/>
      <p:bldP spid="22" grpId="0" bldLvl="0" animBg="1"/>
      <p:bldP spid="22" grpId="1" animBg="1"/>
      <p:bldP spid="23" grpId="0" bldLvl="0" animBg="1"/>
      <p:bldP spid="23" grpId="1" animBg="1"/>
      <p:bldP spid="24" grpId="0" bldLvl="0" animBg="1"/>
      <p:bldP spid="24" grpId="1" animBg="1"/>
      <p:bldP spid="25" grpId="0" bldLvl="0" animBg="1"/>
      <p:bldP spid="25" grpId="1" animBg="1"/>
      <p:bldP spid="27" grpId="0" bldLvl="0" animBg="1"/>
      <p:bldP spid="27" grpId="1" animBg="1"/>
      <p:bldP spid="28" grpId="0" bldLvl="0" animBg="1"/>
      <p:bldP spid="28" grpId="1" animBg="1"/>
      <p:bldP spid="29" grpId="0"/>
      <p:bldP spid="29" grpId="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1521" name="矩形 14337"/>
          <p:cNvSpPr/>
          <p:nvPr/>
        </p:nvSpPr>
        <p:spPr>
          <a:xfrm>
            <a:off x="1790700" y="0"/>
            <a:ext cx="7315200" cy="879475"/>
          </a:xfrm>
          <a:prstGeom prst="rect">
            <a:avLst/>
          </a:prstGeom>
          <a:noFill/>
          <a:ln w="9525">
            <a:noFill/>
          </a:ln>
        </p:spPr>
        <p:txBody>
          <a:bodyPr anchor="t" anchorCtr="0"/>
          <a:p>
            <a:pPr lvl="3" indent="0" eaLnBrk="0" hangingPunct="0">
              <a:buClr>
                <a:srgbClr val="FFCC00"/>
              </a:buClr>
              <a:buFont typeface="Wingdings" panose="05000000000000000000" pitchFamily="2" charset="2"/>
              <a:buChar char="l"/>
            </a:pPr>
            <a:endParaRPr lang="en-US" altLang="zh-CN" dirty="0">
              <a:solidFill>
                <a:srgbClr val="FF0000"/>
              </a:solidFill>
              <a:latin typeface="Times New Roman" panose="02020603050405020304" pitchFamily="18" charset="0"/>
              <a:ea typeface="宋体" panose="02010600030101010101" pitchFamily="2" charset="-122"/>
            </a:endParaRPr>
          </a:p>
          <a:p>
            <a:pPr lvl="1" indent="0" eaLnBrk="0" hangingPunct="0">
              <a:buClr>
                <a:schemeClr val="hlink"/>
              </a:buClr>
              <a:buFont typeface="Wingdings" panose="05000000000000000000" pitchFamily="2" charset="2"/>
              <a:buChar char="«"/>
            </a:pPr>
            <a:endParaRPr lang="en-US" altLang="zh-CN" dirty="0">
              <a:latin typeface="Times New Roman" panose="02020603050405020304" pitchFamily="18" charset="0"/>
              <a:ea typeface="宋体" panose="02010600030101010101" pitchFamily="2" charset="-122"/>
            </a:endParaRPr>
          </a:p>
        </p:txBody>
      </p:sp>
      <p:sp>
        <p:nvSpPr>
          <p:cNvPr id="491522"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3</a:t>
            </a:r>
            <a:r>
              <a:rPr lang="zh-CN" altLang="en-US" sz="3000" b="1" dirty="0">
                <a:solidFill>
                  <a:schemeClr val="accent1"/>
                </a:solidFill>
                <a:latin typeface="方正兰亭黑简体" pitchFamily="2" charset="-122"/>
                <a:ea typeface="方正兰亭黑简体" pitchFamily="2" charset="-122"/>
              </a:rPr>
              <a:t>、二维数组及多维数组</a:t>
            </a:r>
            <a:endParaRPr lang="zh-CN" altLang="en-US" sz="3000" b="1" dirty="0">
              <a:solidFill>
                <a:schemeClr val="accent1"/>
              </a:solidFill>
              <a:latin typeface="方正兰亭黑简体" pitchFamily="2" charset="-122"/>
              <a:ea typeface="方正兰亭黑简体" pitchFamily="2" charset="-122"/>
            </a:endParaRPr>
          </a:p>
        </p:txBody>
      </p:sp>
      <p:sp>
        <p:nvSpPr>
          <p:cNvPr id="32774" name="文本框 32773"/>
          <p:cNvSpPr txBox="1"/>
          <p:nvPr/>
        </p:nvSpPr>
        <p:spPr>
          <a:xfrm>
            <a:off x="1943100" y="1049338"/>
            <a:ext cx="8305800" cy="5353050"/>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00000"/>
              </a:lnSpc>
            </a:pPr>
            <a:r>
              <a:rPr lang="en-US" altLang="zh-CN" sz="1800">
                <a:latin typeface="微软雅黑 Light" panose="020B0502040204020203" charset="-122"/>
                <a:ea typeface="微软雅黑 Light" panose="020B0502040204020203" charset="-122"/>
              </a:rPr>
              <a:t>#include&lt;stdio.h&gt;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int main()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int a[3] [3]={9,4 ,7 ,5, 6 ,1, 8, 3, 2} , sum=0, i , j;</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数组：</a:t>
            </a:r>
            <a:r>
              <a:rPr lang="en-US" altLang="zh-CN" sz="1800">
                <a:latin typeface="微软雅黑 Light" panose="020B0502040204020203" charset="-122"/>
                <a:ea typeface="微软雅黑 Light" panose="020B0502040204020203" charset="-122"/>
              </a:rPr>
              <a:t>\n”)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i=0; i&lt;3;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   for( j=0; j&lt;3; 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printf(“%3d” , a[i][j]);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printf(“\n”)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 i=0; i&lt;3;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j=0; j&lt;3; 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if( i==j || i+j==2)</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sum=sum+a[i][j];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对角线元素之和为：</a:t>
            </a:r>
            <a:r>
              <a:rPr lang="en-US" altLang="zh-CN" sz="1800">
                <a:latin typeface="微软雅黑 Light" panose="020B0502040204020203" charset="-122"/>
                <a:ea typeface="微软雅黑 Light" panose="020B0502040204020203" charset="-122"/>
              </a:rPr>
              <a:t>%d\n”,max,row,colum);</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return 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animEffect transition="in" filter="box(out)">
                                      <p:cBhvr>
                                        <p:cTn id="7" dur="500"/>
                                        <p:tgtEl>
                                          <p:spTgt spid="32774"/>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bldLvl="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4338" name="矩形 14337"/>
          <p:cNvSpPr/>
          <p:nvPr/>
        </p:nvSpPr>
        <p:spPr>
          <a:xfrm>
            <a:off x="1790700" y="0"/>
            <a:ext cx="7315200" cy="879475"/>
          </a:xfrm>
          <a:prstGeom prst="rect">
            <a:avLst/>
          </a:prstGeom>
          <a:noFill/>
          <a:ln w="9525">
            <a:noFill/>
          </a:ln>
        </p:spPr>
        <p:txBody>
          <a:bodyPr anchor="t" anchorCtr="0"/>
          <a:p>
            <a:pPr lvl="3" indent="0" eaLnBrk="0" hangingPunct="0">
              <a:buClr>
                <a:srgbClr val="FFCC00"/>
              </a:buClr>
              <a:buFont typeface="Wingdings" panose="05000000000000000000" pitchFamily="2" charset="2"/>
              <a:buChar char="l"/>
            </a:pPr>
            <a:endParaRPr lang="en-US" altLang="zh-CN" dirty="0">
              <a:solidFill>
                <a:srgbClr val="FF0000"/>
              </a:solidFill>
              <a:latin typeface="Times New Roman" panose="02020603050405020304" pitchFamily="18" charset="0"/>
              <a:ea typeface="宋体" panose="02010600030101010101" pitchFamily="2" charset="-122"/>
            </a:endParaRPr>
          </a:p>
          <a:p>
            <a:pPr lvl="1" indent="0" eaLnBrk="0" hangingPunct="0">
              <a:buClr>
                <a:schemeClr val="hlink"/>
              </a:buClr>
              <a:buFont typeface="Wingdings" panose="05000000000000000000" pitchFamily="2" charset="2"/>
              <a:buChar char="«"/>
            </a:pPr>
            <a:endParaRPr lang="en-US" altLang="zh-CN" dirty="0">
              <a:latin typeface="Times New Roman" panose="02020603050405020304" pitchFamily="18" charset="0"/>
              <a:ea typeface="宋体" panose="02010600030101010101" pitchFamily="2" charset="-122"/>
            </a:endParaRPr>
          </a:p>
        </p:txBody>
      </p:sp>
      <p:sp>
        <p:nvSpPr>
          <p:cNvPr id="14346" name="文本框 14345"/>
          <p:cNvSpPr txBox="1"/>
          <p:nvPr/>
        </p:nvSpPr>
        <p:spPr>
          <a:xfrm>
            <a:off x="4379913" y="815975"/>
            <a:ext cx="4103687" cy="368300"/>
          </a:xfrm>
          <a:prstGeom prst="rect">
            <a:avLst/>
          </a:prstGeom>
          <a:noFill/>
          <a:ln w="9525">
            <a:noFill/>
          </a:ln>
        </p:spPr>
        <p:txBody>
          <a:bodyPr wrap="none" anchor="t" anchorCtr="0">
            <a:spAutoFit/>
          </a:bodyPr>
          <a:p>
            <a:r>
              <a:rPr lang="zh-CN" altLang="en-US" dirty="0">
                <a:latin typeface="微软雅黑 Light" panose="020B0502040204020203" charset="-122"/>
                <a:ea typeface="微软雅黑 Light" panose="020B0502040204020203" charset="-122"/>
              </a:rPr>
              <a:t>例</a:t>
            </a:r>
            <a:r>
              <a:rPr lang="en-US" altLang="zh-CN" dirty="0">
                <a:latin typeface="微软雅黑 Light" panose="020B0502040204020203" charset="-122"/>
                <a:ea typeface="微软雅黑 Light" panose="020B0502040204020203" charset="-122"/>
              </a:rPr>
              <a:t>3</a:t>
            </a:r>
            <a:r>
              <a:rPr lang="zh-CN" altLang="en-US" dirty="0">
                <a:latin typeface="微软雅黑 Light" panose="020B0502040204020203" charset="-122"/>
                <a:ea typeface="微软雅黑 Light" panose="020B0502040204020203" charset="-122"/>
              </a:rPr>
              <a:t>  编写输出下列形式的杨辉三角形。</a:t>
            </a:r>
            <a:endParaRPr lang="zh-CN" altLang="en-US" dirty="0">
              <a:latin typeface="微软雅黑 Light" panose="020B0502040204020203" charset="-122"/>
              <a:ea typeface="微软雅黑 Light" panose="020B0502040204020203" charset="-122"/>
            </a:endParaRPr>
          </a:p>
        </p:txBody>
      </p:sp>
      <p:sp>
        <p:nvSpPr>
          <p:cNvPr id="493571" name="标题 14367"/>
          <p:cNvSpPr>
            <a:spLocks noGrp="1"/>
          </p:cNvSpPr>
          <p:nvPr>
            <p:ph type="title" idx="4294967295"/>
          </p:nvPr>
        </p:nvSpPr>
        <p:spPr>
          <a:xfrm>
            <a:off x="1962150" y="617538"/>
            <a:ext cx="8001000" cy="639762"/>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5</a:t>
            </a:r>
            <a:r>
              <a:rPr lang="zh-CN" altLang="en-US" sz="2400" dirty="0">
                <a:latin typeface="微软雅黑 Light" panose="020B0502040204020203" charset="-122"/>
                <a:ea typeface="微软雅黑 Light" panose="020B0502040204020203" charset="-122"/>
              </a:rPr>
              <a:t>）程序举例</a:t>
            </a:r>
            <a:endParaRPr lang="zh-CN" altLang="en-US" sz="2400" dirty="0">
              <a:latin typeface="微软雅黑 Light" panose="020B0502040204020203" charset="-122"/>
              <a:ea typeface="微软雅黑 Light" panose="020B0502040204020203" charset="-122"/>
            </a:endParaRPr>
          </a:p>
        </p:txBody>
      </p:sp>
      <p:sp>
        <p:nvSpPr>
          <p:cNvPr id="493572"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3</a:t>
            </a:r>
            <a:r>
              <a:rPr lang="zh-CN" altLang="en-US" sz="3000" b="1" dirty="0">
                <a:solidFill>
                  <a:schemeClr val="accent1"/>
                </a:solidFill>
                <a:latin typeface="方正兰亭黑简体" pitchFamily="2" charset="-122"/>
                <a:ea typeface="方正兰亭黑简体" pitchFamily="2" charset="-122"/>
              </a:rPr>
              <a:t>、二维数组及多维数组</a:t>
            </a:r>
            <a:endParaRPr lang="zh-CN" altLang="en-US" sz="3000" b="1" dirty="0">
              <a:solidFill>
                <a:schemeClr val="accent1"/>
              </a:solidFill>
              <a:latin typeface="方正兰亭黑简体" pitchFamily="2" charset="-122"/>
              <a:ea typeface="方正兰亭黑简体" pitchFamily="2" charset="-122"/>
            </a:endParaRPr>
          </a:p>
        </p:txBody>
      </p:sp>
      <p:sp>
        <p:nvSpPr>
          <p:cNvPr id="2" name="矩形 54354"/>
          <p:cNvSpPr/>
          <p:nvPr/>
        </p:nvSpPr>
        <p:spPr>
          <a:xfrm>
            <a:off x="2214563" y="1373188"/>
            <a:ext cx="7981950" cy="5080000"/>
          </a:xfrm>
          <a:prstGeom prst="rect">
            <a:avLst/>
          </a:prstGeom>
          <a:solidFill>
            <a:srgbClr val="C4EFFF"/>
          </a:solidFill>
          <a:ln w="25400" cap="flat" cmpd="sng">
            <a:solidFill>
              <a:schemeClr val="accent1"/>
            </a:solidFill>
            <a:prstDash val="solid"/>
            <a:miter/>
            <a:headEnd type="none" w="med" len="med"/>
            <a:tailEnd type="none" w="med" len="med"/>
          </a:ln>
        </p:spPr>
        <p:txBody>
          <a:bodyPr anchor="t" anchorCtr="0"/>
          <a:p>
            <a:pPr>
              <a:buSzTx/>
            </a:pPr>
            <a:endParaRPr lang="zh-CN" altLang="en-US">
              <a:latin typeface="Calibri" panose="020F0502020204030204" pitchFamily="34" charset="0"/>
              <a:ea typeface="宋体" panose="02010600030101010101" pitchFamily="2" charset="-122"/>
            </a:endParaRPr>
          </a:p>
        </p:txBody>
      </p:sp>
      <p:sp>
        <p:nvSpPr>
          <p:cNvPr id="493574" name="文本框 54274"/>
          <p:cNvSpPr txBox="1"/>
          <p:nvPr/>
        </p:nvSpPr>
        <p:spPr>
          <a:xfrm>
            <a:off x="4467225" y="2889250"/>
            <a:ext cx="309563" cy="398463"/>
          </a:xfrm>
          <a:prstGeom prst="rect">
            <a:avLst/>
          </a:prstGeom>
          <a:noFill/>
          <a:ln w="9525">
            <a:noFill/>
          </a:ln>
        </p:spPr>
        <p:txBody>
          <a:bodyPr wrap="none" anchor="t" anchorCtr="0">
            <a:spAutoFit/>
          </a:bodyPr>
          <a:p>
            <a:endParaRPr lang="zh-CN" altLang="zh-CN" sz="2000" dirty="0">
              <a:solidFill>
                <a:schemeClr val="bg2"/>
              </a:solidFill>
              <a:latin typeface="Times New Roman" panose="02020603050405020304" pitchFamily="18" charset="0"/>
              <a:ea typeface="宋体" panose="02010600030101010101" pitchFamily="2" charset="-122"/>
            </a:endParaRPr>
          </a:p>
        </p:txBody>
      </p:sp>
      <p:graphicFrame>
        <p:nvGraphicFramePr>
          <p:cNvPr id="13" name="表格 12"/>
          <p:cNvGraphicFramePr/>
          <p:nvPr/>
        </p:nvGraphicFramePr>
        <p:xfrm>
          <a:off x="4545013" y="1784350"/>
          <a:ext cx="3457575" cy="3036888"/>
        </p:xfrm>
        <a:graphic>
          <a:graphicData uri="http://schemas.openxmlformats.org/drawingml/2006/table">
            <a:tbl>
              <a:tblPr firstRow="1" bandRow="1">
                <a:tableStyleId>{5C22544A-7EE6-4342-B048-85BDC9FD1C3A}</a:tableStyleId>
              </a:tblPr>
              <a:tblGrid>
                <a:gridCol w="576580"/>
                <a:gridCol w="575945"/>
                <a:gridCol w="576263"/>
                <a:gridCol w="576262"/>
                <a:gridCol w="576580"/>
                <a:gridCol w="575945"/>
              </a:tblGrid>
              <a:tr h="506095">
                <a:tc>
                  <a:txBody>
                    <a:bodyPr/>
                    <a:p>
                      <a:pPr algn="ctr">
                        <a:buClrTx/>
                        <a:buSzTx/>
                        <a:buFontTx/>
                        <a:buNone/>
                      </a:pPr>
                      <a:r>
                        <a:rPr lang="en-US" altLang="zh-CN">
                          <a:solidFill>
                            <a:schemeClr val="accent1"/>
                          </a:solidFill>
                        </a:rPr>
                        <a:t>1</a:t>
                      </a:r>
                      <a:endParaRPr lang="en-US" altLang="zh-CN">
                        <a:solidFill>
                          <a:schemeClr val="accent1"/>
                        </a:solidFill>
                      </a:endParaRPr>
                    </a:p>
                  </a:txBody>
                  <a:tcPr anchor="ctr" anchorCtr="1">
                    <a:solidFill>
                      <a:srgbClr val="E7EBF5"/>
                    </a:solidFill>
                  </a:tcPr>
                </a:tc>
                <a:tc>
                  <a:txBody>
                    <a:bodyPr/>
                    <a:p>
                      <a:pPr algn="ctr">
                        <a:buClrTx/>
                        <a:buSzTx/>
                        <a:buFontTx/>
                        <a:buNone/>
                      </a:pPr>
                      <a:endParaRPr lang="en-US" altLang="zh-CN">
                        <a:solidFill>
                          <a:schemeClr val="accent1"/>
                        </a:solidFill>
                      </a:endParaRPr>
                    </a:p>
                  </a:txBody>
                  <a:tcPr anchor="ctr" anchorCtr="1">
                    <a:solidFill>
                      <a:srgbClr val="E7EBF5"/>
                    </a:solidFill>
                  </a:tcPr>
                </a:tc>
                <a:tc>
                  <a:txBody>
                    <a:bodyPr/>
                    <a:p>
                      <a:pPr algn="ctr">
                        <a:buClrTx/>
                        <a:buSzTx/>
                        <a:buFontTx/>
                        <a:buNone/>
                      </a:pPr>
                      <a:endParaRPr lang="en-US" altLang="zh-CN">
                        <a:solidFill>
                          <a:schemeClr val="accent1"/>
                        </a:solidFill>
                      </a:endParaRPr>
                    </a:p>
                  </a:txBody>
                  <a:tcPr anchor="ctr" anchorCtr="1">
                    <a:solidFill>
                      <a:srgbClr val="E7EBF5"/>
                    </a:solidFill>
                  </a:tcPr>
                </a:tc>
                <a:tc>
                  <a:txBody>
                    <a:bodyPr/>
                    <a:p>
                      <a:pPr algn="ctr">
                        <a:buClrTx/>
                        <a:buSzTx/>
                        <a:buFontTx/>
                        <a:buNone/>
                      </a:pPr>
                      <a:endParaRPr lang="en-US" altLang="zh-CN">
                        <a:solidFill>
                          <a:schemeClr val="accent1"/>
                        </a:solidFill>
                      </a:endParaRPr>
                    </a:p>
                  </a:txBody>
                  <a:tcPr anchor="ctr" anchorCtr="1">
                    <a:solidFill>
                      <a:srgbClr val="E7EBF5"/>
                    </a:solidFill>
                  </a:tcPr>
                </a:tc>
                <a:tc>
                  <a:txBody>
                    <a:bodyPr/>
                    <a:p>
                      <a:pPr algn="ctr">
                        <a:buClrTx/>
                        <a:buSzTx/>
                        <a:buFontTx/>
                        <a:buNone/>
                      </a:pPr>
                      <a:endParaRPr lang="en-US" altLang="zh-CN">
                        <a:solidFill>
                          <a:schemeClr val="accent1"/>
                        </a:solidFill>
                      </a:endParaRPr>
                    </a:p>
                  </a:txBody>
                  <a:tcPr anchor="ctr" anchorCtr="1">
                    <a:solidFill>
                      <a:srgbClr val="E7EBF5"/>
                    </a:solidFill>
                  </a:tcPr>
                </a:tc>
                <a:tc>
                  <a:txBody>
                    <a:bodyPr/>
                    <a:p>
                      <a:pPr algn="ctr">
                        <a:buClrTx/>
                        <a:buSzTx/>
                        <a:buFontTx/>
                        <a:buNone/>
                      </a:pPr>
                      <a:endParaRPr lang="en-US" altLang="zh-CN">
                        <a:solidFill>
                          <a:schemeClr val="accent1"/>
                        </a:solidFill>
                      </a:endParaRPr>
                    </a:p>
                  </a:txBody>
                  <a:tcPr anchor="ctr" anchorCtr="1">
                    <a:solidFill>
                      <a:srgbClr val="E7EBF5"/>
                    </a:solidFill>
                  </a:tcPr>
                </a:tc>
              </a:tr>
              <a:tr h="506095">
                <a:tc>
                  <a:txBody>
                    <a:bodyPr/>
                    <a:p>
                      <a:pPr algn="ctr">
                        <a:buClrTx/>
                        <a:buSzTx/>
                        <a:buFontTx/>
                        <a:buNone/>
                      </a:pPr>
                      <a:r>
                        <a:rPr lang="en-US" altLang="zh-CN" b="1">
                          <a:solidFill>
                            <a:schemeClr val="accent1"/>
                          </a:solidFill>
                        </a:rPr>
                        <a:t>1</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1</a:t>
                      </a:r>
                      <a:endParaRPr lang="en-US" altLang="zh-CN" b="1">
                        <a:solidFill>
                          <a:schemeClr val="accent1"/>
                        </a:solidFill>
                      </a:endParaRPr>
                    </a:p>
                  </a:txBody>
                  <a:tcPr anchor="ctr" anchorCtr="1">
                    <a:solidFill>
                      <a:srgbClr val="E7EBF5"/>
                    </a:solidFill>
                  </a:tcPr>
                </a:tc>
                <a:tc>
                  <a:txBody>
                    <a:bodyPr/>
                    <a:p>
                      <a:pPr algn="ctr">
                        <a:buClrTx/>
                        <a:buSzTx/>
                        <a:buFontTx/>
                        <a:buNone/>
                      </a:pPr>
                      <a:endParaRPr lang="en-US" altLang="zh-CN" b="1">
                        <a:solidFill>
                          <a:schemeClr val="accent1"/>
                        </a:solidFill>
                      </a:endParaRPr>
                    </a:p>
                  </a:txBody>
                  <a:tcPr anchor="ctr" anchorCtr="1">
                    <a:solidFill>
                      <a:srgbClr val="E7EBF5"/>
                    </a:solidFill>
                  </a:tcPr>
                </a:tc>
                <a:tc>
                  <a:txBody>
                    <a:bodyPr/>
                    <a:p>
                      <a:pPr algn="ctr">
                        <a:buClrTx/>
                        <a:buSzTx/>
                        <a:buFontTx/>
                        <a:buNone/>
                      </a:pPr>
                      <a:endParaRPr lang="en-US" altLang="zh-CN" b="1">
                        <a:solidFill>
                          <a:schemeClr val="accent1"/>
                        </a:solidFill>
                      </a:endParaRPr>
                    </a:p>
                  </a:txBody>
                  <a:tcPr anchor="ctr" anchorCtr="1">
                    <a:solidFill>
                      <a:srgbClr val="E7EBF5"/>
                    </a:solidFill>
                  </a:tcPr>
                </a:tc>
                <a:tc>
                  <a:txBody>
                    <a:bodyPr/>
                    <a:p>
                      <a:pPr algn="ctr">
                        <a:buClrTx/>
                        <a:buSzTx/>
                        <a:buFontTx/>
                        <a:buNone/>
                      </a:pPr>
                      <a:endParaRPr lang="en-US" altLang="zh-CN" b="1">
                        <a:solidFill>
                          <a:schemeClr val="accent1"/>
                        </a:solidFill>
                      </a:endParaRPr>
                    </a:p>
                  </a:txBody>
                  <a:tcPr anchor="ctr" anchorCtr="1">
                    <a:solidFill>
                      <a:srgbClr val="E7EBF5"/>
                    </a:solidFill>
                  </a:tcPr>
                </a:tc>
                <a:tc>
                  <a:txBody>
                    <a:bodyPr/>
                    <a:p>
                      <a:pPr algn="ctr">
                        <a:buClrTx/>
                        <a:buSzTx/>
                        <a:buFontTx/>
                        <a:buNone/>
                      </a:pPr>
                      <a:endParaRPr lang="en-US" altLang="zh-CN" b="1">
                        <a:solidFill>
                          <a:schemeClr val="accent1"/>
                        </a:solidFill>
                      </a:endParaRPr>
                    </a:p>
                  </a:txBody>
                  <a:tcPr anchor="ctr" anchorCtr="1">
                    <a:solidFill>
                      <a:srgbClr val="E7EBF5"/>
                    </a:solidFill>
                  </a:tcPr>
                </a:tc>
              </a:tr>
              <a:tr h="506095">
                <a:tc>
                  <a:txBody>
                    <a:bodyPr/>
                    <a:p>
                      <a:pPr algn="ctr">
                        <a:buClrTx/>
                        <a:buSzTx/>
                        <a:buFontTx/>
                        <a:buNone/>
                      </a:pPr>
                      <a:r>
                        <a:rPr lang="en-US" altLang="zh-CN" b="1">
                          <a:solidFill>
                            <a:schemeClr val="accent1"/>
                          </a:solidFill>
                        </a:rPr>
                        <a:t>1</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2</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1</a:t>
                      </a:r>
                      <a:endParaRPr lang="en-US" altLang="zh-CN" b="1">
                        <a:solidFill>
                          <a:schemeClr val="accent1"/>
                        </a:solidFill>
                      </a:endParaRPr>
                    </a:p>
                  </a:txBody>
                  <a:tcPr anchor="ctr" anchorCtr="1">
                    <a:solidFill>
                      <a:srgbClr val="E7EBF5"/>
                    </a:solidFill>
                  </a:tcPr>
                </a:tc>
                <a:tc>
                  <a:txBody>
                    <a:bodyPr/>
                    <a:p>
                      <a:pPr algn="ctr">
                        <a:buClrTx/>
                        <a:buSzTx/>
                        <a:buFontTx/>
                        <a:buNone/>
                      </a:pPr>
                      <a:endParaRPr lang="en-US" altLang="zh-CN" b="1">
                        <a:solidFill>
                          <a:schemeClr val="accent1"/>
                        </a:solidFill>
                      </a:endParaRPr>
                    </a:p>
                  </a:txBody>
                  <a:tcPr anchor="ctr" anchorCtr="1">
                    <a:solidFill>
                      <a:srgbClr val="E7EBF5"/>
                    </a:solidFill>
                  </a:tcPr>
                </a:tc>
                <a:tc>
                  <a:txBody>
                    <a:bodyPr/>
                    <a:p>
                      <a:pPr algn="ctr">
                        <a:buClrTx/>
                        <a:buSzTx/>
                        <a:buFontTx/>
                        <a:buNone/>
                      </a:pPr>
                      <a:endParaRPr lang="en-US" altLang="zh-CN" b="1">
                        <a:solidFill>
                          <a:schemeClr val="accent1"/>
                        </a:solidFill>
                      </a:endParaRPr>
                    </a:p>
                  </a:txBody>
                  <a:tcPr anchor="ctr" anchorCtr="1">
                    <a:solidFill>
                      <a:srgbClr val="E7EBF5"/>
                    </a:solidFill>
                  </a:tcPr>
                </a:tc>
                <a:tc>
                  <a:txBody>
                    <a:bodyPr/>
                    <a:p>
                      <a:pPr algn="ctr">
                        <a:buClrTx/>
                        <a:buSzTx/>
                        <a:buFontTx/>
                        <a:buNone/>
                      </a:pPr>
                      <a:endParaRPr lang="en-US" altLang="zh-CN" b="1">
                        <a:solidFill>
                          <a:schemeClr val="accent1"/>
                        </a:solidFill>
                      </a:endParaRPr>
                    </a:p>
                  </a:txBody>
                  <a:tcPr anchor="ctr" anchorCtr="1">
                    <a:solidFill>
                      <a:srgbClr val="E7EBF5"/>
                    </a:solidFill>
                  </a:tcPr>
                </a:tc>
              </a:tr>
              <a:tr h="506095">
                <a:tc>
                  <a:txBody>
                    <a:bodyPr/>
                    <a:p>
                      <a:pPr algn="ctr">
                        <a:buClrTx/>
                        <a:buSzTx/>
                        <a:buFontTx/>
                        <a:buNone/>
                      </a:pPr>
                      <a:r>
                        <a:rPr lang="en-US" altLang="zh-CN" b="1">
                          <a:solidFill>
                            <a:schemeClr val="accent1"/>
                          </a:solidFill>
                        </a:rPr>
                        <a:t>1</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3</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3</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1</a:t>
                      </a:r>
                      <a:endParaRPr lang="en-US" altLang="zh-CN" b="1">
                        <a:solidFill>
                          <a:schemeClr val="accent1"/>
                        </a:solidFill>
                      </a:endParaRPr>
                    </a:p>
                  </a:txBody>
                  <a:tcPr anchor="ctr" anchorCtr="1">
                    <a:solidFill>
                      <a:srgbClr val="E7EBF5"/>
                    </a:solidFill>
                  </a:tcPr>
                </a:tc>
                <a:tc>
                  <a:txBody>
                    <a:bodyPr/>
                    <a:p>
                      <a:pPr algn="ctr">
                        <a:buClrTx/>
                        <a:buSzTx/>
                        <a:buFontTx/>
                        <a:buNone/>
                      </a:pPr>
                      <a:endParaRPr lang="en-US" altLang="zh-CN" b="1">
                        <a:solidFill>
                          <a:schemeClr val="accent1"/>
                        </a:solidFill>
                      </a:endParaRPr>
                    </a:p>
                  </a:txBody>
                  <a:tcPr anchor="ctr" anchorCtr="1">
                    <a:solidFill>
                      <a:srgbClr val="E7EBF5"/>
                    </a:solidFill>
                  </a:tcPr>
                </a:tc>
                <a:tc>
                  <a:txBody>
                    <a:bodyPr/>
                    <a:p>
                      <a:pPr algn="ctr">
                        <a:buClrTx/>
                        <a:buSzTx/>
                        <a:buFontTx/>
                        <a:buNone/>
                      </a:pPr>
                      <a:endParaRPr lang="en-US" altLang="zh-CN" b="1">
                        <a:solidFill>
                          <a:schemeClr val="accent1"/>
                        </a:solidFill>
                      </a:endParaRPr>
                    </a:p>
                  </a:txBody>
                  <a:tcPr anchor="ctr" anchorCtr="1">
                    <a:solidFill>
                      <a:srgbClr val="E7EBF5"/>
                    </a:solidFill>
                  </a:tcPr>
                </a:tc>
              </a:tr>
              <a:tr h="506095">
                <a:tc>
                  <a:txBody>
                    <a:bodyPr/>
                    <a:p>
                      <a:pPr algn="ctr">
                        <a:buClrTx/>
                        <a:buSzTx/>
                        <a:buFontTx/>
                        <a:buNone/>
                      </a:pPr>
                      <a:r>
                        <a:rPr lang="en-US" altLang="zh-CN" b="1">
                          <a:solidFill>
                            <a:schemeClr val="accent1"/>
                          </a:solidFill>
                        </a:rPr>
                        <a:t>1</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4</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6</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4</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1</a:t>
                      </a:r>
                      <a:endParaRPr lang="en-US" altLang="zh-CN" b="1">
                        <a:solidFill>
                          <a:schemeClr val="accent1"/>
                        </a:solidFill>
                      </a:endParaRPr>
                    </a:p>
                  </a:txBody>
                  <a:tcPr anchor="ctr" anchorCtr="1">
                    <a:solidFill>
                      <a:srgbClr val="E7EBF5"/>
                    </a:solidFill>
                  </a:tcPr>
                </a:tc>
                <a:tc>
                  <a:txBody>
                    <a:bodyPr/>
                    <a:p>
                      <a:pPr algn="ctr">
                        <a:buClrTx/>
                        <a:buSzTx/>
                        <a:buFontTx/>
                        <a:buNone/>
                      </a:pPr>
                      <a:endParaRPr lang="en-US" altLang="zh-CN" b="1">
                        <a:solidFill>
                          <a:schemeClr val="accent1"/>
                        </a:solidFill>
                      </a:endParaRPr>
                    </a:p>
                  </a:txBody>
                  <a:tcPr anchor="ctr" anchorCtr="1">
                    <a:solidFill>
                      <a:srgbClr val="E7EBF5"/>
                    </a:solidFill>
                  </a:tcPr>
                </a:tc>
              </a:tr>
              <a:tr h="506095">
                <a:tc>
                  <a:txBody>
                    <a:bodyPr/>
                    <a:p>
                      <a:pPr algn="ctr">
                        <a:buClrTx/>
                        <a:buSzTx/>
                        <a:buFontTx/>
                        <a:buNone/>
                      </a:pPr>
                      <a:r>
                        <a:rPr lang="en-US" altLang="zh-CN" b="1">
                          <a:solidFill>
                            <a:schemeClr val="accent1"/>
                          </a:solidFill>
                        </a:rPr>
                        <a:t>1</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5</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10</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10</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5</a:t>
                      </a:r>
                      <a:endParaRPr lang="en-US" altLang="zh-CN" b="1">
                        <a:solidFill>
                          <a:schemeClr val="accent1"/>
                        </a:solidFill>
                      </a:endParaRPr>
                    </a:p>
                  </a:txBody>
                  <a:tcPr anchor="ctr" anchorCtr="1">
                    <a:solidFill>
                      <a:srgbClr val="E7EBF5"/>
                    </a:solidFill>
                  </a:tcPr>
                </a:tc>
                <a:tc>
                  <a:txBody>
                    <a:bodyPr/>
                    <a:p>
                      <a:pPr algn="ctr">
                        <a:buClrTx/>
                        <a:buSzTx/>
                        <a:buFontTx/>
                        <a:buNone/>
                      </a:pPr>
                      <a:r>
                        <a:rPr lang="en-US" altLang="zh-CN" b="1">
                          <a:solidFill>
                            <a:schemeClr val="accent1"/>
                          </a:solidFill>
                        </a:rPr>
                        <a:t>1</a:t>
                      </a:r>
                      <a:endParaRPr lang="en-US" altLang="zh-CN" b="1">
                        <a:solidFill>
                          <a:schemeClr val="accent1"/>
                        </a:solidFill>
                      </a:endParaRPr>
                    </a:p>
                  </a:txBody>
                  <a:tcPr anchor="ctr" anchorCtr="1">
                    <a:solidFill>
                      <a:srgbClr val="E7EBF5"/>
                    </a:solidFill>
                  </a:tcPr>
                </a:tc>
              </a:tr>
            </a:tbl>
          </a:graphicData>
        </a:graphic>
      </p:graphicFrame>
      <p:sp>
        <p:nvSpPr>
          <p:cNvPr id="29" name="文本框 28"/>
          <p:cNvSpPr txBox="1"/>
          <p:nvPr/>
        </p:nvSpPr>
        <p:spPr>
          <a:xfrm>
            <a:off x="3041650" y="4760913"/>
            <a:ext cx="6461125" cy="1476375"/>
          </a:xfrm>
          <a:prstGeom prst="rect">
            <a:avLst/>
          </a:prstGeom>
          <a:noFill/>
          <a:ln w="9525">
            <a:noFill/>
          </a:ln>
        </p:spPr>
        <p:txBody>
          <a:bodyPr wrap="square" anchor="t" anchorCtr="0">
            <a:spAutoFit/>
          </a:bodyPr>
          <a:p>
            <a:pPr>
              <a:lnSpc>
                <a:spcPct val="150000"/>
              </a:lnSpc>
            </a:pPr>
            <a:r>
              <a:rPr lang="zh-CN" altLang="en-US" sz="2000">
                <a:solidFill>
                  <a:srgbClr val="C00000"/>
                </a:solidFill>
                <a:latin typeface="微软雅黑 Light" panose="020B0502040204020203" charset="-122"/>
                <a:ea typeface="微软雅黑 Light" panose="020B0502040204020203" charset="-122"/>
              </a:rPr>
              <a:t>找规律：</a:t>
            </a:r>
            <a:r>
              <a:rPr lang="zh-CN" altLang="zh-CN" sz="2000">
                <a:solidFill>
                  <a:srgbClr val="C00000"/>
                </a:solidFill>
                <a:latin typeface="微软雅黑 Light" panose="020B0502040204020203" charset="-122"/>
                <a:ea typeface="微软雅黑 Light" panose="020B0502040204020203" charset="-122"/>
              </a:rPr>
              <a:t>（</a:t>
            </a:r>
            <a:r>
              <a:rPr lang="en-US" altLang="zh-CN" sz="2000">
                <a:solidFill>
                  <a:srgbClr val="C00000"/>
                </a:solidFill>
                <a:latin typeface="微软雅黑 Light" panose="020B0502040204020203" charset="-122"/>
                <a:ea typeface="微软雅黑 Light" panose="020B0502040204020203" charset="-122"/>
              </a:rPr>
              <a:t>1</a:t>
            </a:r>
            <a:r>
              <a:rPr lang="zh-CN" altLang="en-US" sz="2000">
                <a:solidFill>
                  <a:srgbClr val="C00000"/>
                </a:solidFill>
                <a:latin typeface="微软雅黑 Light" panose="020B0502040204020203" charset="-122"/>
                <a:ea typeface="微软雅黑 Light" panose="020B0502040204020203" charset="-122"/>
              </a:rPr>
              <a:t>）第</a:t>
            </a:r>
            <a:r>
              <a:rPr lang="en-US" altLang="zh-CN" sz="2000">
                <a:solidFill>
                  <a:srgbClr val="C00000"/>
                </a:solidFill>
                <a:latin typeface="微软雅黑 Light" panose="020B0502040204020203" charset="-122"/>
                <a:ea typeface="微软雅黑 Light" panose="020B0502040204020203" charset="-122"/>
              </a:rPr>
              <a:t>1</a:t>
            </a:r>
            <a:r>
              <a:rPr lang="zh-CN" altLang="en-US" sz="2000">
                <a:solidFill>
                  <a:srgbClr val="C00000"/>
                </a:solidFill>
                <a:latin typeface="微软雅黑 Light" panose="020B0502040204020203" charset="-122"/>
                <a:ea typeface="微软雅黑 Light" panose="020B0502040204020203" charset="-122"/>
              </a:rPr>
              <a:t>列和对角线元素的值均为</a:t>
            </a:r>
            <a:r>
              <a:rPr lang="en-US" altLang="zh-CN" sz="2000">
                <a:solidFill>
                  <a:srgbClr val="C00000"/>
                </a:solidFill>
                <a:latin typeface="微软雅黑 Light" panose="020B0502040204020203" charset="-122"/>
                <a:ea typeface="微软雅黑 Light" panose="020B0502040204020203" charset="-122"/>
              </a:rPr>
              <a:t>1</a:t>
            </a:r>
            <a:r>
              <a:rPr lang="zh-CN" altLang="en-US" sz="2000">
                <a:solidFill>
                  <a:srgbClr val="C00000"/>
                </a:solidFill>
                <a:latin typeface="微软雅黑 Light" panose="020B0502040204020203" charset="-122"/>
                <a:ea typeface="微软雅黑 Light" panose="020B0502040204020203" charset="-122"/>
              </a:rPr>
              <a:t>。</a:t>
            </a:r>
            <a:endParaRPr lang="en-US" altLang="zh-CN" sz="2000">
              <a:solidFill>
                <a:srgbClr val="C00000"/>
              </a:solidFill>
              <a:latin typeface="微软雅黑 Light" panose="020B0502040204020203" charset="-122"/>
              <a:ea typeface="微软雅黑 Light" panose="020B0502040204020203" charset="-122"/>
            </a:endParaRPr>
          </a:p>
          <a:p>
            <a:pPr>
              <a:lnSpc>
                <a:spcPct val="150000"/>
              </a:lnSpc>
            </a:pPr>
            <a:r>
              <a:rPr lang="en-US" altLang="zh-CN" sz="2000">
                <a:solidFill>
                  <a:srgbClr val="C00000"/>
                </a:solidFill>
                <a:latin typeface="微软雅黑 Light" panose="020B0502040204020203" charset="-122"/>
                <a:ea typeface="微软雅黑 Light" panose="020B0502040204020203" charset="-122"/>
              </a:rPr>
              <a:t>             </a:t>
            </a:r>
            <a:r>
              <a:rPr lang="zh-CN" altLang="en-US" sz="2000">
                <a:solidFill>
                  <a:srgbClr val="C00000"/>
                </a:solidFill>
                <a:latin typeface="微软雅黑 Light" panose="020B0502040204020203" charset="-122"/>
                <a:ea typeface="微软雅黑 Light" panose="020B0502040204020203" charset="-122"/>
              </a:rPr>
              <a:t>（</a:t>
            </a:r>
            <a:r>
              <a:rPr lang="en-US" altLang="zh-CN" sz="2000">
                <a:solidFill>
                  <a:srgbClr val="C00000"/>
                </a:solidFill>
                <a:latin typeface="微软雅黑 Light" panose="020B0502040204020203" charset="-122"/>
                <a:ea typeface="微软雅黑 Light" panose="020B0502040204020203" charset="-122"/>
              </a:rPr>
              <a:t>2</a:t>
            </a:r>
            <a:r>
              <a:rPr lang="zh-CN" altLang="en-US" sz="2000">
                <a:solidFill>
                  <a:srgbClr val="C00000"/>
                </a:solidFill>
                <a:latin typeface="微软雅黑 Light" panose="020B0502040204020203" charset="-122"/>
                <a:ea typeface="微软雅黑 Light" panose="020B0502040204020203" charset="-122"/>
              </a:rPr>
              <a:t>）其余元素均是上一行当前列的元素和上一</a:t>
            </a:r>
            <a:endParaRPr lang="zh-CN" altLang="en-US" sz="2000">
              <a:solidFill>
                <a:srgbClr val="C00000"/>
              </a:solidFill>
              <a:latin typeface="微软雅黑 Light" panose="020B0502040204020203" charset="-122"/>
              <a:ea typeface="微软雅黑 Light" panose="020B0502040204020203" charset="-122"/>
            </a:endParaRPr>
          </a:p>
          <a:p>
            <a:pPr>
              <a:lnSpc>
                <a:spcPct val="150000"/>
              </a:lnSpc>
            </a:pPr>
            <a:r>
              <a:rPr lang="zh-CN" altLang="en-US" sz="2000">
                <a:solidFill>
                  <a:srgbClr val="C00000"/>
                </a:solidFill>
                <a:latin typeface="微软雅黑 Light" panose="020B0502040204020203" charset="-122"/>
                <a:ea typeface="微软雅黑 Light" panose="020B0502040204020203" charset="-122"/>
              </a:rPr>
              <a:t>                      行前一列元素之和。</a:t>
            </a:r>
            <a:endParaRPr lang="zh-CN" altLang="en-US" sz="2000">
              <a:solidFill>
                <a:srgbClr val="C00000"/>
              </a:solidFill>
              <a:latin typeface="微软雅黑 Light" panose="020B0502040204020203" charset="-122"/>
              <a:ea typeface="微软雅黑 Light" panose="020B0502040204020203" charset="-122"/>
            </a:endParaRPr>
          </a:p>
        </p:txBody>
      </p:sp>
      <p:sp>
        <p:nvSpPr>
          <p:cNvPr id="6" name="矩形 5"/>
          <p:cNvSpPr/>
          <p:nvPr/>
        </p:nvSpPr>
        <p:spPr>
          <a:xfrm>
            <a:off x="4545013" y="2306638"/>
            <a:ext cx="561975" cy="504825"/>
          </a:xfrm>
          <a:prstGeom prst="rect">
            <a:avLst/>
          </a:prstGeom>
          <a:solidFill>
            <a:srgbClr val="FFC000">
              <a:alpha val="32999"/>
            </a:srgbClr>
          </a:solidFill>
          <a:ln w="127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7" name="矩形 6"/>
          <p:cNvSpPr/>
          <p:nvPr/>
        </p:nvSpPr>
        <p:spPr>
          <a:xfrm>
            <a:off x="5108575" y="2306638"/>
            <a:ext cx="584200" cy="485775"/>
          </a:xfrm>
          <a:prstGeom prst="rect">
            <a:avLst/>
          </a:prstGeom>
          <a:solidFill>
            <a:srgbClr val="FFC000">
              <a:alpha val="32999"/>
            </a:srgbClr>
          </a:solidFill>
          <a:ln w="127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8" name="矩形 7"/>
          <p:cNvSpPr/>
          <p:nvPr/>
        </p:nvSpPr>
        <p:spPr>
          <a:xfrm>
            <a:off x="5129213" y="2782888"/>
            <a:ext cx="563562" cy="504825"/>
          </a:xfrm>
          <a:prstGeom prst="rect">
            <a:avLst/>
          </a:prstGeom>
          <a:solidFill>
            <a:srgbClr val="B5EDFD">
              <a:alpha val="32999"/>
            </a:srgbClr>
          </a:solidFill>
          <a:ln w="127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10" name="矩形 9"/>
          <p:cNvSpPr/>
          <p:nvPr/>
        </p:nvSpPr>
        <p:spPr>
          <a:xfrm>
            <a:off x="5710238" y="3829050"/>
            <a:ext cx="561975" cy="504825"/>
          </a:xfrm>
          <a:prstGeom prst="rect">
            <a:avLst/>
          </a:prstGeom>
          <a:solidFill>
            <a:srgbClr val="B5EDFD">
              <a:alpha val="32999"/>
            </a:srgbClr>
          </a:solidFill>
          <a:ln w="127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19" name="矩形 18"/>
          <p:cNvSpPr/>
          <p:nvPr/>
        </p:nvSpPr>
        <p:spPr>
          <a:xfrm>
            <a:off x="5146675" y="3324225"/>
            <a:ext cx="563563" cy="504825"/>
          </a:xfrm>
          <a:prstGeom prst="rect">
            <a:avLst/>
          </a:prstGeom>
          <a:solidFill>
            <a:srgbClr val="FFC000">
              <a:alpha val="32999"/>
            </a:srgbClr>
          </a:solidFill>
          <a:ln w="127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26" name="矩形 25"/>
          <p:cNvSpPr/>
          <p:nvPr/>
        </p:nvSpPr>
        <p:spPr>
          <a:xfrm>
            <a:off x="5710238" y="3324225"/>
            <a:ext cx="561975" cy="504825"/>
          </a:xfrm>
          <a:prstGeom prst="rect">
            <a:avLst/>
          </a:prstGeom>
          <a:solidFill>
            <a:srgbClr val="FFC000">
              <a:alpha val="32999"/>
            </a:srgbClr>
          </a:solidFill>
          <a:ln w="127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30" name="矩形 29"/>
          <p:cNvSpPr/>
          <p:nvPr/>
        </p:nvSpPr>
        <p:spPr>
          <a:xfrm>
            <a:off x="6867525" y="4314825"/>
            <a:ext cx="561975" cy="504825"/>
          </a:xfrm>
          <a:prstGeom prst="rect">
            <a:avLst/>
          </a:prstGeom>
          <a:solidFill>
            <a:srgbClr val="B5EDFD">
              <a:alpha val="32999"/>
            </a:srgbClr>
          </a:solidFill>
          <a:ln w="127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31" name="矩形 30"/>
          <p:cNvSpPr/>
          <p:nvPr/>
        </p:nvSpPr>
        <p:spPr>
          <a:xfrm>
            <a:off x="6272213" y="3829050"/>
            <a:ext cx="563562" cy="504825"/>
          </a:xfrm>
          <a:prstGeom prst="rect">
            <a:avLst/>
          </a:prstGeom>
          <a:solidFill>
            <a:srgbClr val="FFC000">
              <a:alpha val="32999"/>
            </a:srgbClr>
          </a:solidFill>
          <a:ln w="127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32" name="矩形 31"/>
          <p:cNvSpPr/>
          <p:nvPr/>
        </p:nvSpPr>
        <p:spPr>
          <a:xfrm>
            <a:off x="6867525" y="3829050"/>
            <a:ext cx="561975" cy="504825"/>
          </a:xfrm>
          <a:prstGeom prst="rect">
            <a:avLst/>
          </a:prstGeom>
          <a:solidFill>
            <a:srgbClr val="FFC000">
              <a:alpha val="32999"/>
            </a:srgbClr>
          </a:solidFill>
          <a:ln w="12700">
            <a:noFill/>
          </a:ln>
        </p:spPr>
        <p:txBody>
          <a:bodyPr anchor="t" anchorCtr="0"/>
          <a:p>
            <a:endParaRPr lang="zh-CN" altLang="en-US">
              <a:latin typeface="Calibri" panose="020F0502020204030204" pitchFamily="34" charset="0"/>
              <a:ea typeface="宋体" panose="02010600030101010101" pitchFamily="2" charset="-122"/>
            </a:endParaRPr>
          </a:p>
        </p:txBody>
      </p:sp>
      <p:grpSp>
        <p:nvGrpSpPr>
          <p:cNvPr id="33" name="组合 32"/>
          <p:cNvGrpSpPr/>
          <p:nvPr/>
        </p:nvGrpSpPr>
        <p:grpSpPr>
          <a:xfrm>
            <a:off x="3867150" y="1371600"/>
            <a:ext cx="4140200" cy="3360738"/>
            <a:chOff x="6090" y="3766"/>
            <a:chExt cx="6520" cy="3614"/>
          </a:xfrm>
        </p:grpSpPr>
        <p:sp>
          <p:nvSpPr>
            <p:cNvPr id="493637" name="文本框 33"/>
            <p:cNvSpPr txBox="1"/>
            <p:nvPr/>
          </p:nvSpPr>
          <p:spPr>
            <a:xfrm>
              <a:off x="7168" y="3780"/>
              <a:ext cx="910" cy="429"/>
            </a:xfrm>
            <a:prstGeom prst="rect">
              <a:avLst/>
            </a:prstGeom>
            <a:noFill/>
            <a:ln w="9525">
              <a:noFill/>
            </a:ln>
          </p:spPr>
          <p:txBody>
            <a:bodyPr wrap="square" anchor="t" anchorCtr="0">
              <a:spAutoFit/>
            </a:bodyPr>
            <a:p>
              <a:r>
                <a:rPr lang="en-US" altLang="zh-CN" sz="2000">
                  <a:solidFill>
                    <a:srgbClr val="C00000"/>
                  </a:solidFill>
                  <a:latin typeface="微软雅黑 Light" panose="020B0502040204020203" charset="-122"/>
                  <a:ea typeface="微软雅黑 Light" panose="020B0502040204020203" charset="-122"/>
                </a:rPr>
                <a:t>1</a:t>
              </a:r>
              <a:r>
                <a:rPr lang="zh-CN" altLang="en-US" sz="2000">
                  <a:solidFill>
                    <a:srgbClr val="C00000"/>
                  </a:solidFill>
                  <a:latin typeface="微软雅黑 Light" panose="020B0502040204020203" charset="-122"/>
                  <a:ea typeface="微软雅黑 Light" panose="020B0502040204020203" charset="-122"/>
                </a:rPr>
                <a:t>列</a:t>
              </a:r>
              <a:endParaRPr lang="zh-CN" altLang="en-US" sz="2000">
                <a:solidFill>
                  <a:srgbClr val="C00000"/>
                </a:solidFill>
                <a:latin typeface="微软雅黑 Light" panose="020B0502040204020203" charset="-122"/>
                <a:ea typeface="微软雅黑 Light" panose="020B0502040204020203" charset="-122"/>
              </a:endParaRPr>
            </a:p>
          </p:txBody>
        </p:sp>
        <p:sp>
          <p:nvSpPr>
            <p:cNvPr id="493638" name="文本框 34"/>
            <p:cNvSpPr txBox="1"/>
            <p:nvPr/>
          </p:nvSpPr>
          <p:spPr>
            <a:xfrm>
              <a:off x="6192" y="4343"/>
              <a:ext cx="910" cy="429"/>
            </a:xfrm>
            <a:prstGeom prst="rect">
              <a:avLst/>
            </a:prstGeom>
            <a:noFill/>
            <a:ln w="9525">
              <a:noFill/>
            </a:ln>
          </p:spPr>
          <p:txBody>
            <a:bodyPr wrap="square" anchor="t" anchorCtr="0">
              <a:spAutoFit/>
            </a:bodyPr>
            <a:p>
              <a:r>
                <a:rPr lang="en-US" altLang="zh-CN" sz="2000">
                  <a:solidFill>
                    <a:srgbClr val="C00000"/>
                  </a:solidFill>
                  <a:latin typeface="微软雅黑 Light" panose="020B0502040204020203" charset="-122"/>
                  <a:ea typeface="微软雅黑 Light" panose="020B0502040204020203" charset="-122"/>
                </a:rPr>
                <a:t>1</a:t>
              </a:r>
              <a:r>
                <a:rPr lang="zh-CN" altLang="en-US" sz="2000">
                  <a:solidFill>
                    <a:srgbClr val="C00000"/>
                  </a:solidFill>
                  <a:latin typeface="微软雅黑 Light" panose="020B0502040204020203" charset="-122"/>
                  <a:ea typeface="微软雅黑 Light" panose="020B0502040204020203" charset="-122"/>
                </a:rPr>
                <a:t>行</a:t>
              </a:r>
              <a:endParaRPr lang="zh-CN" altLang="en-US" sz="2000">
                <a:solidFill>
                  <a:srgbClr val="C00000"/>
                </a:solidFill>
                <a:latin typeface="微软雅黑 Light" panose="020B0502040204020203" charset="-122"/>
                <a:ea typeface="微软雅黑 Light" panose="020B0502040204020203" charset="-122"/>
              </a:endParaRPr>
            </a:p>
          </p:txBody>
        </p:sp>
        <p:sp>
          <p:nvSpPr>
            <p:cNvPr id="493639" name="文本框 35"/>
            <p:cNvSpPr txBox="1"/>
            <p:nvPr/>
          </p:nvSpPr>
          <p:spPr>
            <a:xfrm>
              <a:off x="6192" y="4865"/>
              <a:ext cx="988" cy="429"/>
            </a:xfrm>
            <a:prstGeom prst="rect">
              <a:avLst/>
            </a:prstGeom>
            <a:noFill/>
            <a:ln w="9525">
              <a:noFill/>
            </a:ln>
          </p:spPr>
          <p:txBody>
            <a:bodyPr wrap="square" anchor="t" anchorCtr="0">
              <a:spAutoFit/>
            </a:bodyPr>
            <a:p>
              <a:r>
                <a:rPr lang="en-US" altLang="zh-CN" sz="2000">
                  <a:solidFill>
                    <a:srgbClr val="C00000"/>
                  </a:solidFill>
                  <a:latin typeface="微软雅黑 Light" panose="020B0502040204020203" charset="-122"/>
                  <a:ea typeface="微软雅黑 Light" panose="020B0502040204020203" charset="-122"/>
                </a:rPr>
                <a:t>2</a:t>
              </a:r>
              <a:r>
                <a:rPr lang="zh-CN" altLang="en-US" sz="2000">
                  <a:solidFill>
                    <a:srgbClr val="C00000"/>
                  </a:solidFill>
                  <a:latin typeface="微软雅黑 Light" panose="020B0502040204020203" charset="-122"/>
                  <a:ea typeface="微软雅黑 Light" panose="020B0502040204020203" charset="-122"/>
                </a:rPr>
                <a:t>行</a:t>
              </a:r>
              <a:endParaRPr lang="zh-CN" altLang="en-US" sz="2000">
                <a:solidFill>
                  <a:srgbClr val="C00000"/>
                </a:solidFill>
                <a:latin typeface="微软雅黑 Light" panose="020B0502040204020203" charset="-122"/>
                <a:ea typeface="微软雅黑 Light" panose="020B0502040204020203" charset="-122"/>
              </a:endParaRPr>
            </a:p>
          </p:txBody>
        </p:sp>
        <p:sp>
          <p:nvSpPr>
            <p:cNvPr id="493640" name="文本框 36"/>
            <p:cNvSpPr txBox="1"/>
            <p:nvPr/>
          </p:nvSpPr>
          <p:spPr>
            <a:xfrm>
              <a:off x="6124" y="5398"/>
              <a:ext cx="910" cy="429"/>
            </a:xfrm>
            <a:prstGeom prst="rect">
              <a:avLst/>
            </a:prstGeom>
            <a:noFill/>
            <a:ln w="9525">
              <a:noFill/>
            </a:ln>
          </p:spPr>
          <p:txBody>
            <a:bodyPr wrap="square" anchor="t" anchorCtr="0">
              <a:spAutoFit/>
            </a:bodyPr>
            <a:p>
              <a:r>
                <a:rPr lang="en-US" altLang="zh-CN" sz="2000">
                  <a:solidFill>
                    <a:srgbClr val="C00000"/>
                  </a:solidFill>
                  <a:latin typeface="微软雅黑 Light" panose="020B0502040204020203" charset="-122"/>
                  <a:ea typeface="微软雅黑 Light" panose="020B0502040204020203" charset="-122"/>
                </a:rPr>
                <a:t>3</a:t>
              </a:r>
              <a:r>
                <a:rPr lang="zh-CN" altLang="en-US" sz="2000">
                  <a:solidFill>
                    <a:srgbClr val="C00000"/>
                  </a:solidFill>
                  <a:latin typeface="微软雅黑 Light" panose="020B0502040204020203" charset="-122"/>
                  <a:ea typeface="微软雅黑 Light" panose="020B0502040204020203" charset="-122"/>
                </a:rPr>
                <a:t>行</a:t>
              </a:r>
              <a:endParaRPr lang="zh-CN" altLang="en-US" sz="2000">
                <a:solidFill>
                  <a:srgbClr val="C00000"/>
                </a:solidFill>
                <a:latin typeface="微软雅黑 Light" panose="020B0502040204020203" charset="-122"/>
                <a:ea typeface="微软雅黑 Light" panose="020B0502040204020203" charset="-122"/>
              </a:endParaRPr>
            </a:p>
          </p:txBody>
        </p:sp>
        <p:sp>
          <p:nvSpPr>
            <p:cNvPr id="493641" name="文本框 37"/>
            <p:cNvSpPr txBox="1"/>
            <p:nvPr/>
          </p:nvSpPr>
          <p:spPr>
            <a:xfrm>
              <a:off x="8106" y="3780"/>
              <a:ext cx="951" cy="429"/>
            </a:xfrm>
            <a:prstGeom prst="rect">
              <a:avLst/>
            </a:prstGeom>
            <a:noFill/>
            <a:ln w="9525">
              <a:noFill/>
            </a:ln>
          </p:spPr>
          <p:txBody>
            <a:bodyPr wrap="square" anchor="t" anchorCtr="0">
              <a:spAutoFit/>
            </a:bodyPr>
            <a:p>
              <a:r>
                <a:rPr lang="en-US" altLang="zh-CN" sz="2000">
                  <a:solidFill>
                    <a:srgbClr val="C00000"/>
                  </a:solidFill>
                  <a:latin typeface="微软雅黑 Light" panose="020B0502040204020203" charset="-122"/>
                  <a:ea typeface="微软雅黑 Light" panose="020B0502040204020203" charset="-122"/>
                </a:rPr>
                <a:t>2</a:t>
              </a:r>
              <a:r>
                <a:rPr lang="zh-CN" altLang="en-US" sz="2000">
                  <a:solidFill>
                    <a:srgbClr val="C00000"/>
                  </a:solidFill>
                  <a:latin typeface="微软雅黑 Light" panose="020B0502040204020203" charset="-122"/>
                  <a:ea typeface="微软雅黑 Light" panose="020B0502040204020203" charset="-122"/>
                </a:rPr>
                <a:t>列</a:t>
              </a:r>
              <a:endParaRPr lang="zh-CN" altLang="en-US" sz="2000">
                <a:solidFill>
                  <a:srgbClr val="C00000"/>
                </a:solidFill>
                <a:latin typeface="微软雅黑 Light" panose="020B0502040204020203" charset="-122"/>
                <a:ea typeface="微软雅黑 Light" panose="020B0502040204020203" charset="-122"/>
              </a:endParaRPr>
            </a:p>
          </p:txBody>
        </p:sp>
        <p:sp>
          <p:nvSpPr>
            <p:cNvPr id="493642" name="文本框 38"/>
            <p:cNvSpPr txBox="1"/>
            <p:nvPr/>
          </p:nvSpPr>
          <p:spPr>
            <a:xfrm>
              <a:off x="11700" y="3781"/>
              <a:ext cx="910" cy="429"/>
            </a:xfrm>
            <a:prstGeom prst="rect">
              <a:avLst/>
            </a:prstGeom>
            <a:noFill/>
            <a:ln w="9525">
              <a:noFill/>
            </a:ln>
          </p:spPr>
          <p:txBody>
            <a:bodyPr wrap="square" anchor="t" anchorCtr="0">
              <a:spAutoFit/>
            </a:bodyPr>
            <a:p>
              <a:r>
                <a:rPr lang="en-US" altLang="zh-CN" sz="2000">
                  <a:solidFill>
                    <a:srgbClr val="C00000"/>
                  </a:solidFill>
                  <a:latin typeface="微软雅黑 Light" panose="020B0502040204020203" charset="-122"/>
                  <a:ea typeface="微软雅黑 Light" panose="020B0502040204020203" charset="-122"/>
                </a:rPr>
                <a:t>6</a:t>
              </a:r>
              <a:r>
                <a:rPr lang="zh-CN" altLang="en-US" sz="2000">
                  <a:solidFill>
                    <a:srgbClr val="C00000"/>
                  </a:solidFill>
                  <a:latin typeface="微软雅黑 Light" panose="020B0502040204020203" charset="-122"/>
                  <a:ea typeface="微软雅黑 Light" panose="020B0502040204020203" charset="-122"/>
                </a:rPr>
                <a:t>列</a:t>
              </a:r>
              <a:endParaRPr lang="zh-CN" altLang="en-US" sz="2000">
                <a:solidFill>
                  <a:srgbClr val="C00000"/>
                </a:solidFill>
                <a:latin typeface="微软雅黑 Light" panose="020B0502040204020203" charset="-122"/>
                <a:ea typeface="微软雅黑 Light" panose="020B0502040204020203" charset="-122"/>
              </a:endParaRPr>
            </a:p>
          </p:txBody>
        </p:sp>
        <p:sp>
          <p:nvSpPr>
            <p:cNvPr id="493643" name="文本框 40"/>
            <p:cNvSpPr txBox="1"/>
            <p:nvPr/>
          </p:nvSpPr>
          <p:spPr>
            <a:xfrm>
              <a:off x="6124" y="5922"/>
              <a:ext cx="978" cy="429"/>
            </a:xfrm>
            <a:prstGeom prst="rect">
              <a:avLst/>
            </a:prstGeom>
            <a:noFill/>
            <a:ln w="9525">
              <a:noFill/>
            </a:ln>
          </p:spPr>
          <p:txBody>
            <a:bodyPr wrap="square" anchor="t" anchorCtr="0">
              <a:spAutoFit/>
            </a:bodyPr>
            <a:p>
              <a:r>
                <a:rPr lang="en-US" altLang="zh-CN" sz="2000">
                  <a:solidFill>
                    <a:srgbClr val="C00000"/>
                  </a:solidFill>
                  <a:latin typeface="微软雅黑 Light" panose="020B0502040204020203" charset="-122"/>
                  <a:ea typeface="微软雅黑 Light" panose="020B0502040204020203" charset="-122"/>
                </a:rPr>
                <a:t>4</a:t>
              </a:r>
              <a:r>
                <a:rPr lang="zh-CN" altLang="en-US" sz="2000">
                  <a:solidFill>
                    <a:srgbClr val="C00000"/>
                  </a:solidFill>
                  <a:latin typeface="微软雅黑 Light" panose="020B0502040204020203" charset="-122"/>
                  <a:ea typeface="微软雅黑 Light" panose="020B0502040204020203" charset="-122"/>
                </a:rPr>
                <a:t>行</a:t>
              </a:r>
              <a:endParaRPr lang="zh-CN" altLang="en-US" sz="2000">
                <a:solidFill>
                  <a:srgbClr val="C00000"/>
                </a:solidFill>
                <a:latin typeface="微软雅黑 Light" panose="020B0502040204020203" charset="-122"/>
                <a:ea typeface="微软雅黑 Light" panose="020B0502040204020203" charset="-122"/>
              </a:endParaRPr>
            </a:p>
          </p:txBody>
        </p:sp>
        <p:sp>
          <p:nvSpPr>
            <p:cNvPr id="493644" name="文本框 41"/>
            <p:cNvSpPr txBox="1"/>
            <p:nvPr/>
          </p:nvSpPr>
          <p:spPr>
            <a:xfrm>
              <a:off x="6090" y="6409"/>
              <a:ext cx="978" cy="429"/>
            </a:xfrm>
            <a:prstGeom prst="rect">
              <a:avLst/>
            </a:prstGeom>
            <a:noFill/>
            <a:ln w="9525">
              <a:noFill/>
            </a:ln>
          </p:spPr>
          <p:txBody>
            <a:bodyPr wrap="square" anchor="t" anchorCtr="0">
              <a:spAutoFit/>
            </a:bodyPr>
            <a:p>
              <a:r>
                <a:rPr lang="en-US" altLang="zh-CN" sz="2000">
                  <a:solidFill>
                    <a:srgbClr val="C00000"/>
                  </a:solidFill>
                  <a:latin typeface="微软雅黑 Light" panose="020B0502040204020203" charset="-122"/>
                  <a:ea typeface="微软雅黑 Light" panose="020B0502040204020203" charset="-122"/>
                </a:rPr>
                <a:t>5</a:t>
              </a:r>
              <a:r>
                <a:rPr lang="zh-CN" altLang="en-US" sz="2000">
                  <a:solidFill>
                    <a:srgbClr val="C00000"/>
                  </a:solidFill>
                  <a:latin typeface="微软雅黑 Light" panose="020B0502040204020203" charset="-122"/>
                  <a:ea typeface="微软雅黑 Light" panose="020B0502040204020203" charset="-122"/>
                </a:rPr>
                <a:t>行</a:t>
              </a:r>
              <a:endParaRPr lang="zh-CN" altLang="en-US" sz="2000">
                <a:solidFill>
                  <a:srgbClr val="C00000"/>
                </a:solidFill>
                <a:latin typeface="微软雅黑 Light" panose="020B0502040204020203" charset="-122"/>
                <a:ea typeface="微软雅黑 Light" panose="020B0502040204020203" charset="-122"/>
              </a:endParaRPr>
            </a:p>
          </p:txBody>
        </p:sp>
        <p:sp>
          <p:nvSpPr>
            <p:cNvPr id="493645" name="文本框 43"/>
            <p:cNvSpPr txBox="1"/>
            <p:nvPr/>
          </p:nvSpPr>
          <p:spPr>
            <a:xfrm>
              <a:off x="6090" y="6951"/>
              <a:ext cx="978" cy="429"/>
            </a:xfrm>
            <a:prstGeom prst="rect">
              <a:avLst/>
            </a:prstGeom>
            <a:noFill/>
            <a:ln w="9525">
              <a:noFill/>
            </a:ln>
          </p:spPr>
          <p:txBody>
            <a:bodyPr wrap="square" anchor="t" anchorCtr="0">
              <a:spAutoFit/>
            </a:bodyPr>
            <a:p>
              <a:r>
                <a:rPr lang="en-US" altLang="zh-CN" sz="2000">
                  <a:solidFill>
                    <a:srgbClr val="C00000"/>
                  </a:solidFill>
                  <a:latin typeface="微软雅黑 Light" panose="020B0502040204020203" charset="-122"/>
                  <a:ea typeface="微软雅黑 Light" panose="020B0502040204020203" charset="-122"/>
                </a:rPr>
                <a:t>6</a:t>
              </a:r>
              <a:r>
                <a:rPr lang="zh-CN" altLang="en-US" sz="2000">
                  <a:solidFill>
                    <a:srgbClr val="C00000"/>
                  </a:solidFill>
                  <a:latin typeface="微软雅黑 Light" panose="020B0502040204020203" charset="-122"/>
                  <a:ea typeface="微软雅黑 Light" panose="020B0502040204020203" charset="-122"/>
                </a:rPr>
                <a:t>行</a:t>
              </a:r>
              <a:endParaRPr lang="zh-CN" altLang="en-US" sz="2000">
                <a:solidFill>
                  <a:srgbClr val="C00000"/>
                </a:solidFill>
                <a:latin typeface="微软雅黑 Light" panose="020B0502040204020203" charset="-122"/>
                <a:ea typeface="微软雅黑 Light" panose="020B0502040204020203" charset="-122"/>
              </a:endParaRPr>
            </a:p>
          </p:txBody>
        </p:sp>
        <p:sp>
          <p:nvSpPr>
            <p:cNvPr id="493646" name="文本框 44"/>
            <p:cNvSpPr txBox="1"/>
            <p:nvPr/>
          </p:nvSpPr>
          <p:spPr>
            <a:xfrm>
              <a:off x="8915" y="3766"/>
              <a:ext cx="951" cy="429"/>
            </a:xfrm>
            <a:prstGeom prst="rect">
              <a:avLst/>
            </a:prstGeom>
            <a:noFill/>
            <a:ln w="9525">
              <a:noFill/>
            </a:ln>
          </p:spPr>
          <p:txBody>
            <a:bodyPr wrap="square" anchor="t" anchorCtr="0">
              <a:spAutoFit/>
            </a:bodyPr>
            <a:p>
              <a:r>
                <a:rPr lang="en-US" altLang="zh-CN" sz="2000">
                  <a:solidFill>
                    <a:srgbClr val="C00000"/>
                  </a:solidFill>
                  <a:latin typeface="微软雅黑 Light" panose="020B0502040204020203" charset="-122"/>
                  <a:ea typeface="微软雅黑 Light" panose="020B0502040204020203" charset="-122"/>
                </a:rPr>
                <a:t>3</a:t>
              </a:r>
              <a:r>
                <a:rPr lang="zh-CN" altLang="en-US" sz="2000">
                  <a:solidFill>
                    <a:srgbClr val="C00000"/>
                  </a:solidFill>
                  <a:latin typeface="微软雅黑 Light" panose="020B0502040204020203" charset="-122"/>
                  <a:ea typeface="微软雅黑 Light" panose="020B0502040204020203" charset="-122"/>
                </a:rPr>
                <a:t>列</a:t>
              </a:r>
              <a:endParaRPr lang="zh-CN" altLang="en-US" sz="2000">
                <a:solidFill>
                  <a:srgbClr val="C00000"/>
                </a:solidFill>
                <a:latin typeface="微软雅黑 Light" panose="020B0502040204020203" charset="-122"/>
                <a:ea typeface="微软雅黑 Light" panose="020B0502040204020203" charset="-122"/>
              </a:endParaRPr>
            </a:p>
          </p:txBody>
        </p:sp>
        <p:sp>
          <p:nvSpPr>
            <p:cNvPr id="493647" name="文本框 45"/>
            <p:cNvSpPr txBox="1"/>
            <p:nvPr/>
          </p:nvSpPr>
          <p:spPr>
            <a:xfrm>
              <a:off x="9813" y="3781"/>
              <a:ext cx="951" cy="429"/>
            </a:xfrm>
            <a:prstGeom prst="rect">
              <a:avLst/>
            </a:prstGeom>
            <a:noFill/>
            <a:ln w="9525">
              <a:noFill/>
            </a:ln>
          </p:spPr>
          <p:txBody>
            <a:bodyPr wrap="square" anchor="t" anchorCtr="0">
              <a:spAutoFit/>
            </a:bodyPr>
            <a:p>
              <a:r>
                <a:rPr lang="en-US" altLang="zh-CN" sz="2000">
                  <a:solidFill>
                    <a:srgbClr val="C00000"/>
                  </a:solidFill>
                  <a:latin typeface="微软雅黑 Light" panose="020B0502040204020203" charset="-122"/>
                  <a:ea typeface="微软雅黑 Light" panose="020B0502040204020203" charset="-122"/>
                </a:rPr>
                <a:t>4</a:t>
              </a:r>
              <a:r>
                <a:rPr lang="zh-CN" altLang="en-US" sz="2000">
                  <a:solidFill>
                    <a:srgbClr val="C00000"/>
                  </a:solidFill>
                  <a:latin typeface="微软雅黑 Light" panose="020B0502040204020203" charset="-122"/>
                  <a:ea typeface="微软雅黑 Light" panose="020B0502040204020203" charset="-122"/>
                </a:rPr>
                <a:t>列</a:t>
              </a:r>
              <a:endParaRPr lang="zh-CN" altLang="en-US" sz="2000">
                <a:solidFill>
                  <a:srgbClr val="C00000"/>
                </a:solidFill>
                <a:latin typeface="微软雅黑 Light" panose="020B0502040204020203" charset="-122"/>
                <a:ea typeface="微软雅黑 Light" panose="020B0502040204020203" charset="-122"/>
              </a:endParaRPr>
            </a:p>
          </p:txBody>
        </p:sp>
        <p:sp>
          <p:nvSpPr>
            <p:cNvPr id="493648" name="文本框 46"/>
            <p:cNvSpPr txBox="1"/>
            <p:nvPr/>
          </p:nvSpPr>
          <p:spPr>
            <a:xfrm>
              <a:off x="10749" y="3766"/>
              <a:ext cx="951" cy="429"/>
            </a:xfrm>
            <a:prstGeom prst="rect">
              <a:avLst/>
            </a:prstGeom>
            <a:noFill/>
            <a:ln w="9525">
              <a:noFill/>
            </a:ln>
          </p:spPr>
          <p:txBody>
            <a:bodyPr wrap="square" anchor="t" anchorCtr="0">
              <a:spAutoFit/>
            </a:bodyPr>
            <a:p>
              <a:r>
                <a:rPr lang="en-US" altLang="zh-CN" sz="2000">
                  <a:solidFill>
                    <a:srgbClr val="C00000"/>
                  </a:solidFill>
                  <a:latin typeface="微软雅黑 Light" panose="020B0502040204020203" charset="-122"/>
                  <a:ea typeface="微软雅黑 Light" panose="020B0502040204020203" charset="-122"/>
                </a:rPr>
                <a:t>5</a:t>
              </a:r>
              <a:r>
                <a:rPr lang="zh-CN" altLang="en-US" sz="2000">
                  <a:solidFill>
                    <a:srgbClr val="C00000"/>
                  </a:solidFill>
                  <a:latin typeface="微软雅黑 Light" panose="020B0502040204020203" charset="-122"/>
                  <a:ea typeface="微软雅黑 Light" panose="020B0502040204020203" charset="-122"/>
                </a:rPr>
                <a:t>列</a:t>
              </a:r>
              <a:endParaRPr lang="zh-CN" altLang="en-US" sz="2000">
                <a:solidFill>
                  <a:srgbClr val="C00000"/>
                </a:solidFill>
                <a:latin typeface="微软雅黑 Light" panose="020B0502040204020203" charset="-122"/>
                <a:ea typeface="微软雅黑 Light" panose="020B0502040204020203" charset="-122"/>
              </a:endParaRPr>
            </a:p>
          </p:txBody>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14338">
                                            <p:txEl>
                                              <p:charRg st="0" end="1"/>
                                            </p:txEl>
                                          </p:spTgt>
                                        </p:tgtEl>
                                        <p:attrNameLst>
                                          <p:attrName>style.visibility</p:attrName>
                                        </p:attrNameLst>
                                      </p:cBhvr>
                                      <p:to>
                                        <p:strVal val="visible"/>
                                      </p:to>
                                    </p:set>
                                    <p:anim calcmode="lin" valueType="num">
                                      <p:cBhvr>
                                        <p:cTn id="7" dur="500" fill="hold"/>
                                        <p:tgtEl>
                                          <p:spTgt spid="14338">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14338">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4346">
                                            <p:txEl>
                                              <p:charRg st="0" end="24"/>
                                            </p:txEl>
                                          </p:spTgt>
                                        </p:tgtEl>
                                        <p:attrNameLst>
                                          <p:attrName>style.visibility</p:attrName>
                                        </p:attrNameLst>
                                      </p:cBhvr>
                                      <p:to>
                                        <p:strVal val="visible"/>
                                      </p:to>
                                    </p:set>
                                    <p:anim calcmode="lin" valueType="num">
                                      <p:cBhvr>
                                        <p:cTn id="13" dur="500" fill="hold"/>
                                        <p:tgtEl>
                                          <p:spTgt spid="14346">
                                            <p:txEl>
                                              <p:charRg st="0" end="24"/>
                                            </p:txEl>
                                          </p:spTgt>
                                        </p:tgtEl>
                                        <p:attrNameLst>
                                          <p:attrName>ppt_x</p:attrName>
                                        </p:attrNameLst>
                                      </p:cBhvr>
                                      <p:tavLst>
                                        <p:tav tm="0">
                                          <p:val>
                                            <p:strVal val="0-#ppt_w/2"/>
                                          </p:val>
                                        </p:tav>
                                        <p:tav tm="100000">
                                          <p:val>
                                            <p:strVal val="#ppt_x"/>
                                          </p:val>
                                        </p:tav>
                                      </p:tavLst>
                                    </p:anim>
                                    <p:anim calcmode="lin" valueType="num">
                                      <p:cBhvr>
                                        <p:cTn id="14" dur="500" fill="hold"/>
                                        <p:tgtEl>
                                          <p:spTgt spid="14346">
                                            <p:txEl>
                                              <p:charRg st="0" end="2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14" presetClass="entr" presetSubtype="1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randombar(horizontal)">
                                      <p:cBhvr>
                                        <p:cTn id="19" dur="500"/>
                                        <p:tgtEl>
                                          <p:spTgt spid="2"/>
                                        </p:tgtEl>
                                      </p:cBhvr>
                                    </p:animEffect>
                                  </p:childTnLst>
                                </p:cTn>
                              </p:par>
                            </p:childTnLst>
                          </p:cTn>
                        </p:par>
                      </p:childTnLst>
                    </p:cTn>
                  </p:par>
                  <p:par>
                    <p:cTn id="20" fill="hold">
                      <p:stCondLst>
                        <p:cond delay="indefinite"/>
                      </p:stCondLst>
                      <p:childTnLst>
                        <p:par>
                          <p:cTn id="21" fill="hold">
                            <p:stCondLst>
                              <p:cond delay="0"/>
                            </p:stCondLst>
                            <p:childTnLst>
                              <p:par>
                                <p:cTn id="22" presetID="4" presetClass="entr" presetSubtype="32" fill="hold" nodeType="clickEffect">
                                  <p:stCondLst>
                                    <p:cond delay="0"/>
                                  </p:stCondLst>
                                  <p:childTnLst>
                                    <p:set>
                                      <p:cBhvr>
                                        <p:cTn id="23" dur="1000" fill="hold">
                                          <p:stCondLst>
                                            <p:cond delay="0"/>
                                          </p:stCondLst>
                                        </p:cTn>
                                        <p:tgtEl>
                                          <p:spTgt spid="13"/>
                                        </p:tgtEl>
                                        <p:attrNameLst>
                                          <p:attrName>style.visibility</p:attrName>
                                        </p:attrNameLst>
                                      </p:cBhvr>
                                      <p:to>
                                        <p:strVal val="visible"/>
                                      </p:to>
                                    </p:set>
                                    <p:animEffect transition="in" filter="box(out)">
                                      <p:cBhvr>
                                        <p:cTn id="24" dur="1000"/>
                                        <p:tgtEl>
                                          <p:spTgt spid="13"/>
                                        </p:tgtEl>
                                      </p:cBhvr>
                                    </p:animEffect>
                                  </p:childTnLst>
                                </p:cTn>
                              </p:par>
                            </p:childTnLst>
                          </p:cTn>
                        </p:par>
                      </p:childTnLst>
                    </p:cTn>
                  </p:par>
                  <p:par>
                    <p:cTn id="25" fill="hold">
                      <p:stCondLst>
                        <p:cond delay="indefinite"/>
                      </p:stCondLst>
                      <p:childTnLst>
                        <p:par>
                          <p:cTn id="26" fill="hold">
                            <p:stCondLst>
                              <p:cond delay="0"/>
                            </p:stCondLst>
                            <p:childTnLst>
                              <p:par>
                                <p:cTn id="27" presetID="14" presetClass="entr" presetSubtype="10" fill="hold" nodeType="clickEffect">
                                  <p:stCondLst>
                                    <p:cond delay="0"/>
                                  </p:stCondLst>
                                  <p:childTnLst>
                                    <p:set>
                                      <p:cBhvr>
                                        <p:cTn id="28" dur="1" fill="hold">
                                          <p:stCondLst>
                                            <p:cond delay="0"/>
                                          </p:stCondLst>
                                        </p:cTn>
                                        <p:tgtEl>
                                          <p:spTgt spid="33"/>
                                        </p:tgtEl>
                                        <p:attrNameLst>
                                          <p:attrName>style.visibility</p:attrName>
                                        </p:attrNameLst>
                                      </p:cBhvr>
                                      <p:to>
                                        <p:strVal val="visible"/>
                                      </p:to>
                                    </p:set>
                                    <p:animEffect transition="in" filter="randombar(horizontal)">
                                      <p:cBhvr>
                                        <p:cTn id="29" dur="500"/>
                                        <p:tgtEl>
                                          <p:spTgt spid="33"/>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000" fill="hold">
                                          <p:stCondLst>
                                            <p:cond delay="0"/>
                                          </p:stCondLst>
                                        </p:cTn>
                                        <p:tgtEl>
                                          <p:spTgt spid="8"/>
                                        </p:tgtEl>
                                        <p:attrNameLst>
                                          <p:attrName>style.visibility</p:attrName>
                                        </p:attrNameLst>
                                      </p:cBhvr>
                                      <p:to>
                                        <p:strVal val="visible"/>
                                      </p:to>
                                    </p:set>
                                    <p:animEffect transition="in" filter="box(out)">
                                      <p:cBhvr>
                                        <p:cTn id="34" dur="10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000" fill="hold">
                                          <p:stCondLst>
                                            <p:cond delay="0"/>
                                          </p:stCondLst>
                                        </p:cTn>
                                        <p:tgtEl>
                                          <p:spTgt spid="6"/>
                                        </p:tgtEl>
                                        <p:attrNameLst>
                                          <p:attrName>style.visibility</p:attrName>
                                        </p:attrNameLst>
                                      </p:cBhvr>
                                      <p:to>
                                        <p:strVal val="visible"/>
                                      </p:to>
                                    </p:set>
                                    <p:animEffect transition="in" filter="box(out)">
                                      <p:cBhvr>
                                        <p:cTn id="39" dur="1000"/>
                                        <p:tgtEl>
                                          <p:spTgt spid="6"/>
                                        </p:tgtEl>
                                      </p:cBhvr>
                                    </p:animEffect>
                                  </p:childTnLst>
                                </p:cTn>
                              </p:par>
                            </p:childTnLst>
                          </p:cTn>
                        </p:par>
                      </p:childTnLst>
                    </p:cTn>
                  </p:par>
                  <p:par>
                    <p:cTn id="40" fill="hold">
                      <p:stCondLst>
                        <p:cond delay="indefinite"/>
                      </p:stCondLst>
                      <p:childTnLst>
                        <p:par>
                          <p:cTn id="41" fill="hold">
                            <p:stCondLst>
                              <p:cond delay="0"/>
                            </p:stCondLst>
                            <p:childTnLst>
                              <p:par>
                                <p:cTn id="42" presetID="4" presetClass="entr" presetSubtype="32" fill="hold" grpId="0" nodeType="clickEffect">
                                  <p:stCondLst>
                                    <p:cond delay="0"/>
                                  </p:stCondLst>
                                  <p:childTnLst>
                                    <p:set>
                                      <p:cBhvr>
                                        <p:cTn id="43" dur="1000" fill="hold">
                                          <p:stCondLst>
                                            <p:cond delay="0"/>
                                          </p:stCondLst>
                                        </p:cTn>
                                        <p:tgtEl>
                                          <p:spTgt spid="7"/>
                                        </p:tgtEl>
                                        <p:attrNameLst>
                                          <p:attrName>style.visibility</p:attrName>
                                        </p:attrNameLst>
                                      </p:cBhvr>
                                      <p:to>
                                        <p:strVal val="visible"/>
                                      </p:to>
                                    </p:set>
                                    <p:animEffect transition="in" filter="box(out)">
                                      <p:cBhvr>
                                        <p:cTn id="44" dur="1000"/>
                                        <p:tgtEl>
                                          <p:spTgt spid="7"/>
                                        </p:tgtEl>
                                      </p:cBhvr>
                                    </p:animEffect>
                                  </p:childTnLst>
                                </p:cTn>
                              </p:par>
                            </p:childTnLst>
                          </p:cTn>
                        </p:par>
                      </p:childTnLst>
                    </p:cTn>
                  </p:par>
                  <p:par>
                    <p:cTn id="45" fill="hold">
                      <p:stCondLst>
                        <p:cond delay="indefinite"/>
                      </p:stCondLst>
                      <p:childTnLst>
                        <p:par>
                          <p:cTn id="46" fill="hold">
                            <p:stCondLst>
                              <p:cond delay="0"/>
                            </p:stCondLst>
                            <p:childTnLst>
                              <p:par>
                                <p:cTn id="47" presetID="4" presetClass="entr" presetSubtype="32" fill="hold" grpId="0" nodeType="clickEffect">
                                  <p:stCondLst>
                                    <p:cond delay="0"/>
                                  </p:stCondLst>
                                  <p:childTnLst>
                                    <p:set>
                                      <p:cBhvr>
                                        <p:cTn id="48" dur="1000" fill="hold">
                                          <p:stCondLst>
                                            <p:cond delay="0"/>
                                          </p:stCondLst>
                                        </p:cTn>
                                        <p:tgtEl>
                                          <p:spTgt spid="10"/>
                                        </p:tgtEl>
                                        <p:attrNameLst>
                                          <p:attrName>style.visibility</p:attrName>
                                        </p:attrNameLst>
                                      </p:cBhvr>
                                      <p:to>
                                        <p:strVal val="visible"/>
                                      </p:to>
                                    </p:set>
                                    <p:animEffect transition="in" filter="box(out)">
                                      <p:cBhvr>
                                        <p:cTn id="49" dur="1000"/>
                                        <p:tgtEl>
                                          <p:spTgt spid="10"/>
                                        </p:tgtEl>
                                      </p:cBhvr>
                                    </p:animEffect>
                                  </p:childTnLst>
                                </p:cTn>
                              </p:par>
                            </p:childTnLst>
                          </p:cTn>
                        </p:par>
                      </p:childTnLst>
                    </p:cTn>
                  </p:par>
                  <p:par>
                    <p:cTn id="50" fill="hold">
                      <p:stCondLst>
                        <p:cond delay="indefinite"/>
                      </p:stCondLst>
                      <p:childTnLst>
                        <p:par>
                          <p:cTn id="51" fill="hold">
                            <p:stCondLst>
                              <p:cond delay="0"/>
                            </p:stCondLst>
                            <p:childTnLst>
                              <p:par>
                                <p:cTn id="52" presetID="4" presetClass="entr" presetSubtype="32" fill="hold" grpId="0" nodeType="clickEffect">
                                  <p:stCondLst>
                                    <p:cond delay="0"/>
                                  </p:stCondLst>
                                  <p:childTnLst>
                                    <p:set>
                                      <p:cBhvr>
                                        <p:cTn id="53" dur="1000" fill="hold">
                                          <p:stCondLst>
                                            <p:cond delay="0"/>
                                          </p:stCondLst>
                                        </p:cTn>
                                        <p:tgtEl>
                                          <p:spTgt spid="19"/>
                                        </p:tgtEl>
                                        <p:attrNameLst>
                                          <p:attrName>style.visibility</p:attrName>
                                        </p:attrNameLst>
                                      </p:cBhvr>
                                      <p:to>
                                        <p:strVal val="visible"/>
                                      </p:to>
                                    </p:set>
                                    <p:animEffect transition="in" filter="box(out)">
                                      <p:cBhvr>
                                        <p:cTn id="54" dur="1000"/>
                                        <p:tgtEl>
                                          <p:spTgt spid="19"/>
                                        </p:tgtEl>
                                      </p:cBhvr>
                                    </p:animEffect>
                                  </p:childTnLst>
                                </p:cTn>
                              </p:par>
                            </p:childTnLst>
                          </p:cTn>
                        </p:par>
                      </p:childTnLst>
                    </p:cTn>
                  </p:par>
                  <p:par>
                    <p:cTn id="55" fill="hold">
                      <p:stCondLst>
                        <p:cond delay="indefinite"/>
                      </p:stCondLst>
                      <p:childTnLst>
                        <p:par>
                          <p:cTn id="56" fill="hold">
                            <p:stCondLst>
                              <p:cond delay="0"/>
                            </p:stCondLst>
                            <p:childTnLst>
                              <p:par>
                                <p:cTn id="57" presetID="4" presetClass="entr" presetSubtype="32" fill="hold" grpId="0" nodeType="clickEffect">
                                  <p:stCondLst>
                                    <p:cond delay="0"/>
                                  </p:stCondLst>
                                  <p:childTnLst>
                                    <p:set>
                                      <p:cBhvr>
                                        <p:cTn id="58" dur="1000" fill="hold">
                                          <p:stCondLst>
                                            <p:cond delay="0"/>
                                          </p:stCondLst>
                                        </p:cTn>
                                        <p:tgtEl>
                                          <p:spTgt spid="26"/>
                                        </p:tgtEl>
                                        <p:attrNameLst>
                                          <p:attrName>style.visibility</p:attrName>
                                        </p:attrNameLst>
                                      </p:cBhvr>
                                      <p:to>
                                        <p:strVal val="visible"/>
                                      </p:to>
                                    </p:set>
                                    <p:animEffect transition="in" filter="box(out)">
                                      <p:cBhvr>
                                        <p:cTn id="59" dur="1000"/>
                                        <p:tgtEl>
                                          <p:spTgt spid="26"/>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ntr" presetSubtype="32" fill="hold" grpId="0" nodeType="clickEffect">
                                  <p:stCondLst>
                                    <p:cond delay="0"/>
                                  </p:stCondLst>
                                  <p:childTnLst>
                                    <p:set>
                                      <p:cBhvr>
                                        <p:cTn id="63" dur="1000" fill="hold">
                                          <p:stCondLst>
                                            <p:cond delay="0"/>
                                          </p:stCondLst>
                                        </p:cTn>
                                        <p:tgtEl>
                                          <p:spTgt spid="30"/>
                                        </p:tgtEl>
                                        <p:attrNameLst>
                                          <p:attrName>style.visibility</p:attrName>
                                        </p:attrNameLst>
                                      </p:cBhvr>
                                      <p:to>
                                        <p:strVal val="visible"/>
                                      </p:to>
                                    </p:set>
                                    <p:animEffect transition="in" filter="box(out)">
                                      <p:cBhvr>
                                        <p:cTn id="64" dur="1000"/>
                                        <p:tgtEl>
                                          <p:spTgt spid="30"/>
                                        </p:tgtEl>
                                      </p:cBhvr>
                                    </p:animEffect>
                                  </p:childTnLst>
                                </p:cTn>
                              </p:par>
                            </p:childTnLst>
                          </p:cTn>
                        </p:par>
                      </p:childTnLst>
                    </p:cTn>
                  </p:par>
                  <p:par>
                    <p:cTn id="65" fill="hold">
                      <p:stCondLst>
                        <p:cond delay="indefinite"/>
                      </p:stCondLst>
                      <p:childTnLst>
                        <p:par>
                          <p:cTn id="66" fill="hold">
                            <p:stCondLst>
                              <p:cond delay="0"/>
                            </p:stCondLst>
                            <p:childTnLst>
                              <p:par>
                                <p:cTn id="67" presetID="4" presetClass="entr" presetSubtype="32" fill="hold" grpId="0" nodeType="clickEffect">
                                  <p:stCondLst>
                                    <p:cond delay="0"/>
                                  </p:stCondLst>
                                  <p:childTnLst>
                                    <p:set>
                                      <p:cBhvr>
                                        <p:cTn id="68" dur="1000" fill="hold">
                                          <p:stCondLst>
                                            <p:cond delay="0"/>
                                          </p:stCondLst>
                                        </p:cTn>
                                        <p:tgtEl>
                                          <p:spTgt spid="31"/>
                                        </p:tgtEl>
                                        <p:attrNameLst>
                                          <p:attrName>style.visibility</p:attrName>
                                        </p:attrNameLst>
                                      </p:cBhvr>
                                      <p:to>
                                        <p:strVal val="visible"/>
                                      </p:to>
                                    </p:set>
                                    <p:animEffect transition="in" filter="box(out)">
                                      <p:cBhvr>
                                        <p:cTn id="69" dur="1000"/>
                                        <p:tgtEl>
                                          <p:spTgt spid="31"/>
                                        </p:tgtEl>
                                      </p:cBhvr>
                                    </p:animEffect>
                                  </p:childTnLst>
                                </p:cTn>
                              </p:par>
                            </p:childTnLst>
                          </p:cTn>
                        </p:par>
                      </p:childTnLst>
                    </p:cTn>
                  </p:par>
                  <p:par>
                    <p:cTn id="70" fill="hold">
                      <p:stCondLst>
                        <p:cond delay="indefinite"/>
                      </p:stCondLst>
                      <p:childTnLst>
                        <p:par>
                          <p:cTn id="71" fill="hold">
                            <p:stCondLst>
                              <p:cond delay="0"/>
                            </p:stCondLst>
                            <p:childTnLst>
                              <p:par>
                                <p:cTn id="72" presetID="4" presetClass="entr" presetSubtype="32" fill="hold" grpId="0" nodeType="clickEffect">
                                  <p:stCondLst>
                                    <p:cond delay="0"/>
                                  </p:stCondLst>
                                  <p:childTnLst>
                                    <p:set>
                                      <p:cBhvr>
                                        <p:cTn id="73" dur="1000" fill="hold">
                                          <p:stCondLst>
                                            <p:cond delay="0"/>
                                          </p:stCondLst>
                                        </p:cTn>
                                        <p:tgtEl>
                                          <p:spTgt spid="32"/>
                                        </p:tgtEl>
                                        <p:attrNameLst>
                                          <p:attrName>style.visibility</p:attrName>
                                        </p:attrNameLst>
                                      </p:cBhvr>
                                      <p:to>
                                        <p:strVal val="visible"/>
                                      </p:to>
                                    </p:set>
                                    <p:animEffect transition="in" filter="box(out)">
                                      <p:cBhvr>
                                        <p:cTn id="74" dur="1000"/>
                                        <p:tgtEl>
                                          <p:spTgt spid="32"/>
                                        </p:tgtEl>
                                      </p:cBhvr>
                                    </p:animEffect>
                                  </p:childTnLst>
                                </p:cTn>
                              </p:par>
                            </p:childTnLst>
                          </p:cTn>
                        </p:par>
                      </p:childTnLst>
                    </p:cTn>
                  </p:par>
                  <p:par>
                    <p:cTn id="75" fill="hold">
                      <p:stCondLst>
                        <p:cond delay="indefinite"/>
                      </p:stCondLst>
                      <p:childTnLst>
                        <p:par>
                          <p:cTn id="76" fill="hold">
                            <p:stCondLst>
                              <p:cond delay="0"/>
                            </p:stCondLst>
                            <p:childTnLst>
                              <p:par>
                                <p:cTn id="77" presetID="4" presetClass="entr" presetSubtype="32" fill="hold" grpId="0" nodeType="clickEffect">
                                  <p:stCondLst>
                                    <p:cond delay="0"/>
                                  </p:stCondLst>
                                  <p:childTnLst>
                                    <p:set>
                                      <p:cBhvr>
                                        <p:cTn id="78" dur="1000" fill="hold">
                                          <p:stCondLst>
                                            <p:cond delay="0"/>
                                          </p:stCondLst>
                                        </p:cTn>
                                        <p:tgtEl>
                                          <p:spTgt spid="29"/>
                                        </p:tgtEl>
                                        <p:attrNameLst>
                                          <p:attrName>style.visibility</p:attrName>
                                        </p:attrNameLst>
                                      </p:cBhvr>
                                      <p:to>
                                        <p:strVal val="visible"/>
                                      </p:to>
                                    </p:set>
                                    <p:animEffect transition="in" filter="box(out)">
                                      <p:cBhvr>
                                        <p:cTn id="79" dur="10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38" grpId="0" bldLvl="4" build="p"/>
      <p:bldP spid="14346" grpId="0" build="p"/>
      <p:bldP spid="2" grpId="0" bldLvl="0" animBg="1"/>
      <p:bldP spid="2" grpId="1" animBg="1"/>
      <p:bldP spid="29" grpId="0"/>
      <p:bldP spid="29" grpId="1"/>
      <p:bldP spid="6" grpId="0" bldLvl="0" animBg="1"/>
      <p:bldP spid="6" grpId="1" animBg="1"/>
      <p:bldP spid="7" grpId="0" bldLvl="0" animBg="1"/>
      <p:bldP spid="7" grpId="1" animBg="1"/>
      <p:bldP spid="8" grpId="0" bldLvl="0" animBg="1"/>
      <p:bldP spid="8" grpId="1" animBg="1"/>
      <p:bldP spid="10" grpId="0" bldLvl="0" animBg="1"/>
      <p:bldP spid="10" grpId="1" animBg="1"/>
      <p:bldP spid="19" grpId="0" bldLvl="0" animBg="1"/>
      <p:bldP spid="19" grpId="1" animBg="1"/>
      <p:bldP spid="26" grpId="0" bldLvl="0" animBg="1"/>
      <p:bldP spid="26" grpId="1" animBg="1"/>
      <p:bldP spid="30" grpId="0" bldLvl="0" animBg="1"/>
      <p:bldP spid="30" grpId="1" animBg="1"/>
      <p:bldP spid="31" grpId="0" bldLvl="0" animBg="1"/>
      <p:bldP spid="31" grpId="1" animBg="1"/>
      <p:bldP spid="32" grpId="0" bldLvl="0" animBg="1"/>
      <p:bldP spid="32" grpId="1"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5617" name="矩形 14337"/>
          <p:cNvSpPr/>
          <p:nvPr/>
        </p:nvSpPr>
        <p:spPr>
          <a:xfrm>
            <a:off x="1790700" y="0"/>
            <a:ext cx="7315200" cy="879475"/>
          </a:xfrm>
          <a:prstGeom prst="rect">
            <a:avLst/>
          </a:prstGeom>
          <a:noFill/>
          <a:ln w="9525">
            <a:noFill/>
          </a:ln>
        </p:spPr>
        <p:txBody>
          <a:bodyPr anchor="t" anchorCtr="0"/>
          <a:p>
            <a:pPr lvl="3" indent="0" eaLnBrk="0" hangingPunct="0">
              <a:buClr>
                <a:srgbClr val="FFCC00"/>
              </a:buClr>
              <a:buFont typeface="Wingdings" panose="05000000000000000000" pitchFamily="2" charset="2"/>
              <a:buChar char="l"/>
            </a:pPr>
            <a:endParaRPr lang="en-US" altLang="zh-CN" dirty="0">
              <a:solidFill>
                <a:srgbClr val="FF0000"/>
              </a:solidFill>
              <a:latin typeface="Times New Roman" panose="02020603050405020304" pitchFamily="18" charset="0"/>
              <a:ea typeface="宋体" panose="02010600030101010101" pitchFamily="2" charset="-122"/>
            </a:endParaRPr>
          </a:p>
          <a:p>
            <a:pPr lvl="1" indent="0" eaLnBrk="0" hangingPunct="0">
              <a:buClr>
                <a:schemeClr val="hlink"/>
              </a:buClr>
              <a:buFont typeface="Wingdings" panose="05000000000000000000" pitchFamily="2" charset="2"/>
              <a:buChar char="«"/>
            </a:pPr>
            <a:endParaRPr lang="en-US" altLang="zh-CN" dirty="0">
              <a:latin typeface="Times New Roman" panose="02020603050405020304" pitchFamily="18" charset="0"/>
              <a:ea typeface="宋体" panose="02010600030101010101" pitchFamily="2" charset="-122"/>
            </a:endParaRPr>
          </a:p>
        </p:txBody>
      </p:sp>
      <p:sp>
        <p:nvSpPr>
          <p:cNvPr id="495618"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3</a:t>
            </a:r>
            <a:r>
              <a:rPr lang="zh-CN" altLang="en-US" sz="3000" b="1" dirty="0">
                <a:solidFill>
                  <a:schemeClr val="accent1"/>
                </a:solidFill>
                <a:latin typeface="方正兰亭黑简体" pitchFamily="2" charset="-122"/>
                <a:ea typeface="方正兰亭黑简体" pitchFamily="2" charset="-122"/>
              </a:rPr>
              <a:t>、二维数组及多维数组</a:t>
            </a:r>
            <a:endParaRPr lang="zh-CN" altLang="en-US" sz="3000" b="1" dirty="0">
              <a:solidFill>
                <a:schemeClr val="accent1"/>
              </a:solidFill>
              <a:latin typeface="方正兰亭黑简体" pitchFamily="2" charset="-122"/>
              <a:ea typeface="方正兰亭黑简体" pitchFamily="2" charset="-122"/>
            </a:endParaRPr>
          </a:p>
        </p:txBody>
      </p:sp>
      <p:sp>
        <p:nvSpPr>
          <p:cNvPr id="32774" name="文本框 32773"/>
          <p:cNvSpPr txBox="1"/>
          <p:nvPr/>
        </p:nvSpPr>
        <p:spPr>
          <a:xfrm>
            <a:off x="1943100" y="941388"/>
            <a:ext cx="8305800" cy="5351462"/>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00000"/>
              </a:lnSpc>
            </a:pPr>
            <a:r>
              <a:rPr lang="en-US" altLang="zh-CN" sz="1800">
                <a:latin typeface="微软雅黑 Light" panose="020B0502040204020203" charset="-122"/>
                <a:ea typeface="微软雅黑 Light" panose="020B0502040204020203" charset="-122"/>
              </a:rPr>
              <a:t>#include&lt;stdio.h&gt;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#define N  11</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int main()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int   i , j </a:t>
            </a:r>
            <a:r>
              <a:rPr lang="zh-CN" altLang="en-US" sz="1800">
                <a:latin typeface="微软雅黑 Light" panose="020B0502040204020203" charset="-122"/>
                <a:ea typeface="微软雅黑 Light" panose="020B0502040204020203" charset="-122"/>
              </a:rPr>
              <a:t>，</a:t>
            </a:r>
            <a:r>
              <a:rPr lang="en-US" altLang="zh-CN" sz="1800">
                <a:latin typeface="微软雅黑 Light" panose="020B0502040204020203" charset="-122"/>
                <a:ea typeface="微软雅黑 Light" panose="020B0502040204020203" charset="-122"/>
              </a:rPr>
              <a:t>y[N][N];</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i=1; i&lt;N;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   y[i][1] = y[i][i] = 1;</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j=2; j&lt;=i-1; 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y[i][j]=y[i-1][j] + y[i-1][j-1];</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 i=1; i&lt;N;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  for( j=1; j&lt;=i; 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printf(“%4d” , y[i][j];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printf(“\n”);</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return 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animEffect transition="in" filter="box(out)">
                                      <p:cBhvr>
                                        <p:cTn id="7" dur="500"/>
                                        <p:tgtEl>
                                          <p:spTgt spid="32774"/>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bldLvl="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7665" name="矩形 14337"/>
          <p:cNvSpPr/>
          <p:nvPr/>
        </p:nvSpPr>
        <p:spPr>
          <a:xfrm>
            <a:off x="1790700" y="0"/>
            <a:ext cx="7315200" cy="879475"/>
          </a:xfrm>
          <a:prstGeom prst="rect">
            <a:avLst/>
          </a:prstGeom>
          <a:noFill/>
          <a:ln w="9525">
            <a:noFill/>
          </a:ln>
        </p:spPr>
        <p:txBody>
          <a:bodyPr anchor="t" anchorCtr="0"/>
          <a:p>
            <a:pPr lvl="3" indent="0" eaLnBrk="0" hangingPunct="0">
              <a:buClr>
                <a:srgbClr val="FFCC00"/>
              </a:buClr>
              <a:buFont typeface="Wingdings" panose="05000000000000000000" pitchFamily="2" charset="2"/>
              <a:buChar char="l"/>
            </a:pPr>
            <a:endParaRPr lang="en-US" altLang="zh-CN" dirty="0">
              <a:solidFill>
                <a:srgbClr val="FF0000"/>
              </a:solidFill>
              <a:latin typeface="Times New Roman" panose="02020603050405020304" pitchFamily="18" charset="0"/>
              <a:ea typeface="宋体" panose="02010600030101010101" pitchFamily="2" charset="-122"/>
            </a:endParaRPr>
          </a:p>
          <a:p>
            <a:pPr lvl="1" indent="0" eaLnBrk="0" hangingPunct="0">
              <a:buClr>
                <a:schemeClr val="hlink"/>
              </a:buClr>
              <a:buFont typeface="Wingdings" panose="05000000000000000000" pitchFamily="2" charset="2"/>
              <a:buChar char="«"/>
            </a:pPr>
            <a:endParaRPr lang="en-US" altLang="zh-CN" dirty="0">
              <a:latin typeface="Times New Roman" panose="02020603050405020304" pitchFamily="18" charset="0"/>
              <a:ea typeface="宋体" panose="02010600030101010101" pitchFamily="2" charset="-122"/>
            </a:endParaRPr>
          </a:p>
        </p:txBody>
      </p:sp>
      <p:sp>
        <p:nvSpPr>
          <p:cNvPr id="497666" name="文本框 14345"/>
          <p:cNvSpPr txBox="1"/>
          <p:nvPr/>
        </p:nvSpPr>
        <p:spPr>
          <a:xfrm>
            <a:off x="2214563" y="1339850"/>
            <a:ext cx="4584700" cy="368300"/>
          </a:xfrm>
          <a:prstGeom prst="rect">
            <a:avLst/>
          </a:prstGeom>
          <a:noFill/>
          <a:ln w="9525">
            <a:noFill/>
          </a:ln>
        </p:spPr>
        <p:txBody>
          <a:bodyPr wrap="none" anchor="t" anchorCtr="0">
            <a:spAutoFit/>
          </a:bodyPr>
          <a:p>
            <a:r>
              <a:rPr lang="zh-CN" altLang="en-US" dirty="0">
                <a:latin typeface="微软雅黑 Light" panose="020B0502040204020203" charset="-122"/>
                <a:ea typeface="微软雅黑 Light" panose="020B0502040204020203" charset="-122"/>
              </a:rPr>
              <a:t>例</a:t>
            </a:r>
            <a:r>
              <a:rPr lang="en-US" altLang="zh-CN" dirty="0">
                <a:latin typeface="微软雅黑 Light" panose="020B0502040204020203" charset="-122"/>
                <a:ea typeface="微软雅黑 Light" panose="020B0502040204020203" charset="-122"/>
              </a:rPr>
              <a:t>4</a:t>
            </a:r>
            <a:r>
              <a:rPr lang="zh-CN" altLang="en-US" dirty="0">
                <a:latin typeface="微软雅黑 Light" panose="020B0502040204020203" charset="-122"/>
                <a:ea typeface="微软雅黑 Light" panose="020B0502040204020203" charset="-122"/>
              </a:rPr>
              <a:t> 编写程序，求</a:t>
            </a:r>
            <a:r>
              <a:rPr lang="en-US" altLang="zh-CN" dirty="0">
                <a:latin typeface="微软雅黑 Light" panose="020B0502040204020203" charset="-122"/>
                <a:ea typeface="微软雅黑 Light" panose="020B0502040204020203" charset="-122"/>
              </a:rPr>
              <a:t>3</a:t>
            </a:r>
            <a:r>
              <a:rPr lang="en-US" altLang="zh-CN" dirty="0">
                <a:latin typeface="Arial" panose="020B0604020202020204" pitchFamily="34" charset="0"/>
                <a:ea typeface="微软雅黑 Light" panose="020B0502040204020203" charset="-122"/>
              </a:rPr>
              <a:t>×</a:t>
            </a:r>
            <a:r>
              <a:rPr lang="en-US" altLang="zh-CN" dirty="0">
                <a:latin typeface="微软雅黑 Light" panose="020B0502040204020203" charset="-122"/>
                <a:ea typeface="微软雅黑 Light" panose="020B0502040204020203" charset="-122"/>
              </a:rPr>
              <a:t>4</a:t>
            </a:r>
            <a:r>
              <a:rPr lang="zh-CN" altLang="en-US" dirty="0">
                <a:latin typeface="Arial" panose="020B0604020202020204" pitchFamily="34" charset="0"/>
                <a:ea typeface="微软雅黑 Light" panose="020B0502040204020203" charset="-122"/>
              </a:rPr>
              <a:t>的矩阵</a:t>
            </a:r>
            <a:r>
              <a:rPr lang="en-US" altLang="zh-CN" dirty="0">
                <a:latin typeface="Arial" panose="020B0604020202020204" pitchFamily="34" charset="0"/>
                <a:ea typeface="微软雅黑 Light" panose="020B0502040204020203" charset="-122"/>
              </a:rPr>
              <a:t>a</a:t>
            </a:r>
            <a:r>
              <a:rPr lang="zh-CN" altLang="en-US" dirty="0">
                <a:latin typeface="Arial" panose="020B0604020202020204" pitchFamily="34" charset="0"/>
                <a:ea typeface="微软雅黑 Light" panose="020B0502040204020203" charset="-122"/>
              </a:rPr>
              <a:t>的转置矩阵。</a:t>
            </a:r>
            <a:endParaRPr lang="zh-CN" altLang="en-US" dirty="0">
              <a:latin typeface="Arial" panose="020B0604020202020204" pitchFamily="34" charset="0"/>
              <a:ea typeface="微软雅黑 Light" panose="020B0502040204020203" charset="-122"/>
            </a:endParaRPr>
          </a:p>
        </p:txBody>
      </p:sp>
      <p:sp>
        <p:nvSpPr>
          <p:cNvPr id="497667" name="标题 14367"/>
          <p:cNvSpPr>
            <a:spLocks noGrp="1"/>
          </p:cNvSpPr>
          <p:nvPr>
            <p:ph type="title" idx="4294967295"/>
          </p:nvPr>
        </p:nvSpPr>
        <p:spPr>
          <a:xfrm>
            <a:off x="1990725" y="701675"/>
            <a:ext cx="8001000" cy="639763"/>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5</a:t>
            </a:r>
            <a:r>
              <a:rPr lang="zh-CN" altLang="en-US" sz="2400" dirty="0">
                <a:latin typeface="微软雅黑 Light" panose="020B0502040204020203" charset="-122"/>
                <a:ea typeface="微软雅黑 Light" panose="020B0502040204020203" charset="-122"/>
              </a:rPr>
              <a:t>）程序举例</a:t>
            </a:r>
            <a:endParaRPr lang="zh-CN" altLang="en-US" sz="2400" dirty="0">
              <a:latin typeface="微软雅黑 Light" panose="020B0502040204020203" charset="-122"/>
              <a:ea typeface="微软雅黑 Light" panose="020B0502040204020203" charset="-122"/>
            </a:endParaRPr>
          </a:p>
        </p:txBody>
      </p:sp>
      <p:sp>
        <p:nvSpPr>
          <p:cNvPr id="497668"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3</a:t>
            </a:r>
            <a:r>
              <a:rPr lang="zh-CN" altLang="en-US" sz="3000" b="1" dirty="0">
                <a:solidFill>
                  <a:schemeClr val="accent1"/>
                </a:solidFill>
                <a:latin typeface="方正兰亭黑简体" pitchFamily="2" charset="-122"/>
                <a:ea typeface="方正兰亭黑简体" pitchFamily="2" charset="-122"/>
              </a:rPr>
              <a:t>、二维数组及多维数组</a:t>
            </a:r>
            <a:endParaRPr lang="zh-CN" altLang="en-US" sz="3000" b="1" dirty="0">
              <a:solidFill>
                <a:schemeClr val="accent1"/>
              </a:solidFill>
              <a:latin typeface="方正兰亭黑简体" pitchFamily="2" charset="-122"/>
              <a:ea typeface="方正兰亭黑简体" pitchFamily="2" charset="-122"/>
            </a:endParaRPr>
          </a:p>
        </p:txBody>
      </p:sp>
      <p:sp>
        <p:nvSpPr>
          <p:cNvPr id="497669" name="文本框 54274"/>
          <p:cNvSpPr txBox="1"/>
          <p:nvPr/>
        </p:nvSpPr>
        <p:spPr>
          <a:xfrm>
            <a:off x="3511550" y="2759075"/>
            <a:ext cx="309563" cy="398463"/>
          </a:xfrm>
          <a:prstGeom prst="rect">
            <a:avLst/>
          </a:prstGeom>
          <a:noFill/>
          <a:ln w="9525">
            <a:noFill/>
          </a:ln>
        </p:spPr>
        <p:txBody>
          <a:bodyPr wrap="none" anchor="t" anchorCtr="0">
            <a:spAutoFit/>
          </a:bodyPr>
          <a:p>
            <a:endParaRPr lang="zh-CN" altLang="zh-CN" sz="2000" dirty="0">
              <a:solidFill>
                <a:schemeClr val="bg2"/>
              </a:solidFill>
              <a:latin typeface="Times New Roman" panose="02020603050405020304" pitchFamily="18" charset="0"/>
              <a:ea typeface="宋体" panose="02010600030101010101" pitchFamily="2" charset="-122"/>
            </a:endParaRPr>
          </a:p>
        </p:txBody>
      </p:sp>
      <p:graphicFrame>
        <p:nvGraphicFramePr>
          <p:cNvPr id="13" name="表格 12"/>
          <p:cNvGraphicFramePr/>
          <p:nvPr/>
        </p:nvGraphicFramePr>
        <p:xfrm>
          <a:off x="2147888" y="2270125"/>
          <a:ext cx="4224338" cy="2497138"/>
        </p:xfrm>
        <a:graphic>
          <a:graphicData uri="http://schemas.openxmlformats.org/drawingml/2006/table">
            <a:tbl>
              <a:tblPr firstRow="1" bandRow="1">
                <a:tableStyleId>{5C22544A-7EE6-4342-B048-85BDC9FD1C3A}</a:tableStyleId>
              </a:tblPr>
              <a:tblGrid>
                <a:gridCol w="1094105"/>
                <a:gridCol w="1114425"/>
                <a:gridCol w="1040765"/>
                <a:gridCol w="974725"/>
              </a:tblGrid>
              <a:tr h="768350">
                <a:tc>
                  <a:txBody>
                    <a:bodyPr/>
                    <a:p>
                      <a:pPr algn="ctr">
                        <a:buNone/>
                      </a:pPr>
                      <a:r>
                        <a:rPr lang="en-US" altLang="zh-CN">
                          <a:solidFill>
                            <a:schemeClr val="accent1"/>
                          </a:solidFill>
                        </a:rPr>
                        <a:t>9</a:t>
                      </a:r>
                      <a:endParaRPr lang="en-US" altLang="zh-CN">
                        <a:solidFill>
                          <a:schemeClr val="accent1"/>
                        </a:solidFill>
                      </a:endParaRPr>
                    </a:p>
                  </a:txBody>
                  <a:tcPr anchor="t" anchorCtr="0">
                    <a:solidFill>
                      <a:srgbClr val="E7EBF5"/>
                    </a:solidFill>
                  </a:tcPr>
                </a:tc>
                <a:tc>
                  <a:txBody>
                    <a:bodyPr/>
                    <a:p>
                      <a:pPr algn="ctr">
                        <a:buNone/>
                      </a:pPr>
                      <a:r>
                        <a:rPr lang="en-US" altLang="zh-CN">
                          <a:solidFill>
                            <a:schemeClr val="accent1"/>
                          </a:solidFill>
                        </a:rPr>
                        <a:t>4</a:t>
                      </a:r>
                      <a:endParaRPr lang="en-US" altLang="zh-CN">
                        <a:solidFill>
                          <a:schemeClr val="accent1"/>
                        </a:solidFill>
                      </a:endParaRPr>
                    </a:p>
                  </a:txBody>
                  <a:tcPr anchor="t" anchorCtr="0">
                    <a:solidFill>
                      <a:srgbClr val="E7EBF5"/>
                    </a:solidFill>
                  </a:tcPr>
                </a:tc>
                <a:tc>
                  <a:txBody>
                    <a:bodyPr/>
                    <a:p>
                      <a:pPr algn="ctr">
                        <a:buNone/>
                      </a:pPr>
                      <a:r>
                        <a:rPr lang="en-US" altLang="zh-CN">
                          <a:solidFill>
                            <a:schemeClr val="accent1"/>
                          </a:solidFill>
                        </a:rPr>
                        <a:t>7</a:t>
                      </a:r>
                      <a:endParaRPr lang="en-US" altLang="zh-CN">
                        <a:solidFill>
                          <a:schemeClr val="accent1"/>
                        </a:solidFill>
                      </a:endParaRPr>
                    </a:p>
                  </a:txBody>
                  <a:tcPr anchor="t" anchorCtr="0">
                    <a:solidFill>
                      <a:srgbClr val="E7EBF5"/>
                    </a:solidFill>
                  </a:tcPr>
                </a:tc>
                <a:tc>
                  <a:txBody>
                    <a:bodyPr/>
                    <a:p>
                      <a:pPr algn="ctr">
                        <a:buNone/>
                      </a:pPr>
                      <a:r>
                        <a:rPr lang="en-US" altLang="zh-CN">
                          <a:solidFill>
                            <a:schemeClr val="accent1"/>
                          </a:solidFill>
                        </a:rPr>
                        <a:t>8</a:t>
                      </a:r>
                      <a:endParaRPr lang="en-US" altLang="zh-CN">
                        <a:solidFill>
                          <a:schemeClr val="accent1"/>
                        </a:solidFill>
                      </a:endParaRPr>
                    </a:p>
                  </a:txBody>
                  <a:tcPr anchor="t" anchorCtr="0">
                    <a:solidFill>
                      <a:srgbClr val="E7EBF5"/>
                    </a:solidFill>
                  </a:tcPr>
                </a:tc>
              </a:tr>
              <a:tr h="873760">
                <a:tc>
                  <a:txBody>
                    <a:bodyPr/>
                    <a:p>
                      <a:pPr algn="ctr">
                        <a:buClrTx/>
                        <a:buSzTx/>
                        <a:buFontTx/>
                        <a:buNone/>
                      </a:pPr>
                      <a:r>
                        <a:rPr lang="en-US" altLang="zh-CN" b="1">
                          <a:solidFill>
                            <a:schemeClr val="accent1"/>
                          </a:solidFill>
                        </a:rPr>
                        <a:t>5</a:t>
                      </a:r>
                      <a:endParaRPr lang="en-US" altLang="zh-CN" b="1">
                        <a:solidFill>
                          <a:schemeClr val="accent1"/>
                        </a:solidFill>
                      </a:endParaRPr>
                    </a:p>
                  </a:txBody>
                  <a:tcPr anchor="t" anchorCtr="0">
                    <a:solidFill>
                      <a:srgbClr val="E7EBF5"/>
                    </a:solidFill>
                  </a:tcPr>
                </a:tc>
                <a:tc>
                  <a:txBody>
                    <a:bodyPr/>
                    <a:p>
                      <a:pPr algn="ctr">
                        <a:buClrTx/>
                        <a:buSzTx/>
                        <a:buFontTx/>
                        <a:buNone/>
                      </a:pPr>
                      <a:r>
                        <a:rPr lang="en-US" altLang="zh-CN" b="1">
                          <a:solidFill>
                            <a:schemeClr val="accent1"/>
                          </a:solidFill>
                        </a:rPr>
                        <a:t>6</a:t>
                      </a:r>
                      <a:endParaRPr lang="en-US" altLang="zh-CN" b="1">
                        <a:solidFill>
                          <a:schemeClr val="accent1"/>
                        </a:solidFill>
                      </a:endParaRPr>
                    </a:p>
                  </a:txBody>
                  <a:tcPr anchor="t" anchorCtr="0">
                    <a:solidFill>
                      <a:srgbClr val="E7EBF5"/>
                    </a:solidFill>
                  </a:tcPr>
                </a:tc>
                <a:tc>
                  <a:txBody>
                    <a:bodyPr/>
                    <a:p>
                      <a:pPr algn="ctr">
                        <a:buClrTx/>
                        <a:buSzTx/>
                        <a:buFontTx/>
                        <a:buNone/>
                      </a:pPr>
                      <a:r>
                        <a:rPr lang="en-US" altLang="zh-CN" b="1">
                          <a:solidFill>
                            <a:schemeClr val="accent1"/>
                          </a:solidFill>
                        </a:rPr>
                        <a:t>1</a:t>
                      </a:r>
                      <a:endParaRPr lang="en-US" altLang="zh-CN" b="1">
                        <a:solidFill>
                          <a:schemeClr val="accent1"/>
                        </a:solidFill>
                      </a:endParaRPr>
                    </a:p>
                  </a:txBody>
                  <a:tcPr anchor="t" anchorCtr="0">
                    <a:solidFill>
                      <a:srgbClr val="E7EBF5"/>
                    </a:solidFill>
                  </a:tcPr>
                </a:tc>
                <a:tc>
                  <a:txBody>
                    <a:bodyPr/>
                    <a:p>
                      <a:pPr algn="ctr">
                        <a:buClrTx/>
                        <a:buSzTx/>
                        <a:buFontTx/>
                        <a:buNone/>
                      </a:pPr>
                      <a:r>
                        <a:rPr lang="en-US" altLang="zh-CN" b="1">
                          <a:solidFill>
                            <a:schemeClr val="accent1"/>
                          </a:solidFill>
                        </a:rPr>
                        <a:t>3</a:t>
                      </a:r>
                      <a:endParaRPr lang="en-US" altLang="zh-CN" b="1">
                        <a:solidFill>
                          <a:schemeClr val="accent1"/>
                        </a:solidFill>
                      </a:endParaRPr>
                    </a:p>
                  </a:txBody>
                  <a:tcPr anchor="t" anchorCtr="0">
                    <a:solidFill>
                      <a:srgbClr val="E7EBF5"/>
                    </a:solidFill>
                  </a:tcPr>
                </a:tc>
              </a:tr>
              <a:tr h="854710">
                <a:tc>
                  <a:txBody>
                    <a:bodyPr/>
                    <a:p>
                      <a:pPr algn="ctr">
                        <a:buClrTx/>
                        <a:buSzTx/>
                        <a:buFontTx/>
                        <a:buNone/>
                      </a:pPr>
                      <a:r>
                        <a:rPr lang="en-US" altLang="zh-CN" b="1">
                          <a:solidFill>
                            <a:schemeClr val="accent1"/>
                          </a:solidFill>
                        </a:rPr>
                        <a:t>8</a:t>
                      </a:r>
                      <a:endParaRPr lang="en-US" altLang="zh-CN" b="1">
                        <a:solidFill>
                          <a:schemeClr val="accent1"/>
                        </a:solidFill>
                      </a:endParaRPr>
                    </a:p>
                  </a:txBody>
                  <a:tcPr anchor="t" anchorCtr="0"/>
                </a:tc>
                <a:tc>
                  <a:txBody>
                    <a:bodyPr/>
                    <a:p>
                      <a:pPr algn="ctr">
                        <a:buClrTx/>
                        <a:buSzTx/>
                        <a:buFontTx/>
                        <a:buNone/>
                      </a:pPr>
                      <a:r>
                        <a:rPr lang="en-US" altLang="zh-CN" b="1">
                          <a:solidFill>
                            <a:schemeClr val="accent1"/>
                          </a:solidFill>
                        </a:rPr>
                        <a:t>3</a:t>
                      </a:r>
                      <a:endParaRPr lang="en-US" altLang="zh-CN" b="1">
                        <a:solidFill>
                          <a:schemeClr val="accent1"/>
                        </a:solidFill>
                      </a:endParaRPr>
                    </a:p>
                  </a:txBody>
                  <a:tcPr anchor="t" anchorCtr="0"/>
                </a:tc>
                <a:tc>
                  <a:txBody>
                    <a:bodyPr/>
                    <a:p>
                      <a:pPr algn="ctr">
                        <a:buClrTx/>
                        <a:buSzTx/>
                        <a:buFontTx/>
                        <a:buNone/>
                      </a:pPr>
                      <a:r>
                        <a:rPr lang="en-US" altLang="zh-CN" b="1">
                          <a:solidFill>
                            <a:schemeClr val="accent1"/>
                          </a:solidFill>
                        </a:rPr>
                        <a:t>2</a:t>
                      </a:r>
                      <a:endParaRPr lang="en-US" altLang="zh-CN" b="1">
                        <a:solidFill>
                          <a:schemeClr val="accent1"/>
                        </a:solidFill>
                      </a:endParaRPr>
                    </a:p>
                  </a:txBody>
                  <a:tcPr anchor="t" anchorCtr="0"/>
                </a:tc>
                <a:tc>
                  <a:txBody>
                    <a:bodyPr/>
                    <a:p>
                      <a:pPr algn="ctr">
                        <a:buClrTx/>
                        <a:buSzTx/>
                        <a:buFontTx/>
                        <a:buNone/>
                      </a:pPr>
                      <a:r>
                        <a:rPr lang="en-US" altLang="zh-CN" b="1">
                          <a:solidFill>
                            <a:schemeClr val="accent1"/>
                          </a:solidFill>
                        </a:rPr>
                        <a:t>7</a:t>
                      </a:r>
                      <a:endParaRPr lang="en-US" altLang="zh-CN" b="1">
                        <a:solidFill>
                          <a:schemeClr val="accent1"/>
                        </a:solidFill>
                      </a:endParaRPr>
                    </a:p>
                  </a:txBody>
                  <a:tcPr anchor="t" anchorCtr="0"/>
                </a:tc>
              </a:tr>
            </a:tbl>
          </a:graphicData>
        </a:graphic>
      </p:graphicFrame>
      <p:sp>
        <p:nvSpPr>
          <p:cNvPr id="497692" name="文本框 22"/>
          <p:cNvSpPr txBox="1"/>
          <p:nvPr/>
        </p:nvSpPr>
        <p:spPr>
          <a:xfrm>
            <a:off x="2297113" y="2590800"/>
            <a:ext cx="882650" cy="398463"/>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a[0][0]</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693" name="右箭头 1"/>
          <p:cNvSpPr/>
          <p:nvPr/>
        </p:nvSpPr>
        <p:spPr>
          <a:xfrm>
            <a:off x="6670675" y="3511550"/>
            <a:ext cx="268288" cy="200025"/>
          </a:xfrm>
          <a:prstGeom prst="rightArrow">
            <a:avLst>
              <a:gd name="adj1" fmla="val 50000"/>
              <a:gd name="adj2" fmla="val 50248"/>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aphicFrame>
        <p:nvGraphicFramePr>
          <p:cNvPr id="3" name="表格 2"/>
          <p:cNvGraphicFramePr/>
          <p:nvPr/>
        </p:nvGraphicFramePr>
        <p:xfrm>
          <a:off x="7237413" y="2055813"/>
          <a:ext cx="3457575" cy="3112135"/>
        </p:xfrm>
        <a:graphic>
          <a:graphicData uri="http://schemas.openxmlformats.org/drawingml/2006/table">
            <a:tbl>
              <a:tblPr firstRow="1" bandRow="1">
                <a:tableStyleId>{5C22544A-7EE6-4342-B048-85BDC9FD1C3A}</a:tableStyleId>
              </a:tblPr>
              <a:tblGrid>
                <a:gridCol w="1152525"/>
                <a:gridCol w="1152525"/>
                <a:gridCol w="1152525"/>
              </a:tblGrid>
              <a:tr h="768350">
                <a:tc>
                  <a:txBody>
                    <a:bodyPr/>
                    <a:p>
                      <a:pPr algn="ctr">
                        <a:buNone/>
                      </a:pPr>
                      <a:r>
                        <a:rPr lang="en-US" altLang="zh-CN">
                          <a:solidFill>
                            <a:schemeClr val="accent1"/>
                          </a:solidFill>
                        </a:rPr>
                        <a:t>9</a:t>
                      </a:r>
                      <a:endParaRPr lang="en-US" altLang="zh-CN">
                        <a:solidFill>
                          <a:schemeClr val="accent1"/>
                        </a:solidFill>
                      </a:endParaRPr>
                    </a:p>
                  </a:txBody>
                  <a:tcPr anchor="t" anchorCtr="0">
                    <a:solidFill>
                      <a:srgbClr val="E7EBF5"/>
                    </a:solidFill>
                  </a:tcPr>
                </a:tc>
                <a:tc>
                  <a:txBody>
                    <a:bodyPr/>
                    <a:p>
                      <a:pPr algn="ctr">
                        <a:buNone/>
                      </a:pPr>
                      <a:r>
                        <a:rPr lang="en-US" altLang="zh-CN">
                          <a:solidFill>
                            <a:schemeClr val="accent1"/>
                          </a:solidFill>
                        </a:rPr>
                        <a:t>5</a:t>
                      </a:r>
                      <a:endParaRPr lang="en-US" altLang="zh-CN">
                        <a:solidFill>
                          <a:schemeClr val="accent1"/>
                        </a:solidFill>
                      </a:endParaRPr>
                    </a:p>
                  </a:txBody>
                  <a:tcPr anchor="t" anchorCtr="0">
                    <a:solidFill>
                      <a:srgbClr val="E7EBF5"/>
                    </a:solidFill>
                  </a:tcPr>
                </a:tc>
                <a:tc>
                  <a:txBody>
                    <a:bodyPr/>
                    <a:p>
                      <a:pPr algn="ctr">
                        <a:buNone/>
                      </a:pPr>
                      <a:r>
                        <a:rPr lang="en-US" altLang="zh-CN">
                          <a:solidFill>
                            <a:schemeClr val="accent1"/>
                          </a:solidFill>
                        </a:rPr>
                        <a:t>8</a:t>
                      </a:r>
                      <a:endParaRPr lang="en-US" altLang="zh-CN">
                        <a:solidFill>
                          <a:schemeClr val="accent1"/>
                        </a:solidFill>
                      </a:endParaRPr>
                    </a:p>
                  </a:txBody>
                  <a:tcPr anchor="t" anchorCtr="0">
                    <a:solidFill>
                      <a:srgbClr val="E7EBF5"/>
                    </a:solidFill>
                  </a:tcPr>
                </a:tc>
              </a:tr>
              <a:tr h="873760">
                <a:tc>
                  <a:txBody>
                    <a:bodyPr/>
                    <a:p>
                      <a:pPr algn="ctr">
                        <a:buClrTx/>
                        <a:buSzTx/>
                        <a:buFontTx/>
                        <a:buNone/>
                      </a:pPr>
                      <a:r>
                        <a:rPr lang="en-US" altLang="zh-CN" b="1">
                          <a:solidFill>
                            <a:schemeClr val="accent1"/>
                          </a:solidFill>
                        </a:rPr>
                        <a:t>4</a:t>
                      </a:r>
                      <a:endParaRPr lang="en-US" altLang="zh-CN" b="1">
                        <a:solidFill>
                          <a:schemeClr val="accent1"/>
                        </a:solidFill>
                      </a:endParaRPr>
                    </a:p>
                  </a:txBody>
                  <a:tcPr anchor="t" anchorCtr="0">
                    <a:solidFill>
                      <a:srgbClr val="E7EBF5"/>
                    </a:solidFill>
                  </a:tcPr>
                </a:tc>
                <a:tc>
                  <a:txBody>
                    <a:bodyPr/>
                    <a:p>
                      <a:pPr algn="ctr">
                        <a:buClrTx/>
                        <a:buSzTx/>
                        <a:buFontTx/>
                        <a:buNone/>
                      </a:pPr>
                      <a:r>
                        <a:rPr lang="en-US" altLang="zh-CN" b="1">
                          <a:solidFill>
                            <a:schemeClr val="accent1"/>
                          </a:solidFill>
                        </a:rPr>
                        <a:t>6</a:t>
                      </a:r>
                      <a:endParaRPr lang="en-US" altLang="zh-CN" b="1">
                        <a:solidFill>
                          <a:schemeClr val="accent1"/>
                        </a:solidFill>
                      </a:endParaRPr>
                    </a:p>
                  </a:txBody>
                  <a:tcPr anchor="t" anchorCtr="0">
                    <a:solidFill>
                      <a:srgbClr val="E7EBF5"/>
                    </a:solidFill>
                  </a:tcPr>
                </a:tc>
                <a:tc>
                  <a:txBody>
                    <a:bodyPr/>
                    <a:p>
                      <a:pPr algn="ctr">
                        <a:buClrTx/>
                        <a:buSzTx/>
                        <a:buFontTx/>
                        <a:buNone/>
                      </a:pPr>
                      <a:r>
                        <a:rPr lang="en-US" altLang="zh-CN" b="1">
                          <a:solidFill>
                            <a:schemeClr val="accent1"/>
                          </a:solidFill>
                        </a:rPr>
                        <a:t>3</a:t>
                      </a:r>
                      <a:endParaRPr lang="en-US" altLang="zh-CN" b="1">
                        <a:solidFill>
                          <a:schemeClr val="accent1"/>
                        </a:solidFill>
                      </a:endParaRPr>
                    </a:p>
                  </a:txBody>
                  <a:tcPr anchor="t" anchorCtr="0">
                    <a:solidFill>
                      <a:srgbClr val="E7EBF5"/>
                    </a:solidFill>
                  </a:tcPr>
                </a:tc>
              </a:tr>
              <a:tr h="854710">
                <a:tc>
                  <a:txBody>
                    <a:bodyPr/>
                    <a:p>
                      <a:pPr algn="ctr">
                        <a:buClrTx/>
                        <a:buSzTx/>
                        <a:buFontTx/>
                        <a:buNone/>
                      </a:pPr>
                      <a:r>
                        <a:rPr lang="en-US" altLang="zh-CN" b="1">
                          <a:solidFill>
                            <a:schemeClr val="accent1"/>
                          </a:solidFill>
                        </a:rPr>
                        <a:t>7</a:t>
                      </a:r>
                      <a:endParaRPr lang="en-US" altLang="zh-CN" b="1">
                        <a:solidFill>
                          <a:schemeClr val="accent1"/>
                        </a:solidFill>
                      </a:endParaRPr>
                    </a:p>
                  </a:txBody>
                  <a:tcPr anchor="t" anchorCtr="0"/>
                </a:tc>
                <a:tc>
                  <a:txBody>
                    <a:bodyPr/>
                    <a:p>
                      <a:pPr algn="ctr">
                        <a:buClrTx/>
                        <a:buSzTx/>
                        <a:buFontTx/>
                        <a:buNone/>
                      </a:pPr>
                      <a:r>
                        <a:rPr lang="en-US" altLang="zh-CN" b="1">
                          <a:solidFill>
                            <a:schemeClr val="accent1"/>
                          </a:solidFill>
                        </a:rPr>
                        <a:t>1</a:t>
                      </a:r>
                      <a:endParaRPr lang="en-US" altLang="zh-CN" b="1">
                        <a:solidFill>
                          <a:schemeClr val="accent1"/>
                        </a:solidFill>
                      </a:endParaRPr>
                    </a:p>
                  </a:txBody>
                  <a:tcPr anchor="t" anchorCtr="0"/>
                </a:tc>
                <a:tc>
                  <a:txBody>
                    <a:bodyPr/>
                    <a:p>
                      <a:pPr algn="ctr">
                        <a:buClrTx/>
                        <a:buSzTx/>
                        <a:buFontTx/>
                        <a:buNone/>
                      </a:pPr>
                      <a:r>
                        <a:rPr lang="en-US" altLang="zh-CN" b="1">
                          <a:solidFill>
                            <a:schemeClr val="accent1"/>
                          </a:solidFill>
                        </a:rPr>
                        <a:t>2</a:t>
                      </a:r>
                      <a:endParaRPr lang="en-US" altLang="zh-CN" b="1">
                        <a:solidFill>
                          <a:schemeClr val="accent1"/>
                        </a:solidFill>
                      </a:endParaRPr>
                    </a:p>
                  </a:txBody>
                  <a:tcPr anchor="t" anchorCtr="0"/>
                </a:tc>
              </a:tr>
              <a:tr h="615315">
                <a:tc>
                  <a:txBody>
                    <a:bodyPr/>
                    <a:p>
                      <a:pPr algn="ctr">
                        <a:buClrTx/>
                        <a:buSzTx/>
                        <a:buFontTx/>
                        <a:buNone/>
                      </a:pPr>
                      <a:r>
                        <a:rPr lang="en-US" altLang="zh-CN" b="1">
                          <a:solidFill>
                            <a:schemeClr val="accent1"/>
                          </a:solidFill>
                        </a:rPr>
                        <a:t>8</a:t>
                      </a:r>
                      <a:endParaRPr lang="en-US" altLang="zh-CN" b="1">
                        <a:solidFill>
                          <a:schemeClr val="accent1"/>
                        </a:solidFill>
                      </a:endParaRPr>
                    </a:p>
                  </a:txBody>
                  <a:tcPr anchor="t" anchorCtr="0">
                    <a:solidFill>
                      <a:srgbClr val="E7EBF5"/>
                    </a:solidFill>
                  </a:tcPr>
                </a:tc>
                <a:tc>
                  <a:txBody>
                    <a:bodyPr/>
                    <a:p>
                      <a:pPr algn="ctr">
                        <a:buClrTx/>
                        <a:buSzTx/>
                        <a:buFontTx/>
                        <a:buNone/>
                      </a:pPr>
                      <a:r>
                        <a:rPr lang="en-US" altLang="zh-CN" b="1">
                          <a:solidFill>
                            <a:schemeClr val="accent1"/>
                          </a:solidFill>
                        </a:rPr>
                        <a:t>3</a:t>
                      </a:r>
                      <a:endParaRPr lang="en-US" altLang="zh-CN" b="1">
                        <a:solidFill>
                          <a:schemeClr val="accent1"/>
                        </a:solidFill>
                      </a:endParaRPr>
                    </a:p>
                  </a:txBody>
                  <a:tcPr anchor="t" anchorCtr="0">
                    <a:solidFill>
                      <a:srgbClr val="E7EBF5"/>
                    </a:solidFill>
                  </a:tcPr>
                </a:tc>
                <a:tc>
                  <a:txBody>
                    <a:bodyPr/>
                    <a:p>
                      <a:pPr algn="ctr">
                        <a:buClrTx/>
                        <a:buSzTx/>
                        <a:buFontTx/>
                        <a:buNone/>
                      </a:pPr>
                      <a:r>
                        <a:rPr lang="en-US" altLang="zh-CN" b="1">
                          <a:solidFill>
                            <a:schemeClr val="accent1"/>
                          </a:solidFill>
                        </a:rPr>
                        <a:t>7</a:t>
                      </a:r>
                      <a:endParaRPr lang="en-US" altLang="zh-CN" b="1">
                        <a:solidFill>
                          <a:schemeClr val="accent1"/>
                        </a:solidFill>
                      </a:endParaRPr>
                    </a:p>
                  </a:txBody>
                  <a:tcPr anchor="t" anchorCtr="0">
                    <a:solidFill>
                      <a:srgbClr val="E7EBF5"/>
                    </a:solidFill>
                  </a:tcPr>
                </a:tc>
              </a:tr>
            </a:tbl>
          </a:graphicData>
        </a:graphic>
      </p:graphicFrame>
      <p:sp>
        <p:nvSpPr>
          <p:cNvPr id="497716" name="文本框 5"/>
          <p:cNvSpPr txBox="1"/>
          <p:nvPr/>
        </p:nvSpPr>
        <p:spPr>
          <a:xfrm>
            <a:off x="7386638" y="2360613"/>
            <a:ext cx="882650" cy="398462"/>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b[0][0]</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17" name="文本框 6"/>
          <p:cNvSpPr txBox="1"/>
          <p:nvPr/>
        </p:nvSpPr>
        <p:spPr>
          <a:xfrm>
            <a:off x="3313113" y="2590800"/>
            <a:ext cx="882650" cy="398463"/>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a[0][1]</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18" name="文本框 7"/>
          <p:cNvSpPr txBox="1"/>
          <p:nvPr/>
        </p:nvSpPr>
        <p:spPr>
          <a:xfrm>
            <a:off x="4378325" y="2590800"/>
            <a:ext cx="881063" cy="398463"/>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a[0][2]</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19" name="文本框 8"/>
          <p:cNvSpPr txBox="1"/>
          <p:nvPr/>
        </p:nvSpPr>
        <p:spPr>
          <a:xfrm>
            <a:off x="5403850" y="2590800"/>
            <a:ext cx="881063" cy="398463"/>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a[0][3]</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20" name="文本框 9"/>
          <p:cNvSpPr txBox="1"/>
          <p:nvPr/>
        </p:nvSpPr>
        <p:spPr>
          <a:xfrm>
            <a:off x="8524875" y="2360613"/>
            <a:ext cx="882650" cy="398462"/>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b[0][1]</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21" name="文本框 10"/>
          <p:cNvSpPr txBox="1"/>
          <p:nvPr/>
        </p:nvSpPr>
        <p:spPr>
          <a:xfrm>
            <a:off x="9628188" y="2360613"/>
            <a:ext cx="881062" cy="398462"/>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b[0][2]</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22" name="文本框 13"/>
          <p:cNvSpPr txBox="1"/>
          <p:nvPr/>
        </p:nvSpPr>
        <p:spPr>
          <a:xfrm>
            <a:off x="2306638" y="3319463"/>
            <a:ext cx="882650" cy="398462"/>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a[1][0]</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23" name="文本框 14"/>
          <p:cNvSpPr txBox="1"/>
          <p:nvPr/>
        </p:nvSpPr>
        <p:spPr>
          <a:xfrm>
            <a:off x="2297113" y="4192588"/>
            <a:ext cx="882650" cy="398462"/>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a[2][0]</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24" name="文本框 15"/>
          <p:cNvSpPr txBox="1"/>
          <p:nvPr/>
        </p:nvSpPr>
        <p:spPr>
          <a:xfrm>
            <a:off x="3313113" y="3319463"/>
            <a:ext cx="882650" cy="398462"/>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a[1][1]</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25" name="文本框 16"/>
          <p:cNvSpPr txBox="1"/>
          <p:nvPr/>
        </p:nvSpPr>
        <p:spPr>
          <a:xfrm>
            <a:off x="4445000" y="3319463"/>
            <a:ext cx="881063" cy="398462"/>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a[1][2]</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26" name="文本框 17"/>
          <p:cNvSpPr txBox="1"/>
          <p:nvPr/>
        </p:nvSpPr>
        <p:spPr>
          <a:xfrm>
            <a:off x="5403850" y="3319463"/>
            <a:ext cx="881063" cy="398462"/>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a[1][3]</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27" name="文本框 18"/>
          <p:cNvSpPr txBox="1"/>
          <p:nvPr/>
        </p:nvSpPr>
        <p:spPr>
          <a:xfrm>
            <a:off x="3313113" y="4192588"/>
            <a:ext cx="882650" cy="398462"/>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a[2][1]</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28" name="文本框 19"/>
          <p:cNvSpPr txBox="1"/>
          <p:nvPr/>
        </p:nvSpPr>
        <p:spPr>
          <a:xfrm>
            <a:off x="4445000" y="4192588"/>
            <a:ext cx="958850" cy="398462"/>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a[2][2]</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29" name="文本框 20"/>
          <p:cNvSpPr txBox="1"/>
          <p:nvPr/>
        </p:nvSpPr>
        <p:spPr>
          <a:xfrm>
            <a:off x="5365750" y="4192588"/>
            <a:ext cx="958850" cy="398462"/>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a[2][3]</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30" name="文本框 25"/>
          <p:cNvSpPr txBox="1"/>
          <p:nvPr/>
        </p:nvSpPr>
        <p:spPr>
          <a:xfrm>
            <a:off x="7415213" y="3159125"/>
            <a:ext cx="882650" cy="398463"/>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b[1][0]</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31" name="文本框 28"/>
          <p:cNvSpPr txBox="1"/>
          <p:nvPr/>
        </p:nvSpPr>
        <p:spPr>
          <a:xfrm>
            <a:off x="8524875" y="3159125"/>
            <a:ext cx="882650" cy="398463"/>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b[1][1]</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32" name="文本框 29"/>
          <p:cNvSpPr txBox="1"/>
          <p:nvPr/>
        </p:nvSpPr>
        <p:spPr>
          <a:xfrm>
            <a:off x="9628188" y="3159125"/>
            <a:ext cx="881062" cy="398463"/>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b[1][2]</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33" name="文本框 30"/>
          <p:cNvSpPr txBox="1"/>
          <p:nvPr/>
        </p:nvSpPr>
        <p:spPr>
          <a:xfrm>
            <a:off x="7386638" y="3983038"/>
            <a:ext cx="882650" cy="398462"/>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b[2][0]</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34" name="文本框 31"/>
          <p:cNvSpPr txBox="1"/>
          <p:nvPr/>
        </p:nvSpPr>
        <p:spPr>
          <a:xfrm>
            <a:off x="8524875" y="4011613"/>
            <a:ext cx="882650" cy="398462"/>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b[2][1]</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35" name="文本框 32"/>
          <p:cNvSpPr txBox="1"/>
          <p:nvPr/>
        </p:nvSpPr>
        <p:spPr>
          <a:xfrm>
            <a:off x="9628188" y="3983038"/>
            <a:ext cx="881062" cy="398462"/>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b[2][2]</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36" name="文本框 33"/>
          <p:cNvSpPr txBox="1"/>
          <p:nvPr/>
        </p:nvSpPr>
        <p:spPr>
          <a:xfrm>
            <a:off x="7386638" y="4768850"/>
            <a:ext cx="882650" cy="398463"/>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b[3][0]</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37" name="文本框 34"/>
          <p:cNvSpPr txBox="1"/>
          <p:nvPr/>
        </p:nvSpPr>
        <p:spPr>
          <a:xfrm>
            <a:off x="8524875" y="4768850"/>
            <a:ext cx="882650" cy="398463"/>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b[3][1]</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497738" name="文本框 35"/>
          <p:cNvSpPr txBox="1"/>
          <p:nvPr/>
        </p:nvSpPr>
        <p:spPr>
          <a:xfrm>
            <a:off x="9704388" y="4768850"/>
            <a:ext cx="882650" cy="398463"/>
          </a:xfrm>
          <a:prstGeom prst="rect">
            <a:avLst/>
          </a:prstGeom>
          <a:noFill/>
          <a:ln w="9525">
            <a:noFill/>
          </a:ln>
        </p:spPr>
        <p:txBody>
          <a:bodyPr wrap="square" anchor="t" anchorCtr="0">
            <a:spAutoFit/>
          </a:bodyPr>
          <a:p>
            <a:r>
              <a:rPr lang="en-US" altLang="zh-CN" sz="2000">
                <a:solidFill>
                  <a:srgbClr val="C00000"/>
                </a:solidFill>
                <a:latin typeface="Times New Roman" panose="02020603050405020304" pitchFamily="18" charset="0"/>
                <a:ea typeface="宋体" panose="02010600030101010101" pitchFamily="2" charset="-122"/>
              </a:rPr>
              <a:t>b[3][2]</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37" name="文本框 36"/>
          <p:cNvSpPr txBox="1"/>
          <p:nvPr/>
        </p:nvSpPr>
        <p:spPr>
          <a:xfrm>
            <a:off x="2762250" y="5018088"/>
            <a:ext cx="6459538" cy="554037"/>
          </a:xfrm>
          <a:prstGeom prst="rect">
            <a:avLst/>
          </a:prstGeom>
          <a:noFill/>
          <a:ln w="9525">
            <a:noFill/>
          </a:ln>
        </p:spPr>
        <p:txBody>
          <a:bodyPr wrap="square" anchor="t" anchorCtr="0">
            <a:spAutoFit/>
          </a:bodyPr>
          <a:p>
            <a:pPr>
              <a:lnSpc>
                <a:spcPct val="150000"/>
              </a:lnSpc>
            </a:pPr>
            <a:r>
              <a:rPr lang="zh-CN" altLang="en-US" sz="2000">
                <a:latin typeface="微软雅黑 Light" panose="020B0502040204020203" charset="-122"/>
                <a:ea typeface="微软雅黑 Light" panose="020B0502040204020203" charset="-122"/>
              </a:rPr>
              <a:t>找规律： </a:t>
            </a:r>
            <a:r>
              <a:rPr lang="en-US" altLang="zh-CN" sz="2000">
                <a:latin typeface="微软雅黑 Light" panose="020B0502040204020203" charset="-122"/>
                <a:ea typeface="微软雅黑 Light" panose="020B0502040204020203" charset="-122"/>
              </a:rPr>
              <a:t>b[i][j]= a[j] [i]</a:t>
            </a:r>
            <a:endParaRPr lang="en-US" altLang="zh-CN" sz="2000">
              <a:latin typeface="微软雅黑 Light" panose="020B0502040204020203" charset="-122"/>
              <a:ea typeface="微软雅黑 Light" panose="020B0502040204020203"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000" fill="hold">
                                          <p:stCondLst>
                                            <p:cond delay="0"/>
                                          </p:stCondLst>
                                        </p:cTn>
                                        <p:tgtEl>
                                          <p:spTgt spid="37"/>
                                        </p:tgtEl>
                                        <p:attrNameLst>
                                          <p:attrName>style.visibility</p:attrName>
                                        </p:attrNameLst>
                                      </p:cBhvr>
                                      <p:to>
                                        <p:strVal val="visible"/>
                                      </p:to>
                                    </p:set>
                                    <p:animEffect transition="in" filter="box(out)">
                                      <p:cBhvr>
                                        <p:cTn id="7" dur="10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7692" grpId="1" animBg="1"/>
      <p:bldP spid="497716" grpId="1" animBg="1"/>
      <p:bldP spid="497717" grpId="1" animBg="1"/>
      <p:bldP spid="497718" grpId="1" animBg="1"/>
      <p:bldP spid="497719" grpId="1" animBg="1"/>
      <p:bldP spid="497720" grpId="1" animBg="1"/>
      <p:bldP spid="497721" grpId="1" animBg="1"/>
      <p:bldP spid="497722" grpId="1" animBg="1"/>
      <p:bldP spid="497723" grpId="1" animBg="1"/>
      <p:bldP spid="497724" grpId="1" animBg="1"/>
      <p:bldP spid="497725" grpId="1" animBg="1"/>
      <p:bldP spid="497726" grpId="1" animBg="1"/>
      <p:bldP spid="497727" grpId="1" animBg="1"/>
      <p:bldP spid="497728" grpId="1" animBg="1"/>
      <p:bldP spid="497729" grpId="1" animBg="1"/>
      <p:bldP spid="497730" grpId="1" animBg="1"/>
      <p:bldP spid="497731" grpId="1" animBg="1"/>
      <p:bldP spid="497732" grpId="1" animBg="1"/>
      <p:bldP spid="497733" grpId="1" animBg="1"/>
      <p:bldP spid="497734" grpId="1" animBg="1"/>
      <p:bldP spid="497735" grpId="1" animBg="1"/>
      <p:bldP spid="497736" grpId="1" animBg="1"/>
      <p:bldP spid="497737" grpId="1" animBg="1"/>
      <p:bldP spid="497738" grpId="1" animBg="1"/>
      <p:bldP spid="37" grpId="0"/>
      <p:bldP spid="37" grpId="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99713" name="矩形 14337"/>
          <p:cNvSpPr/>
          <p:nvPr/>
        </p:nvSpPr>
        <p:spPr>
          <a:xfrm>
            <a:off x="1790700" y="0"/>
            <a:ext cx="7315200" cy="879475"/>
          </a:xfrm>
          <a:prstGeom prst="rect">
            <a:avLst/>
          </a:prstGeom>
          <a:noFill/>
          <a:ln w="9525">
            <a:noFill/>
          </a:ln>
        </p:spPr>
        <p:txBody>
          <a:bodyPr anchor="t" anchorCtr="0"/>
          <a:p>
            <a:pPr lvl="3" indent="0" eaLnBrk="0" hangingPunct="0">
              <a:buClr>
                <a:srgbClr val="FFCC00"/>
              </a:buClr>
              <a:buFont typeface="Wingdings" panose="05000000000000000000" pitchFamily="2" charset="2"/>
              <a:buChar char="l"/>
            </a:pPr>
            <a:endParaRPr lang="en-US" altLang="zh-CN" dirty="0">
              <a:solidFill>
                <a:srgbClr val="FF0000"/>
              </a:solidFill>
              <a:latin typeface="Times New Roman" panose="02020603050405020304" pitchFamily="18" charset="0"/>
              <a:ea typeface="宋体" panose="02010600030101010101" pitchFamily="2" charset="-122"/>
            </a:endParaRPr>
          </a:p>
          <a:p>
            <a:pPr lvl="1" indent="0" eaLnBrk="0" hangingPunct="0">
              <a:buClr>
                <a:schemeClr val="hlink"/>
              </a:buClr>
              <a:buFont typeface="Wingdings" panose="05000000000000000000" pitchFamily="2" charset="2"/>
              <a:buChar char="«"/>
            </a:pPr>
            <a:endParaRPr lang="en-US" altLang="zh-CN" dirty="0">
              <a:latin typeface="Times New Roman" panose="02020603050405020304" pitchFamily="18" charset="0"/>
              <a:ea typeface="宋体" panose="02010600030101010101" pitchFamily="2" charset="-122"/>
            </a:endParaRPr>
          </a:p>
        </p:txBody>
      </p:sp>
      <p:sp>
        <p:nvSpPr>
          <p:cNvPr id="499714"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3</a:t>
            </a:r>
            <a:r>
              <a:rPr lang="zh-CN" altLang="en-US" sz="3000" b="1" dirty="0">
                <a:solidFill>
                  <a:schemeClr val="accent1"/>
                </a:solidFill>
                <a:latin typeface="方正兰亭黑简体" pitchFamily="2" charset="-122"/>
                <a:ea typeface="方正兰亭黑简体" pitchFamily="2" charset="-122"/>
              </a:rPr>
              <a:t>、二维数组及多维数组</a:t>
            </a:r>
            <a:endParaRPr lang="zh-CN" altLang="en-US" sz="3000" b="1" dirty="0">
              <a:solidFill>
                <a:schemeClr val="accent1"/>
              </a:solidFill>
              <a:latin typeface="方正兰亭黑简体" pitchFamily="2" charset="-122"/>
              <a:ea typeface="方正兰亭黑简体" pitchFamily="2" charset="-122"/>
            </a:endParaRPr>
          </a:p>
        </p:txBody>
      </p:sp>
      <p:sp>
        <p:nvSpPr>
          <p:cNvPr id="32774" name="文本框 32773"/>
          <p:cNvSpPr txBox="1"/>
          <p:nvPr/>
        </p:nvSpPr>
        <p:spPr>
          <a:xfrm>
            <a:off x="1943100" y="214313"/>
            <a:ext cx="8305800" cy="6430962"/>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00000"/>
              </a:lnSpc>
            </a:pPr>
            <a:r>
              <a:rPr lang="en-US" altLang="zh-CN" sz="1800">
                <a:latin typeface="微软雅黑 Light" panose="020B0502040204020203" charset="-122"/>
                <a:ea typeface="微软雅黑 Light" panose="020B0502040204020203" charset="-122"/>
              </a:rPr>
              <a:t>#include&lt;stdio.h&gt;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int main()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int   a[3][4]={ {2,5,7,9}, {6, 14,20, 8}, {15, 0,12,3}}, b[4][3], i , j;</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数组</a:t>
            </a:r>
            <a:r>
              <a:rPr lang="en-US" altLang="zh-CN" sz="1800">
                <a:latin typeface="微软雅黑 Light" panose="020B0502040204020203" charset="-122"/>
                <a:ea typeface="微软雅黑 Light" panose="020B0502040204020203" charset="-122"/>
              </a:rPr>
              <a:t>a:\n”)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i=0; i&lt;3;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    for( j=0; j&lt;4; 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printf(“%-4d” , a[i][j]);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printf(“\n”);</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 i=0; i&lt;4;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j=0; j&lt;3; 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b[i][j]=a[j][i];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数组</a:t>
            </a:r>
            <a:r>
              <a:rPr lang="en-US" altLang="zh-CN" sz="1800">
                <a:latin typeface="微软雅黑 Light" panose="020B0502040204020203" charset="-122"/>
                <a:ea typeface="微软雅黑 Light" panose="020B0502040204020203" charset="-122"/>
              </a:rPr>
              <a:t>b:\n”);</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i=0 ; i&lt;4;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  for( j=0 ; j&lt;3;  j++)</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printf(“%-4d”, b[i][j])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printf(“\n”)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return 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animEffect transition="in" filter="box(out)">
                                      <p:cBhvr>
                                        <p:cTn id="7" dur="500"/>
                                        <p:tgtEl>
                                          <p:spTgt spid="32774"/>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bldLvl="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 name="平行四边形 17"/>
          <p:cNvSpPr/>
          <p:nvPr/>
        </p:nvSpPr>
        <p:spPr>
          <a:xfrm rot="10800000" flipH="1">
            <a:off x="-1566862" y="0"/>
            <a:ext cx="6986588" cy="6630988"/>
          </a:xfrm>
          <a:prstGeom prst="parallelogram">
            <a:avLst>
              <a:gd name="adj" fmla="val 56099"/>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19" name="平行四边形 18"/>
          <p:cNvSpPr/>
          <p:nvPr/>
        </p:nvSpPr>
        <p:spPr>
          <a:xfrm rot="10800000" flipH="1">
            <a:off x="112713" y="227013"/>
            <a:ext cx="7529513" cy="6630988"/>
          </a:xfrm>
          <a:prstGeom prst="parallelogram">
            <a:avLst>
              <a:gd name="adj" fmla="val 56099"/>
            </a:avLst>
          </a:prstGeom>
          <a:solidFill>
            <a:schemeClr val="accent1">
              <a:lumMod val="50000"/>
            </a:schemeClr>
          </a:solidFill>
          <a:ln>
            <a:noFill/>
          </a:ln>
          <a:effectLst>
            <a:outerShdw blurRad="50800" dist="381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fontAlgn="auto"/>
            <a:endParaRPr lang="zh-CN" altLang="en-US" strike="noStrike" noProof="1"/>
          </a:p>
        </p:txBody>
      </p:sp>
      <p:sp>
        <p:nvSpPr>
          <p:cNvPr id="501763" name="文本框 1"/>
          <p:cNvSpPr/>
          <p:nvPr/>
        </p:nvSpPr>
        <p:spPr>
          <a:xfrm>
            <a:off x="5973763" y="2432050"/>
            <a:ext cx="4246562" cy="706438"/>
          </a:xfrm>
          <a:prstGeom prst="rect">
            <a:avLst/>
          </a:prstGeom>
          <a:noFill/>
          <a:ln w="9525">
            <a:noFill/>
          </a:ln>
        </p:spPr>
        <p:txBody>
          <a:bodyPr wrap="none" anchor="t" anchorCtr="0">
            <a:spAutoFit/>
          </a:bodyPr>
          <a:p>
            <a:r>
              <a:rPr lang="zh-CN" altLang="en-US" sz="4000" b="1" dirty="0">
                <a:solidFill>
                  <a:srgbClr val="083763"/>
                </a:solidFill>
                <a:latin typeface="微软雅黑" panose="020B0503020204020204" pitchFamily="34" charset="-122"/>
                <a:ea typeface="微软雅黑" panose="020B0503020204020204" pitchFamily="34" charset="-122"/>
                <a:sym typeface="微软雅黑" panose="020B0503020204020204" pitchFamily="34" charset="-122"/>
              </a:rPr>
              <a:t>字符数组及字符串</a:t>
            </a:r>
            <a:endParaRPr lang="zh-CN" altLang="en-US" sz="4000" b="1" dirty="0">
              <a:solidFill>
                <a:srgbClr val="083763"/>
              </a:solidFill>
              <a:latin typeface="微软雅黑" panose="020B0503020204020204" pitchFamily="34" charset="-122"/>
              <a:ea typeface="微软雅黑" panose="020B0503020204020204" pitchFamily="34" charset="-122"/>
              <a:sym typeface="微软雅黑" panose="020B0503020204020204" pitchFamily="34" charset="-122"/>
            </a:endParaRPr>
          </a:p>
        </p:txBody>
      </p:sp>
      <p:pic>
        <p:nvPicPr>
          <p:cNvPr id="501764" name="组合 11"/>
          <p:cNvPicPr>
            <a:picLocks noGrp="1" noChangeAspect="1"/>
          </p:cNvPicPr>
          <p:nvPr/>
        </p:nvPicPr>
        <p:blipFill>
          <a:blip r:embed="rId1"/>
          <a:stretch>
            <a:fillRect/>
          </a:stretch>
        </p:blipFill>
        <p:spPr>
          <a:xfrm>
            <a:off x="2597150" y="2387600"/>
            <a:ext cx="2633663" cy="2374900"/>
          </a:xfrm>
          <a:prstGeom prst="rect">
            <a:avLst/>
          </a:prstGeom>
          <a:noFill/>
          <a:ln w="9525">
            <a:noFill/>
          </a:ln>
        </p:spPr>
      </p:pic>
      <p:cxnSp>
        <p:nvCxnSpPr>
          <p:cNvPr id="3" name="直接连接符 2"/>
          <p:cNvCxnSpPr/>
          <p:nvPr/>
        </p:nvCxnSpPr>
        <p:spPr>
          <a:xfrm>
            <a:off x="5822950" y="3452813"/>
            <a:ext cx="4935538" cy="0"/>
          </a:xfrm>
          <a:prstGeom prst="line">
            <a:avLst/>
          </a:prstGeom>
          <a:ln>
            <a:solidFill>
              <a:schemeClr val="accent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2671664" y="2432501"/>
            <a:ext cx="2485054" cy="2259822"/>
            <a:chOff x="2671664" y="2432501"/>
            <a:chExt cx="2485054" cy="2259822"/>
          </a:xfrm>
          <a:effectLst>
            <a:outerShdw blurRad="50800" dist="38100" dir="2700000" algn="tl" rotWithShape="0">
              <a:prstClr val="black">
                <a:alpha val="40000"/>
              </a:prstClr>
            </a:outerShdw>
          </a:effectLst>
        </p:grpSpPr>
        <p:sp>
          <p:nvSpPr>
            <p:cNvPr id="14" name="六边形 13"/>
            <p:cNvSpPr/>
            <p:nvPr/>
          </p:nvSpPr>
          <p:spPr>
            <a:xfrm>
              <a:off x="2671664" y="2432501"/>
              <a:ext cx="2485054" cy="2142288"/>
            </a:xfrm>
            <a:prstGeom prst="hexagon">
              <a:avLst/>
            </a:prstGeom>
            <a:solidFill>
              <a:srgbClr val="083763"/>
            </a:solidFill>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fontAlgn="auto"/>
              <a:endParaRPr lang="zh-CN" altLang="en-US" strike="noStrike" noProof="1"/>
            </a:p>
          </p:txBody>
        </p:sp>
        <p:sp>
          <p:nvSpPr>
            <p:cNvPr id="15" name="TextBox 5"/>
            <p:cNvSpPr txBox="1"/>
            <p:nvPr/>
          </p:nvSpPr>
          <p:spPr>
            <a:xfrm>
              <a:off x="2728061" y="2939088"/>
              <a:ext cx="2316555" cy="1753235"/>
            </a:xfrm>
            <a:prstGeom prst="rect">
              <a:avLst/>
            </a:prstGeom>
            <a:noFill/>
            <a:ln>
              <a:noFill/>
            </a:ln>
            <a:effectLst>
              <a:outerShdw blurRad="50800" dist="38100" dir="2700000" algn="tl" rotWithShape="0">
                <a:prstClr val="black">
                  <a:alpha val="40000"/>
                </a:prstClr>
              </a:outerShdw>
            </a:effectLst>
          </p:spPr>
          <p:txBody>
            <a:bodyPr wrap="square" rtlCol="0">
              <a:spAutoFit/>
            </a:bodyPr>
            <a:p>
              <a:pPr algn="ctr" fontAlgn="auto"/>
              <a:r>
                <a:rPr lang="en-US" altLang="zh-CN" sz="5400" b="1" strike="noStrike" noProof="1" dirty="0">
                  <a:solidFill>
                    <a:schemeClr val="bg1"/>
                  </a:solidFill>
                  <a:latin typeface="微软雅黑" panose="020B0503020204020204" pitchFamily="34" charset="-122"/>
                  <a:ea typeface="微软雅黑" panose="020B0503020204020204" pitchFamily="34" charset="-122"/>
                  <a:cs typeface="Kartika" pitchFamily="18" charset="0"/>
                </a:rPr>
                <a:t>PART    04</a:t>
              </a:r>
              <a:endParaRPr lang="zh-CN" altLang="en-US" sz="5400" b="1" strike="noStrike" noProof="1" dirty="0">
                <a:solidFill>
                  <a:schemeClr val="bg1"/>
                </a:solidFill>
                <a:latin typeface="微软雅黑" panose="020B0503020204020204" pitchFamily="34" charset="-122"/>
                <a:ea typeface="微软雅黑" panose="020B0503020204020204" pitchFamily="34" charset="-122"/>
                <a:cs typeface="Kartika" pitchFamily="18" charset="0"/>
              </a:endParaRPr>
            </a:p>
          </p:txBody>
        </p:sp>
      </p:grpSp>
    </p:spTree>
  </p:cSld>
  <p:clrMapOvr>
    <a:masterClrMapping/>
  </p:clrMapOvr>
  <p:transition spd="med" advClick="0" advTm="5561">
    <p:random/>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矩形 15361"/>
          <p:cNvSpPr/>
          <p:nvPr/>
        </p:nvSpPr>
        <p:spPr>
          <a:xfrm>
            <a:off x="1828800" y="457200"/>
            <a:ext cx="8839200" cy="1357313"/>
          </a:xfrm>
          <a:prstGeom prst="rect">
            <a:avLst/>
          </a:prstGeom>
          <a:noFill/>
          <a:ln w="9525">
            <a:noFill/>
          </a:ln>
        </p:spPr>
        <p:txBody>
          <a:bodyPr anchor="t" anchorCtr="0"/>
          <a:p>
            <a:pPr eaLnBrk="0" hangingPunct="0">
              <a:buChar char="§"/>
            </a:pPr>
            <a:endParaRPr lang="en-US" altLang="zh-CN" dirty="0">
              <a:latin typeface="Times New Roman" panose="02020603050405020304" pitchFamily="18" charset="0"/>
              <a:ea typeface="宋体" panose="02010600030101010101" pitchFamily="2" charset="-122"/>
            </a:endParaRPr>
          </a:p>
          <a:p>
            <a:pPr lvl="1" indent="0" eaLnBrk="0" hangingPunct="0">
              <a:buClr>
                <a:schemeClr val="hlink"/>
              </a:buClr>
              <a:buFont typeface="Wingdings" panose="05000000000000000000" pitchFamily="2" charset="2"/>
            </a:pPr>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1</a:t>
            </a:r>
            <a:r>
              <a:rPr lang="zh-CN" altLang="en-US" sz="2400" dirty="0">
                <a:latin typeface="微软雅黑 Light" panose="020B0502040204020203" charset="-122"/>
                <a:ea typeface="微软雅黑 Light" panose="020B0502040204020203" charset="-122"/>
              </a:rPr>
              <a:t>）字符数组</a:t>
            </a:r>
            <a:endParaRPr lang="zh-CN" altLang="en-US" sz="2400" dirty="0">
              <a:latin typeface="微软雅黑 Light" panose="020B0502040204020203" charset="-122"/>
              <a:ea typeface="微软雅黑 Light" panose="020B0502040204020203" charset="-122"/>
            </a:endParaRPr>
          </a:p>
          <a:p>
            <a:pPr lvl="2" indent="0" eaLnBrk="0" hangingPunct="0">
              <a:lnSpc>
                <a:spcPct val="150000"/>
              </a:lnSpc>
              <a:buClr>
                <a:schemeClr val="accent2"/>
              </a:buClr>
              <a:buFont typeface="Wingdings" panose="05000000000000000000" pitchFamily="2" charset="2"/>
              <a:buChar char="v"/>
            </a:pPr>
            <a:r>
              <a:rPr lang="zh-CN" altLang="en-US" dirty="0">
                <a:latin typeface="微软雅黑 Light" panose="020B0502040204020203" charset="-122"/>
                <a:ea typeface="微软雅黑 Light" panose="020B0502040204020203" charset="-122"/>
              </a:rPr>
              <a:t>定义 </a:t>
            </a:r>
            <a:r>
              <a:rPr lang="zh-CN" altLang="en-US" dirty="0">
                <a:latin typeface="Times New Roman" panose="02020603050405020304" pitchFamily="18" charset="0"/>
                <a:ea typeface="隶书" panose="02010509060101010101" pitchFamily="49" charset="-122"/>
              </a:rPr>
              <a:t>  </a:t>
            </a:r>
            <a:endParaRPr lang="zh-CN" altLang="en-US" dirty="0">
              <a:latin typeface="Times New Roman" panose="02020603050405020304" pitchFamily="18" charset="0"/>
              <a:ea typeface="宋体" panose="02010600030101010101" pitchFamily="2" charset="-122"/>
            </a:endParaRPr>
          </a:p>
        </p:txBody>
      </p:sp>
      <p:sp>
        <p:nvSpPr>
          <p:cNvPr id="15368" name="矩形 15367"/>
          <p:cNvSpPr/>
          <p:nvPr/>
        </p:nvSpPr>
        <p:spPr>
          <a:xfrm>
            <a:off x="1828800" y="1638300"/>
            <a:ext cx="8839200" cy="1395413"/>
          </a:xfrm>
          <a:prstGeom prst="rect">
            <a:avLst/>
          </a:prstGeom>
          <a:noFill/>
          <a:ln w="9525">
            <a:noFill/>
          </a:ln>
        </p:spPr>
        <p:txBody>
          <a:bodyPr anchor="t" anchorCtr="0"/>
          <a:p>
            <a:pPr lvl="2" indent="0" eaLnBrk="0" hangingPunct="0">
              <a:lnSpc>
                <a:spcPct val="150000"/>
              </a:lnSpc>
              <a:buClr>
                <a:schemeClr val="accent2"/>
              </a:buClr>
              <a:buFont typeface="Wingdings" panose="05000000000000000000" pitchFamily="2" charset="2"/>
              <a:buChar char="v"/>
            </a:pPr>
            <a:r>
              <a:rPr lang="zh-CN" altLang="en-US" dirty="0">
                <a:latin typeface="微软雅黑 Light" panose="020B0502040204020203" charset="-122"/>
                <a:ea typeface="微软雅黑 Light" panose="020B0502040204020203" charset="-122"/>
              </a:rPr>
              <a:t>字符数组的初始化</a:t>
            </a:r>
            <a:endParaRPr lang="zh-CN" altLang="en-US" dirty="0">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buChar char="l"/>
            </a:pPr>
            <a:r>
              <a:rPr lang="zh-CN" altLang="en-US" dirty="0">
                <a:latin typeface="微软雅黑 Light" panose="020B0502040204020203" charset="-122"/>
                <a:ea typeface="微软雅黑 Light" panose="020B0502040204020203" charset="-122"/>
              </a:rPr>
              <a:t>逐个字符赋值</a:t>
            </a:r>
            <a:endParaRPr lang="zh-CN" altLang="en-US" dirty="0">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buChar char="l"/>
            </a:pPr>
            <a:r>
              <a:rPr lang="zh-CN" altLang="en-US" dirty="0">
                <a:latin typeface="微软雅黑 Light" panose="020B0502040204020203" charset="-122"/>
                <a:ea typeface="微软雅黑 Light" panose="020B0502040204020203" charset="-122"/>
              </a:rPr>
              <a:t>用字符串常量</a:t>
            </a:r>
            <a:endParaRPr lang="zh-CN" altLang="en-US" dirty="0">
              <a:latin typeface="微软雅黑 Light" panose="020B0502040204020203" charset="-122"/>
              <a:ea typeface="微软雅黑 Light" panose="020B0502040204020203" charset="-122"/>
            </a:endParaRPr>
          </a:p>
          <a:p>
            <a:pPr lvl="2" indent="0" eaLnBrk="0" hangingPunct="0">
              <a:lnSpc>
                <a:spcPct val="150000"/>
              </a:lnSpc>
              <a:buClr>
                <a:schemeClr val="accent2"/>
              </a:buClr>
              <a:buFont typeface="Wingdings" panose="05000000000000000000" pitchFamily="2" charset="2"/>
              <a:buChar char="v"/>
            </a:pPr>
            <a:r>
              <a:rPr lang="zh-CN" altLang="en-US" dirty="0">
                <a:latin typeface="微软雅黑 Light" panose="020B0502040204020203" charset="-122"/>
                <a:ea typeface="微软雅黑 Light" panose="020B0502040204020203" charset="-122"/>
              </a:rPr>
              <a:t>字符数组的引用</a:t>
            </a:r>
            <a:endParaRPr lang="zh-CN" altLang="en-US" dirty="0">
              <a:latin typeface="微软雅黑 Light" panose="020B0502040204020203" charset="-122"/>
              <a:ea typeface="微软雅黑 Light" panose="020B0502040204020203" charset="-122"/>
            </a:endParaRPr>
          </a:p>
          <a:p>
            <a:pPr lvl="2" indent="0" eaLnBrk="0" hangingPunct="0"/>
            <a:endParaRPr lang="zh-CN" altLang="en-US" dirty="0">
              <a:latin typeface="微软雅黑 Light" panose="020B0502040204020203" charset="-122"/>
              <a:ea typeface="微软雅黑 Light" panose="020B0502040204020203" charset="-122"/>
            </a:endParaRPr>
          </a:p>
        </p:txBody>
      </p:sp>
      <p:sp>
        <p:nvSpPr>
          <p:cNvPr id="15370" name="矩形 15369"/>
          <p:cNvSpPr/>
          <p:nvPr/>
        </p:nvSpPr>
        <p:spPr>
          <a:xfrm>
            <a:off x="5516563" y="2047875"/>
            <a:ext cx="2439987" cy="368300"/>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例   char c[10], ch[3][4];</a:t>
            </a:r>
            <a:endParaRPr lang="zh-CN" altLang="zh-CN">
              <a:latin typeface="Calibri" panose="020F0502020204030204" pitchFamily="34" charset="0"/>
              <a:ea typeface="宋体" panose="02010600030101010101" pitchFamily="2" charset="-122"/>
            </a:endParaRPr>
          </a:p>
        </p:txBody>
      </p:sp>
      <p:grpSp>
        <p:nvGrpSpPr>
          <p:cNvPr id="15399" name="组合 15398"/>
          <p:cNvGrpSpPr/>
          <p:nvPr/>
        </p:nvGrpSpPr>
        <p:grpSpPr>
          <a:xfrm>
            <a:off x="2992438" y="2447925"/>
            <a:ext cx="6688137" cy="3729038"/>
            <a:chOff x="634" y="1416"/>
            <a:chExt cx="4213" cy="2349"/>
          </a:xfrm>
        </p:grpSpPr>
        <p:sp>
          <p:nvSpPr>
            <p:cNvPr id="503813" name="矩形 15373"/>
            <p:cNvSpPr/>
            <p:nvPr/>
          </p:nvSpPr>
          <p:spPr>
            <a:xfrm>
              <a:off x="634" y="2184"/>
              <a:ext cx="4046" cy="1581"/>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例 char ch[5]={‘H’,’e’,’l’,’l’,’o’};</a:t>
              </a: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p:txBody>
        </p:sp>
        <p:sp>
          <p:nvSpPr>
            <p:cNvPr id="503814" name="矩形 15374"/>
            <p:cNvSpPr/>
            <p:nvPr/>
          </p:nvSpPr>
          <p:spPr>
            <a:xfrm>
              <a:off x="899" y="2751"/>
              <a:ext cx="2988" cy="394"/>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endParaRPr lang="zh-CN" altLang="zh-CN">
                <a:latin typeface="Calibri" panose="020F0502020204030204" pitchFamily="34" charset="0"/>
                <a:ea typeface="宋体" panose="02010600030101010101" pitchFamily="2" charset="-122"/>
              </a:endParaRPr>
            </a:p>
          </p:txBody>
        </p:sp>
        <p:sp>
          <p:nvSpPr>
            <p:cNvPr id="503815" name="直接连接符 15375"/>
            <p:cNvSpPr/>
            <p:nvPr/>
          </p:nvSpPr>
          <p:spPr>
            <a:xfrm>
              <a:off x="1535" y="2759"/>
              <a:ext cx="0" cy="395"/>
            </a:xfrm>
            <a:prstGeom prst="line">
              <a:avLst/>
            </a:prstGeom>
            <a:ln w="25400" cap="flat" cmpd="sng">
              <a:solidFill>
                <a:schemeClr val="accent1"/>
              </a:solidFill>
              <a:prstDash val="solid"/>
              <a:miter/>
              <a:headEnd type="none" w="med" len="med"/>
              <a:tailEnd type="none" w="med" len="med"/>
            </a:ln>
          </p:spPr>
        </p:sp>
        <p:sp>
          <p:nvSpPr>
            <p:cNvPr id="503816" name="直接连接符 15376"/>
            <p:cNvSpPr/>
            <p:nvPr/>
          </p:nvSpPr>
          <p:spPr>
            <a:xfrm>
              <a:off x="2129" y="2745"/>
              <a:ext cx="0" cy="395"/>
            </a:xfrm>
            <a:prstGeom prst="line">
              <a:avLst/>
            </a:prstGeom>
            <a:ln w="25400" cap="flat" cmpd="sng">
              <a:solidFill>
                <a:schemeClr val="accent1"/>
              </a:solidFill>
              <a:prstDash val="solid"/>
              <a:miter/>
              <a:headEnd type="none" w="med" len="med"/>
              <a:tailEnd type="none" w="med" len="med"/>
            </a:ln>
          </p:spPr>
        </p:sp>
        <p:sp>
          <p:nvSpPr>
            <p:cNvPr id="503817" name="直接连接符 15377"/>
            <p:cNvSpPr/>
            <p:nvPr/>
          </p:nvSpPr>
          <p:spPr>
            <a:xfrm>
              <a:off x="2723" y="2745"/>
              <a:ext cx="0" cy="395"/>
            </a:xfrm>
            <a:prstGeom prst="line">
              <a:avLst/>
            </a:prstGeom>
            <a:ln w="25400" cap="flat" cmpd="sng">
              <a:solidFill>
                <a:schemeClr val="accent1"/>
              </a:solidFill>
              <a:prstDash val="solid"/>
              <a:miter/>
              <a:headEnd type="none" w="med" len="med"/>
              <a:tailEnd type="none" w="med" len="med"/>
            </a:ln>
          </p:spPr>
        </p:sp>
        <p:sp>
          <p:nvSpPr>
            <p:cNvPr id="503818" name="直接连接符 15378"/>
            <p:cNvSpPr/>
            <p:nvPr/>
          </p:nvSpPr>
          <p:spPr>
            <a:xfrm>
              <a:off x="3317" y="2745"/>
              <a:ext cx="0" cy="395"/>
            </a:xfrm>
            <a:prstGeom prst="line">
              <a:avLst/>
            </a:prstGeom>
            <a:ln w="25400" cap="flat" cmpd="sng">
              <a:solidFill>
                <a:schemeClr val="accent1"/>
              </a:solidFill>
              <a:prstDash val="solid"/>
              <a:miter/>
              <a:headEnd type="none" w="med" len="med"/>
              <a:tailEnd type="none" w="med" len="med"/>
            </a:ln>
          </p:spPr>
        </p:sp>
        <p:sp>
          <p:nvSpPr>
            <p:cNvPr id="503819" name="矩形 15380"/>
            <p:cNvSpPr/>
            <p:nvPr/>
          </p:nvSpPr>
          <p:spPr>
            <a:xfrm>
              <a:off x="899" y="3140"/>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ch[0]</a:t>
              </a:r>
              <a:endParaRPr lang="zh-CN" altLang="zh-CN">
                <a:latin typeface="Calibri" panose="020F0502020204030204" pitchFamily="34" charset="0"/>
                <a:ea typeface="宋体" panose="02010600030101010101" pitchFamily="2" charset="-122"/>
              </a:endParaRPr>
            </a:p>
          </p:txBody>
        </p:sp>
        <p:sp>
          <p:nvSpPr>
            <p:cNvPr id="503820" name="矩形 15386"/>
            <p:cNvSpPr/>
            <p:nvPr/>
          </p:nvSpPr>
          <p:spPr>
            <a:xfrm>
              <a:off x="1154" y="2796"/>
              <a:ext cx="228"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H</a:t>
              </a:r>
              <a:endParaRPr lang="zh-CN" altLang="zh-CN">
                <a:latin typeface="Calibri" panose="020F0502020204030204" pitchFamily="34" charset="0"/>
                <a:ea typeface="宋体" panose="02010600030101010101" pitchFamily="2" charset="-122"/>
              </a:endParaRPr>
            </a:p>
          </p:txBody>
        </p:sp>
        <p:sp>
          <p:nvSpPr>
            <p:cNvPr id="503821" name="矩形 15387"/>
            <p:cNvSpPr/>
            <p:nvPr/>
          </p:nvSpPr>
          <p:spPr>
            <a:xfrm>
              <a:off x="1739" y="2796"/>
              <a:ext cx="184"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e</a:t>
              </a:r>
              <a:endParaRPr lang="zh-CN" altLang="zh-CN">
                <a:latin typeface="Calibri" panose="020F0502020204030204" pitchFamily="34" charset="0"/>
                <a:ea typeface="宋体" panose="02010600030101010101" pitchFamily="2" charset="-122"/>
              </a:endParaRPr>
            </a:p>
          </p:txBody>
        </p:sp>
        <p:sp>
          <p:nvSpPr>
            <p:cNvPr id="503822" name="矩形 15388"/>
            <p:cNvSpPr/>
            <p:nvPr/>
          </p:nvSpPr>
          <p:spPr>
            <a:xfrm>
              <a:off x="2325" y="2796"/>
              <a:ext cx="157"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l</a:t>
              </a:r>
              <a:endParaRPr lang="zh-CN" altLang="zh-CN">
                <a:latin typeface="Calibri" panose="020F0502020204030204" pitchFamily="34" charset="0"/>
                <a:ea typeface="宋体" panose="02010600030101010101" pitchFamily="2" charset="-122"/>
              </a:endParaRPr>
            </a:p>
          </p:txBody>
        </p:sp>
        <p:sp>
          <p:nvSpPr>
            <p:cNvPr id="503823" name="矩形 15389"/>
            <p:cNvSpPr/>
            <p:nvPr/>
          </p:nvSpPr>
          <p:spPr>
            <a:xfrm>
              <a:off x="2910" y="2796"/>
              <a:ext cx="157"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l</a:t>
              </a:r>
              <a:endParaRPr lang="zh-CN" altLang="zh-CN">
                <a:latin typeface="Calibri" panose="020F0502020204030204" pitchFamily="34" charset="0"/>
                <a:ea typeface="宋体" panose="02010600030101010101" pitchFamily="2" charset="-122"/>
              </a:endParaRPr>
            </a:p>
          </p:txBody>
        </p:sp>
        <p:sp>
          <p:nvSpPr>
            <p:cNvPr id="503824" name="矩形 15390"/>
            <p:cNvSpPr/>
            <p:nvPr/>
          </p:nvSpPr>
          <p:spPr>
            <a:xfrm>
              <a:off x="3496" y="2796"/>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o</a:t>
              </a:r>
              <a:endParaRPr lang="zh-CN" altLang="zh-CN">
                <a:latin typeface="Calibri" panose="020F0502020204030204" pitchFamily="34" charset="0"/>
                <a:ea typeface="宋体" panose="02010600030101010101" pitchFamily="2" charset="-122"/>
              </a:endParaRPr>
            </a:p>
          </p:txBody>
        </p:sp>
        <p:sp>
          <p:nvSpPr>
            <p:cNvPr id="503825" name="云形标注 15392"/>
            <p:cNvSpPr/>
            <p:nvPr/>
          </p:nvSpPr>
          <p:spPr>
            <a:xfrm>
              <a:off x="3216" y="1416"/>
              <a:ext cx="1631" cy="356"/>
            </a:xfrm>
            <a:prstGeom prst="cloudCallout">
              <a:avLst>
                <a:gd name="adj1" fmla="val -37602"/>
                <a:gd name="adj2" fmla="val 114551"/>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微软雅黑 Light" panose="020B0502040204020203" charset="-122"/>
                  <a:ea typeface="微软雅黑 Light" panose="020B0502040204020203" charset="-122"/>
                </a:rPr>
                <a:t>逐个字符赋值</a:t>
              </a:r>
              <a:endParaRPr lang="zh-CN" altLang="zh-CN">
                <a:latin typeface="微软雅黑 Light" panose="020B0502040204020203" charset="-122"/>
                <a:ea typeface="微软雅黑 Light" panose="020B0502040204020203" charset="-122"/>
              </a:endParaRPr>
            </a:p>
          </p:txBody>
        </p:sp>
        <p:sp>
          <p:nvSpPr>
            <p:cNvPr id="503826" name="矩形 15393"/>
            <p:cNvSpPr/>
            <p:nvPr/>
          </p:nvSpPr>
          <p:spPr>
            <a:xfrm>
              <a:off x="1528" y="3139"/>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ch[1]</a:t>
              </a:r>
              <a:endParaRPr lang="zh-CN" altLang="zh-CN">
                <a:latin typeface="Calibri" panose="020F0502020204030204" pitchFamily="34" charset="0"/>
                <a:ea typeface="宋体" panose="02010600030101010101" pitchFamily="2" charset="-122"/>
              </a:endParaRPr>
            </a:p>
          </p:txBody>
        </p:sp>
        <p:sp>
          <p:nvSpPr>
            <p:cNvPr id="503827" name="矩形 15394"/>
            <p:cNvSpPr/>
            <p:nvPr/>
          </p:nvSpPr>
          <p:spPr>
            <a:xfrm>
              <a:off x="2129" y="3139"/>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ch[2]</a:t>
              </a:r>
              <a:endParaRPr lang="zh-CN" altLang="zh-CN">
                <a:latin typeface="Calibri" panose="020F0502020204030204" pitchFamily="34" charset="0"/>
                <a:ea typeface="宋体" panose="02010600030101010101" pitchFamily="2" charset="-122"/>
              </a:endParaRPr>
            </a:p>
          </p:txBody>
        </p:sp>
        <p:sp>
          <p:nvSpPr>
            <p:cNvPr id="503828" name="矩形 15395"/>
            <p:cNvSpPr/>
            <p:nvPr/>
          </p:nvSpPr>
          <p:spPr>
            <a:xfrm>
              <a:off x="2723" y="3139"/>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ch[3]</a:t>
              </a:r>
              <a:endParaRPr lang="zh-CN" altLang="zh-CN">
                <a:latin typeface="Calibri" panose="020F0502020204030204" pitchFamily="34" charset="0"/>
                <a:ea typeface="宋体" panose="02010600030101010101" pitchFamily="2" charset="-122"/>
              </a:endParaRPr>
            </a:p>
          </p:txBody>
        </p:sp>
        <p:sp>
          <p:nvSpPr>
            <p:cNvPr id="503829" name="矩形 15396"/>
            <p:cNvSpPr/>
            <p:nvPr/>
          </p:nvSpPr>
          <p:spPr>
            <a:xfrm>
              <a:off x="3317" y="3139"/>
              <a:ext cx="570"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ch[4]</a:t>
              </a:r>
              <a:endParaRPr lang="zh-CN" altLang="zh-CN">
                <a:latin typeface="Calibri" panose="020F0502020204030204" pitchFamily="34" charset="0"/>
                <a:ea typeface="宋体" panose="02010600030101010101" pitchFamily="2" charset="-122"/>
              </a:endParaRPr>
            </a:p>
          </p:txBody>
        </p:sp>
      </p:grpSp>
      <p:grpSp>
        <p:nvGrpSpPr>
          <p:cNvPr id="15473" name="组合 15472"/>
          <p:cNvGrpSpPr/>
          <p:nvPr/>
        </p:nvGrpSpPr>
        <p:grpSpPr>
          <a:xfrm>
            <a:off x="2992438" y="2447925"/>
            <a:ext cx="6688137" cy="3729038"/>
            <a:chOff x="670" y="456"/>
            <a:chExt cx="4213" cy="2349"/>
          </a:xfrm>
        </p:grpSpPr>
        <p:sp>
          <p:nvSpPr>
            <p:cNvPr id="503851" name="矩形 15473"/>
            <p:cNvSpPr/>
            <p:nvPr/>
          </p:nvSpPr>
          <p:spPr>
            <a:xfrm>
              <a:off x="670" y="1224"/>
              <a:ext cx="4046" cy="1581"/>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zh-CN" altLang="zh-CN" sz="2000">
                  <a:latin typeface="Calibri" panose="020F0502020204030204" pitchFamily="34" charset="0"/>
                  <a:ea typeface="宋体" panose="02010600030101010101" pitchFamily="2" charset="-122"/>
                </a:rPr>
                <a:t>例 char ch[</a:t>
              </a:r>
              <a:r>
                <a:rPr lang="zh-CN" altLang="zh-CN" sz="2000">
                  <a:solidFill>
                    <a:srgbClr val="FF0000"/>
                  </a:solidFill>
                  <a:latin typeface="Calibri" panose="020F0502020204030204" pitchFamily="34" charset="0"/>
                  <a:ea typeface="宋体" panose="02010600030101010101" pitchFamily="2" charset="-122"/>
                </a:rPr>
                <a:t>6</a:t>
              </a:r>
              <a:r>
                <a:rPr lang="zh-CN" altLang="zh-CN" sz="2000">
                  <a:latin typeface="Calibri" panose="020F0502020204030204" pitchFamily="34" charset="0"/>
                  <a:ea typeface="宋体" panose="02010600030101010101" pitchFamily="2" charset="-122"/>
                </a:rPr>
                <a:t>]=</a:t>
              </a:r>
              <a:r>
                <a:rPr lang="zh-CN" altLang="zh-CN" sz="2000">
                  <a:solidFill>
                    <a:srgbClr val="FF0000"/>
                  </a:solidFill>
                  <a:latin typeface="Calibri" panose="020F0502020204030204" pitchFamily="34" charset="0"/>
                  <a:ea typeface="宋体" panose="02010600030101010101" pitchFamily="2" charset="-122"/>
                </a:rPr>
                <a:t>{</a:t>
              </a:r>
              <a:r>
                <a:rPr lang="zh-CN" altLang="zh-CN" sz="2000">
                  <a:latin typeface="Calibri" panose="020F0502020204030204" pitchFamily="34" charset="0"/>
                  <a:ea typeface="宋体" panose="02010600030101010101" pitchFamily="2" charset="-122"/>
                </a:rPr>
                <a:t>“Hello”</a:t>
              </a:r>
              <a:r>
                <a:rPr lang="zh-CN" altLang="zh-CN" sz="2000">
                  <a:solidFill>
                    <a:srgbClr val="FF0000"/>
                  </a:solidFill>
                  <a:latin typeface="Calibri" panose="020F0502020204030204" pitchFamily="34" charset="0"/>
                  <a:ea typeface="宋体" panose="02010600030101010101" pitchFamily="2" charset="-122"/>
                </a:rPr>
                <a:t>}</a:t>
              </a:r>
              <a:r>
                <a:rPr lang="zh-CN" altLang="zh-CN" sz="2000">
                  <a:latin typeface="Calibri" panose="020F0502020204030204" pitchFamily="34" charset="0"/>
                  <a:ea typeface="宋体" panose="02010600030101010101" pitchFamily="2" charset="-122"/>
                </a:rPr>
                <a:t>;</a:t>
              </a:r>
              <a:endParaRPr lang="zh-CN" altLang="zh-CN" sz="2000">
                <a:latin typeface="Calibri" panose="020F0502020204030204" pitchFamily="34" charset="0"/>
                <a:ea typeface="宋体" panose="02010600030101010101" pitchFamily="2" charset="-122"/>
              </a:endParaRPr>
            </a:p>
            <a:p>
              <a:pPr>
                <a:buSzTx/>
              </a:pPr>
              <a:r>
                <a:rPr lang="zh-CN" altLang="zh-CN" sz="2000">
                  <a:latin typeface="Calibri" panose="020F0502020204030204" pitchFamily="34" charset="0"/>
                  <a:ea typeface="宋体" panose="02010600030101010101" pitchFamily="2" charset="-122"/>
                </a:rPr>
                <a:t>                char ch[6]=“Hello”;</a:t>
              </a:r>
              <a:endParaRPr lang="zh-CN" altLang="zh-CN" sz="2000">
                <a:latin typeface="Calibri" panose="020F0502020204030204" pitchFamily="34" charset="0"/>
                <a:ea typeface="宋体" panose="02010600030101010101" pitchFamily="2" charset="-122"/>
              </a:endParaRPr>
            </a:p>
            <a:p>
              <a:pPr>
                <a:buSzTx/>
              </a:pPr>
              <a:r>
                <a:rPr lang="zh-CN" altLang="zh-CN" sz="2000">
                  <a:latin typeface="Calibri" panose="020F0502020204030204" pitchFamily="34" charset="0"/>
                  <a:ea typeface="宋体" panose="02010600030101010101" pitchFamily="2" charset="-122"/>
                </a:rPr>
                <a:t>                char ch[]=“Hello”;</a:t>
              </a:r>
              <a:endParaRPr lang="zh-CN" altLang="zh-CN" sz="2000">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p:txBody>
        </p:sp>
        <p:sp>
          <p:nvSpPr>
            <p:cNvPr id="503852" name="云形标注 15474"/>
            <p:cNvSpPr/>
            <p:nvPr/>
          </p:nvSpPr>
          <p:spPr>
            <a:xfrm>
              <a:off x="3252" y="456"/>
              <a:ext cx="1631" cy="356"/>
            </a:xfrm>
            <a:prstGeom prst="cloudCallout">
              <a:avLst>
                <a:gd name="adj1" fmla="val -37602"/>
                <a:gd name="adj2" fmla="val 114551"/>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微软雅黑 Light" panose="020B0502040204020203" charset="-122"/>
                  <a:ea typeface="微软雅黑 Light" panose="020B0502040204020203" charset="-122"/>
                </a:rPr>
                <a:t>用字符串常量</a:t>
              </a:r>
              <a:endParaRPr lang="zh-CN" altLang="zh-CN">
                <a:latin typeface="微软雅黑 Light" panose="020B0502040204020203" charset="-122"/>
                <a:ea typeface="微软雅黑 Light" panose="020B0502040204020203" charset="-122"/>
              </a:endParaRPr>
            </a:p>
          </p:txBody>
        </p:sp>
        <p:grpSp>
          <p:nvGrpSpPr>
            <p:cNvPr id="503853" name="组合 15475"/>
            <p:cNvGrpSpPr/>
            <p:nvPr/>
          </p:nvGrpSpPr>
          <p:grpSpPr>
            <a:xfrm>
              <a:off x="955" y="2061"/>
              <a:ext cx="3484" cy="607"/>
              <a:chOff x="955" y="1785"/>
              <a:chExt cx="3484" cy="607"/>
            </a:xfrm>
          </p:grpSpPr>
          <p:sp>
            <p:nvSpPr>
              <p:cNvPr id="503854" name="矩形 15476"/>
              <p:cNvSpPr/>
              <p:nvPr/>
            </p:nvSpPr>
            <p:spPr>
              <a:xfrm>
                <a:off x="959" y="1803"/>
                <a:ext cx="3480" cy="394"/>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endParaRPr lang="zh-CN" altLang="zh-CN">
                  <a:latin typeface="Calibri" panose="020F0502020204030204" pitchFamily="34" charset="0"/>
                  <a:ea typeface="宋体" panose="02010600030101010101" pitchFamily="2" charset="-122"/>
                </a:endParaRPr>
              </a:p>
            </p:txBody>
          </p:sp>
          <p:sp>
            <p:nvSpPr>
              <p:cNvPr id="503855" name="直接连接符 15477"/>
              <p:cNvSpPr/>
              <p:nvPr/>
            </p:nvSpPr>
            <p:spPr>
              <a:xfrm>
                <a:off x="1571" y="1799"/>
                <a:ext cx="0" cy="395"/>
              </a:xfrm>
              <a:prstGeom prst="line">
                <a:avLst/>
              </a:prstGeom>
              <a:ln w="25400" cap="flat" cmpd="sng">
                <a:solidFill>
                  <a:schemeClr val="accent1"/>
                </a:solidFill>
                <a:prstDash val="solid"/>
                <a:miter/>
                <a:headEnd type="none" w="med" len="med"/>
                <a:tailEnd type="none" w="med" len="med"/>
              </a:ln>
            </p:spPr>
          </p:sp>
          <p:sp>
            <p:nvSpPr>
              <p:cNvPr id="503856" name="直接连接符 15478"/>
              <p:cNvSpPr/>
              <p:nvPr/>
            </p:nvSpPr>
            <p:spPr>
              <a:xfrm>
                <a:off x="2165" y="1785"/>
                <a:ext cx="0" cy="395"/>
              </a:xfrm>
              <a:prstGeom prst="line">
                <a:avLst/>
              </a:prstGeom>
              <a:ln w="25400" cap="flat" cmpd="sng">
                <a:solidFill>
                  <a:schemeClr val="accent1"/>
                </a:solidFill>
                <a:prstDash val="solid"/>
                <a:miter/>
                <a:headEnd type="none" w="med" len="med"/>
                <a:tailEnd type="none" w="med" len="med"/>
              </a:ln>
            </p:spPr>
          </p:sp>
          <p:sp>
            <p:nvSpPr>
              <p:cNvPr id="503857" name="直接连接符 15479"/>
              <p:cNvSpPr/>
              <p:nvPr/>
            </p:nvSpPr>
            <p:spPr>
              <a:xfrm>
                <a:off x="2759" y="1785"/>
                <a:ext cx="0" cy="395"/>
              </a:xfrm>
              <a:prstGeom prst="line">
                <a:avLst/>
              </a:prstGeom>
              <a:ln w="25400" cap="flat" cmpd="sng">
                <a:solidFill>
                  <a:schemeClr val="accent1"/>
                </a:solidFill>
                <a:prstDash val="solid"/>
                <a:miter/>
                <a:headEnd type="none" w="med" len="med"/>
                <a:tailEnd type="none" w="med" len="med"/>
              </a:ln>
            </p:spPr>
          </p:sp>
          <p:sp>
            <p:nvSpPr>
              <p:cNvPr id="503858" name="直接连接符 15480"/>
              <p:cNvSpPr/>
              <p:nvPr/>
            </p:nvSpPr>
            <p:spPr>
              <a:xfrm>
                <a:off x="3353" y="1785"/>
                <a:ext cx="0" cy="395"/>
              </a:xfrm>
              <a:prstGeom prst="line">
                <a:avLst/>
              </a:prstGeom>
              <a:ln w="25400" cap="flat" cmpd="sng">
                <a:solidFill>
                  <a:schemeClr val="accent1"/>
                </a:solidFill>
                <a:prstDash val="solid"/>
                <a:miter/>
                <a:headEnd type="none" w="med" len="med"/>
                <a:tailEnd type="none" w="med" len="med"/>
              </a:ln>
            </p:spPr>
          </p:sp>
          <p:sp>
            <p:nvSpPr>
              <p:cNvPr id="503859" name="矩形 15481"/>
              <p:cNvSpPr/>
              <p:nvPr/>
            </p:nvSpPr>
            <p:spPr>
              <a:xfrm>
                <a:off x="955" y="2160"/>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ch[0]</a:t>
                </a:r>
                <a:endParaRPr lang="zh-CN" altLang="zh-CN">
                  <a:latin typeface="Calibri" panose="020F0502020204030204" pitchFamily="34" charset="0"/>
                  <a:ea typeface="宋体" panose="02010600030101010101" pitchFamily="2" charset="-122"/>
                </a:endParaRPr>
              </a:p>
            </p:txBody>
          </p:sp>
          <p:sp>
            <p:nvSpPr>
              <p:cNvPr id="503860" name="矩形 15482"/>
              <p:cNvSpPr/>
              <p:nvPr/>
            </p:nvSpPr>
            <p:spPr>
              <a:xfrm>
                <a:off x="1184" y="1836"/>
                <a:ext cx="228"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H</a:t>
                </a:r>
                <a:endParaRPr lang="zh-CN" altLang="zh-CN">
                  <a:latin typeface="Calibri" panose="020F0502020204030204" pitchFamily="34" charset="0"/>
                  <a:ea typeface="宋体" panose="02010600030101010101" pitchFamily="2" charset="-122"/>
                </a:endParaRPr>
              </a:p>
            </p:txBody>
          </p:sp>
          <p:sp>
            <p:nvSpPr>
              <p:cNvPr id="503861" name="矩形 15483"/>
              <p:cNvSpPr/>
              <p:nvPr/>
            </p:nvSpPr>
            <p:spPr>
              <a:xfrm>
                <a:off x="1775" y="1836"/>
                <a:ext cx="184"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e</a:t>
                </a:r>
                <a:endParaRPr lang="zh-CN" altLang="zh-CN">
                  <a:latin typeface="Calibri" panose="020F0502020204030204" pitchFamily="34" charset="0"/>
                  <a:ea typeface="宋体" panose="02010600030101010101" pitchFamily="2" charset="-122"/>
                </a:endParaRPr>
              </a:p>
            </p:txBody>
          </p:sp>
          <p:sp>
            <p:nvSpPr>
              <p:cNvPr id="503862" name="矩形 15484"/>
              <p:cNvSpPr/>
              <p:nvPr/>
            </p:nvSpPr>
            <p:spPr>
              <a:xfrm>
                <a:off x="2361" y="1836"/>
                <a:ext cx="157"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l</a:t>
                </a:r>
                <a:endParaRPr lang="zh-CN" altLang="zh-CN">
                  <a:latin typeface="Calibri" panose="020F0502020204030204" pitchFamily="34" charset="0"/>
                  <a:ea typeface="宋体" panose="02010600030101010101" pitchFamily="2" charset="-122"/>
                </a:endParaRPr>
              </a:p>
            </p:txBody>
          </p:sp>
          <p:sp>
            <p:nvSpPr>
              <p:cNvPr id="503863" name="矩形 15485"/>
              <p:cNvSpPr/>
              <p:nvPr/>
            </p:nvSpPr>
            <p:spPr>
              <a:xfrm>
                <a:off x="2946" y="1836"/>
                <a:ext cx="157"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l</a:t>
                </a:r>
                <a:endParaRPr lang="zh-CN" altLang="zh-CN">
                  <a:latin typeface="Calibri" panose="020F0502020204030204" pitchFamily="34" charset="0"/>
                  <a:ea typeface="宋体" panose="02010600030101010101" pitchFamily="2" charset="-122"/>
                </a:endParaRPr>
              </a:p>
            </p:txBody>
          </p:sp>
          <p:sp>
            <p:nvSpPr>
              <p:cNvPr id="503864" name="矩形 15486"/>
              <p:cNvSpPr/>
              <p:nvPr/>
            </p:nvSpPr>
            <p:spPr>
              <a:xfrm>
                <a:off x="3532" y="1836"/>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o</a:t>
                </a:r>
                <a:endParaRPr lang="zh-CN" altLang="zh-CN">
                  <a:latin typeface="Calibri" panose="020F0502020204030204" pitchFamily="34" charset="0"/>
                  <a:ea typeface="宋体" panose="02010600030101010101" pitchFamily="2" charset="-122"/>
                </a:endParaRPr>
              </a:p>
            </p:txBody>
          </p:sp>
          <p:sp>
            <p:nvSpPr>
              <p:cNvPr id="503865" name="矩形 15487"/>
              <p:cNvSpPr/>
              <p:nvPr/>
            </p:nvSpPr>
            <p:spPr>
              <a:xfrm>
                <a:off x="1571" y="2160"/>
                <a:ext cx="634"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ch[1]</a:t>
                </a:r>
                <a:endParaRPr lang="zh-CN" altLang="zh-CN">
                  <a:latin typeface="Calibri" panose="020F0502020204030204" pitchFamily="34" charset="0"/>
                  <a:ea typeface="宋体" panose="02010600030101010101" pitchFamily="2" charset="-122"/>
                </a:endParaRPr>
              </a:p>
            </p:txBody>
          </p:sp>
          <p:sp>
            <p:nvSpPr>
              <p:cNvPr id="503866" name="矩形 15488"/>
              <p:cNvSpPr/>
              <p:nvPr/>
            </p:nvSpPr>
            <p:spPr>
              <a:xfrm>
                <a:off x="2165" y="2160"/>
                <a:ext cx="625"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ch[2]</a:t>
                </a:r>
                <a:endParaRPr lang="zh-CN" altLang="zh-CN">
                  <a:latin typeface="Calibri" panose="020F0502020204030204" pitchFamily="34" charset="0"/>
                  <a:ea typeface="宋体" panose="02010600030101010101" pitchFamily="2" charset="-122"/>
                </a:endParaRPr>
              </a:p>
            </p:txBody>
          </p:sp>
          <p:sp>
            <p:nvSpPr>
              <p:cNvPr id="503867" name="矩形 15489"/>
              <p:cNvSpPr/>
              <p:nvPr/>
            </p:nvSpPr>
            <p:spPr>
              <a:xfrm>
                <a:off x="2756" y="2160"/>
                <a:ext cx="619"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ch[3]</a:t>
                </a:r>
                <a:endParaRPr lang="zh-CN" altLang="zh-CN">
                  <a:latin typeface="Calibri" panose="020F0502020204030204" pitchFamily="34" charset="0"/>
                  <a:ea typeface="宋体" panose="02010600030101010101" pitchFamily="2" charset="-122"/>
                </a:endParaRPr>
              </a:p>
            </p:txBody>
          </p:sp>
          <p:sp>
            <p:nvSpPr>
              <p:cNvPr id="503868" name="矩形 15490"/>
              <p:cNvSpPr/>
              <p:nvPr/>
            </p:nvSpPr>
            <p:spPr>
              <a:xfrm>
                <a:off x="3353" y="2160"/>
                <a:ext cx="60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ch[4]</a:t>
                </a:r>
                <a:endParaRPr lang="zh-CN" altLang="zh-CN">
                  <a:latin typeface="Calibri" panose="020F0502020204030204" pitchFamily="34" charset="0"/>
                  <a:ea typeface="宋体" panose="02010600030101010101" pitchFamily="2" charset="-122"/>
                </a:endParaRPr>
              </a:p>
            </p:txBody>
          </p:sp>
          <p:sp>
            <p:nvSpPr>
              <p:cNvPr id="503869" name="直接连接符 15491"/>
              <p:cNvSpPr/>
              <p:nvPr/>
            </p:nvSpPr>
            <p:spPr>
              <a:xfrm>
                <a:off x="3905" y="1785"/>
                <a:ext cx="0" cy="395"/>
              </a:xfrm>
              <a:prstGeom prst="line">
                <a:avLst/>
              </a:prstGeom>
              <a:ln w="25400" cap="flat" cmpd="sng">
                <a:solidFill>
                  <a:schemeClr val="accent1"/>
                </a:solidFill>
                <a:prstDash val="solid"/>
                <a:miter/>
                <a:headEnd type="none" w="med" len="med"/>
                <a:tailEnd type="none" w="med" len="med"/>
              </a:ln>
            </p:spPr>
          </p:sp>
          <p:sp>
            <p:nvSpPr>
              <p:cNvPr id="503870" name="矩形 15492"/>
              <p:cNvSpPr/>
              <p:nvPr/>
            </p:nvSpPr>
            <p:spPr>
              <a:xfrm>
                <a:off x="4048" y="1872"/>
                <a:ext cx="335" cy="275"/>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\0</a:t>
                </a:r>
                <a:endParaRPr lang="zh-CN" altLang="zh-CN">
                  <a:solidFill>
                    <a:srgbClr val="FF0000"/>
                  </a:solidFill>
                  <a:latin typeface="Calibri" panose="020F0502020204030204" pitchFamily="34" charset="0"/>
                  <a:ea typeface="宋体" panose="02010600030101010101" pitchFamily="2" charset="-122"/>
                </a:endParaRPr>
              </a:p>
            </p:txBody>
          </p:sp>
          <p:sp>
            <p:nvSpPr>
              <p:cNvPr id="503871" name="矩形 15493"/>
              <p:cNvSpPr/>
              <p:nvPr/>
            </p:nvSpPr>
            <p:spPr>
              <a:xfrm>
                <a:off x="3905" y="2160"/>
                <a:ext cx="534"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ch[5]</a:t>
                </a:r>
                <a:endParaRPr lang="zh-CN" altLang="zh-CN">
                  <a:latin typeface="Calibri" panose="020F0502020204030204" pitchFamily="34" charset="0"/>
                  <a:ea typeface="宋体" panose="02010600030101010101" pitchFamily="2" charset="-122"/>
                </a:endParaRPr>
              </a:p>
            </p:txBody>
          </p:sp>
        </p:grpSp>
      </p:grpSp>
      <p:grpSp>
        <p:nvGrpSpPr>
          <p:cNvPr id="503872" name="组合 15499"/>
          <p:cNvGrpSpPr/>
          <p:nvPr/>
        </p:nvGrpSpPr>
        <p:grpSpPr>
          <a:xfrm>
            <a:off x="9620250" y="6343650"/>
            <a:ext cx="1047750" cy="514350"/>
            <a:chOff x="4944" y="3816"/>
            <a:chExt cx="660" cy="324"/>
          </a:xfrm>
        </p:grpSpPr>
        <p:sp>
          <p:nvSpPr>
            <p:cNvPr id="503873" name="圆角矩形 15500">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503874" name="组合 15501"/>
            <p:cNvGrpSpPr/>
            <p:nvPr/>
          </p:nvGrpSpPr>
          <p:grpSpPr>
            <a:xfrm>
              <a:off x="5034" y="3846"/>
              <a:ext cx="450" cy="240"/>
              <a:chOff x="4530" y="3822"/>
              <a:chExt cx="450" cy="240"/>
            </a:xfrm>
          </p:grpSpPr>
          <p:sp>
            <p:nvSpPr>
              <p:cNvPr id="503875" name="任意多边形 15502">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503876" name="椭圆 15503"/>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503877" name="椭圆 15504"/>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503878"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362">
                                            <p:txEl>
                                              <p:charRg st="1" end="6"/>
                                            </p:txEl>
                                          </p:spTgt>
                                        </p:tgtEl>
                                        <p:attrNameLst>
                                          <p:attrName>style.visibility</p:attrName>
                                        </p:attrNameLst>
                                      </p:cBhvr>
                                      <p:to>
                                        <p:strVal val="visible"/>
                                      </p:to>
                                    </p:set>
                                    <p:animEffect transition="in" filter="box(out)">
                                      <p:cBhvr>
                                        <p:cTn id="7" dur="500"/>
                                        <p:tgtEl>
                                          <p:spTgt spid="15362">
                                            <p:txEl>
                                              <p:charRg st="1" end="6"/>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5362">
                                            <p:txEl>
                                              <p:charRg st="6" end="12"/>
                                            </p:txEl>
                                          </p:spTgt>
                                        </p:tgtEl>
                                        <p:attrNameLst>
                                          <p:attrName>style.visibility</p:attrName>
                                        </p:attrNameLst>
                                      </p:cBhvr>
                                      <p:to>
                                        <p:strVal val="visible"/>
                                      </p:to>
                                    </p:set>
                                    <p:animEffect transition="in" filter="box(out)">
                                      <p:cBhvr>
                                        <p:cTn id="12" dur="500"/>
                                        <p:tgtEl>
                                          <p:spTgt spid="15362">
                                            <p:txEl>
                                              <p:charRg st="6" end="12"/>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5370"/>
                                        </p:tgtEl>
                                        <p:attrNameLst>
                                          <p:attrName>style.visibility</p:attrName>
                                        </p:attrNameLst>
                                      </p:cBhvr>
                                      <p:to>
                                        <p:strVal val="visible"/>
                                      </p:to>
                                    </p:set>
                                    <p:animEffect transition="in" filter="box(out)">
                                      <p:cBhvr>
                                        <p:cTn id="17" dur="500"/>
                                        <p:tgtEl>
                                          <p:spTgt spid="15370"/>
                                        </p:tgtEl>
                                      </p:cBhvr>
                                    </p:animEffect>
                                  </p:childTnLst>
                                  <p:subTnLst>
                                    <p:set>
                                      <p:cBhvr override="childStyle">
                                        <p:cTn dur="1" fill="hold" display="0" masterRel="nextClick" afterEffect="1"/>
                                        <p:tgtEl>
                                          <p:spTgt spid="15370"/>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15368">
                                            <p:txEl>
                                              <p:charRg st="0" end="9"/>
                                            </p:txEl>
                                          </p:spTgt>
                                        </p:tgtEl>
                                        <p:attrNameLst>
                                          <p:attrName>style.visibility</p:attrName>
                                        </p:attrNameLst>
                                      </p:cBhvr>
                                      <p:to>
                                        <p:strVal val="visible"/>
                                      </p:to>
                                    </p:set>
                                    <p:animEffect transition="in" filter="box(out)">
                                      <p:cBhvr>
                                        <p:cTn id="22" dur="500"/>
                                        <p:tgtEl>
                                          <p:spTgt spid="15368">
                                            <p:txEl>
                                              <p:charRg st="0" end="9"/>
                                            </p:txEl>
                                          </p:spTgt>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15368">
                                            <p:txEl>
                                              <p:charRg st="9" end="16"/>
                                            </p:txEl>
                                          </p:spTgt>
                                        </p:tgtEl>
                                        <p:attrNameLst>
                                          <p:attrName>style.visibility</p:attrName>
                                        </p:attrNameLst>
                                      </p:cBhvr>
                                      <p:to>
                                        <p:strVal val="visible"/>
                                      </p:to>
                                    </p:set>
                                    <p:animEffect transition="in" filter="box(out)">
                                      <p:cBhvr>
                                        <p:cTn id="27" dur="500"/>
                                        <p:tgtEl>
                                          <p:spTgt spid="15368">
                                            <p:txEl>
                                              <p:charRg st="9" end="16"/>
                                            </p:txEl>
                                          </p:spTgt>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15368">
                                            <p:txEl>
                                              <p:charRg st="16" end="23"/>
                                            </p:txEl>
                                          </p:spTgt>
                                        </p:tgtEl>
                                        <p:attrNameLst>
                                          <p:attrName>style.visibility</p:attrName>
                                        </p:attrNameLst>
                                      </p:cBhvr>
                                      <p:to>
                                        <p:strVal val="visible"/>
                                      </p:to>
                                    </p:set>
                                    <p:animEffect transition="in" filter="box(out)">
                                      <p:cBhvr>
                                        <p:cTn id="32" dur="500"/>
                                        <p:tgtEl>
                                          <p:spTgt spid="15368">
                                            <p:txEl>
                                              <p:charRg st="16" end="23"/>
                                            </p:txEl>
                                          </p:spTgt>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 fill="hold">
                                          <p:stCondLst>
                                            <p:cond delay="0"/>
                                          </p:stCondLst>
                                        </p:cTn>
                                        <p:tgtEl>
                                          <p:spTgt spid="15368">
                                            <p:txEl>
                                              <p:charRg st="23" end="31"/>
                                            </p:txEl>
                                          </p:spTgt>
                                        </p:tgtEl>
                                        <p:attrNameLst>
                                          <p:attrName>style.visibility</p:attrName>
                                        </p:attrNameLst>
                                      </p:cBhvr>
                                      <p:to>
                                        <p:strVal val="visible"/>
                                      </p:to>
                                    </p:set>
                                    <p:animEffect transition="in" filter="box(out)">
                                      <p:cBhvr>
                                        <p:cTn id="37" dur="500"/>
                                        <p:tgtEl>
                                          <p:spTgt spid="15368">
                                            <p:txEl>
                                              <p:charRg st="23" end="31"/>
                                            </p:txEl>
                                          </p:spTgt>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16" fill="hold" nodeType="clickEffect">
                                  <p:stCondLst>
                                    <p:cond delay="0"/>
                                  </p:stCondLst>
                                  <p:childTnLst>
                                    <p:set>
                                      <p:cBhvr>
                                        <p:cTn id="41" dur="1" fill="hold">
                                          <p:stCondLst>
                                            <p:cond delay="0"/>
                                          </p:stCondLst>
                                        </p:cTn>
                                        <p:tgtEl>
                                          <p:spTgt spid="15399"/>
                                        </p:tgtEl>
                                        <p:attrNameLst>
                                          <p:attrName>style.visibility</p:attrName>
                                        </p:attrNameLst>
                                      </p:cBhvr>
                                      <p:to>
                                        <p:strVal val="visible"/>
                                      </p:to>
                                    </p:set>
                                    <p:animEffect transition="in" filter="box(in)">
                                      <p:cBhvr>
                                        <p:cTn id="42" dur="500"/>
                                        <p:tgtEl>
                                          <p:spTgt spid="15399"/>
                                        </p:tgtEl>
                                      </p:cBhvr>
                                    </p:animEffect>
                                  </p:childTnLst>
                                  <p:subTnLst>
                                    <p:set>
                                      <p:cBhvr override="childStyle">
                                        <p:cTn dur="1" fill="hold" display="0" masterRel="nextClick" afterEffect="1"/>
                                        <p:tgtEl>
                                          <p:spTgt spid="15399"/>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4" presetClass="entr" presetSubtype="16" fill="hold" nodeType="clickEffect">
                                  <p:stCondLst>
                                    <p:cond delay="0"/>
                                  </p:stCondLst>
                                  <p:childTnLst>
                                    <p:set>
                                      <p:cBhvr>
                                        <p:cTn id="46" dur="1" fill="hold">
                                          <p:stCondLst>
                                            <p:cond delay="0"/>
                                          </p:stCondLst>
                                        </p:cTn>
                                        <p:tgtEl>
                                          <p:spTgt spid="15473"/>
                                        </p:tgtEl>
                                        <p:attrNameLst>
                                          <p:attrName>style.visibility</p:attrName>
                                        </p:attrNameLst>
                                      </p:cBhvr>
                                      <p:to>
                                        <p:strVal val="visible"/>
                                      </p:to>
                                    </p:set>
                                    <p:animEffect transition="in" filter="box(in)">
                                      <p:cBhvr>
                                        <p:cTn id="47" dur="500"/>
                                        <p:tgtEl>
                                          <p:spTgt spid="15473"/>
                                        </p:tgtEl>
                                      </p:cBhvr>
                                    </p:animEffect>
                                  </p:childTnLst>
                                  <p:subTnLst>
                                    <p:set>
                                      <p:cBhvr override="childStyle">
                                        <p:cTn dur="1" fill="hold" display="0" masterRel="nextClick" afterEffect="1"/>
                                        <p:tgtEl>
                                          <p:spTgt spid="15473"/>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ldLvl="4" uiExpand="1" build="p"/>
      <p:bldP spid="15368" grpId="0" bldLvl="4" build="p"/>
      <p:bldP spid="15370" grpId="0" bldLvl="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2" name="矩形 15361"/>
          <p:cNvSpPr/>
          <p:nvPr/>
        </p:nvSpPr>
        <p:spPr>
          <a:xfrm>
            <a:off x="1828800" y="457200"/>
            <a:ext cx="8839200" cy="804863"/>
          </a:xfrm>
          <a:prstGeom prst="rect">
            <a:avLst/>
          </a:prstGeom>
          <a:noFill/>
          <a:ln w="9525">
            <a:noFill/>
          </a:ln>
        </p:spPr>
        <p:txBody>
          <a:bodyPr anchor="t" anchorCtr="0"/>
          <a:p>
            <a:pPr eaLnBrk="0" hangingPunct="0">
              <a:buChar char="§"/>
            </a:pPr>
            <a:endParaRPr lang="en-US" altLang="zh-CN" dirty="0">
              <a:latin typeface="Times New Roman" panose="02020603050405020304" pitchFamily="18" charset="0"/>
              <a:ea typeface="宋体" panose="02010600030101010101" pitchFamily="2" charset="-122"/>
            </a:endParaRPr>
          </a:p>
          <a:p>
            <a:pPr lvl="1" indent="0" eaLnBrk="0" hangingPunct="0">
              <a:buClr>
                <a:schemeClr val="hlink"/>
              </a:buClr>
              <a:buFont typeface="Wingdings" panose="05000000000000000000" pitchFamily="2" charset="2"/>
            </a:pPr>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1</a:t>
            </a:r>
            <a:r>
              <a:rPr lang="zh-CN" altLang="en-US" sz="2400" dirty="0">
                <a:latin typeface="微软雅黑 Light" panose="020B0502040204020203" charset="-122"/>
                <a:ea typeface="微软雅黑 Light" panose="020B0502040204020203" charset="-122"/>
              </a:rPr>
              <a:t>）字符数组</a:t>
            </a:r>
            <a:r>
              <a:rPr lang="zh-CN" altLang="en-US" dirty="0">
                <a:latin typeface="微软雅黑 Light" panose="020B0502040204020203" charset="-122"/>
                <a:ea typeface="微软雅黑 Light" panose="020B0502040204020203" charset="-122"/>
              </a:rPr>
              <a:t> </a:t>
            </a:r>
            <a:r>
              <a:rPr lang="zh-CN" altLang="en-US" dirty="0">
                <a:latin typeface="Times New Roman" panose="02020603050405020304" pitchFamily="18" charset="0"/>
                <a:ea typeface="隶书" panose="02010509060101010101" pitchFamily="49" charset="-122"/>
              </a:rPr>
              <a:t>  </a:t>
            </a:r>
            <a:endParaRPr lang="zh-CN" altLang="en-US" dirty="0">
              <a:latin typeface="Times New Roman" panose="02020603050405020304" pitchFamily="18" charset="0"/>
              <a:ea typeface="宋体" panose="02010600030101010101" pitchFamily="2" charset="-122"/>
            </a:endParaRPr>
          </a:p>
        </p:txBody>
      </p:sp>
      <p:sp>
        <p:nvSpPr>
          <p:cNvPr id="15368" name="矩形 15367"/>
          <p:cNvSpPr/>
          <p:nvPr/>
        </p:nvSpPr>
        <p:spPr>
          <a:xfrm>
            <a:off x="1828800" y="1262063"/>
            <a:ext cx="8839200" cy="950912"/>
          </a:xfrm>
          <a:prstGeom prst="rect">
            <a:avLst/>
          </a:prstGeom>
          <a:noFill/>
          <a:ln w="9525">
            <a:noFill/>
          </a:ln>
        </p:spPr>
        <p:txBody>
          <a:bodyPr anchor="t" anchorCtr="0"/>
          <a:p>
            <a:pPr lvl="2" indent="0" eaLnBrk="0" hangingPunct="0">
              <a:lnSpc>
                <a:spcPct val="150000"/>
              </a:lnSpc>
              <a:buClr>
                <a:schemeClr val="accent2"/>
              </a:buClr>
              <a:buFont typeface="Wingdings" panose="05000000000000000000" pitchFamily="2" charset="2"/>
              <a:buChar char="v"/>
            </a:pPr>
            <a:r>
              <a:rPr lang="zh-CN" altLang="en-US" dirty="0">
                <a:latin typeface="微软雅黑 Light" panose="020B0502040204020203" charset="-122"/>
                <a:ea typeface="微软雅黑 Light" panose="020B0502040204020203" charset="-122"/>
              </a:rPr>
              <a:t>若初值表中初值的个数大于字符数组的长度，则编译错误。</a:t>
            </a:r>
            <a:endParaRPr lang="zh-CN" altLang="en-US" dirty="0">
              <a:latin typeface="微软雅黑 Light" panose="020B0502040204020203" charset="-122"/>
              <a:ea typeface="微软雅黑 Light" panose="020B0502040204020203" charset="-122"/>
            </a:endParaRPr>
          </a:p>
          <a:p>
            <a:pPr lvl="2" indent="0" eaLnBrk="0" hangingPunct="0">
              <a:lnSpc>
                <a:spcPct val="150000"/>
              </a:lnSpc>
              <a:buClr>
                <a:schemeClr val="accent2"/>
              </a:buClr>
              <a:buFont typeface="Wingdings" panose="05000000000000000000" pitchFamily="2" charset="2"/>
              <a:buChar char="v"/>
            </a:pPr>
            <a:r>
              <a:rPr lang="zh-CN" altLang="en-US" dirty="0">
                <a:latin typeface="微软雅黑 Light" panose="020B0502040204020203" charset="-122"/>
                <a:ea typeface="微软雅黑 Light" panose="020B0502040204020203" charset="-122"/>
              </a:rPr>
              <a:t>若初值表中初值的个数小于字符数组的长度，多余元素的初值为</a:t>
            </a:r>
            <a:r>
              <a:rPr lang="en-US" altLang="zh-CN" dirty="0">
                <a:latin typeface="微软雅黑 Light" panose="020B0502040204020203" charset="-122"/>
                <a:ea typeface="微软雅黑 Light" panose="020B0502040204020203" charset="-122"/>
              </a:rPr>
              <a:t>0</a:t>
            </a:r>
            <a:r>
              <a:rPr lang="zh-CN" altLang="en-US" dirty="0">
                <a:latin typeface="微软雅黑 Light" panose="020B0502040204020203" charset="-122"/>
                <a:ea typeface="微软雅黑 Light" panose="020B0502040204020203" charset="-122"/>
              </a:rPr>
              <a:t>。</a:t>
            </a:r>
            <a:endParaRPr lang="zh-CN" altLang="en-US" dirty="0">
              <a:latin typeface="微软雅黑 Light" panose="020B0502040204020203" charset="-122"/>
              <a:ea typeface="微软雅黑 Light" panose="020B0502040204020203" charset="-122"/>
            </a:endParaRPr>
          </a:p>
        </p:txBody>
      </p:sp>
      <p:grpSp>
        <p:nvGrpSpPr>
          <p:cNvPr id="504835" name="组合 15499"/>
          <p:cNvGrpSpPr/>
          <p:nvPr/>
        </p:nvGrpSpPr>
        <p:grpSpPr>
          <a:xfrm>
            <a:off x="9620250" y="6343650"/>
            <a:ext cx="1047750" cy="514350"/>
            <a:chOff x="4944" y="3816"/>
            <a:chExt cx="660" cy="324"/>
          </a:xfrm>
        </p:grpSpPr>
        <p:sp>
          <p:nvSpPr>
            <p:cNvPr id="504836" name="圆角矩形 15500">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504837" name="组合 15501"/>
            <p:cNvGrpSpPr/>
            <p:nvPr/>
          </p:nvGrpSpPr>
          <p:grpSpPr>
            <a:xfrm>
              <a:off x="5034" y="3846"/>
              <a:ext cx="450" cy="240"/>
              <a:chOff x="4530" y="3822"/>
              <a:chExt cx="450" cy="240"/>
            </a:xfrm>
          </p:grpSpPr>
          <p:sp>
            <p:nvSpPr>
              <p:cNvPr id="504838" name="任意多边形 15502">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504839" name="椭圆 15503"/>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504840" name="椭圆 15504"/>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504841"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grpSp>
        <p:nvGrpSpPr>
          <p:cNvPr id="2" name="组合 1"/>
          <p:cNvGrpSpPr/>
          <p:nvPr/>
        </p:nvGrpSpPr>
        <p:grpSpPr>
          <a:xfrm>
            <a:off x="3575050" y="2390775"/>
            <a:ext cx="6711950" cy="3749675"/>
            <a:chOff x="619" y="1416"/>
            <a:chExt cx="4228" cy="2362"/>
          </a:xfrm>
        </p:grpSpPr>
        <p:sp>
          <p:nvSpPr>
            <p:cNvPr id="504843" name="矩形 15455"/>
            <p:cNvSpPr/>
            <p:nvPr/>
          </p:nvSpPr>
          <p:spPr>
            <a:xfrm>
              <a:off x="619" y="2197"/>
              <a:ext cx="4046" cy="1581"/>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例 char ch[5]=“Boy”;</a:t>
              </a: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p:txBody>
        </p:sp>
        <p:sp>
          <p:nvSpPr>
            <p:cNvPr id="504844" name="矩形 15456"/>
            <p:cNvSpPr/>
            <p:nvPr/>
          </p:nvSpPr>
          <p:spPr>
            <a:xfrm>
              <a:off x="899" y="2751"/>
              <a:ext cx="2988" cy="394"/>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endParaRPr lang="zh-CN" altLang="zh-CN">
                <a:latin typeface="Calibri" panose="020F0502020204030204" pitchFamily="34" charset="0"/>
                <a:ea typeface="宋体" panose="02010600030101010101" pitchFamily="2" charset="-122"/>
              </a:endParaRPr>
            </a:p>
          </p:txBody>
        </p:sp>
        <p:sp>
          <p:nvSpPr>
            <p:cNvPr id="504845" name="直接连接符 15457"/>
            <p:cNvSpPr/>
            <p:nvPr/>
          </p:nvSpPr>
          <p:spPr>
            <a:xfrm>
              <a:off x="1535" y="2759"/>
              <a:ext cx="0" cy="395"/>
            </a:xfrm>
            <a:prstGeom prst="line">
              <a:avLst/>
            </a:prstGeom>
            <a:ln w="25400" cap="flat" cmpd="sng">
              <a:solidFill>
                <a:schemeClr val="accent1"/>
              </a:solidFill>
              <a:prstDash val="solid"/>
              <a:miter/>
              <a:headEnd type="none" w="med" len="med"/>
              <a:tailEnd type="none" w="med" len="med"/>
            </a:ln>
          </p:spPr>
        </p:sp>
        <p:sp>
          <p:nvSpPr>
            <p:cNvPr id="504846" name="直接连接符 15458"/>
            <p:cNvSpPr/>
            <p:nvPr/>
          </p:nvSpPr>
          <p:spPr>
            <a:xfrm>
              <a:off x="2129" y="2745"/>
              <a:ext cx="0" cy="395"/>
            </a:xfrm>
            <a:prstGeom prst="line">
              <a:avLst/>
            </a:prstGeom>
            <a:ln w="25400" cap="flat" cmpd="sng">
              <a:solidFill>
                <a:schemeClr val="accent1"/>
              </a:solidFill>
              <a:prstDash val="solid"/>
              <a:miter/>
              <a:headEnd type="none" w="med" len="med"/>
              <a:tailEnd type="none" w="med" len="med"/>
            </a:ln>
          </p:spPr>
        </p:sp>
        <p:sp>
          <p:nvSpPr>
            <p:cNvPr id="504847" name="直接连接符 15459"/>
            <p:cNvSpPr/>
            <p:nvPr/>
          </p:nvSpPr>
          <p:spPr>
            <a:xfrm>
              <a:off x="2723" y="2745"/>
              <a:ext cx="0" cy="395"/>
            </a:xfrm>
            <a:prstGeom prst="line">
              <a:avLst/>
            </a:prstGeom>
            <a:ln w="25400" cap="flat" cmpd="sng">
              <a:solidFill>
                <a:schemeClr val="accent1"/>
              </a:solidFill>
              <a:prstDash val="solid"/>
              <a:miter/>
              <a:headEnd type="none" w="med" len="med"/>
              <a:tailEnd type="none" w="med" len="med"/>
            </a:ln>
          </p:spPr>
        </p:sp>
        <p:sp>
          <p:nvSpPr>
            <p:cNvPr id="504848" name="直接连接符 15460"/>
            <p:cNvSpPr/>
            <p:nvPr/>
          </p:nvSpPr>
          <p:spPr>
            <a:xfrm>
              <a:off x="3317" y="2745"/>
              <a:ext cx="0" cy="395"/>
            </a:xfrm>
            <a:prstGeom prst="line">
              <a:avLst/>
            </a:prstGeom>
            <a:ln w="25400" cap="flat" cmpd="sng">
              <a:solidFill>
                <a:schemeClr val="accent1"/>
              </a:solidFill>
              <a:prstDash val="solid"/>
              <a:miter/>
              <a:headEnd type="none" w="med" len="med"/>
              <a:tailEnd type="none" w="med" len="med"/>
            </a:ln>
          </p:spPr>
        </p:sp>
        <p:sp>
          <p:nvSpPr>
            <p:cNvPr id="504849" name="矩形 15461"/>
            <p:cNvSpPr/>
            <p:nvPr/>
          </p:nvSpPr>
          <p:spPr>
            <a:xfrm>
              <a:off x="898" y="3125"/>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ch[0]</a:t>
              </a:r>
              <a:endParaRPr lang="zh-CN" altLang="zh-CN">
                <a:latin typeface="Calibri" panose="020F0502020204030204" pitchFamily="34" charset="0"/>
                <a:ea typeface="宋体" panose="02010600030101010101" pitchFamily="2" charset="-122"/>
              </a:endParaRPr>
            </a:p>
          </p:txBody>
        </p:sp>
        <p:sp>
          <p:nvSpPr>
            <p:cNvPr id="504850" name="矩形 15462"/>
            <p:cNvSpPr/>
            <p:nvPr/>
          </p:nvSpPr>
          <p:spPr>
            <a:xfrm>
              <a:off x="1154" y="2796"/>
              <a:ext cx="220"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B</a:t>
              </a:r>
              <a:endParaRPr lang="zh-CN" altLang="zh-CN">
                <a:latin typeface="Calibri" panose="020F0502020204030204" pitchFamily="34" charset="0"/>
                <a:ea typeface="宋体" panose="02010600030101010101" pitchFamily="2" charset="-122"/>
              </a:endParaRPr>
            </a:p>
          </p:txBody>
        </p:sp>
        <p:sp>
          <p:nvSpPr>
            <p:cNvPr id="504851" name="矩形 15463"/>
            <p:cNvSpPr/>
            <p:nvPr/>
          </p:nvSpPr>
          <p:spPr>
            <a:xfrm>
              <a:off x="1739" y="2796"/>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o</a:t>
              </a:r>
              <a:endParaRPr lang="zh-CN" altLang="zh-CN">
                <a:latin typeface="Calibri" panose="020F0502020204030204" pitchFamily="34" charset="0"/>
                <a:ea typeface="宋体" panose="02010600030101010101" pitchFamily="2" charset="-122"/>
              </a:endParaRPr>
            </a:p>
          </p:txBody>
        </p:sp>
        <p:sp>
          <p:nvSpPr>
            <p:cNvPr id="504852" name="矩形 15464"/>
            <p:cNvSpPr/>
            <p:nvPr/>
          </p:nvSpPr>
          <p:spPr>
            <a:xfrm>
              <a:off x="2325" y="2796"/>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y</a:t>
              </a:r>
              <a:endParaRPr lang="zh-CN" altLang="zh-CN">
                <a:latin typeface="Calibri" panose="020F0502020204030204" pitchFamily="34" charset="0"/>
                <a:ea typeface="宋体" panose="02010600030101010101" pitchFamily="2" charset="-122"/>
              </a:endParaRPr>
            </a:p>
          </p:txBody>
        </p:sp>
        <p:sp>
          <p:nvSpPr>
            <p:cNvPr id="504853" name="矩形 15465"/>
            <p:cNvSpPr/>
            <p:nvPr/>
          </p:nvSpPr>
          <p:spPr>
            <a:xfrm>
              <a:off x="2910" y="2796"/>
              <a:ext cx="306" cy="406"/>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\0</a:t>
              </a:r>
              <a:endParaRPr lang="zh-CN" altLang="zh-CN">
                <a:solidFill>
                  <a:srgbClr val="FF0000"/>
                </a:solidFill>
                <a:latin typeface="Calibri" panose="020F0502020204030204" pitchFamily="34" charset="0"/>
                <a:ea typeface="宋体" panose="02010600030101010101" pitchFamily="2" charset="-122"/>
              </a:endParaRPr>
            </a:p>
          </p:txBody>
        </p:sp>
        <p:sp>
          <p:nvSpPr>
            <p:cNvPr id="504854" name="矩形 15466"/>
            <p:cNvSpPr/>
            <p:nvPr/>
          </p:nvSpPr>
          <p:spPr>
            <a:xfrm>
              <a:off x="3497" y="2796"/>
              <a:ext cx="308" cy="406"/>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\0</a:t>
              </a:r>
              <a:endParaRPr lang="zh-CN" altLang="zh-CN">
                <a:solidFill>
                  <a:srgbClr val="FF0000"/>
                </a:solidFill>
                <a:latin typeface="Calibri" panose="020F0502020204030204" pitchFamily="34" charset="0"/>
                <a:ea typeface="宋体" panose="02010600030101010101" pitchFamily="2" charset="-122"/>
              </a:endParaRPr>
            </a:p>
          </p:txBody>
        </p:sp>
        <p:sp>
          <p:nvSpPr>
            <p:cNvPr id="504855" name="云形标注 15467"/>
            <p:cNvSpPr/>
            <p:nvPr/>
          </p:nvSpPr>
          <p:spPr>
            <a:xfrm>
              <a:off x="3216" y="1416"/>
              <a:ext cx="1631" cy="356"/>
            </a:xfrm>
            <a:prstGeom prst="cloudCallout">
              <a:avLst>
                <a:gd name="adj1" fmla="val -37602"/>
                <a:gd name="adj2" fmla="val 114551"/>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用字符串常量</a:t>
              </a:r>
              <a:endParaRPr lang="zh-CN" altLang="zh-CN">
                <a:latin typeface="Calibri" panose="020F0502020204030204" pitchFamily="34" charset="0"/>
                <a:ea typeface="宋体" panose="02010600030101010101" pitchFamily="2" charset="-122"/>
              </a:endParaRPr>
            </a:p>
          </p:txBody>
        </p:sp>
        <p:sp>
          <p:nvSpPr>
            <p:cNvPr id="504856" name="矩形 15468"/>
            <p:cNvSpPr/>
            <p:nvPr/>
          </p:nvSpPr>
          <p:spPr>
            <a:xfrm>
              <a:off x="1535" y="3120"/>
              <a:ext cx="634"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ch[1]</a:t>
              </a:r>
              <a:endParaRPr lang="zh-CN" altLang="zh-CN">
                <a:latin typeface="Calibri" panose="020F0502020204030204" pitchFamily="34" charset="0"/>
                <a:ea typeface="宋体" panose="02010600030101010101" pitchFamily="2" charset="-122"/>
              </a:endParaRPr>
            </a:p>
          </p:txBody>
        </p:sp>
        <p:sp>
          <p:nvSpPr>
            <p:cNvPr id="504857" name="矩形 15469"/>
            <p:cNvSpPr/>
            <p:nvPr/>
          </p:nvSpPr>
          <p:spPr>
            <a:xfrm>
              <a:off x="2124" y="3120"/>
              <a:ext cx="630"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ch[2]</a:t>
              </a:r>
              <a:endParaRPr lang="zh-CN" altLang="zh-CN">
                <a:latin typeface="Calibri" panose="020F0502020204030204" pitchFamily="34" charset="0"/>
                <a:ea typeface="宋体" panose="02010600030101010101" pitchFamily="2" charset="-122"/>
              </a:endParaRPr>
            </a:p>
          </p:txBody>
        </p:sp>
        <p:sp>
          <p:nvSpPr>
            <p:cNvPr id="504858" name="矩形 15470"/>
            <p:cNvSpPr/>
            <p:nvPr/>
          </p:nvSpPr>
          <p:spPr>
            <a:xfrm>
              <a:off x="2724" y="3113"/>
              <a:ext cx="636"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ch[3]</a:t>
              </a:r>
              <a:endParaRPr lang="zh-CN" altLang="zh-CN">
                <a:latin typeface="Calibri" panose="020F0502020204030204" pitchFamily="34" charset="0"/>
                <a:ea typeface="宋体" panose="02010600030101010101" pitchFamily="2" charset="-122"/>
              </a:endParaRPr>
            </a:p>
          </p:txBody>
        </p:sp>
        <p:sp>
          <p:nvSpPr>
            <p:cNvPr id="504859" name="矩形 15471"/>
            <p:cNvSpPr/>
            <p:nvPr/>
          </p:nvSpPr>
          <p:spPr>
            <a:xfrm>
              <a:off x="3318" y="3113"/>
              <a:ext cx="569"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ch[4]</a:t>
              </a:r>
              <a:endParaRPr lang="zh-CN" altLang="zh-CN">
                <a:latin typeface="Calibri" panose="020F0502020204030204" pitchFamily="34" charset="0"/>
                <a:ea typeface="宋体" panose="02010600030101010101" pitchFamily="2" charset="-122"/>
              </a:endParaRPr>
            </a:p>
          </p:txBody>
        </p:sp>
      </p:grpSp>
      <p:grpSp>
        <p:nvGrpSpPr>
          <p:cNvPr id="38" name="组合 37"/>
          <p:cNvGrpSpPr/>
          <p:nvPr/>
        </p:nvGrpSpPr>
        <p:grpSpPr>
          <a:xfrm>
            <a:off x="3575050" y="2401888"/>
            <a:ext cx="6688138" cy="3729037"/>
            <a:chOff x="634" y="1416"/>
            <a:chExt cx="4213" cy="2349"/>
          </a:xfrm>
        </p:grpSpPr>
        <p:sp>
          <p:nvSpPr>
            <p:cNvPr id="504861" name="矩形 15419"/>
            <p:cNvSpPr/>
            <p:nvPr/>
          </p:nvSpPr>
          <p:spPr>
            <a:xfrm>
              <a:off x="634" y="2184"/>
              <a:ext cx="4046" cy="1581"/>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zh-CN" altLang="zh-CN" sz="2000">
                  <a:latin typeface="Calibri" panose="020F0502020204030204" pitchFamily="34" charset="0"/>
                  <a:ea typeface="宋体" panose="02010600030101010101" pitchFamily="2" charset="-122"/>
                </a:rPr>
                <a:t> 例 char ch[5]=</a:t>
              </a:r>
              <a:r>
                <a:rPr lang="zh-CN" altLang="zh-CN" sz="2000">
                  <a:solidFill>
                    <a:srgbClr val="FF0000"/>
                  </a:solidFill>
                  <a:latin typeface="Calibri" panose="020F0502020204030204" pitchFamily="34" charset="0"/>
                  <a:ea typeface="宋体" panose="02010600030101010101" pitchFamily="2" charset="-122"/>
                </a:rPr>
                <a:t>{‘</a:t>
              </a:r>
              <a:r>
                <a:rPr lang="zh-CN" altLang="zh-CN" sz="2000">
                  <a:latin typeface="Calibri" panose="020F0502020204030204" pitchFamily="34" charset="0"/>
                  <a:ea typeface="宋体" panose="02010600030101010101" pitchFamily="2" charset="-122"/>
                </a:rPr>
                <a:t>B’,’o’,’y’</a:t>
              </a:r>
              <a:r>
                <a:rPr lang="zh-CN" altLang="zh-CN" sz="2000">
                  <a:solidFill>
                    <a:srgbClr val="FF0000"/>
                  </a:solidFill>
                  <a:latin typeface="Calibri" panose="020F0502020204030204" pitchFamily="34" charset="0"/>
                  <a:ea typeface="宋体" panose="02010600030101010101" pitchFamily="2" charset="-122"/>
                </a:rPr>
                <a:t>}</a:t>
              </a:r>
              <a:r>
                <a:rPr lang="zh-CN" altLang="zh-CN" sz="2000">
                  <a:latin typeface="Calibri" panose="020F0502020204030204" pitchFamily="34" charset="0"/>
                  <a:ea typeface="宋体" panose="02010600030101010101" pitchFamily="2" charset="-122"/>
                </a:rPr>
                <a:t>;</a:t>
              </a:r>
              <a:endParaRPr lang="zh-CN" altLang="zh-CN" sz="2000">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p:txBody>
        </p:sp>
        <p:sp>
          <p:nvSpPr>
            <p:cNvPr id="504862" name="矩形 15420"/>
            <p:cNvSpPr/>
            <p:nvPr/>
          </p:nvSpPr>
          <p:spPr>
            <a:xfrm>
              <a:off x="899" y="2751"/>
              <a:ext cx="2988" cy="394"/>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endParaRPr lang="zh-CN" altLang="zh-CN">
                <a:latin typeface="Calibri" panose="020F0502020204030204" pitchFamily="34" charset="0"/>
                <a:ea typeface="宋体" panose="02010600030101010101" pitchFamily="2" charset="-122"/>
              </a:endParaRPr>
            </a:p>
          </p:txBody>
        </p:sp>
        <p:sp>
          <p:nvSpPr>
            <p:cNvPr id="504863" name="直接连接符 15421"/>
            <p:cNvSpPr/>
            <p:nvPr/>
          </p:nvSpPr>
          <p:spPr>
            <a:xfrm>
              <a:off x="1535" y="2759"/>
              <a:ext cx="0" cy="395"/>
            </a:xfrm>
            <a:prstGeom prst="line">
              <a:avLst/>
            </a:prstGeom>
            <a:ln w="25400" cap="flat" cmpd="sng">
              <a:solidFill>
                <a:schemeClr val="accent1"/>
              </a:solidFill>
              <a:prstDash val="solid"/>
              <a:miter/>
              <a:headEnd type="none" w="med" len="med"/>
              <a:tailEnd type="none" w="med" len="med"/>
            </a:ln>
          </p:spPr>
        </p:sp>
        <p:sp>
          <p:nvSpPr>
            <p:cNvPr id="504864" name="直接连接符 15422"/>
            <p:cNvSpPr/>
            <p:nvPr/>
          </p:nvSpPr>
          <p:spPr>
            <a:xfrm>
              <a:off x="2129" y="2745"/>
              <a:ext cx="0" cy="395"/>
            </a:xfrm>
            <a:prstGeom prst="line">
              <a:avLst/>
            </a:prstGeom>
            <a:ln w="25400" cap="flat" cmpd="sng">
              <a:solidFill>
                <a:schemeClr val="accent1"/>
              </a:solidFill>
              <a:prstDash val="solid"/>
              <a:miter/>
              <a:headEnd type="none" w="med" len="med"/>
              <a:tailEnd type="none" w="med" len="med"/>
            </a:ln>
          </p:spPr>
        </p:sp>
        <p:sp>
          <p:nvSpPr>
            <p:cNvPr id="504865" name="直接连接符 15423"/>
            <p:cNvSpPr/>
            <p:nvPr/>
          </p:nvSpPr>
          <p:spPr>
            <a:xfrm>
              <a:off x="2723" y="2745"/>
              <a:ext cx="0" cy="395"/>
            </a:xfrm>
            <a:prstGeom prst="line">
              <a:avLst/>
            </a:prstGeom>
            <a:ln w="25400" cap="flat" cmpd="sng">
              <a:solidFill>
                <a:schemeClr val="accent1"/>
              </a:solidFill>
              <a:prstDash val="solid"/>
              <a:miter/>
              <a:headEnd type="none" w="med" len="med"/>
              <a:tailEnd type="none" w="med" len="med"/>
            </a:ln>
          </p:spPr>
        </p:sp>
        <p:sp>
          <p:nvSpPr>
            <p:cNvPr id="504866" name="直接连接符 15424"/>
            <p:cNvSpPr/>
            <p:nvPr/>
          </p:nvSpPr>
          <p:spPr>
            <a:xfrm>
              <a:off x="3317" y="2745"/>
              <a:ext cx="0" cy="395"/>
            </a:xfrm>
            <a:prstGeom prst="line">
              <a:avLst/>
            </a:prstGeom>
            <a:ln w="25400" cap="flat" cmpd="sng">
              <a:solidFill>
                <a:schemeClr val="accent1"/>
              </a:solidFill>
              <a:prstDash val="solid"/>
              <a:miter/>
              <a:headEnd type="none" w="med" len="med"/>
              <a:tailEnd type="none" w="med" len="med"/>
            </a:ln>
          </p:spPr>
        </p:sp>
        <p:sp>
          <p:nvSpPr>
            <p:cNvPr id="504867" name="矩形 15425"/>
            <p:cNvSpPr/>
            <p:nvPr/>
          </p:nvSpPr>
          <p:spPr>
            <a:xfrm>
              <a:off x="899" y="3119"/>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ch[0]</a:t>
              </a:r>
              <a:endParaRPr lang="zh-CN" altLang="zh-CN">
                <a:latin typeface="Calibri" panose="020F0502020204030204" pitchFamily="34" charset="0"/>
                <a:ea typeface="宋体" panose="02010600030101010101" pitchFamily="2" charset="-122"/>
              </a:endParaRPr>
            </a:p>
          </p:txBody>
        </p:sp>
        <p:sp>
          <p:nvSpPr>
            <p:cNvPr id="504868" name="矩形 15426"/>
            <p:cNvSpPr/>
            <p:nvPr/>
          </p:nvSpPr>
          <p:spPr>
            <a:xfrm>
              <a:off x="1154" y="2796"/>
              <a:ext cx="220"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B</a:t>
              </a:r>
              <a:endParaRPr lang="zh-CN" altLang="zh-CN">
                <a:latin typeface="Calibri" panose="020F0502020204030204" pitchFamily="34" charset="0"/>
                <a:ea typeface="宋体" panose="02010600030101010101" pitchFamily="2" charset="-122"/>
              </a:endParaRPr>
            </a:p>
          </p:txBody>
        </p:sp>
        <p:sp>
          <p:nvSpPr>
            <p:cNvPr id="504869" name="矩形 15427"/>
            <p:cNvSpPr/>
            <p:nvPr/>
          </p:nvSpPr>
          <p:spPr>
            <a:xfrm>
              <a:off x="1739" y="2796"/>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o</a:t>
              </a:r>
              <a:endParaRPr lang="zh-CN" altLang="zh-CN">
                <a:latin typeface="Calibri" panose="020F0502020204030204" pitchFamily="34" charset="0"/>
                <a:ea typeface="宋体" panose="02010600030101010101" pitchFamily="2" charset="-122"/>
              </a:endParaRPr>
            </a:p>
          </p:txBody>
        </p:sp>
        <p:sp>
          <p:nvSpPr>
            <p:cNvPr id="504870" name="矩形 15428"/>
            <p:cNvSpPr/>
            <p:nvPr/>
          </p:nvSpPr>
          <p:spPr>
            <a:xfrm>
              <a:off x="2325" y="2796"/>
              <a:ext cx="19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y</a:t>
              </a:r>
              <a:endParaRPr lang="zh-CN" altLang="zh-CN">
                <a:latin typeface="Calibri" panose="020F0502020204030204" pitchFamily="34" charset="0"/>
                <a:ea typeface="宋体" panose="02010600030101010101" pitchFamily="2" charset="-122"/>
              </a:endParaRPr>
            </a:p>
          </p:txBody>
        </p:sp>
        <p:sp>
          <p:nvSpPr>
            <p:cNvPr id="504871" name="矩形 15429"/>
            <p:cNvSpPr/>
            <p:nvPr/>
          </p:nvSpPr>
          <p:spPr>
            <a:xfrm>
              <a:off x="2910" y="2796"/>
              <a:ext cx="280" cy="406"/>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\0</a:t>
              </a:r>
              <a:endParaRPr lang="zh-CN" altLang="zh-CN">
                <a:solidFill>
                  <a:srgbClr val="FF0000"/>
                </a:solidFill>
                <a:latin typeface="Calibri" panose="020F0502020204030204" pitchFamily="34" charset="0"/>
                <a:ea typeface="宋体" panose="02010600030101010101" pitchFamily="2" charset="-122"/>
              </a:endParaRPr>
            </a:p>
          </p:txBody>
        </p:sp>
        <p:sp>
          <p:nvSpPr>
            <p:cNvPr id="504872" name="矩形 15430"/>
            <p:cNvSpPr/>
            <p:nvPr/>
          </p:nvSpPr>
          <p:spPr>
            <a:xfrm>
              <a:off x="3496" y="2796"/>
              <a:ext cx="264" cy="406"/>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\0</a:t>
              </a:r>
              <a:endParaRPr lang="zh-CN" altLang="zh-CN">
                <a:solidFill>
                  <a:srgbClr val="FF0000"/>
                </a:solidFill>
                <a:latin typeface="Calibri" panose="020F0502020204030204" pitchFamily="34" charset="0"/>
                <a:ea typeface="宋体" panose="02010600030101010101" pitchFamily="2" charset="-122"/>
              </a:endParaRPr>
            </a:p>
          </p:txBody>
        </p:sp>
        <p:sp>
          <p:nvSpPr>
            <p:cNvPr id="504873" name="云形标注 15431"/>
            <p:cNvSpPr/>
            <p:nvPr/>
          </p:nvSpPr>
          <p:spPr>
            <a:xfrm>
              <a:off x="3216" y="1416"/>
              <a:ext cx="1631" cy="356"/>
            </a:xfrm>
            <a:prstGeom prst="cloudCallout">
              <a:avLst>
                <a:gd name="adj1" fmla="val -37602"/>
                <a:gd name="adj2" fmla="val 114551"/>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微软雅黑 Light" panose="020B0502040204020203" charset="-122"/>
                  <a:ea typeface="微软雅黑 Light" panose="020B0502040204020203" charset="-122"/>
                </a:rPr>
                <a:t>逐个字符赋值</a:t>
              </a:r>
              <a:endParaRPr lang="zh-CN" altLang="zh-CN">
                <a:latin typeface="微软雅黑 Light" panose="020B0502040204020203" charset="-122"/>
                <a:ea typeface="微软雅黑 Light" panose="020B0502040204020203" charset="-122"/>
              </a:endParaRPr>
            </a:p>
          </p:txBody>
        </p:sp>
        <p:sp>
          <p:nvSpPr>
            <p:cNvPr id="504874" name="矩形 15432"/>
            <p:cNvSpPr/>
            <p:nvPr/>
          </p:nvSpPr>
          <p:spPr>
            <a:xfrm>
              <a:off x="1534" y="3120"/>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ch[1]</a:t>
              </a:r>
              <a:endParaRPr lang="zh-CN" altLang="zh-CN">
                <a:latin typeface="Calibri" panose="020F0502020204030204" pitchFamily="34" charset="0"/>
                <a:ea typeface="宋体" panose="02010600030101010101" pitchFamily="2" charset="-122"/>
              </a:endParaRPr>
            </a:p>
          </p:txBody>
        </p:sp>
        <p:sp>
          <p:nvSpPr>
            <p:cNvPr id="504875" name="矩形 15433"/>
            <p:cNvSpPr/>
            <p:nvPr/>
          </p:nvSpPr>
          <p:spPr>
            <a:xfrm>
              <a:off x="2119" y="3120"/>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ch[2]</a:t>
              </a:r>
              <a:endParaRPr lang="zh-CN" altLang="zh-CN">
                <a:latin typeface="Calibri" panose="020F0502020204030204" pitchFamily="34" charset="0"/>
                <a:ea typeface="宋体" panose="02010600030101010101" pitchFamily="2" charset="-122"/>
              </a:endParaRPr>
            </a:p>
          </p:txBody>
        </p:sp>
        <p:sp>
          <p:nvSpPr>
            <p:cNvPr id="504876" name="矩形 15434"/>
            <p:cNvSpPr/>
            <p:nvPr/>
          </p:nvSpPr>
          <p:spPr>
            <a:xfrm>
              <a:off x="2722" y="3120"/>
              <a:ext cx="647"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ch[3]</a:t>
              </a:r>
              <a:endParaRPr lang="zh-CN" altLang="zh-CN">
                <a:latin typeface="Calibri" panose="020F0502020204030204" pitchFamily="34" charset="0"/>
                <a:ea typeface="宋体" panose="02010600030101010101" pitchFamily="2" charset="-122"/>
              </a:endParaRPr>
            </a:p>
          </p:txBody>
        </p:sp>
        <p:sp>
          <p:nvSpPr>
            <p:cNvPr id="504877" name="矩形 15435"/>
            <p:cNvSpPr/>
            <p:nvPr/>
          </p:nvSpPr>
          <p:spPr>
            <a:xfrm>
              <a:off x="3319" y="3120"/>
              <a:ext cx="568" cy="23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ch[4]</a:t>
              </a:r>
              <a:endParaRPr lang="zh-CN" altLang="zh-CN">
                <a:latin typeface="Calibri" panose="020F0502020204030204" pitchFamily="34" charset="0"/>
                <a:ea typeface="宋体" panose="02010600030101010101" pitchFamily="2" charset="-122"/>
              </a:endParaRPr>
            </a:p>
          </p:txBody>
        </p:sp>
      </p:grpSp>
      <p:sp>
        <p:nvSpPr>
          <p:cNvPr id="56" name="矩形 55"/>
          <p:cNvSpPr/>
          <p:nvPr/>
        </p:nvSpPr>
        <p:spPr>
          <a:xfrm>
            <a:off x="1828800" y="2152650"/>
            <a:ext cx="8839200" cy="1149350"/>
          </a:xfrm>
          <a:prstGeom prst="rect">
            <a:avLst/>
          </a:prstGeom>
          <a:noFill/>
          <a:ln w="9525">
            <a:noFill/>
          </a:ln>
        </p:spPr>
        <p:txBody>
          <a:bodyPr anchor="t" anchorCtr="0"/>
          <a:p>
            <a:pPr lvl="2" indent="0" eaLnBrk="0" hangingPunct="0">
              <a:lnSpc>
                <a:spcPct val="150000"/>
              </a:lnSpc>
              <a:buClr>
                <a:schemeClr val="accent2"/>
              </a:buClr>
              <a:buFont typeface="Wingdings" panose="05000000000000000000" pitchFamily="2" charset="2"/>
              <a:buChar char="v"/>
            </a:pPr>
            <a:r>
              <a:rPr lang="zh-CN" altLang="en-US" dirty="0">
                <a:latin typeface="微软雅黑 Light" panose="020B0502040204020203" charset="-122"/>
                <a:ea typeface="微软雅黑 Light" panose="020B0502040204020203" charset="-122"/>
              </a:rPr>
              <a:t>若初值中的个数等于字符数组的长度，可以在定义时，省略数组的长度，编译系统根据初值的个数确定数组的长度。</a:t>
            </a:r>
            <a:endParaRPr lang="zh-CN" altLang="en-US" dirty="0">
              <a:latin typeface="微软雅黑 Light" panose="020B0502040204020203" charset="-122"/>
              <a:ea typeface="微软雅黑 Light" panose="020B0502040204020203" charset="-122"/>
            </a:endParaRPr>
          </a:p>
          <a:p>
            <a:pPr lvl="2" indent="0" eaLnBrk="0" hangingPunct="0"/>
            <a:endParaRPr lang="zh-CN" altLang="en-US" dirty="0">
              <a:latin typeface="微软雅黑 Light" panose="020B0502040204020203" charset="-122"/>
              <a:ea typeface="微软雅黑 Light" panose="020B0502040204020203" charset="-122"/>
            </a:endParaRPr>
          </a:p>
        </p:txBody>
      </p:sp>
      <p:sp>
        <p:nvSpPr>
          <p:cNvPr id="57" name="矩形 56"/>
          <p:cNvSpPr/>
          <p:nvPr/>
        </p:nvSpPr>
        <p:spPr>
          <a:xfrm>
            <a:off x="1828800" y="2967038"/>
            <a:ext cx="8839200" cy="1147762"/>
          </a:xfrm>
          <a:prstGeom prst="rect">
            <a:avLst/>
          </a:prstGeom>
          <a:noFill/>
          <a:ln w="9525">
            <a:noFill/>
          </a:ln>
        </p:spPr>
        <p:txBody>
          <a:bodyPr anchor="t" anchorCtr="0"/>
          <a:p>
            <a:pPr lvl="2" indent="0" eaLnBrk="0" hangingPunct="0">
              <a:lnSpc>
                <a:spcPct val="150000"/>
              </a:lnSpc>
              <a:buClr>
                <a:schemeClr val="accent2"/>
              </a:buClr>
              <a:buFont typeface="Wingdings" panose="05000000000000000000" pitchFamily="2" charset="2"/>
              <a:buChar char="v"/>
            </a:pPr>
            <a:r>
              <a:rPr lang="zh-CN" altLang="en-US" dirty="0">
                <a:latin typeface="微软雅黑 Light" panose="020B0502040204020203" charset="-122"/>
                <a:ea typeface="微软雅黑 Light" panose="020B0502040204020203" charset="-122"/>
              </a:rPr>
              <a:t>允许用字符串常量对字符数组进行初始化。但不能在定义数组以后，对数组名赋值。</a:t>
            </a:r>
            <a:endParaRPr lang="zh-CN" altLang="en-US" dirty="0">
              <a:latin typeface="微软雅黑 Light" panose="020B0502040204020203" charset="-122"/>
              <a:ea typeface="微软雅黑 Light" panose="020B0502040204020203" charset="-122"/>
            </a:endParaRPr>
          </a:p>
          <a:p>
            <a:pPr lvl="2" indent="0" eaLnBrk="0" hangingPunct="0"/>
            <a:endParaRPr lang="zh-CN" altLang="en-US" dirty="0">
              <a:latin typeface="微软雅黑 Light" panose="020B0502040204020203" charset="-122"/>
              <a:ea typeface="微软雅黑 Light" panose="020B0502040204020203" charset="-122"/>
            </a:endParaRPr>
          </a:p>
        </p:txBody>
      </p:sp>
      <p:sp>
        <p:nvSpPr>
          <p:cNvPr id="59" name="矩形 15419"/>
          <p:cNvSpPr/>
          <p:nvPr/>
        </p:nvSpPr>
        <p:spPr>
          <a:xfrm>
            <a:off x="3575050" y="3592513"/>
            <a:ext cx="6423025" cy="2509837"/>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zh-CN" altLang="zh-CN" sz="2000">
                <a:latin typeface="Calibri" panose="020F0502020204030204" pitchFamily="34" charset="0"/>
                <a:ea typeface="宋体" panose="02010600030101010101" pitchFamily="2" charset="-122"/>
              </a:rPr>
              <a:t> 例 char ch[</a:t>
            </a:r>
            <a:r>
              <a:rPr lang="en-US" altLang="zh-CN" sz="2000">
                <a:latin typeface="Calibri" panose="020F0502020204030204" pitchFamily="34" charset="0"/>
                <a:ea typeface="宋体" panose="02010600030101010101" pitchFamily="2" charset="-122"/>
              </a:rPr>
              <a:t>6</a:t>
            </a:r>
            <a:r>
              <a:rPr lang="zh-CN" altLang="zh-CN" sz="2000">
                <a:latin typeface="Calibri" panose="020F0502020204030204" pitchFamily="34" charset="0"/>
                <a:ea typeface="宋体" panose="02010600030101010101" pitchFamily="2" charset="-122"/>
              </a:rPr>
              <a:t>]={</a:t>
            </a:r>
            <a:r>
              <a:rPr lang="en-US" altLang="zh-CN" sz="2000">
                <a:latin typeface="Calibri" panose="020F0502020204030204" pitchFamily="34" charset="0"/>
                <a:ea typeface="宋体" panose="02010600030101010101" pitchFamily="2" charset="-122"/>
              </a:rPr>
              <a:t>“china”</a:t>
            </a:r>
            <a:r>
              <a:rPr lang="zh-CN" altLang="zh-CN" sz="2000">
                <a:latin typeface="Calibri" panose="020F0502020204030204" pitchFamily="34" charset="0"/>
                <a:ea typeface="宋体" panose="02010600030101010101" pitchFamily="2" charset="-122"/>
              </a:rPr>
              <a:t>};</a:t>
            </a:r>
            <a:endParaRPr lang="zh-CN" altLang="zh-CN" sz="2000">
              <a:latin typeface="Calibri" panose="020F0502020204030204" pitchFamily="34" charset="0"/>
              <a:ea typeface="宋体" panose="02010600030101010101" pitchFamily="2" charset="-122"/>
            </a:endParaRPr>
          </a:p>
          <a:p>
            <a:pPr>
              <a:buSzTx/>
            </a:pPr>
            <a:r>
              <a:rPr lang="zh-CN" altLang="zh-CN" sz="2000">
                <a:latin typeface="Calibri" panose="020F0502020204030204" pitchFamily="34" charset="0"/>
                <a:ea typeface="宋体" panose="02010600030101010101" pitchFamily="2" charset="-122"/>
              </a:rPr>
              <a:t>                </a:t>
            </a:r>
            <a:r>
              <a:rPr lang="en-US" altLang="zh-CN" sz="2000">
                <a:latin typeface="Calibri" panose="020F0502020204030204" pitchFamily="34" charset="0"/>
                <a:ea typeface="宋体" panose="02010600030101010101" pitchFamily="2" charset="-122"/>
              </a:rPr>
              <a:t>char ch[]=“china”;</a:t>
            </a:r>
            <a:endParaRPr lang="en-US" altLang="zh-CN" sz="2000">
              <a:latin typeface="Calibri" panose="020F0502020204030204" pitchFamily="34" charset="0"/>
              <a:ea typeface="宋体" panose="02010600030101010101" pitchFamily="2" charset="-122"/>
            </a:endParaRPr>
          </a:p>
          <a:p>
            <a:pPr>
              <a:buSzTx/>
            </a:pPr>
            <a:r>
              <a:rPr lang="en-US" altLang="zh-CN" sz="2000">
                <a:latin typeface="Calibri" panose="020F0502020204030204" pitchFamily="34" charset="0"/>
                <a:ea typeface="宋体" panose="02010600030101010101" pitchFamily="2" charset="-122"/>
              </a:rPr>
              <a:t>          </a:t>
            </a:r>
            <a:r>
              <a:rPr lang="zh-CN" altLang="en-US" sz="2000">
                <a:latin typeface="微软雅黑 Light" panose="020B0502040204020203" charset="-122"/>
                <a:ea typeface="微软雅黑 Light" panose="020B0502040204020203" charset="-122"/>
              </a:rPr>
              <a:t>下面用法是错误的</a:t>
            </a:r>
            <a:r>
              <a:rPr lang="zh-CN" altLang="en-US" sz="2000">
                <a:latin typeface="Calibri" panose="020F0502020204030204" pitchFamily="34" charset="0"/>
                <a:ea typeface="宋体" panose="02010600030101010101" pitchFamily="2" charset="-122"/>
              </a:rPr>
              <a:t>：</a:t>
            </a:r>
            <a:endParaRPr lang="zh-CN" altLang="en-US" sz="2000">
              <a:latin typeface="Calibri" panose="020F0502020204030204" pitchFamily="34" charset="0"/>
              <a:ea typeface="宋体" panose="02010600030101010101" pitchFamily="2" charset="-122"/>
            </a:endParaRPr>
          </a:p>
          <a:p>
            <a:pPr>
              <a:buSzTx/>
            </a:pPr>
            <a:r>
              <a:rPr lang="zh-CN" altLang="en-US" sz="2000">
                <a:latin typeface="Calibri" panose="020F0502020204030204" pitchFamily="34" charset="0"/>
                <a:ea typeface="宋体" panose="02010600030101010101" pitchFamily="2" charset="-122"/>
              </a:rPr>
              <a:t>                </a:t>
            </a:r>
            <a:r>
              <a:rPr lang="en-US" altLang="zh-CN" sz="2000">
                <a:latin typeface="Calibri" panose="020F0502020204030204" pitchFamily="34" charset="0"/>
                <a:ea typeface="宋体" panose="02010600030101010101" pitchFamily="2" charset="-122"/>
              </a:rPr>
              <a:t>char  str[5];</a:t>
            </a:r>
            <a:endParaRPr lang="en-US" altLang="zh-CN" sz="2000">
              <a:latin typeface="Calibri" panose="020F0502020204030204" pitchFamily="34" charset="0"/>
              <a:ea typeface="宋体" panose="02010600030101010101" pitchFamily="2" charset="-122"/>
            </a:endParaRPr>
          </a:p>
          <a:p>
            <a:pPr>
              <a:buSzTx/>
            </a:pPr>
            <a:r>
              <a:rPr lang="en-US" altLang="zh-CN" sz="2000">
                <a:latin typeface="Calibri" panose="020F0502020204030204" pitchFamily="34" charset="0"/>
                <a:ea typeface="宋体" panose="02010600030101010101" pitchFamily="2" charset="-122"/>
              </a:rPr>
              <a:t>                srt=”china”;               </a:t>
            </a:r>
            <a:r>
              <a:rPr lang="en-US" altLang="zh-CN" sz="2000">
                <a:solidFill>
                  <a:srgbClr val="FF0000"/>
                </a:solidFill>
                <a:latin typeface="Arial" panose="020B0604020202020204" pitchFamily="34" charset="0"/>
                <a:ea typeface="宋体" panose="02010600030101010101" pitchFamily="2" charset="-122"/>
              </a:rPr>
              <a:t>(×)</a:t>
            </a:r>
            <a:endParaRPr lang="en-US" altLang="zh-CN" sz="2000">
              <a:latin typeface="Calibri" panose="020F0502020204030204" pitchFamily="34" charset="0"/>
              <a:ea typeface="宋体" panose="02010600030101010101" pitchFamily="2" charset="-122"/>
            </a:endParaRPr>
          </a:p>
          <a:p>
            <a:pPr>
              <a:buSzTx/>
            </a:pPr>
            <a:r>
              <a:rPr lang="en-US" altLang="zh-CN" sz="2000">
                <a:latin typeface="Calibri" panose="020F0502020204030204" pitchFamily="34" charset="0"/>
                <a:ea typeface="宋体" panose="02010600030101010101" pitchFamily="2" charset="-122"/>
              </a:rPr>
              <a:t>           </a:t>
            </a:r>
            <a:r>
              <a:rPr lang="zh-CN" altLang="en-US" sz="2000">
                <a:latin typeface="Calibri" panose="020F0502020204030204" pitchFamily="34" charset="0"/>
                <a:ea typeface="宋体" panose="02010600030101010101" pitchFamily="2" charset="-122"/>
              </a:rPr>
              <a:t>或者  </a:t>
            </a:r>
            <a:r>
              <a:rPr lang="en-US" altLang="zh-CN" sz="2000">
                <a:latin typeface="Calibri" panose="020F0502020204030204" pitchFamily="34" charset="0"/>
                <a:ea typeface="宋体" panose="02010600030101010101" pitchFamily="2" charset="-122"/>
              </a:rPr>
              <a:t>char str[5];</a:t>
            </a:r>
            <a:endParaRPr lang="en-US" altLang="zh-CN" sz="2000">
              <a:latin typeface="Calibri" panose="020F0502020204030204" pitchFamily="34" charset="0"/>
              <a:ea typeface="宋体" panose="02010600030101010101" pitchFamily="2" charset="-122"/>
            </a:endParaRPr>
          </a:p>
          <a:p>
            <a:pPr>
              <a:buSzTx/>
            </a:pPr>
            <a:r>
              <a:rPr lang="en-US" altLang="zh-CN" sz="2000">
                <a:latin typeface="Calibri" panose="020F0502020204030204" pitchFamily="34" charset="0"/>
                <a:ea typeface="宋体" panose="02010600030101010101" pitchFamily="2" charset="-122"/>
              </a:rPr>
              <a:t>                      str[5]=”china;       </a:t>
            </a:r>
            <a:r>
              <a:rPr lang="en-US" altLang="zh-CN" sz="2000">
                <a:solidFill>
                  <a:srgbClr val="FF0000"/>
                </a:solidFill>
                <a:latin typeface="Arial" panose="020B0604020202020204" pitchFamily="34" charset="0"/>
                <a:ea typeface="宋体" panose="02010600030101010101" pitchFamily="2" charset="-122"/>
              </a:rPr>
              <a:t>(×)</a:t>
            </a:r>
            <a:endParaRPr lang="en-US" altLang="zh-CN" sz="2000">
              <a:latin typeface="Calibri" panose="020F0502020204030204" pitchFamily="34" charset="0"/>
              <a:ea typeface="宋体" panose="02010600030101010101" pitchFamily="2" charset="-122"/>
            </a:endParaRPr>
          </a:p>
          <a:p>
            <a:pPr>
              <a:buSzTx/>
            </a:pPr>
            <a:endParaRPr lang="zh-CN" altLang="zh-CN" sz="2000">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p:txBody>
      </p:sp>
      <p:sp>
        <p:nvSpPr>
          <p:cNvPr id="60" name="矩形 59"/>
          <p:cNvSpPr/>
          <p:nvPr/>
        </p:nvSpPr>
        <p:spPr>
          <a:xfrm>
            <a:off x="1828800" y="3802063"/>
            <a:ext cx="8839200" cy="1147762"/>
          </a:xfrm>
          <a:prstGeom prst="rect">
            <a:avLst/>
          </a:prstGeom>
          <a:noFill/>
          <a:ln w="9525">
            <a:noFill/>
          </a:ln>
        </p:spPr>
        <p:txBody>
          <a:bodyPr anchor="t" anchorCtr="0"/>
          <a:p>
            <a:pPr lvl="2" indent="0" eaLnBrk="0" hangingPunct="0">
              <a:lnSpc>
                <a:spcPct val="150000"/>
              </a:lnSpc>
              <a:buClr>
                <a:schemeClr val="accent2"/>
              </a:buClr>
              <a:buFont typeface="Wingdings" panose="05000000000000000000" pitchFamily="2" charset="2"/>
              <a:buChar char="v"/>
            </a:pPr>
            <a:r>
              <a:rPr lang="zh-CN" altLang="en-US" dirty="0">
                <a:latin typeface="微软雅黑 Light" panose="020B0502040204020203" charset="-122"/>
                <a:ea typeface="微软雅黑 Light" panose="020B0502040204020203" charset="-122"/>
              </a:rPr>
              <a:t>若字符数组在定义时未进行初始化，则各元素的初值是不确定的，这一点与整型数组的规定是相同的。</a:t>
            </a:r>
            <a:endParaRPr lang="zh-CN" altLang="en-US" dirty="0">
              <a:latin typeface="微软雅黑 Light" panose="020B0502040204020203" charset="-122"/>
              <a:ea typeface="微软雅黑 Light" panose="020B0502040204020203" charset="-122"/>
            </a:endParaRPr>
          </a:p>
          <a:p>
            <a:pPr lvl="2" indent="0" eaLnBrk="0" hangingPunct="0">
              <a:lnSpc>
                <a:spcPct val="150000"/>
              </a:lnSpc>
              <a:buClr>
                <a:schemeClr val="accent2"/>
              </a:buClr>
              <a:buFont typeface="Wingdings" panose="05000000000000000000" pitchFamily="2" charset="2"/>
              <a:buChar char="v"/>
            </a:pPr>
            <a:r>
              <a:rPr lang="zh-CN" altLang="en-US" dirty="0">
                <a:latin typeface="微软雅黑 Light" panose="020B0502040204020203" charset="-122"/>
                <a:ea typeface="微软雅黑 Light" panose="020B0502040204020203" charset="-122"/>
              </a:rPr>
              <a:t>二维数组的初始化与一维字符数组的初始化方法类似。</a:t>
            </a:r>
            <a:endParaRPr lang="zh-CN" altLang="en-US" dirty="0">
              <a:latin typeface="微软雅黑 Light" panose="020B0502040204020203" charset="-122"/>
              <a:ea typeface="微软雅黑 Light" panose="020B0502040204020203" charset="-122"/>
            </a:endParaRPr>
          </a:p>
          <a:p>
            <a:pPr lvl="2" indent="0" eaLnBrk="0" hangingPunct="0"/>
            <a:endParaRPr lang="zh-CN" altLang="en-US" dirty="0">
              <a:latin typeface="微软雅黑 Light" panose="020B0502040204020203" charset="-122"/>
              <a:ea typeface="微软雅黑 Light" panose="020B0502040204020203" charset="-122"/>
            </a:endParaRPr>
          </a:p>
        </p:txBody>
      </p:sp>
      <p:sp>
        <p:nvSpPr>
          <p:cNvPr id="61" name="矩形 15419"/>
          <p:cNvSpPr/>
          <p:nvPr/>
        </p:nvSpPr>
        <p:spPr>
          <a:xfrm>
            <a:off x="2595563" y="3717925"/>
            <a:ext cx="8601075" cy="1017588"/>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zh-CN" altLang="zh-CN" sz="2000">
                <a:latin typeface="Calibri" panose="020F0502020204030204" pitchFamily="34" charset="0"/>
                <a:ea typeface="宋体" panose="02010600030101010101" pitchFamily="2" charset="-122"/>
              </a:rPr>
              <a:t> </a:t>
            </a:r>
            <a:r>
              <a:rPr lang="en-US" altLang="zh-CN" sz="2000">
                <a:latin typeface="Calibri" panose="020F0502020204030204" pitchFamily="34" charset="0"/>
                <a:ea typeface="宋体" panose="02010600030101010101" pitchFamily="2" charset="-122"/>
              </a:rPr>
              <a:t>char  book[5][20]={ ”Visual C++ “, “Turbo C” , “Borland C”, “C#”, “C++”};</a:t>
            </a:r>
            <a:endParaRPr lang="zh-CN" altLang="zh-CN" sz="2000">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p:txBody>
      </p:sp>
    </p:spTree>
  </p:cSld>
  <p:clrMapOvr>
    <a:masterClrMapping/>
  </p:clrMapOvr>
  <p:transition>
    <p:random/>
    <p:sndAc>
      <p:stSnd>
        <p:snd r:embed="rId2"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15362">
                                            <p:txEl>
                                              <p:charRg st="1" end="6"/>
                                            </p:txEl>
                                          </p:spTgt>
                                        </p:tgtEl>
                                        <p:attrNameLst>
                                          <p:attrName>style.visibility</p:attrName>
                                        </p:attrNameLst>
                                      </p:cBhvr>
                                      <p:to>
                                        <p:strVal val="visible"/>
                                      </p:to>
                                    </p:set>
                                    <p:animEffect transition="in" filter="box(out)">
                                      <p:cBhvr>
                                        <p:cTn id="7" dur="500"/>
                                        <p:tgtEl>
                                          <p:spTgt spid="15362">
                                            <p:txEl>
                                              <p:charRg st="1" end="6"/>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15368">
                                            <p:txEl>
                                              <p:charRg st="0" end="27"/>
                                            </p:txEl>
                                          </p:spTgt>
                                        </p:tgtEl>
                                        <p:attrNameLst>
                                          <p:attrName>style.visibility</p:attrName>
                                        </p:attrNameLst>
                                      </p:cBhvr>
                                      <p:to>
                                        <p:strVal val="visible"/>
                                      </p:to>
                                    </p:set>
                                    <p:animEffect transition="in" filter="box(out)">
                                      <p:cBhvr>
                                        <p:cTn id="12" dur="500"/>
                                        <p:tgtEl>
                                          <p:spTgt spid="15368">
                                            <p:txEl>
                                              <p:charRg st="0" end="27"/>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15368">
                                            <p:txEl>
                                              <p:charRg st="27" end="58"/>
                                            </p:txEl>
                                          </p:spTgt>
                                        </p:tgtEl>
                                        <p:attrNameLst>
                                          <p:attrName>style.visibility</p:attrName>
                                        </p:attrNameLst>
                                      </p:cBhvr>
                                      <p:to>
                                        <p:strVal val="visible"/>
                                      </p:to>
                                    </p:set>
                                    <p:animEffect transition="in" filter="box(out)">
                                      <p:cBhvr>
                                        <p:cTn id="17" dur="500"/>
                                        <p:tgtEl>
                                          <p:spTgt spid="15368">
                                            <p:txEl>
                                              <p:charRg st="27" end="58"/>
                                            </p:txEl>
                                          </p:spTgt>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38"/>
                                        </p:tgtEl>
                                        <p:attrNameLst>
                                          <p:attrName>style.visibility</p:attrName>
                                        </p:attrNameLst>
                                      </p:cBhvr>
                                      <p:to>
                                        <p:strVal val="visible"/>
                                      </p:to>
                                    </p:set>
                                    <p:animEffect transition="in" filter="box(in)">
                                      <p:cBhvr>
                                        <p:cTn id="22" dur="500"/>
                                        <p:tgtEl>
                                          <p:spTgt spid="38"/>
                                        </p:tgtEl>
                                      </p:cBhvr>
                                    </p:animEffect>
                                  </p:childTnLst>
                                  <p:subTnLst>
                                    <p:set>
                                      <p:cBhvr override="childStyle">
                                        <p:cTn dur="1" fill="hold" display="0" masterRel="nextClick" afterEffect="1"/>
                                        <p:tgtEl>
                                          <p:spTgt spid="38"/>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4" presetClass="entr" presetSubtype="16" fill="hold" nodeType="clickEffect">
                                  <p:stCondLst>
                                    <p:cond delay="0"/>
                                  </p:stCondLst>
                                  <p:childTnLst>
                                    <p:set>
                                      <p:cBhvr>
                                        <p:cTn id="26" dur="1" fill="hold">
                                          <p:stCondLst>
                                            <p:cond delay="0"/>
                                          </p:stCondLst>
                                        </p:cTn>
                                        <p:tgtEl>
                                          <p:spTgt spid="2"/>
                                        </p:tgtEl>
                                        <p:attrNameLst>
                                          <p:attrName>style.visibility</p:attrName>
                                        </p:attrNameLst>
                                      </p:cBhvr>
                                      <p:to>
                                        <p:strVal val="visible"/>
                                      </p:to>
                                    </p:set>
                                    <p:animEffect transition="in" filter="box(in)">
                                      <p:cBhvr>
                                        <p:cTn id="27" dur="500"/>
                                        <p:tgtEl>
                                          <p:spTgt spid="2"/>
                                        </p:tgtEl>
                                      </p:cBhvr>
                                    </p:animEffect>
                                  </p:childTnLst>
                                  <p:subTnLst>
                                    <p:set>
                                      <p:cBhvr override="childStyle">
                                        <p:cTn dur="1" fill="hold" display="0" masterRel="nextClick" afterEffect="1"/>
                                        <p:tgtEl>
                                          <p:spTgt spid="2"/>
                                        </p:tgtEl>
                                        <p:attrNameLst>
                                          <p:attrName>style.visibility</p:attrName>
                                        </p:attrNameLst>
                                      </p:cBhvr>
                                      <p:to>
                                        <p:strVal val="hidden"/>
                                      </p:to>
                                    </p:set>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000" fill="hold">
                                          <p:stCondLst>
                                            <p:cond delay="0"/>
                                          </p:stCondLst>
                                        </p:cTn>
                                        <p:tgtEl>
                                          <p:spTgt spid="56"/>
                                        </p:tgtEl>
                                        <p:attrNameLst>
                                          <p:attrName>style.visibility</p:attrName>
                                        </p:attrNameLst>
                                      </p:cBhvr>
                                      <p:to>
                                        <p:strVal val="visible"/>
                                      </p:to>
                                    </p:set>
                                    <p:animEffect transition="in" filter="box(out)">
                                      <p:cBhvr>
                                        <p:cTn id="32" dur="1000"/>
                                        <p:tgtEl>
                                          <p:spTgt spid="56"/>
                                        </p:tgtEl>
                                      </p:cBhvr>
                                    </p:animEffect>
                                  </p:childTnLst>
                                </p:cTn>
                              </p:par>
                            </p:childTnLst>
                          </p:cTn>
                        </p:par>
                      </p:childTnLst>
                    </p:cTn>
                  </p:par>
                  <p:par>
                    <p:cTn id="33" fill="hold">
                      <p:stCondLst>
                        <p:cond delay="indefinite"/>
                      </p:stCondLst>
                      <p:childTnLst>
                        <p:par>
                          <p:cTn id="34" fill="hold">
                            <p:stCondLst>
                              <p:cond delay="0"/>
                            </p:stCondLst>
                            <p:childTnLst>
                              <p:par>
                                <p:cTn id="35" presetID="4" presetClass="entr" presetSubtype="32" fill="hold" grpId="0" nodeType="clickEffect">
                                  <p:stCondLst>
                                    <p:cond delay="0"/>
                                  </p:stCondLst>
                                  <p:childTnLst>
                                    <p:set>
                                      <p:cBhvr>
                                        <p:cTn id="36" dur="1000" fill="hold">
                                          <p:stCondLst>
                                            <p:cond delay="0"/>
                                          </p:stCondLst>
                                        </p:cTn>
                                        <p:tgtEl>
                                          <p:spTgt spid="57"/>
                                        </p:tgtEl>
                                        <p:attrNameLst>
                                          <p:attrName>style.visibility</p:attrName>
                                        </p:attrNameLst>
                                      </p:cBhvr>
                                      <p:to>
                                        <p:strVal val="visible"/>
                                      </p:to>
                                    </p:set>
                                    <p:animEffect transition="in" filter="box(out)">
                                      <p:cBhvr>
                                        <p:cTn id="37" dur="1000"/>
                                        <p:tgtEl>
                                          <p:spTgt spid="57"/>
                                        </p:tgtEl>
                                      </p:cBhvr>
                                    </p:animEffect>
                                  </p:childTnLst>
                                </p:cTn>
                              </p:par>
                            </p:childTnLst>
                          </p:cTn>
                        </p:par>
                      </p:childTnLst>
                    </p:cTn>
                  </p:par>
                  <p:par>
                    <p:cTn id="38" fill="hold">
                      <p:stCondLst>
                        <p:cond delay="indefinite"/>
                      </p:stCondLst>
                      <p:childTnLst>
                        <p:par>
                          <p:cTn id="39" fill="hold">
                            <p:stCondLst>
                              <p:cond delay="0"/>
                            </p:stCondLst>
                            <p:childTnLst>
                              <p:par>
                                <p:cTn id="40" presetID="4" presetClass="entr" presetSubtype="32" fill="hold" grpId="0" nodeType="clickEffect">
                                  <p:stCondLst>
                                    <p:cond delay="0"/>
                                  </p:stCondLst>
                                  <p:childTnLst>
                                    <p:set>
                                      <p:cBhvr>
                                        <p:cTn id="41" dur="1000" fill="hold">
                                          <p:stCondLst>
                                            <p:cond delay="0"/>
                                          </p:stCondLst>
                                        </p:cTn>
                                        <p:tgtEl>
                                          <p:spTgt spid="59"/>
                                        </p:tgtEl>
                                        <p:attrNameLst>
                                          <p:attrName>style.visibility</p:attrName>
                                        </p:attrNameLst>
                                      </p:cBhvr>
                                      <p:to>
                                        <p:strVal val="visible"/>
                                      </p:to>
                                    </p:set>
                                    <p:animEffect transition="in" filter="box(out)">
                                      <p:cBhvr>
                                        <p:cTn id="42" dur="1000"/>
                                        <p:tgtEl>
                                          <p:spTgt spid="59"/>
                                        </p:tgtEl>
                                      </p:cBhvr>
                                    </p:animEffect>
                                  </p:childTnLst>
                                  <p:subTnLst>
                                    <p:set>
                                      <p:cBhvr override="childStyle">
                                        <p:cTn dur="65" fill="hold" display="1" masterRel="nextClick" afterEffect="1"/>
                                        <p:tgtEl>
                                          <p:spTgt spid="59"/>
                                        </p:tgtEl>
                                        <p:attrNameLst>
                                          <p:attrName>style.visibility</p:attrName>
                                        </p:attrNameLst>
                                      </p:cBhvr>
                                      <p:to>
                                        <p:strVal val="hidden"/>
                                      </p:to>
                                    </p:set>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grpId="0" nodeType="clickEffect">
                                  <p:stCondLst>
                                    <p:cond delay="0"/>
                                  </p:stCondLst>
                                  <p:childTnLst>
                                    <p:set>
                                      <p:cBhvr>
                                        <p:cTn id="46" dur="1000" fill="hold">
                                          <p:stCondLst>
                                            <p:cond delay="0"/>
                                          </p:stCondLst>
                                        </p:cTn>
                                        <p:tgtEl>
                                          <p:spTgt spid="60"/>
                                        </p:tgtEl>
                                        <p:attrNameLst>
                                          <p:attrName>style.visibility</p:attrName>
                                        </p:attrNameLst>
                                      </p:cBhvr>
                                      <p:to>
                                        <p:strVal val="visible"/>
                                      </p:to>
                                    </p:set>
                                    <p:animEffect transition="in" filter="box(out)">
                                      <p:cBhvr>
                                        <p:cTn id="47" dur="1000"/>
                                        <p:tgtEl>
                                          <p:spTgt spid="60"/>
                                        </p:tgtEl>
                                      </p:cBhvr>
                                    </p:animEffect>
                                  </p:childTnLst>
                                </p:cTn>
                              </p:par>
                            </p:childTnLst>
                          </p:cTn>
                        </p:par>
                      </p:childTnLst>
                    </p:cTn>
                  </p:par>
                  <p:par>
                    <p:cTn id="48" fill="hold">
                      <p:stCondLst>
                        <p:cond delay="indefinite"/>
                      </p:stCondLst>
                      <p:childTnLst>
                        <p:par>
                          <p:cTn id="49" fill="hold">
                            <p:stCondLst>
                              <p:cond delay="0"/>
                            </p:stCondLst>
                            <p:childTnLst>
                              <p:par>
                                <p:cTn id="50" presetID="4" presetClass="entr" presetSubtype="32" fill="hold" grpId="0" nodeType="clickEffect">
                                  <p:stCondLst>
                                    <p:cond delay="0"/>
                                  </p:stCondLst>
                                  <p:childTnLst>
                                    <p:set>
                                      <p:cBhvr>
                                        <p:cTn id="51" dur="1000" fill="hold">
                                          <p:stCondLst>
                                            <p:cond delay="0"/>
                                          </p:stCondLst>
                                        </p:cTn>
                                        <p:tgtEl>
                                          <p:spTgt spid="61"/>
                                        </p:tgtEl>
                                        <p:attrNameLst>
                                          <p:attrName>style.visibility</p:attrName>
                                        </p:attrNameLst>
                                      </p:cBhvr>
                                      <p:to>
                                        <p:strVal val="visible"/>
                                      </p:to>
                                    </p:set>
                                    <p:animEffect transition="in" filter="box(out)">
                                      <p:cBhvr>
                                        <p:cTn id="52" dur="1000"/>
                                        <p:tgtEl>
                                          <p:spTgt spid="61"/>
                                        </p:tgtEl>
                                      </p:cBhvr>
                                    </p:animEffect>
                                  </p:childTnLst>
                                  <p:subTnLst>
                                    <p:set>
                                      <p:cBhvr override="childStyle">
                                        <p:cTn dur="65" fill="hold" display="1" masterRel="nextClick" afterEffect="1"/>
                                        <p:tgtEl>
                                          <p:spTgt spid="61"/>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bldLvl="4" uiExpand="1" build="p"/>
      <p:bldP spid="15368" grpId="0" bldLvl="4" uiExpand="1" build="p"/>
      <p:bldP spid="56" grpId="0"/>
      <p:bldP spid="56" grpId="1"/>
      <p:bldP spid="57" grpId="0"/>
      <p:bldP spid="57" grpId="1"/>
      <p:bldP spid="60" grpId="0"/>
      <p:bldP spid="60" grpId="1"/>
      <p:bldP spid="59" grpId="0" animBg="1"/>
      <p:bldP spid="59" grpId="1" animBg="1"/>
      <p:bldP spid="61" grpId="0" bldLvl="0" animBg="1"/>
      <p:bldP spid="61" grpId="1"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5857" name="直接连接符 57479"/>
          <p:cNvSpPr/>
          <p:nvPr/>
        </p:nvSpPr>
        <p:spPr>
          <a:xfrm>
            <a:off x="3848100" y="4229100"/>
            <a:ext cx="4438650" cy="0"/>
          </a:xfrm>
          <a:prstGeom prst="line">
            <a:avLst/>
          </a:prstGeom>
          <a:ln w="19050">
            <a:noFill/>
          </a:ln>
        </p:spPr>
      </p:sp>
      <p:grpSp>
        <p:nvGrpSpPr>
          <p:cNvPr id="57431" name="组合 57430"/>
          <p:cNvGrpSpPr/>
          <p:nvPr/>
        </p:nvGrpSpPr>
        <p:grpSpPr>
          <a:xfrm>
            <a:off x="2770188" y="1127125"/>
            <a:ext cx="7337425" cy="5138738"/>
            <a:chOff x="814" y="408"/>
            <a:chExt cx="4622" cy="3237"/>
          </a:xfrm>
        </p:grpSpPr>
        <p:sp>
          <p:nvSpPr>
            <p:cNvPr id="505859" name="矩形 57346"/>
            <p:cNvSpPr/>
            <p:nvPr/>
          </p:nvSpPr>
          <p:spPr>
            <a:xfrm>
              <a:off x="814" y="1044"/>
              <a:ext cx="4622" cy="2601"/>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  </a:t>
              </a:r>
              <a:r>
                <a:rPr lang="zh-CN" altLang="zh-CN" sz="2000">
                  <a:latin typeface="Calibri" panose="020F0502020204030204" pitchFamily="34" charset="0"/>
                  <a:ea typeface="宋体" panose="02010600030101010101" pitchFamily="2" charset="-122"/>
                </a:rPr>
                <a:t>例 char diamond</a:t>
              </a:r>
              <a:r>
                <a:rPr lang="zh-CN" altLang="zh-CN" sz="2000">
                  <a:solidFill>
                    <a:srgbClr val="FF0000"/>
                  </a:solidFill>
                  <a:latin typeface="Calibri" panose="020F0502020204030204" pitchFamily="34" charset="0"/>
                  <a:ea typeface="宋体" panose="02010600030101010101" pitchFamily="2" charset="-122"/>
                </a:rPr>
                <a:t>[]</a:t>
              </a:r>
              <a:r>
                <a:rPr lang="zh-CN" altLang="zh-CN" sz="2000">
                  <a:latin typeface="Calibri" panose="020F0502020204030204" pitchFamily="34" charset="0"/>
                  <a:ea typeface="宋体" panose="02010600030101010101" pitchFamily="2" charset="-122"/>
                </a:rPr>
                <a:t>[5]={{'.', '.','*'},{'.','*','.','*'},</a:t>
              </a:r>
              <a:endParaRPr lang="zh-CN" altLang="zh-CN" sz="2000">
                <a:latin typeface="Calibri" panose="020F0502020204030204" pitchFamily="34" charset="0"/>
                <a:ea typeface="宋体" panose="02010600030101010101" pitchFamily="2" charset="-122"/>
              </a:endParaRPr>
            </a:p>
            <a:p>
              <a:pPr>
                <a:buSzTx/>
              </a:pPr>
              <a:r>
                <a:rPr lang="zh-CN" altLang="zh-CN" sz="2000">
                  <a:latin typeface="Calibri" panose="020F0502020204030204" pitchFamily="34" charset="0"/>
                  <a:ea typeface="宋体" panose="02010600030101010101" pitchFamily="2" charset="-122"/>
                </a:rPr>
                <a:t>	   {'*', '.', '.', '.' ,'*'},{'.','*', '.','*'},{'.', '.','*'}};</a:t>
              </a:r>
              <a:endParaRPr lang="zh-CN" altLang="zh-CN" sz="2000">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p:txBody>
        </p:sp>
        <p:sp>
          <p:nvSpPr>
            <p:cNvPr id="505860" name="云形标注 57347"/>
            <p:cNvSpPr/>
            <p:nvPr/>
          </p:nvSpPr>
          <p:spPr>
            <a:xfrm>
              <a:off x="2995" y="408"/>
              <a:ext cx="2365" cy="356"/>
            </a:xfrm>
            <a:prstGeom prst="cloudCallout">
              <a:avLst>
                <a:gd name="adj1" fmla="val -30579"/>
                <a:gd name="adj2" fmla="val 105028"/>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微软雅黑 Light" panose="020B0502040204020203" charset="-122"/>
                  <a:ea typeface="微软雅黑 Light" panose="020B0502040204020203" charset="-122"/>
                </a:rPr>
                <a:t>二维字符数组初始化</a:t>
              </a:r>
              <a:endParaRPr lang="zh-CN" altLang="zh-CN">
                <a:latin typeface="微软雅黑 Light" panose="020B0502040204020203" charset="-122"/>
                <a:ea typeface="微软雅黑 Light" panose="020B0502040204020203" charset="-122"/>
              </a:endParaRPr>
            </a:p>
          </p:txBody>
        </p:sp>
        <p:grpSp>
          <p:nvGrpSpPr>
            <p:cNvPr id="505861" name="组合 57429"/>
            <p:cNvGrpSpPr/>
            <p:nvPr/>
          </p:nvGrpSpPr>
          <p:grpSpPr>
            <a:xfrm>
              <a:off x="831" y="1833"/>
              <a:ext cx="3657" cy="1633"/>
              <a:chOff x="831" y="1833"/>
              <a:chExt cx="3657" cy="1633"/>
            </a:xfrm>
          </p:grpSpPr>
          <p:grpSp>
            <p:nvGrpSpPr>
              <p:cNvPr id="505862" name="组合 57423"/>
              <p:cNvGrpSpPr/>
              <p:nvPr/>
            </p:nvGrpSpPr>
            <p:grpSpPr>
              <a:xfrm>
                <a:off x="1668" y="1833"/>
                <a:ext cx="2820" cy="1633"/>
                <a:chOff x="1176" y="1893"/>
                <a:chExt cx="2820" cy="1633"/>
              </a:xfrm>
            </p:grpSpPr>
            <p:grpSp>
              <p:nvGrpSpPr>
                <p:cNvPr id="505863" name="组合 57389"/>
                <p:cNvGrpSpPr/>
                <p:nvPr/>
              </p:nvGrpSpPr>
              <p:grpSpPr>
                <a:xfrm>
                  <a:off x="1187" y="1893"/>
                  <a:ext cx="2808" cy="1585"/>
                  <a:chOff x="1187" y="1881"/>
                  <a:chExt cx="2808" cy="409"/>
                </a:xfrm>
              </p:grpSpPr>
              <p:sp>
                <p:nvSpPr>
                  <p:cNvPr id="505864" name="矩形 57349"/>
                  <p:cNvSpPr/>
                  <p:nvPr/>
                </p:nvSpPr>
                <p:spPr>
                  <a:xfrm>
                    <a:off x="1187" y="1887"/>
                    <a:ext cx="2808" cy="394"/>
                  </a:xfrm>
                  <a:prstGeom prst="rect">
                    <a:avLst/>
                  </a:prstGeom>
                  <a:noFill/>
                  <a:ln w="25400" cap="flat" cmpd="sng">
                    <a:solidFill>
                      <a:srgbClr val="0070C0"/>
                    </a:solidFill>
                    <a:prstDash val="solid"/>
                    <a:miter/>
                    <a:headEnd type="none" w="med" len="med"/>
                    <a:tailEnd type="none" w="med" len="med"/>
                  </a:ln>
                </p:spPr>
                <p:txBody>
                  <a:bodyPr wrap="square" lIns="91440" tIns="45720" rIns="91440" bIns="45720" anchor="t" anchorCtr="0"/>
                  <a:p>
                    <a:pPr>
                      <a:buSzTx/>
                    </a:pPr>
                    <a:endParaRPr lang="zh-CN" altLang="zh-CN">
                      <a:solidFill>
                        <a:srgbClr val="FF0000"/>
                      </a:solidFill>
                      <a:latin typeface="Calibri" panose="020F0502020204030204" pitchFamily="34" charset="0"/>
                      <a:ea typeface="宋体" panose="02010600030101010101" pitchFamily="2" charset="-122"/>
                    </a:endParaRPr>
                  </a:p>
                </p:txBody>
              </p:sp>
              <p:sp>
                <p:nvSpPr>
                  <p:cNvPr id="505865" name="直接连接符 57350"/>
                  <p:cNvSpPr/>
                  <p:nvPr/>
                </p:nvSpPr>
                <p:spPr>
                  <a:xfrm>
                    <a:off x="1715" y="1895"/>
                    <a:ext cx="0" cy="395"/>
                  </a:xfrm>
                  <a:prstGeom prst="line">
                    <a:avLst/>
                  </a:prstGeom>
                  <a:ln w="25400" cap="flat" cmpd="sng">
                    <a:solidFill>
                      <a:schemeClr val="accent1"/>
                    </a:solidFill>
                    <a:prstDash val="solid"/>
                    <a:miter/>
                    <a:headEnd type="none" w="med" len="med"/>
                    <a:tailEnd type="none" w="med" len="med"/>
                  </a:ln>
                </p:spPr>
              </p:sp>
              <p:sp>
                <p:nvSpPr>
                  <p:cNvPr id="505866" name="直接连接符 57351"/>
                  <p:cNvSpPr/>
                  <p:nvPr/>
                </p:nvSpPr>
                <p:spPr>
                  <a:xfrm>
                    <a:off x="2309" y="1881"/>
                    <a:ext cx="0" cy="395"/>
                  </a:xfrm>
                  <a:prstGeom prst="line">
                    <a:avLst/>
                  </a:prstGeom>
                  <a:ln w="25400" cap="flat" cmpd="sng">
                    <a:solidFill>
                      <a:schemeClr val="accent1"/>
                    </a:solidFill>
                    <a:prstDash val="solid"/>
                    <a:miter/>
                    <a:headEnd type="none" w="med" len="med"/>
                    <a:tailEnd type="none" w="med" len="med"/>
                  </a:ln>
                </p:spPr>
              </p:sp>
              <p:sp>
                <p:nvSpPr>
                  <p:cNvPr id="505867" name="直接连接符 57352"/>
                  <p:cNvSpPr/>
                  <p:nvPr/>
                </p:nvSpPr>
                <p:spPr>
                  <a:xfrm>
                    <a:off x="2903" y="1881"/>
                    <a:ext cx="0" cy="395"/>
                  </a:xfrm>
                  <a:prstGeom prst="line">
                    <a:avLst/>
                  </a:prstGeom>
                  <a:ln w="25400" cap="flat" cmpd="sng">
                    <a:solidFill>
                      <a:schemeClr val="accent1"/>
                    </a:solidFill>
                    <a:prstDash val="solid"/>
                    <a:miter/>
                    <a:headEnd type="none" w="med" len="med"/>
                    <a:tailEnd type="none" w="med" len="med"/>
                  </a:ln>
                </p:spPr>
              </p:sp>
              <p:sp>
                <p:nvSpPr>
                  <p:cNvPr id="505868" name="直接连接符 57353"/>
                  <p:cNvSpPr/>
                  <p:nvPr/>
                </p:nvSpPr>
                <p:spPr>
                  <a:xfrm>
                    <a:off x="3497" y="1881"/>
                    <a:ext cx="0" cy="395"/>
                  </a:xfrm>
                  <a:prstGeom prst="line">
                    <a:avLst/>
                  </a:prstGeom>
                  <a:ln w="25400" cap="flat" cmpd="sng">
                    <a:solidFill>
                      <a:schemeClr val="accent1"/>
                    </a:solidFill>
                    <a:prstDash val="solid"/>
                    <a:miter/>
                    <a:headEnd type="none" w="med" len="med"/>
                    <a:tailEnd type="none" w="med" len="med"/>
                  </a:ln>
                </p:spPr>
              </p:sp>
            </p:grpSp>
            <p:grpSp>
              <p:nvGrpSpPr>
                <p:cNvPr id="505869" name="组合 57394"/>
                <p:cNvGrpSpPr/>
                <p:nvPr/>
              </p:nvGrpSpPr>
              <p:grpSpPr>
                <a:xfrm>
                  <a:off x="1176" y="1932"/>
                  <a:ext cx="2820" cy="406"/>
                  <a:chOff x="1200" y="1932"/>
                  <a:chExt cx="2820" cy="406"/>
                </a:xfrm>
              </p:grpSpPr>
              <p:sp>
                <p:nvSpPr>
                  <p:cNvPr id="505870" name="矩形 57355"/>
                  <p:cNvSpPr/>
                  <p:nvPr/>
                </p:nvSpPr>
                <p:spPr>
                  <a:xfrm>
                    <a:off x="1334" y="1932"/>
                    <a:ext cx="15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05871" name="矩形 57356"/>
                  <p:cNvSpPr/>
                  <p:nvPr/>
                </p:nvSpPr>
                <p:spPr>
                  <a:xfrm>
                    <a:off x="1919" y="1932"/>
                    <a:ext cx="15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05872" name="矩形 57357"/>
                  <p:cNvSpPr/>
                  <p:nvPr/>
                </p:nvSpPr>
                <p:spPr>
                  <a:xfrm>
                    <a:off x="2505" y="1932"/>
                    <a:ext cx="193" cy="232"/>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t>
                    </a:r>
                    <a:endParaRPr lang="zh-CN" altLang="zh-CN">
                      <a:solidFill>
                        <a:srgbClr val="FF0000"/>
                      </a:solidFill>
                      <a:latin typeface="Calibri" panose="020F0502020204030204" pitchFamily="34" charset="0"/>
                      <a:ea typeface="宋体" panose="02010600030101010101" pitchFamily="2" charset="-122"/>
                    </a:endParaRPr>
                  </a:p>
                </p:txBody>
              </p:sp>
              <p:sp>
                <p:nvSpPr>
                  <p:cNvPr id="505873" name="矩形 57358"/>
                  <p:cNvSpPr/>
                  <p:nvPr/>
                </p:nvSpPr>
                <p:spPr>
                  <a:xfrm>
                    <a:off x="3090" y="1932"/>
                    <a:ext cx="324" cy="406"/>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505874" name="矩形 57359"/>
                  <p:cNvSpPr/>
                  <p:nvPr/>
                </p:nvSpPr>
                <p:spPr>
                  <a:xfrm>
                    <a:off x="3676" y="1932"/>
                    <a:ext cx="343" cy="406"/>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505875" name="直接连接符 57390"/>
                  <p:cNvSpPr/>
                  <p:nvPr/>
                </p:nvSpPr>
                <p:spPr>
                  <a:xfrm>
                    <a:off x="1200" y="2220"/>
                    <a:ext cx="2820" cy="8"/>
                  </a:xfrm>
                  <a:prstGeom prst="line">
                    <a:avLst/>
                  </a:prstGeom>
                  <a:ln w="25400" cap="flat" cmpd="sng">
                    <a:solidFill>
                      <a:schemeClr val="accent1"/>
                    </a:solidFill>
                    <a:prstDash val="solid"/>
                    <a:miter/>
                    <a:headEnd type="none" w="med" len="med"/>
                    <a:tailEnd type="none" w="med" len="med"/>
                  </a:ln>
                </p:spPr>
              </p:sp>
            </p:grpSp>
            <p:sp>
              <p:nvSpPr>
                <p:cNvPr id="505876" name="直接连接符 57391"/>
                <p:cNvSpPr/>
                <p:nvPr/>
              </p:nvSpPr>
              <p:spPr>
                <a:xfrm flipV="1">
                  <a:off x="1198" y="2525"/>
                  <a:ext cx="2798" cy="1"/>
                </a:xfrm>
                <a:prstGeom prst="line">
                  <a:avLst/>
                </a:prstGeom>
                <a:ln w="25400" cap="flat" cmpd="sng">
                  <a:solidFill>
                    <a:schemeClr val="accent1"/>
                  </a:solidFill>
                  <a:prstDash val="solid"/>
                  <a:miter/>
                  <a:headEnd type="none" w="med" len="med"/>
                  <a:tailEnd type="none" w="med" len="med"/>
                </a:ln>
              </p:spPr>
            </p:sp>
            <p:sp>
              <p:nvSpPr>
                <p:cNvPr id="505877" name="直接连接符 57392"/>
                <p:cNvSpPr/>
                <p:nvPr/>
              </p:nvSpPr>
              <p:spPr>
                <a:xfrm>
                  <a:off x="1176" y="2823"/>
                  <a:ext cx="2820" cy="6"/>
                </a:xfrm>
                <a:prstGeom prst="line">
                  <a:avLst/>
                </a:prstGeom>
                <a:ln w="25400" cap="flat" cmpd="sng">
                  <a:solidFill>
                    <a:schemeClr val="accent1"/>
                  </a:solidFill>
                  <a:prstDash val="solid"/>
                  <a:miter/>
                  <a:headEnd type="none" w="med" len="med"/>
                  <a:tailEnd type="none" w="med" len="med"/>
                </a:ln>
              </p:spPr>
            </p:sp>
            <p:sp>
              <p:nvSpPr>
                <p:cNvPr id="505878" name="直接连接符 57393"/>
                <p:cNvSpPr/>
                <p:nvPr/>
              </p:nvSpPr>
              <p:spPr>
                <a:xfrm>
                  <a:off x="1187" y="3120"/>
                  <a:ext cx="2809" cy="12"/>
                </a:xfrm>
                <a:prstGeom prst="line">
                  <a:avLst/>
                </a:prstGeom>
                <a:ln w="25400" cap="flat" cmpd="sng">
                  <a:solidFill>
                    <a:schemeClr val="accent1"/>
                  </a:solidFill>
                  <a:prstDash val="solid"/>
                  <a:miter/>
                  <a:headEnd type="none" w="med" len="med"/>
                  <a:tailEnd type="none" w="med" len="med"/>
                </a:ln>
              </p:spPr>
            </p:sp>
            <p:grpSp>
              <p:nvGrpSpPr>
                <p:cNvPr id="505879" name="组合 57395"/>
                <p:cNvGrpSpPr/>
                <p:nvPr/>
              </p:nvGrpSpPr>
              <p:grpSpPr>
                <a:xfrm>
                  <a:off x="1310" y="2229"/>
                  <a:ext cx="2662" cy="406"/>
                  <a:chOff x="1334" y="1932"/>
                  <a:chExt cx="2662" cy="406"/>
                </a:xfrm>
              </p:grpSpPr>
              <p:sp>
                <p:nvSpPr>
                  <p:cNvPr id="505880" name="矩形 57396"/>
                  <p:cNvSpPr/>
                  <p:nvPr/>
                </p:nvSpPr>
                <p:spPr>
                  <a:xfrm>
                    <a:off x="1334" y="1932"/>
                    <a:ext cx="15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05881" name="矩形 57397"/>
                  <p:cNvSpPr/>
                  <p:nvPr/>
                </p:nvSpPr>
                <p:spPr>
                  <a:xfrm>
                    <a:off x="1919" y="1932"/>
                    <a:ext cx="193" cy="232"/>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t>
                    </a:r>
                    <a:endParaRPr lang="zh-CN" altLang="zh-CN">
                      <a:solidFill>
                        <a:srgbClr val="FF0000"/>
                      </a:solidFill>
                      <a:latin typeface="Calibri" panose="020F0502020204030204" pitchFamily="34" charset="0"/>
                      <a:ea typeface="宋体" panose="02010600030101010101" pitchFamily="2" charset="-122"/>
                    </a:endParaRPr>
                  </a:p>
                </p:txBody>
              </p:sp>
              <p:sp>
                <p:nvSpPr>
                  <p:cNvPr id="505882" name="矩形 57398"/>
                  <p:cNvSpPr/>
                  <p:nvPr/>
                </p:nvSpPr>
                <p:spPr>
                  <a:xfrm>
                    <a:off x="2505" y="1932"/>
                    <a:ext cx="15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05883" name="矩形 57399"/>
                  <p:cNvSpPr/>
                  <p:nvPr/>
                </p:nvSpPr>
                <p:spPr>
                  <a:xfrm>
                    <a:off x="3090" y="1932"/>
                    <a:ext cx="193" cy="232"/>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t>
                    </a:r>
                    <a:endParaRPr lang="zh-CN" altLang="zh-CN">
                      <a:solidFill>
                        <a:srgbClr val="FF0000"/>
                      </a:solidFill>
                      <a:latin typeface="Calibri" panose="020F0502020204030204" pitchFamily="34" charset="0"/>
                      <a:ea typeface="宋体" panose="02010600030101010101" pitchFamily="2" charset="-122"/>
                    </a:endParaRPr>
                  </a:p>
                </p:txBody>
              </p:sp>
              <p:sp>
                <p:nvSpPr>
                  <p:cNvPr id="505884" name="矩形 57400"/>
                  <p:cNvSpPr/>
                  <p:nvPr/>
                </p:nvSpPr>
                <p:spPr>
                  <a:xfrm>
                    <a:off x="3676" y="1932"/>
                    <a:ext cx="320" cy="406"/>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grpSp>
            <p:grpSp>
              <p:nvGrpSpPr>
                <p:cNvPr id="505885" name="组合 57402"/>
                <p:cNvGrpSpPr/>
                <p:nvPr/>
              </p:nvGrpSpPr>
              <p:grpSpPr>
                <a:xfrm>
                  <a:off x="1310" y="2526"/>
                  <a:ext cx="2535" cy="232"/>
                  <a:chOff x="1334" y="1932"/>
                  <a:chExt cx="2535" cy="232"/>
                </a:xfrm>
              </p:grpSpPr>
              <p:sp>
                <p:nvSpPr>
                  <p:cNvPr id="505886" name="矩形 57403"/>
                  <p:cNvSpPr/>
                  <p:nvPr/>
                </p:nvSpPr>
                <p:spPr>
                  <a:xfrm>
                    <a:off x="1334" y="1932"/>
                    <a:ext cx="193" cy="232"/>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t>
                    </a:r>
                    <a:endParaRPr lang="zh-CN" altLang="zh-CN">
                      <a:solidFill>
                        <a:srgbClr val="FF0000"/>
                      </a:solidFill>
                      <a:latin typeface="Calibri" panose="020F0502020204030204" pitchFamily="34" charset="0"/>
                      <a:ea typeface="宋体" panose="02010600030101010101" pitchFamily="2" charset="-122"/>
                    </a:endParaRPr>
                  </a:p>
                </p:txBody>
              </p:sp>
              <p:sp>
                <p:nvSpPr>
                  <p:cNvPr id="505887" name="矩形 57404"/>
                  <p:cNvSpPr/>
                  <p:nvPr/>
                </p:nvSpPr>
                <p:spPr>
                  <a:xfrm>
                    <a:off x="1919" y="1932"/>
                    <a:ext cx="15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05888" name="矩形 57405"/>
                  <p:cNvSpPr/>
                  <p:nvPr/>
                </p:nvSpPr>
                <p:spPr>
                  <a:xfrm>
                    <a:off x="2505" y="1932"/>
                    <a:ext cx="15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05889" name="矩形 57406"/>
                  <p:cNvSpPr/>
                  <p:nvPr/>
                </p:nvSpPr>
                <p:spPr>
                  <a:xfrm>
                    <a:off x="3090" y="1932"/>
                    <a:ext cx="15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05890" name="矩形 57407"/>
                  <p:cNvSpPr/>
                  <p:nvPr/>
                </p:nvSpPr>
                <p:spPr>
                  <a:xfrm>
                    <a:off x="3676" y="1932"/>
                    <a:ext cx="193" cy="232"/>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t>
                    </a:r>
                    <a:endParaRPr lang="zh-CN" altLang="zh-CN">
                      <a:solidFill>
                        <a:srgbClr val="FF0000"/>
                      </a:solidFill>
                      <a:latin typeface="Calibri" panose="020F0502020204030204" pitchFamily="34" charset="0"/>
                      <a:ea typeface="宋体" panose="02010600030101010101" pitchFamily="2" charset="-122"/>
                    </a:endParaRPr>
                  </a:p>
                </p:txBody>
              </p:sp>
            </p:grpSp>
            <p:grpSp>
              <p:nvGrpSpPr>
                <p:cNvPr id="505891" name="组合 57409"/>
                <p:cNvGrpSpPr/>
                <p:nvPr/>
              </p:nvGrpSpPr>
              <p:grpSpPr>
                <a:xfrm>
                  <a:off x="1310" y="2823"/>
                  <a:ext cx="2622" cy="406"/>
                  <a:chOff x="1334" y="1932"/>
                  <a:chExt cx="2622" cy="406"/>
                </a:xfrm>
              </p:grpSpPr>
              <p:sp>
                <p:nvSpPr>
                  <p:cNvPr id="505892" name="矩形 57410"/>
                  <p:cNvSpPr/>
                  <p:nvPr/>
                </p:nvSpPr>
                <p:spPr>
                  <a:xfrm>
                    <a:off x="1334" y="1932"/>
                    <a:ext cx="15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05893" name="矩形 57411"/>
                  <p:cNvSpPr/>
                  <p:nvPr/>
                </p:nvSpPr>
                <p:spPr>
                  <a:xfrm>
                    <a:off x="1919" y="1932"/>
                    <a:ext cx="193" cy="232"/>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t>
                    </a:r>
                    <a:endParaRPr lang="zh-CN" altLang="zh-CN">
                      <a:solidFill>
                        <a:srgbClr val="FF0000"/>
                      </a:solidFill>
                      <a:latin typeface="Calibri" panose="020F0502020204030204" pitchFamily="34" charset="0"/>
                      <a:ea typeface="宋体" panose="02010600030101010101" pitchFamily="2" charset="-122"/>
                    </a:endParaRPr>
                  </a:p>
                </p:txBody>
              </p:sp>
              <p:sp>
                <p:nvSpPr>
                  <p:cNvPr id="505894" name="矩形 57412"/>
                  <p:cNvSpPr/>
                  <p:nvPr/>
                </p:nvSpPr>
                <p:spPr>
                  <a:xfrm>
                    <a:off x="2505" y="1932"/>
                    <a:ext cx="15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05895" name="矩形 57413"/>
                  <p:cNvSpPr/>
                  <p:nvPr/>
                </p:nvSpPr>
                <p:spPr>
                  <a:xfrm>
                    <a:off x="3090" y="1932"/>
                    <a:ext cx="193" cy="232"/>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t>
                    </a:r>
                    <a:endParaRPr lang="zh-CN" altLang="zh-CN">
                      <a:solidFill>
                        <a:srgbClr val="FF0000"/>
                      </a:solidFill>
                      <a:latin typeface="Calibri" panose="020F0502020204030204" pitchFamily="34" charset="0"/>
                      <a:ea typeface="宋体" panose="02010600030101010101" pitchFamily="2" charset="-122"/>
                    </a:endParaRPr>
                  </a:p>
                </p:txBody>
              </p:sp>
              <p:sp>
                <p:nvSpPr>
                  <p:cNvPr id="505896" name="矩形 57414"/>
                  <p:cNvSpPr/>
                  <p:nvPr/>
                </p:nvSpPr>
                <p:spPr>
                  <a:xfrm>
                    <a:off x="3676" y="1932"/>
                    <a:ext cx="280" cy="406"/>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grpSp>
            <p:grpSp>
              <p:nvGrpSpPr>
                <p:cNvPr id="505897" name="组合 57416"/>
                <p:cNvGrpSpPr/>
                <p:nvPr/>
              </p:nvGrpSpPr>
              <p:grpSpPr>
                <a:xfrm>
                  <a:off x="1176" y="3120"/>
                  <a:ext cx="2796" cy="406"/>
                  <a:chOff x="1200" y="1932"/>
                  <a:chExt cx="2796" cy="406"/>
                </a:xfrm>
              </p:grpSpPr>
              <p:sp>
                <p:nvSpPr>
                  <p:cNvPr id="505898" name="矩形 57417"/>
                  <p:cNvSpPr/>
                  <p:nvPr/>
                </p:nvSpPr>
                <p:spPr>
                  <a:xfrm>
                    <a:off x="1334" y="1932"/>
                    <a:ext cx="15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05899" name="矩形 57418"/>
                  <p:cNvSpPr/>
                  <p:nvPr/>
                </p:nvSpPr>
                <p:spPr>
                  <a:xfrm>
                    <a:off x="1919" y="1932"/>
                    <a:ext cx="15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05900" name="矩形 57419"/>
                  <p:cNvSpPr/>
                  <p:nvPr/>
                </p:nvSpPr>
                <p:spPr>
                  <a:xfrm>
                    <a:off x="2505" y="1932"/>
                    <a:ext cx="193" cy="232"/>
                  </a:xfrm>
                  <a:prstGeom prst="rect">
                    <a:avLst/>
                  </a:prstGeom>
                  <a:noFill/>
                  <a:ln w="25400">
                    <a:noFill/>
                  </a:ln>
                </p:spPr>
                <p:txBody>
                  <a:bodyPr wrap="square" lIns="91440" tIns="45720" rIns="91440" bIns="45720" anchor="t" anchorCtr="0"/>
                  <a:p>
                    <a:pPr>
                      <a:buSzTx/>
                    </a:pPr>
                    <a:r>
                      <a:rPr lang="zh-CN" altLang="zh-CN">
                        <a:solidFill>
                          <a:srgbClr val="FF0000"/>
                        </a:solidFill>
                        <a:latin typeface="Calibri" panose="020F0502020204030204" pitchFamily="34" charset="0"/>
                        <a:ea typeface="宋体" panose="02010600030101010101" pitchFamily="2" charset="-122"/>
                      </a:rPr>
                      <a:t>*</a:t>
                    </a:r>
                    <a:endParaRPr lang="zh-CN" altLang="zh-CN">
                      <a:solidFill>
                        <a:srgbClr val="FF0000"/>
                      </a:solidFill>
                      <a:latin typeface="Calibri" panose="020F0502020204030204" pitchFamily="34" charset="0"/>
                      <a:ea typeface="宋体" panose="02010600030101010101" pitchFamily="2" charset="-122"/>
                    </a:endParaRPr>
                  </a:p>
                </p:txBody>
              </p:sp>
              <p:sp>
                <p:nvSpPr>
                  <p:cNvPr id="505901" name="矩形 57420"/>
                  <p:cNvSpPr/>
                  <p:nvPr/>
                </p:nvSpPr>
                <p:spPr>
                  <a:xfrm>
                    <a:off x="3090" y="1932"/>
                    <a:ext cx="324" cy="406"/>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505902" name="矩形 57421"/>
                  <p:cNvSpPr/>
                  <p:nvPr/>
                </p:nvSpPr>
                <p:spPr>
                  <a:xfrm>
                    <a:off x="3676" y="1932"/>
                    <a:ext cx="280" cy="406"/>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505903" name="直接连接符 57422"/>
                  <p:cNvSpPr/>
                  <p:nvPr/>
                </p:nvSpPr>
                <p:spPr>
                  <a:xfrm>
                    <a:off x="1200" y="2220"/>
                    <a:ext cx="2796" cy="0"/>
                  </a:xfrm>
                  <a:prstGeom prst="line">
                    <a:avLst/>
                  </a:prstGeom>
                  <a:ln w="25400">
                    <a:noFill/>
                  </a:ln>
                </p:spPr>
              </p:sp>
            </p:grpSp>
          </p:grpSp>
          <p:sp>
            <p:nvSpPr>
              <p:cNvPr id="505904" name="矩形 57424"/>
              <p:cNvSpPr/>
              <p:nvPr/>
            </p:nvSpPr>
            <p:spPr>
              <a:xfrm>
                <a:off x="831" y="1881"/>
                <a:ext cx="859"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diamond[0]</a:t>
                </a:r>
                <a:endParaRPr lang="zh-CN" altLang="zh-CN">
                  <a:latin typeface="Calibri" panose="020F0502020204030204" pitchFamily="34" charset="0"/>
                  <a:ea typeface="宋体" panose="02010600030101010101" pitchFamily="2" charset="-122"/>
                </a:endParaRPr>
              </a:p>
            </p:txBody>
          </p:sp>
          <p:sp>
            <p:nvSpPr>
              <p:cNvPr id="505905" name="矩形 57425"/>
              <p:cNvSpPr/>
              <p:nvPr/>
            </p:nvSpPr>
            <p:spPr>
              <a:xfrm>
                <a:off x="831" y="2187"/>
                <a:ext cx="859"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diamond[1]</a:t>
                </a:r>
                <a:endParaRPr lang="zh-CN" altLang="zh-CN">
                  <a:latin typeface="Calibri" panose="020F0502020204030204" pitchFamily="34" charset="0"/>
                  <a:ea typeface="宋体" panose="02010600030101010101" pitchFamily="2" charset="-122"/>
                </a:endParaRPr>
              </a:p>
            </p:txBody>
          </p:sp>
          <p:sp>
            <p:nvSpPr>
              <p:cNvPr id="505906" name="矩形 57426"/>
              <p:cNvSpPr/>
              <p:nvPr/>
            </p:nvSpPr>
            <p:spPr>
              <a:xfrm>
                <a:off x="831" y="2493"/>
                <a:ext cx="859"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diamond[2]</a:t>
                </a:r>
                <a:endParaRPr lang="zh-CN" altLang="zh-CN">
                  <a:latin typeface="Calibri" panose="020F0502020204030204" pitchFamily="34" charset="0"/>
                  <a:ea typeface="宋体" panose="02010600030101010101" pitchFamily="2" charset="-122"/>
                </a:endParaRPr>
              </a:p>
            </p:txBody>
          </p:sp>
          <p:sp>
            <p:nvSpPr>
              <p:cNvPr id="505907" name="矩形 57427"/>
              <p:cNvSpPr/>
              <p:nvPr/>
            </p:nvSpPr>
            <p:spPr>
              <a:xfrm>
                <a:off x="831" y="2799"/>
                <a:ext cx="859"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diamond[3]</a:t>
                </a:r>
                <a:endParaRPr lang="zh-CN" altLang="zh-CN">
                  <a:latin typeface="Calibri" panose="020F0502020204030204" pitchFamily="34" charset="0"/>
                  <a:ea typeface="宋体" panose="02010600030101010101" pitchFamily="2" charset="-122"/>
                </a:endParaRPr>
              </a:p>
            </p:txBody>
          </p:sp>
          <p:sp>
            <p:nvSpPr>
              <p:cNvPr id="505908" name="矩形 57428"/>
              <p:cNvSpPr/>
              <p:nvPr/>
            </p:nvSpPr>
            <p:spPr>
              <a:xfrm>
                <a:off x="831" y="3105"/>
                <a:ext cx="859"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diamond[4]</a:t>
                </a:r>
                <a:endParaRPr lang="zh-CN" altLang="zh-CN">
                  <a:latin typeface="Calibri" panose="020F0502020204030204" pitchFamily="34" charset="0"/>
                  <a:ea typeface="宋体" panose="02010600030101010101" pitchFamily="2" charset="-122"/>
                </a:endParaRPr>
              </a:p>
            </p:txBody>
          </p:sp>
        </p:grpSp>
      </p:grpSp>
      <p:grpSp>
        <p:nvGrpSpPr>
          <p:cNvPr id="57533" name="组合 57532"/>
          <p:cNvGrpSpPr/>
          <p:nvPr/>
        </p:nvGrpSpPr>
        <p:grpSpPr>
          <a:xfrm>
            <a:off x="2770188" y="1127125"/>
            <a:ext cx="7337425" cy="5138738"/>
            <a:chOff x="610" y="-276"/>
            <a:chExt cx="4622" cy="3237"/>
          </a:xfrm>
        </p:grpSpPr>
        <p:sp>
          <p:nvSpPr>
            <p:cNvPr id="505910" name="矩形 57432"/>
            <p:cNvSpPr/>
            <p:nvPr/>
          </p:nvSpPr>
          <p:spPr>
            <a:xfrm>
              <a:off x="610" y="360"/>
              <a:ext cx="4622" cy="2601"/>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  </a:t>
              </a:r>
              <a:r>
                <a:rPr lang="zh-CN" altLang="zh-CN" sz="2000">
                  <a:latin typeface="Calibri" panose="020F0502020204030204" pitchFamily="34" charset="0"/>
                  <a:ea typeface="宋体" panose="02010600030101010101" pitchFamily="2" charset="-122"/>
                </a:rPr>
                <a:t>例 char fruit</a:t>
              </a:r>
              <a:r>
                <a:rPr lang="zh-CN" altLang="zh-CN" sz="2000">
                  <a:solidFill>
                    <a:srgbClr val="FF0000"/>
                  </a:solidFill>
                  <a:latin typeface="Calibri" panose="020F0502020204030204" pitchFamily="34" charset="0"/>
                  <a:ea typeface="宋体" panose="02010600030101010101" pitchFamily="2" charset="-122"/>
                </a:rPr>
                <a:t>[]</a:t>
              </a:r>
              <a:r>
                <a:rPr lang="zh-CN" altLang="zh-CN" sz="2000">
                  <a:latin typeface="Calibri" panose="020F0502020204030204" pitchFamily="34" charset="0"/>
                  <a:ea typeface="宋体" panose="02010600030101010101" pitchFamily="2" charset="-122"/>
                </a:rPr>
                <a:t>[7]={“Apple”,”Orange”,</a:t>
              </a:r>
              <a:endParaRPr lang="zh-CN" altLang="zh-CN" sz="2000">
                <a:latin typeface="Calibri" panose="020F0502020204030204" pitchFamily="34" charset="0"/>
                <a:ea typeface="宋体" panose="02010600030101010101" pitchFamily="2" charset="-122"/>
              </a:endParaRPr>
            </a:p>
            <a:p>
              <a:pPr>
                <a:buSzTx/>
              </a:pPr>
              <a:r>
                <a:rPr lang="zh-CN" altLang="zh-CN" sz="2000">
                  <a:latin typeface="Calibri" panose="020F0502020204030204" pitchFamily="34" charset="0"/>
                  <a:ea typeface="宋体" panose="02010600030101010101" pitchFamily="2" charset="-122"/>
                </a:rPr>
                <a:t>                                           ”Grape”,”Pear”,”Peach”};</a:t>
              </a:r>
              <a:endParaRPr lang="zh-CN" altLang="zh-CN" sz="2000">
                <a:latin typeface="Calibri" panose="020F0502020204030204" pitchFamily="34" charset="0"/>
                <a:ea typeface="宋体" panose="02010600030101010101" pitchFamily="2" charset="-122"/>
              </a:endParaRPr>
            </a:p>
            <a:p>
              <a:pPr>
                <a:buSzTx/>
              </a:pPr>
              <a:endParaRPr lang="zh-CN" altLang="zh-CN" sz="2000">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a:p>
              <a:pPr>
                <a:buSzTx/>
              </a:pPr>
              <a:endParaRPr lang="zh-CN" altLang="zh-CN">
                <a:latin typeface="Calibri" panose="020F0502020204030204" pitchFamily="34" charset="0"/>
                <a:ea typeface="宋体" panose="02010600030101010101" pitchFamily="2" charset="-122"/>
              </a:endParaRPr>
            </a:p>
          </p:txBody>
        </p:sp>
        <p:sp>
          <p:nvSpPr>
            <p:cNvPr id="505911" name="云形标注 57433"/>
            <p:cNvSpPr/>
            <p:nvPr/>
          </p:nvSpPr>
          <p:spPr>
            <a:xfrm>
              <a:off x="2791" y="-276"/>
              <a:ext cx="2365" cy="356"/>
            </a:xfrm>
            <a:prstGeom prst="cloudCallout">
              <a:avLst>
                <a:gd name="adj1" fmla="val -30579"/>
                <a:gd name="adj2" fmla="val 105028"/>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微软雅黑 Light" panose="020B0502040204020203" charset="-122"/>
                  <a:ea typeface="微软雅黑 Light" panose="020B0502040204020203" charset="-122"/>
                </a:rPr>
                <a:t>二维字符数组初始化</a:t>
              </a:r>
              <a:endParaRPr lang="zh-CN" altLang="zh-CN">
                <a:latin typeface="微软雅黑 Light" panose="020B0502040204020203" charset="-122"/>
                <a:ea typeface="微软雅黑 Light" panose="020B0502040204020203" charset="-122"/>
              </a:endParaRPr>
            </a:p>
          </p:txBody>
        </p:sp>
        <p:sp>
          <p:nvSpPr>
            <p:cNvPr id="505912" name="矩形 57437"/>
            <p:cNvSpPr/>
            <p:nvPr/>
          </p:nvSpPr>
          <p:spPr>
            <a:xfrm>
              <a:off x="1427" y="1148"/>
              <a:ext cx="2856" cy="1527"/>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endParaRPr lang="zh-CN" altLang="zh-CN">
                <a:latin typeface="Calibri" panose="020F0502020204030204" pitchFamily="34" charset="0"/>
                <a:ea typeface="宋体" panose="02010600030101010101" pitchFamily="2" charset="-122"/>
              </a:endParaRPr>
            </a:p>
          </p:txBody>
        </p:sp>
        <p:sp>
          <p:nvSpPr>
            <p:cNvPr id="505913" name="直接连接符 57438"/>
            <p:cNvSpPr/>
            <p:nvPr/>
          </p:nvSpPr>
          <p:spPr>
            <a:xfrm>
              <a:off x="1811" y="1149"/>
              <a:ext cx="0" cy="1531"/>
            </a:xfrm>
            <a:prstGeom prst="line">
              <a:avLst/>
            </a:prstGeom>
            <a:ln w="25400" cap="flat" cmpd="sng">
              <a:solidFill>
                <a:schemeClr val="accent1"/>
              </a:solidFill>
              <a:prstDash val="solid"/>
              <a:miter/>
              <a:headEnd type="none" w="med" len="med"/>
              <a:tailEnd type="none" w="med" len="med"/>
            </a:ln>
          </p:spPr>
        </p:sp>
        <p:sp>
          <p:nvSpPr>
            <p:cNvPr id="505914" name="直接连接符 57439"/>
            <p:cNvSpPr/>
            <p:nvPr/>
          </p:nvSpPr>
          <p:spPr>
            <a:xfrm>
              <a:off x="3067" y="1149"/>
              <a:ext cx="0" cy="1531"/>
            </a:xfrm>
            <a:prstGeom prst="line">
              <a:avLst/>
            </a:prstGeom>
            <a:ln w="25400" cap="flat" cmpd="sng">
              <a:solidFill>
                <a:schemeClr val="accent1"/>
              </a:solidFill>
              <a:prstDash val="solid"/>
              <a:miter/>
              <a:headEnd type="none" w="med" len="med"/>
              <a:tailEnd type="none" w="med" len="med"/>
            </a:ln>
          </p:spPr>
        </p:sp>
        <p:sp>
          <p:nvSpPr>
            <p:cNvPr id="505915" name="直接连接符 57440"/>
            <p:cNvSpPr/>
            <p:nvPr/>
          </p:nvSpPr>
          <p:spPr>
            <a:xfrm>
              <a:off x="3486" y="1149"/>
              <a:ext cx="0" cy="1531"/>
            </a:xfrm>
            <a:prstGeom prst="line">
              <a:avLst/>
            </a:prstGeom>
            <a:ln w="25400" cap="flat" cmpd="sng">
              <a:solidFill>
                <a:schemeClr val="accent1"/>
              </a:solidFill>
              <a:prstDash val="solid"/>
              <a:miter/>
              <a:headEnd type="none" w="med" len="med"/>
              <a:tailEnd type="none" w="med" len="med"/>
            </a:ln>
          </p:spPr>
        </p:sp>
        <p:sp>
          <p:nvSpPr>
            <p:cNvPr id="505916" name="直接连接符 57441"/>
            <p:cNvSpPr/>
            <p:nvPr/>
          </p:nvSpPr>
          <p:spPr>
            <a:xfrm>
              <a:off x="3905" y="1149"/>
              <a:ext cx="0" cy="1531"/>
            </a:xfrm>
            <a:prstGeom prst="line">
              <a:avLst/>
            </a:prstGeom>
            <a:ln w="25400" cap="flat" cmpd="sng">
              <a:solidFill>
                <a:schemeClr val="accent1"/>
              </a:solidFill>
              <a:prstDash val="solid"/>
              <a:miter/>
              <a:headEnd type="none" w="med" len="med"/>
              <a:tailEnd type="none" w="med" len="med"/>
            </a:ln>
          </p:spPr>
        </p:sp>
        <p:sp>
          <p:nvSpPr>
            <p:cNvPr id="505917" name="直接连接符 57450"/>
            <p:cNvSpPr/>
            <p:nvPr/>
          </p:nvSpPr>
          <p:spPr>
            <a:xfrm>
              <a:off x="1428" y="2376"/>
              <a:ext cx="2856" cy="6"/>
            </a:xfrm>
            <a:prstGeom prst="line">
              <a:avLst/>
            </a:prstGeom>
            <a:ln w="25400" cap="flat" cmpd="sng">
              <a:solidFill>
                <a:schemeClr val="accent1"/>
              </a:solidFill>
              <a:prstDash val="solid"/>
              <a:miter/>
              <a:headEnd type="none" w="med" len="med"/>
              <a:tailEnd type="none" w="med" len="med"/>
            </a:ln>
          </p:spPr>
        </p:sp>
        <p:sp>
          <p:nvSpPr>
            <p:cNvPr id="505918" name="直接连接符 57451"/>
            <p:cNvSpPr/>
            <p:nvPr/>
          </p:nvSpPr>
          <p:spPr>
            <a:xfrm>
              <a:off x="1440" y="2070"/>
              <a:ext cx="2844" cy="2"/>
            </a:xfrm>
            <a:prstGeom prst="line">
              <a:avLst/>
            </a:prstGeom>
            <a:ln w="25400" cap="flat" cmpd="sng">
              <a:solidFill>
                <a:schemeClr val="accent1"/>
              </a:solidFill>
              <a:prstDash val="solid"/>
              <a:miter/>
              <a:headEnd type="none" w="med" len="med"/>
              <a:tailEnd type="none" w="med" len="med"/>
            </a:ln>
          </p:spPr>
        </p:sp>
        <p:grpSp>
          <p:nvGrpSpPr>
            <p:cNvPr id="505919" name="组合 57495"/>
            <p:cNvGrpSpPr/>
            <p:nvPr/>
          </p:nvGrpSpPr>
          <p:grpSpPr>
            <a:xfrm>
              <a:off x="1440" y="1476"/>
              <a:ext cx="2844" cy="306"/>
              <a:chOff x="1464" y="1476"/>
              <a:chExt cx="2808" cy="306"/>
            </a:xfrm>
          </p:grpSpPr>
          <p:sp>
            <p:nvSpPr>
              <p:cNvPr id="505920" name="直接连接符 57448"/>
              <p:cNvSpPr/>
              <p:nvPr/>
            </p:nvSpPr>
            <p:spPr>
              <a:xfrm>
                <a:off x="1464" y="1476"/>
                <a:ext cx="2808" cy="9"/>
              </a:xfrm>
              <a:prstGeom prst="line">
                <a:avLst/>
              </a:prstGeom>
              <a:ln w="25400" cap="flat" cmpd="sng">
                <a:solidFill>
                  <a:schemeClr val="accent1"/>
                </a:solidFill>
                <a:prstDash val="solid"/>
                <a:miter/>
                <a:headEnd type="none" w="med" len="med"/>
                <a:tailEnd type="none" w="med" len="med"/>
              </a:ln>
            </p:spPr>
          </p:sp>
          <p:sp>
            <p:nvSpPr>
              <p:cNvPr id="505921" name="直接连接符 57458"/>
              <p:cNvSpPr/>
              <p:nvPr/>
            </p:nvSpPr>
            <p:spPr>
              <a:xfrm>
                <a:off x="1464" y="1776"/>
                <a:ext cx="2808" cy="6"/>
              </a:xfrm>
              <a:prstGeom prst="line">
                <a:avLst/>
              </a:prstGeom>
              <a:ln w="25400" cap="flat" cmpd="sng">
                <a:solidFill>
                  <a:schemeClr val="accent1"/>
                </a:solidFill>
                <a:prstDash val="solid"/>
                <a:miter/>
                <a:headEnd type="none" w="med" len="med"/>
                <a:tailEnd type="none" w="med" len="med"/>
              </a:ln>
            </p:spPr>
          </p:sp>
        </p:grpSp>
        <p:grpSp>
          <p:nvGrpSpPr>
            <p:cNvPr id="505922" name="组合 57530"/>
            <p:cNvGrpSpPr/>
            <p:nvPr/>
          </p:nvGrpSpPr>
          <p:grpSpPr>
            <a:xfrm>
              <a:off x="867" y="1197"/>
              <a:ext cx="574" cy="1452"/>
              <a:chOff x="867" y="1197"/>
              <a:chExt cx="574" cy="1452"/>
            </a:xfrm>
          </p:grpSpPr>
          <p:sp>
            <p:nvSpPr>
              <p:cNvPr id="505923" name="矩形 57480"/>
              <p:cNvSpPr/>
              <p:nvPr/>
            </p:nvSpPr>
            <p:spPr>
              <a:xfrm>
                <a:off x="867" y="1197"/>
                <a:ext cx="574"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fruit[0]</a:t>
                </a:r>
                <a:endParaRPr lang="zh-CN" altLang="zh-CN">
                  <a:latin typeface="Calibri" panose="020F0502020204030204" pitchFamily="34" charset="0"/>
                  <a:ea typeface="宋体" panose="02010600030101010101" pitchFamily="2" charset="-122"/>
                </a:endParaRPr>
              </a:p>
            </p:txBody>
          </p:sp>
          <p:sp>
            <p:nvSpPr>
              <p:cNvPr id="505924" name="矩形 57481"/>
              <p:cNvSpPr/>
              <p:nvPr/>
            </p:nvSpPr>
            <p:spPr>
              <a:xfrm>
                <a:off x="867" y="1503"/>
                <a:ext cx="574"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fruit[1]</a:t>
                </a:r>
                <a:endParaRPr lang="zh-CN" altLang="zh-CN">
                  <a:latin typeface="Calibri" panose="020F0502020204030204" pitchFamily="34" charset="0"/>
                  <a:ea typeface="宋体" panose="02010600030101010101" pitchFamily="2" charset="-122"/>
                </a:endParaRPr>
              </a:p>
            </p:txBody>
          </p:sp>
          <p:sp>
            <p:nvSpPr>
              <p:cNvPr id="505925" name="矩形 57482"/>
              <p:cNvSpPr/>
              <p:nvPr/>
            </p:nvSpPr>
            <p:spPr>
              <a:xfrm>
                <a:off x="867" y="1809"/>
                <a:ext cx="574"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fruit[2]</a:t>
                </a:r>
                <a:endParaRPr lang="zh-CN" altLang="zh-CN">
                  <a:latin typeface="Calibri" panose="020F0502020204030204" pitchFamily="34" charset="0"/>
                  <a:ea typeface="宋体" panose="02010600030101010101" pitchFamily="2" charset="-122"/>
                </a:endParaRPr>
              </a:p>
            </p:txBody>
          </p:sp>
          <p:sp>
            <p:nvSpPr>
              <p:cNvPr id="505926" name="矩形 57483"/>
              <p:cNvSpPr/>
              <p:nvPr/>
            </p:nvSpPr>
            <p:spPr>
              <a:xfrm>
                <a:off x="867" y="2115"/>
                <a:ext cx="574"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fruit[3]</a:t>
                </a:r>
                <a:endParaRPr lang="zh-CN" altLang="zh-CN">
                  <a:latin typeface="Calibri" panose="020F0502020204030204" pitchFamily="34" charset="0"/>
                  <a:ea typeface="宋体" panose="02010600030101010101" pitchFamily="2" charset="-122"/>
                </a:endParaRPr>
              </a:p>
            </p:txBody>
          </p:sp>
          <p:sp>
            <p:nvSpPr>
              <p:cNvPr id="505927" name="矩形 57484"/>
              <p:cNvSpPr/>
              <p:nvPr/>
            </p:nvSpPr>
            <p:spPr>
              <a:xfrm>
                <a:off x="867" y="2421"/>
                <a:ext cx="574" cy="228"/>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fruit[4]</a:t>
                </a:r>
                <a:endParaRPr lang="zh-CN" altLang="zh-CN">
                  <a:latin typeface="Calibri" panose="020F0502020204030204" pitchFamily="34" charset="0"/>
                  <a:ea typeface="宋体" panose="02010600030101010101" pitchFamily="2" charset="-122"/>
                </a:endParaRPr>
              </a:p>
            </p:txBody>
          </p:sp>
        </p:grpSp>
        <p:sp>
          <p:nvSpPr>
            <p:cNvPr id="505928" name="直接连接符 57487"/>
            <p:cNvSpPr/>
            <p:nvPr/>
          </p:nvSpPr>
          <p:spPr>
            <a:xfrm>
              <a:off x="2229" y="1149"/>
              <a:ext cx="0" cy="1531"/>
            </a:xfrm>
            <a:prstGeom prst="line">
              <a:avLst/>
            </a:prstGeom>
            <a:ln w="25400" cap="flat" cmpd="sng">
              <a:solidFill>
                <a:schemeClr val="accent1"/>
              </a:solidFill>
              <a:prstDash val="solid"/>
              <a:miter/>
              <a:headEnd type="none" w="med" len="med"/>
              <a:tailEnd type="none" w="med" len="med"/>
            </a:ln>
          </p:spPr>
        </p:sp>
        <p:sp>
          <p:nvSpPr>
            <p:cNvPr id="505929" name="直接连接符 57488"/>
            <p:cNvSpPr/>
            <p:nvPr/>
          </p:nvSpPr>
          <p:spPr>
            <a:xfrm>
              <a:off x="2648" y="1149"/>
              <a:ext cx="0" cy="1531"/>
            </a:xfrm>
            <a:prstGeom prst="line">
              <a:avLst/>
            </a:prstGeom>
            <a:ln w="25400" cap="flat" cmpd="sng">
              <a:solidFill>
                <a:schemeClr val="accent1"/>
              </a:solidFill>
              <a:prstDash val="solid"/>
              <a:miter/>
              <a:headEnd type="none" w="med" len="med"/>
              <a:tailEnd type="none" w="med" len="med"/>
            </a:ln>
          </p:spPr>
        </p:sp>
        <p:grpSp>
          <p:nvGrpSpPr>
            <p:cNvPr id="505930" name="组合 57497"/>
            <p:cNvGrpSpPr/>
            <p:nvPr/>
          </p:nvGrpSpPr>
          <p:grpSpPr>
            <a:xfrm>
              <a:off x="1488" y="1188"/>
              <a:ext cx="2714" cy="235"/>
              <a:chOff x="1538" y="1188"/>
              <a:chExt cx="2714" cy="235"/>
            </a:xfrm>
          </p:grpSpPr>
          <p:sp>
            <p:nvSpPr>
              <p:cNvPr id="505931" name="矩形 57443"/>
              <p:cNvSpPr/>
              <p:nvPr/>
            </p:nvSpPr>
            <p:spPr>
              <a:xfrm>
                <a:off x="1538"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a:t>
                </a:r>
                <a:endParaRPr lang="zh-CN" altLang="zh-CN">
                  <a:latin typeface="Calibri" panose="020F0502020204030204" pitchFamily="34" charset="0"/>
                  <a:ea typeface="宋体" panose="02010600030101010101" pitchFamily="2" charset="-122"/>
                </a:endParaRPr>
              </a:p>
            </p:txBody>
          </p:sp>
          <p:sp>
            <p:nvSpPr>
              <p:cNvPr id="505932" name="矩形 57489"/>
              <p:cNvSpPr/>
              <p:nvPr/>
            </p:nvSpPr>
            <p:spPr>
              <a:xfrm>
                <a:off x="1951"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p</a:t>
                </a:r>
                <a:endParaRPr lang="zh-CN" altLang="zh-CN">
                  <a:latin typeface="Calibri" panose="020F0502020204030204" pitchFamily="34" charset="0"/>
                  <a:ea typeface="宋体" panose="02010600030101010101" pitchFamily="2" charset="-122"/>
                </a:endParaRPr>
              </a:p>
            </p:txBody>
          </p:sp>
          <p:sp>
            <p:nvSpPr>
              <p:cNvPr id="505933" name="矩形 57490"/>
              <p:cNvSpPr/>
              <p:nvPr/>
            </p:nvSpPr>
            <p:spPr>
              <a:xfrm>
                <a:off x="2364"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p</a:t>
                </a:r>
                <a:endParaRPr lang="zh-CN" altLang="zh-CN">
                  <a:latin typeface="Calibri" panose="020F0502020204030204" pitchFamily="34" charset="0"/>
                  <a:ea typeface="宋体" panose="02010600030101010101" pitchFamily="2" charset="-122"/>
                </a:endParaRPr>
              </a:p>
            </p:txBody>
          </p:sp>
          <p:sp>
            <p:nvSpPr>
              <p:cNvPr id="505934" name="矩形 57491"/>
              <p:cNvSpPr/>
              <p:nvPr/>
            </p:nvSpPr>
            <p:spPr>
              <a:xfrm>
                <a:off x="2777" y="1188"/>
                <a:ext cx="236"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l</a:t>
                </a:r>
                <a:endParaRPr lang="zh-CN" altLang="zh-CN">
                  <a:latin typeface="Calibri" panose="020F0502020204030204" pitchFamily="34" charset="0"/>
                  <a:ea typeface="宋体" panose="02010600030101010101" pitchFamily="2" charset="-122"/>
                </a:endParaRPr>
              </a:p>
            </p:txBody>
          </p:sp>
          <p:sp>
            <p:nvSpPr>
              <p:cNvPr id="505935" name="矩形 57492"/>
              <p:cNvSpPr/>
              <p:nvPr/>
            </p:nvSpPr>
            <p:spPr>
              <a:xfrm>
                <a:off x="3191"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e</a:t>
                </a:r>
                <a:endParaRPr lang="zh-CN" altLang="zh-CN">
                  <a:latin typeface="Calibri" panose="020F0502020204030204" pitchFamily="34" charset="0"/>
                  <a:ea typeface="宋体" panose="02010600030101010101" pitchFamily="2" charset="-122"/>
                </a:endParaRPr>
              </a:p>
            </p:txBody>
          </p:sp>
          <p:sp>
            <p:nvSpPr>
              <p:cNvPr id="505936" name="矩形 57493"/>
              <p:cNvSpPr/>
              <p:nvPr/>
            </p:nvSpPr>
            <p:spPr>
              <a:xfrm>
                <a:off x="3568" y="1200"/>
                <a:ext cx="283" cy="223"/>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505937" name="矩形 57494"/>
              <p:cNvSpPr/>
              <p:nvPr/>
            </p:nvSpPr>
            <p:spPr>
              <a:xfrm>
                <a:off x="3981" y="1188"/>
                <a:ext cx="271" cy="207"/>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grpSp>
        <p:grpSp>
          <p:nvGrpSpPr>
            <p:cNvPr id="505938" name="组合 57498"/>
            <p:cNvGrpSpPr/>
            <p:nvPr/>
          </p:nvGrpSpPr>
          <p:grpSpPr>
            <a:xfrm>
              <a:off x="1488" y="1477"/>
              <a:ext cx="2714" cy="235"/>
              <a:chOff x="1538" y="1188"/>
              <a:chExt cx="2714" cy="235"/>
            </a:xfrm>
          </p:grpSpPr>
          <p:sp>
            <p:nvSpPr>
              <p:cNvPr id="505939" name="矩形 57499"/>
              <p:cNvSpPr/>
              <p:nvPr/>
            </p:nvSpPr>
            <p:spPr>
              <a:xfrm>
                <a:off x="1538"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O</a:t>
                </a:r>
                <a:endParaRPr lang="zh-CN" altLang="zh-CN">
                  <a:latin typeface="Calibri" panose="020F0502020204030204" pitchFamily="34" charset="0"/>
                  <a:ea typeface="宋体" panose="02010600030101010101" pitchFamily="2" charset="-122"/>
                </a:endParaRPr>
              </a:p>
            </p:txBody>
          </p:sp>
          <p:sp>
            <p:nvSpPr>
              <p:cNvPr id="505940" name="矩形 57500"/>
              <p:cNvSpPr/>
              <p:nvPr/>
            </p:nvSpPr>
            <p:spPr>
              <a:xfrm>
                <a:off x="1951"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r</a:t>
                </a:r>
                <a:endParaRPr lang="zh-CN" altLang="zh-CN">
                  <a:latin typeface="Calibri" panose="020F0502020204030204" pitchFamily="34" charset="0"/>
                  <a:ea typeface="宋体" panose="02010600030101010101" pitchFamily="2" charset="-122"/>
                </a:endParaRPr>
              </a:p>
            </p:txBody>
          </p:sp>
          <p:sp>
            <p:nvSpPr>
              <p:cNvPr id="505941" name="矩形 57501"/>
              <p:cNvSpPr/>
              <p:nvPr/>
            </p:nvSpPr>
            <p:spPr>
              <a:xfrm>
                <a:off x="2364"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a:t>
                </a:r>
                <a:endParaRPr lang="zh-CN" altLang="zh-CN">
                  <a:latin typeface="Calibri" panose="020F0502020204030204" pitchFamily="34" charset="0"/>
                  <a:ea typeface="宋体" panose="02010600030101010101" pitchFamily="2" charset="-122"/>
                </a:endParaRPr>
              </a:p>
            </p:txBody>
          </p:sp>
          <p:sp>
            <p:nvSpPr>
              <p:cNvPr id="505942" name="矩形 57502"/>
              <p:cNvSpPr/>
              <p:nvPr/>
            </p:nvSpPr>
            <p:spPr>
              <a:xfrm>
                <a:off x="2777" y="1188"/>
                <a:ext cx="236"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n</a:t>
                </a:r>
                <a:endParaRPr lang="zh-CN" altLang="zh-CN">
                  <a:latin typeface="Calibri" panose="020F0502020204030204" pitchFamily="34" charset="0"/>
                  <a:ea typeface="宋体" panose="02010600030101010101" pitchFamily="2" charset="-122"/>
                </a:endParaRPr>
              </a:p>
            </p:txBody>
          </p:sp>
          <p:sp>
            <p:nvSpPr>
              <p:cNvPr id="505943" name="矩形 57503"/>
              <p:cNvSpPr/>
              <p:nvPr/>
            </p:nvSpPr>
            <p:spPr>
              <a:xfrm>
                <a:off x="3191"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g</a:t>
                </a:r>
                <a:endParaRPr lang="zh-CN" altLang="zh-CN">
                  <a:latin typeface="Calibri" panose="020F0502020204030204" pitchFamily="34" charset="0"/>
                  <a:ea typeface="宋体" panose="02010600030101010101" pitchFamily="2" charset="-122"/>
                </a:endParaRPr>
              </a:p>
            </p:txBody>
          </p:sp>
          <p:sp>
            <p:nvSpPr>
              <p:cNvPr id="505944" name="矩形 57504"/>
              <p:cNvSpPr/>
              <p:nvPr/>
            </p:nvSpPr>
            <p:spPr>
              <a:xfrm>
                <a:off x="3568" y="1200"/>
                <a:ext cx="283" cy="223"/>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e</a:t>
                </a:r>
                <a:endParaRPr lang="zh-CN" altLang="zh-CN">
                  <a:latin typeface="Calibri" panose="020F0502020204030204" pitchFamily="34" charset="0"/>
                  <a:ea typeface="宋体" panose="02010600030101010101" pitchFamily="2" charset="-122"/>
                </a:endParaRPr>
              </a:p>
            </p:txBody>
          </p:sp>
          <p:sp>
            <p:nvSpPr>
              <p:cNvPr id="505945" name="矩形 57505"/>
              <p:cNvSpPr/>
              <p:nvPr/>
            </p:nvSpPr>
            <p:spPr>
              <a:xfrm>
                <a:off x="3981" y="1188"/>
                <a:ext cx="271" cy="207"/>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grpSp>
        <p:grpSp>
          <p:nvGrpSpPr>
            <p:cNvPr id="505946" name="组合 57506"/>
            <p:cNvGrpSpPr/>
            <p:nvPr/>
          </p:nvGrpSpPr>
          <p:grpSpPr>
            <a:xfrm>
              <a:off x="1488" y="1766"/>
              <a:ext cx="2726" cy="241"/>
              <a:chOff x="1538" y="1188"/>
              <a:chExt cx="2726" cy="241"/>
            </a:xfrm>
          </p:grpSpPr>
          <p:sp>
            <p:nvSpPr>
              <p:cNvPr id="505947" name="矩形 57507"/>
              <p:cNvSpPr/>
              <p:nvPr/>
            </p:nvSpPr>
            <p:spPr>
              <a:xfrm>
                <a:off x="1538"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G</a:t>
                </a:r>
                <a:endParaRPr lang="zh-CN" altLang="zh-CN">
                  <a:latin typeface="Calibri" panose="020F0502020204030204" pitchFamily="34" charset="0"/>
                  <a:ea typeface="宋体" panose="02010600030101010101" pitchFamily="2" charset="-122"/>
                </a:endParaRPr>
              </a:p>
            </p:txBody>
          </p:sp>
          <p:sp>
            <p:nvSpPr>
              <p:cNvPr id="505948" name="矩形 57508"/>
              <p:cNvSpPr/>
              <p:nvPr/>
            </p:nvSpPr>
            <p:spPr>
              <a:xfrm>
                <a:off x="1951"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r</a:t>
                </a:r>
                <a:endParaRPr lang="zh-CN" altLang="zh-CN">
                  <a:latin typeface="Calibri" panose="020F0502020204030204" pitchFamily="34" charset="0"/>
                  <a:ea typeface="宋体" panose="02010600030101010101" pitchFamily="2" charset="-122"/>
                </a:endParaRPr>
              </a:p>
            </p:txBody>
          </p:sp>
          <p:sp>
            <p:nvSpPr>
              <p:cNvPr id="505949" name="矩形 57509"/>
              <p:cNvSpPr/>
              <p:nvPr/>
            </p:nvSpPr>
            <p:spPr>
              <a:xfrm>
                <a:off x="2364"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a:t>
                </a:r>
                <a:endParaRPr lang="zh-CN" altLang="zh-CN">
                  <a:latin typeface="Calibri" panose="020F0502020204030204" pitchFamily="34" charset="0"/>
                  <a:ea typeface="宋体" panose="02010600030101010101" pitchFamily="2" charset="-122"/>
                </a:endParaRPr>
              </a:p>
            </p:txBody>
          </p:sp>
          <p:sp>
            <p:nvSpPr>
              <p:cNvPr id="505950" name="矩形 57510"/>
              <p:cNvSpPr/>
              <p:nvPr/>
            </p:nvSpPr>
            <p:spPr>
              <a:xfrm>
                <a:off x="2777" y="1188"/>
                <a:ext cx="236"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p</a:t>
                </a:r>
                <a:endParaRPr lang="zh-CN" altLang="zh-CN">
                  <a:latin typeface="Calibri" panose="020F0502020204030204" pitchFamily="34" charset="0"/>
                  <a:ea typeface="宋体" panose="02010600030101010101" pitchFamily="2" charset="-122"/>
                </a:endParaRPr>
              </a:p>
            </p:txBody>
          </p:sp>
          <p:sp>
            <p:nvSpPr>
              <p:cNvPr id="505951" name="矩形 57511"/>
              <p:cNvSpPr/>
              <p:nvPr/>
            </p:nvSpPr>
            <p:spPr>
              <a:xfrm>
                <a:off x="3191"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e</a:t>
                </a:r>
                <a:endParaRPr lang="zh-CN" altLang="zh-CN">
                  <a:latin typeface="Calibri" panose="020F0502020204030204" pitchFamily="34" charset="0"/>
                  <a:ea typeface="宋体" panose="02010600030101010101" pitchFamily="2" charset="-122"/>
                </a:endParaRPr>
              </a:p>
            </p:txBody>
          </p:sp>
          <p:sp>
            <p:nvSpPr>
              <p:cNvPr id="505952" name="矩形 57512"/>
              <p:cNvSpPr/>
              <p:nvPr/>
            </p:nvSpPr>
            <p:spPr>
              <a:xfrm>
                <a:off x="3568" y="1206"/>
                <a:ext cx="283" cy="223"/>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505953" name="矩形 57513"/>
              <p:cNvSpPr/>
              <p:nvPr/>
            </p:nvSpPr>
            <p:spPr>
              <a:xfrm>
                <a:off x="3993" y="1218"/>
                <a:ext cx="271" cy="207"/>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grpSp>
        <p:sp>
          <p:nvSpPr>
            <p:cNvPr id="505954" name="矩形 57515"/>
            <p:cNvSpPr/>
            <p:nvPr/>
          </p:nvSpPr>
          <p:spPr>
            <a:xfrm>
              <a:off x="1488" y="2092"/>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P</a:t>
              </a:r>
              <a:endParaRPr lang="zh-CN" altLang="zh-CN">
                <a:latin typeface="Calibri" panose="020F0502020204030204" pitchFamily="34" charset="0"/>
                <a:ea typeface="宋体" panose="02010600030101010101" pitchFamily="2" charset="-122"/>
              </a:endParaRPr>
            </a:p>
          </p:txBody>
        </p:sp>
        <p:sp>
          <p:nvSpPr>
            <p:cNvPr id="505955" name="矩形 57516"/>
            <p:cNvSpPr/>
            <p:nvPr/>
          </p:nvSpPr>
          <p:spPr>
            <a:xfrm>
              <a:off x="1901" y="2074"/>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e</a:t>
              </a:r>
              <a:endParaRPr lang="zh-CN" altLang="zh-CN">
                <a:latin typeface="Calibri" panose="020F0502020204030204" pitchFamily="34" charset="0"/>
                <a:ea typeface="宋体" panose="02010600030101010101" pitchFamily="2" charset="-122"/>
              </a:endParaRPr>
            </a:p>
          </p:txBody>
        </p:sp>
        <p:sp>
          <p:nvSpPr>
            <p:cNvPr id="505956" name="矩形 57517"/>
            <p:cNvSpPr/>
            <p:nvPr/>
          </p:nvSpPr>
          <p:spPr>
            <a:xfrm>
              <a:off x="2314" y="206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a:t>
              </a:r>
              <a:endParaRPr lang="zh-CN" altLang="zh-CN">
                <a:latin typeface="Calibri" panose="020F0502020204030204" pitchFamily="34" charset="0"/>
                <a:ea typeface="宋体" panose="02010600030101010101" pitchFamily="2" charset="-122"/>
              </a:endParaRPr>
            </a:p>
          </p:txBody>
        </p:sp>
        <p:sp>
          <p:nvSpPr>
            <p:cNvPr id="505957" name="矩形 57518"/>
            <p:cNvSpPr/>
            <p:nvPr/>
          </p:nvSpPr>
          <p:spPr>
            <a:xfrm>
              <a:off x="2727" y="2074"/>
              <a:ext cx="236"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r</a:t>
              </a:r>
              <a:endParaRPr lang="zh-CN" altLang="zh-CN">
                <a:latin typeface="Calibri" panose="020F0502020204030204" pitchFamily="34" charset="0"/>
                <a:ea typeface="宋体" panose="02010600030101010101" pitchFamily="2" charset="-122"/>
              </a:endParaRPr>
            </a:p>
          </p:txBody>
        </p:sp>
        <p:sp>
          <p:nvSpPr>
            <p:cNvPr id="505958" name="矩形 57519"/>
            <p:cNvSpPr/>
            <p:nvPr/>
          </p:nvSpPr>
          <p:spPr>
            <a:xfrm>
              <a:off x="3141" y="2080"/>
              <a:ext cx="28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505959" name="矩形 57520"/>
            <p:cNvSpPr/>
            <p:nvPr/>
          </p:nvSpPr>
          <p:spPr>
            <a:xfrm>
              <a:off x="3537" y="2080"/>
              <a:ext cx="283"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505960" name="矩形 57521"/>
            <p:cNvSpPr/>
            <p:nvPr/>
          </p:nvSpPr>
          <p:spPr>
            <a:xfrm>
              <a:off x="3943" y="2092"/>
              <a:ext cx="271"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grpSp>
          <p:nvGrpSpPr>
            <p:cNvPr id="505961" name="组合 57522"/>
            <p:cNvGrpSpPr/>
            <p:nvPr/>
          </p:nvGrpSpPr>
          <p:grpSpPr>
            <a:xfrm>
              <a:off x="1488" y="2400"/>
              <a:ext cx="2714" cy="235"/>
              <a:chOff x="1538" y="1188"/>
              <a:chExt cx="2714" cy="235"/>
            </a:xfrm>
          </p:grpSpPr>
          <p:sp>
            <p:nvSpPr>
              <p:cNvPr id="505962" name="矩形 57523"/>
              <p:cNvSpPr/>
              <p:nvPr/>
            </p:nvSpPr>
            <p:spPr>
              <a:xfrm>
                <a:off x="1538"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P</a:t>
                </a:r>
                <a:endParaRPr lang="zh-CN" altLang="zh-CN">
                  <a:latin typeface="Calibri" panose="020F0502020204030204" pitchFamily="34" charset="0"/>
                  <a:ea typeface="宋体" panose="02010600030101010101" pitchFamily="2" charset="-122"/>
                </a:endParaRPr>
              </a:p>
            </p:txBody>
          </p:sp>
          <p:sp>
            <p:nvSpPr>
              <p:cNvPr id="505963" name="矩形 57524"/>
              <p:cNvSpPr/>
              <p:nvPr/>
            </p:nvSpPr>
            <p:spPr>
              <a:xfrm>
                <a:off x="1951"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e</a:t>
                </a:r>
                <a:endParaRPr lang="zh-CN" altLang="zh-CN">
                  <a:latin typeface="Calibri" panose="020F0502020204030204" pitchFamily="34" charset="0"/>
                  <a:ea typeface="宋体" panose="02010600030101010101" pitchFamily="2" charset="-122"/>
                </a:endParaRPr>
              </a:p>
            </p:txBody>
          </p:sp>
          <p:sp>
            <p:nvSpPr>
              <p:cNvPr id="505964" name="矩形 57525"/>
              <p:cNvSpPr/>
              <p:nvPr/>
            </p:nvSpPr>
            <p:spPr>
              <a:xfrm>
                <a:off x="2364"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a</a:t>
                </a:r>
                <a:endParaRPr lang="zh-CN" altLang="zh-CN">
                  <a:latin typeface="Calibri" panose="020F0502020204030204" pitchFamily="34" charset="0"/>
                  <a:ea typeface="宋体" panose="02010600030101010101" pitchFamily="2" charset="-122"/>
                </a:endParaRPr>
              </a:p>
            </p:txBody>
          </p:sp>
          <p:sp>
            <p:nvSpPr>
              <p:cNvPr id="505965" name="矩形 57526"/>
              <p:cNvSpPr/>
              <p:nvPr/>
            </p:nvSpPr>
            <p:spPr>
              <a:xfrm>
                <a:off x="2777" y="1188"/>
                <a:ext cx="236"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c</a:t>
                </a:r>
                <a:endParaRPr lang="zh-CN" altLang="zh-CN">
                  <a:latin typeface="Calibri" panose="020F0502020204030204" pitchFamily="34" charset="0"/>
                  <a:ea typeface="宋体" panose="02010600030101010101" pitchFamily="2" charset="-122"/>
                </a:endParaRPr>
              </a:p>
            </p:txBody>
          </p:sp>
          <p:sp>
            <p:nvSpPr>
              <p:cNvPr id="505966" name="矩形 57527"/>
              <p:cNvSpPr/>
              <p:nvPr/>
            </p:nvSpPr>
            <p:spPr>
              <a:xfrm>
                <a:off x="3191" y="1188"/>
                <a:ext cx="235" cy="232"/>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h</a:t>
                </a:r>
                <a:endParaRPr lang="zh-CN" altLang="zh-CN">
                  <a:latin typeface="Calibri" panose="020F0502020204030204" pitchFamily="34" charset="0"/>
                  <a:ea typeface="宋体" panose="02010600030101010101" pitchFamily="2" charset="-122"/>
                </a:endParaRPr>
              </a:p>
            </p:txBody>
          </p:sp>
          <p:sp>
            <p:nvSpPr>
              <p:cNvPr id="505967" name="矩形 57528"/>
              <p:cNvSpPr/>
              <p:nvPr/>
            </p:nvSpPr>
            <p:spPr>
              <a:xfrm>
                <a:off x="3568" y="1200"/>
                <a:ext cx="283" cy="223"/>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505968" name="矩形 57529"/>
              <p:cNvSpPr/>
              <p:nvPr/>
            </p:nvSpPr>
            <p:spPr>
              <a:xfrm>
                <a:off x="3981" y="1188"/>
                <a:ext cx="271" cy="207"/>
              </a:xfrm>
              <a:prstGeom prst="rect">
                <a:avLst/>
              </a:prstGeom>
              <a:noFill/>
              <a:ln w="25400">
                <a:noFill/>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grpSp>
      </p:grpSp>
      <p:sp>
        <p:nvSpPr>
          <p:cNvPr id="505969"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57431"/>
                                        </p:tgtEl>
                                        <p:attrNameLst>
                                          <p:attrName>style.visibility</p:attrName>
                                        </p:attrNameLst>
                                      </p:cBhvr>
                                      <p:to>
                                        <p:strVal val="visible"/>
                                      </p:to>
                                    </p:set>
                                    <p:animEffect transition="in" filter="box(out)">
                                      <p:cBhvr>
                                        <p:cTn id="7" dur="500"/>
                                        <p:tgtEl>
                                          <p:spTgt spid="57431"/>
                                        </p:tgtEl>
                                      </p:cBhvr>
                                    </p:animEffect>
                                  </p:childTnLst>
                                  <p:subTnLst>
                                    <p:set>
                                      <p:cBhvr override="childStyle">
                                        <p:cTn dur="1" fill="hold" display="0" masterRel="nextClick" afterEffect="1"/>
                                        <p:tgtEl>
                                          <p:spTgt spid="57431"/>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57533"/>
                                        </p:tgtEl>
                                        <p:attrNameLst>
                                          <p:attrName>style.visibility</p:attrName>
                                        </p:attrNameLst>
                                      </p:cBhvr>
                                      <p:to>
                                        <p:strVal val="visible"/>
                                      </p:to>
                                    </p:set>
                                    <p:animEffect transition="in" filter="box(out)">
                                      <p:cBhvr>
                                        <p:cTn id="12" dur="500"/>
                                        <p:tgtEl>
                                          <p:spTgt spid="57533"/>
                                        </p:tgtEl>
                                      </p:cBhvr>
                                    </p:animEffect>
                                  </p:childTnLst>
                                  <p:subTnLst>
                                    <p:set>
                                      <p:cBhvr override="childStyle">
                                        <p:cTn dur="1" fill="hold" display="0" masterRel="nextClick" afterEffect="1"/>
                                        <p:tgtEl>
                                          <p:spTgt spid="57533"/>
                                        </p:tgtEl>
                                        <p:attrNameLst>
                                          <p:attrName>style.visibility</p:attrName>
                                        </p:attrNameLst>
                                      </p:cBhvr>
                                      <p:to>
                                        <p:strVal val="hidden"/>
                                      </p:to>
                                    </p:set>
                                    <p:audio>
                                      <p:cMediaNode>
                                        <p:cTn display="0"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06881" name="直接连接符 57479"/>
          <p:cNvSpPr/>
          <p:nvPr/>
        </p:nvSpPr>
        <p:spPr>
          <a:xfrm>
            <a:off x="3848100" y="4229100"/>
            <a:ext cx="4438650" cy="0"/>
          </a:xfrm>
          <a:prstGeom prst="line">
            <a:avLst/>
          </a:prstGeom>
          <a:ln w="19050">
            <a:noFill/>
          </a:ln>
        </p:spPr>
      </p:sp>
      <p:sp>
        <p:nvSpPr>
          <p:cNvPr id="506882"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506883" name="标题 14367"/>
          <p:cNvSpPr>
            <a:spLocks noGrp="1"/>
          </p:cNvSpPr>
          <p:nvPr/>
        </p:nvSpPr>
        <p:spPr>
          <a:xfrm>
            <a:off x="1616075" y="835025"/>
            <a:ext cx="9752013" cy="908050"/>
          </a:xfrm>
          <a:prstGeom prst="rect">
            <a:avLst/>
          </a:prstGeom>
          <a:noFill/>
          <a:ln w="9525">
            <a:noFill/>
          </a:ln>
        </p:spPr>
        <p:txBody>
          <a:bodyPr anchor="b" anchorCtr="0"/>
          <a:p>
            <a:pPr>
              <a:lnSpc>
                <a:spcPct val="150000"/>
              </a:lnSpc>
            </a:pPr>
            <a:r>
              <a:rPr lang="zh-CN" altLang="en-US" sz="2400" dirty="0">
                <a:latin typeface="微软雅黑 Light" panose="020B0502040204020203" charset="-122"/>
                <a:ea typeface="微软雅黑 Light" panose="020B0502040204020203" charset="-122"/>
              </a:rPr>
              <a:t>字符数组示例：</a:t>
            </a:r>
            <a:r>
              <a:rPr lang="zh-CN" altLang="en-US" sz="2000" dirty="0">
                <a:latin typeface="微软雅黑 Light" panose="020B0502040204020203" charset="-122"/>
                <a:ea typeface="微软雅黑 Light" panose="020B0502040204020203" charset="-122"/>
              </a:rPr>
              <a:t>由键盘输入一行字符，统计其中小写字母的个数，并将所有的小写字母转换为大写字母后输出这个字符串。</a:t>
            </a:r>
            <a:endParaRPr lang="zh-CN" altLang="en-US" sz="2000" dirty="0">
              <a:latin typeface="微软雅黑 Light" panose="020B0502040204020203" charset="-122"/>
              <a:ea typeface="微软雅黑 Light" panose="020B0502040204020203" charset="-122"/>
            </a:endParaRPr>
          </a:p>
        </p:txBody>
      </p:sp>
      <p:sp>
        <p:nvSpPr>
          <p:cNvPr id="32774" name="文本框 32773"/>
          <p:cNvSpPr txBox="1"/>
          <p:nvPr/>
        </p:nvSpPr>
        <p:spPr>
          <a:xfrm>
            <a:off x="2130425" y="830263"/>
            <a:ext cx="8305800" cy="5711825"/>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00000"/>
              </a:lnSpc>
            </a:pPr>
            <a:r>
              <a:rPr lang="en-US" altLang="zh-CN" sz="1800">
                <a:latin typeface="微软雅黑 Light" panose="020B0502040204020203" charset="-122"/>
                <a:ea typeface="微软雅黑 Light" panose="020B0502040204020203" charset="-122"/>
              </a:rPr>
              <a:t>#include&lt;stdio.h&gt;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int main()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int   i , n=0;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char s[20];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请输入一个字符串：</a:t>
            </a:r>
            <a:r>
              <a:rPr lang="en-US" altLang="zh-CN" sz="1800">
                <a:latin typeface="微软雅黑 Light" panose="020B0502040204020203" charset="-122"/>
                <a:ea typeface="微软雅黑 Light" panose="020B0502040204020203" charset="-122"/>
              </a:rPr>
              <a:t>”);</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i=0; s[i]=getchar( ))!='\n';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if ( s[i]&gt;='a' &amp;&amp; s[i]&lt;='z'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n++;</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printf(“n=%d\n” , n);</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 i=0; s[i] != '\n' ;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if( s[i]&gt;='a' &amp;&amp; s[i]&lt;='z'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 %c “ , s[i]-32 );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else</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printf(“ %c“ , s[i] </a:t>
            </a:r>
            <a:r>
              <a:rPr lang="zh-CN" altLang="en-US" sz="1800">
                <a:latin typeface="微软雅黑 Light" panose="020B0502040204020203" charset="-122"/>
                <a:ea typeface="微软雅黑 Light" panose="020B0502040204020203" charset="-122"/>
              </a:rPr>
              <a:t>）；</a:t>
            </a:r>
            <a:endParaRPr lang="zh-CN" altLang="en-US"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zh-CN" altLang="en-US" sz="1800">
                <a:latin typeface="微软雅黑 Light" panose="020B0502040204020203" charset="-122"/>
                <a:ea typeface="微软雅黑 Light" panose="020B0502040204020203" charset="-122"/>
              </a:rPr>
              <a:t>      </a:t>
            </a:r>
            <a:r>
              <a:rPr lang="en-US" altLang="zh-CN" sz="1800">
                <a:latin typeface="微软雅黑 Light" panose="020B0502040204020203" charset="-122"/>
                <a:ea typeface="微软雅黑 Light" panose="020B0502040204020203" charset="-122"/>
              </a:rPr>
              <a:t>printf(“\n”) ;</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return 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32774"/>
                                        </p:tgtEl>
                                        <p:attrNameLst>
                                          <p:attrName>style.visibility</p:attrName>
                                        </p:attrNameLst>
                                      </p:cBhvr>
                                      <p:to>
                                        <p:strVal val="visible"/>
                                      </p:to>
                                    </p:set>
                                    <p:animEffect transition="in" filter="box(out)">
                                      <p:cBhvr>
                                        <p:cTn id="7" dur="500"/>
                                        <p:tgtEl>
                                          <p:spTgt spid="32774"/>
                                        </p:tgtEl>
                                      </p:cBhvr>
                                    </p:animEffect>
                                  </p:childTnLst>
                                  <p:subTnLst>
                                    <p:audio>
                                      <p:cMediaNode>
                                        <p:cTn display="0" masterRel="sameClick">
                                          <p:stCondLst>
                                            <p:cond evt="begin" delay="0">
                                              <p:tn val="5"/>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4" grpId="0" bldLvl="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86" name="矩形 16385"/>
          <p:cNvSpPr/>
          <p:nvPr/>
        </p:nvSpPr>
        <p:spPr>
          <a:xfrm>
            <a:off x="2030413" y="1085850"/>
            <a:ext cx="8610600" cy="1619250"/>
          </a:xfrm>
          <a:prstGeom prst="rect">
            <a:avLst/>
          </a:prstGeom>
          <a:noFill/>
          <a:ln w="9525">
            <a:noFill/>
          </a:ln>
        </p:spPr>
        <p:txBody>
          <a:bodyPr anchor="t" anchorCtr="0"/>
          <a:p>
            <a:pPr lvl="1" indent="0" eaLnBrk="0" hangingPunct="0">
              <a:lnSpc>
                <a:spcPct val="150000"/>
              </a:lnSpc>
              <a:buClr>
                <a:schemeClr val="hlink"/>
              </a:buClr>
              <a:buFont typeface="Wingdings" panose="05000000000000000000" pitchFamily="2" charset="2"/>
              <a:buChar char="«"/>
            </a:pPr>
            <a:r>
              <a:rPr lang="zh-CN" altLang="en-US" sz="1800" dirty="0">
                <a:latin typeface="微软雅黑 Light" panose="020B0502040204020203" charset="-122"/>
                <a:ea typeface="微软雅黑 Light" panose="020B0502040204020203" charset="-122"/>
              </a:rPr>
              <a:t>字符串及其结束标志</a:t>
            </a:r>
            <a:endParaRPr lang="zh-CN" altLang="en-US" sz="1800" dirty="0">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buChar char="l"/>
            </a:pPr>
            <a:r>
              <a:rPr lang="zh-CN" altLang="en-US" sz="1800" dirty="0">
                <a:latin typeface="微软雅黑 Light" panose="020B0502040204020203" charset="-122"/>
                <a:ea typeface="微软雅黑 Light" panose="020B0502040204020203" charset="-122"/>
              </a:rPr>
              <a:t>无字符串变量，用字符数组处理字符串</a:t>
            </a:r>
            <a:endParaRPr lang="zh-CN" altLang="en-US" sz="1800" dirty="0">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buChar char="l"/>
            </a:pPr>
            <a:r>
              <a:rPr lang="zh-CN" altLang="en-US" sz="1800" dirty="0">
                <a:latin typeface="微软雅黑 Light" panose="020B0502040204020203" charset="-122"/>
                <a:ea typeface="微软雅黑 Light" panose="020B0502040204020203" charset="-122"/>
              </a:rPr>
              <a:t>字符串结束标志</a:t>
            </a:r>
            <a:r>
              <a:rPr lang="zh-CN" altLang="en-US" sz="1800" dirty="0">
                <a:solidFill>
                  <a:srgbClr val="FFFFFF"/>
                </a:solidFill>
                <a:latin typeface="微软雅黑 Light" panose="020B0502040204020203" charset="-122"/>
                <a:ea typeface="微软雅黑 Light" panose="020B0502040204020203" charset="-122"/>
              </a:rPr>
              <a:t>：‘</a:t>
            </a:r>
            <a:r>
              <a:rPr lang="en-US" altLang="zh-CN" sz="1800">
                <a:solidFill>
                  <a:srgbClr val="FFFFFF"/>
                </a:solidFill>
                <a:latin typeface="微软雅黑 Light" panose="020B0502040204020203" charset="-122"/>
                <a:ea typeface="微软雅黑 Light" panose="020B0502040204020203" charset="-122"/>
              </a:rPr>
              <a:t>\0’</a:t>
            </a:r>
            <a:endParaRPr lang="en-US" altLang="zh-CN" sz="1800">
              <a:latin typeface="微软雅黑 Light" panose="020B0502040204020203" charset="-122"/>
              <a:ea typeface="微软雅黑 Light" panose="020B0502040204020203" charset="-122"/>
            </a:endParaRPr>
          </a:p>
        </p:txBody>
      </p:sp>
      <p:grpSp>
        <p:nvGrpSpPr>
          <p:cNvPr id="16405" name="组合 16404"/>
          <p:cNvGrpSpPr/>
          <p:nvPr/>
        </p:nvGrpSpPr>
        <p:grpSpPr>
          <a:xfrm>
            <a:off x="2220913" y="2428875"/>
            <a:ext cx="7485062" cy="2787650"/>
            <a:chOff x="501" y="1466"/>
            <a:chExt cx="4715" cy="1756"/>
          </a:xfrm>
        </p:grpSpPr>
        <p:grpSp>
          <p:nvGrpSpPr>
            <p:cNvPr id="507907" name="组合 16402"/>
            <p:cNvGrpSpPr/>
            <p:nvPr/>
          </p:nvGrpSpPr>
          <p:grpSpPr>
            <a:xfrm>
              <a:off x="501" y="1466"/>
              <a:ext cx="4715" cy="1260"/>
              <a:chOff x="501" y="1466"/>
              <a:chExt cx="4715" cy="1260"/>
            </a:xfrm>
          </p:grpSpPr>
          <p:sp>
            <p:nvSpPr>
              <p:cNvPr id="507908" name="矩形 16401"/>
              <p:cNvSpPr/>
              <p:nvPr/>
            </p:nvSpPr>
            <p:spPr>
              <a:xfrm>
                <a:off x="501" y="1466"/>
                <a:ext cx="4715" cy="1260"/>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微软雅黑 Light" panose="020B0502040204020203" charset="-122"/>
                    <a:ea typeface="微软雅黑 Light" panose="020B0502040204020203" charset="-122"/>
                  </a:rPr>
                  <a:t>例  “hello”共5个字符，在内存占6个字节   字符串长度5 </a:t>
                </a:r>
                <a:endParaRPr lang="zh-CN" altLang="zh-CN">
                  <a:latin typeface="微软雅黑 Light" panose="020B0502040204020203" charset="-122"/>
                  <a:ea typeface="微软雅黑 Light" panose="020B0502040204020203" charset="-122"/>
                </a:endParaRPr>
              </a:p>
            </p:txBody>
          </p:sp>
          <p:grpSp>
            <p:nvGrpSpPr>
              <p:cNvPr id="507909" name="组合 16386"/>
              <p:cNvGrpSpPr/>
              <p:nvPr/>
            </p:nvGrpSpPr>
            <p:grpSpPr>
              <a:xfrm>
                <a:off x="1564" y="1841"/>
                <a:ext cx="2311" cy="301"/>
                <a:chOff x="1565" y="2127"/>
                <a:chExt cx="2311" cy="301"/>
              </a:xfrm>
            </p:grpSpPr>
            <p:sp>
              <p:nvSpPr>
                <p:cNvPr id="507910" name="直接连接符 16387"/>
                <p:cNvSpPr/>
                <p:nvPr/>
              </p:nvSpPr>
              <p:spPr>
                <a:xfrm>
                  <a:off x="2667" y="2145"/>
                  <a:ext cx="0" cy="267"/>
                </a:xfrm>
                <a:prstGeom prst="line">
                  <a:avLst/>
                </a:prstGeom>
                <a:ln w="15875" cap="flat" cmpd="sng">
                  <a:solidFill>
                    <a:schemeClr val="accent1"/>
                  </a:solidFill>
                  <a:prstDash val="solid"/>
                  <a:round/>
                  <a:headEnd type="none" w="med" len="med"/>
                  <a:tailEnd type="none" w="med" len="med"/>
                </a:ln>
              </p:spPr>
            </p:sp>
            <p:sp>
              <p:nvSpPr>
                <p:cNvPr id="507911" name="直接连接符 16388"/>
                <p:cNvSpPr/>
                <p:nvPr/>
              </p:nvSpPr>
              <p:spPr>
                <a:xfrm>
                  <a:off x="1934" y="2144"/>
                  <a:ext cx="0" cy="267"/>
                </a:xfrm>
                <a:prstGeom prst="line">
                  <a:avLst/>
                </a:prstGeom>
                <a:ln w="15875" cap="flat" cmpd="sng">
                  <a:solidFill>
                    <a:schemeClr val="accent1"/>
                  </a:solidFill>
                  <a:prstDash val="solid"/>
                  <a:round/>
                  <a:headEnd type="none" w="med" len="med"/>
                  <a:tailEnd type="none" w="med" len="med"/>
                </a:ln>
              </p:spPr>
            </p:sp>
            <p:sp>
              <p:nvSpPr>
                <p:cNvPr id="507912" name="直接连接符 16389"/>
                <p:cNvSpPr/>
                <p:nvPr/>
              </p:nvSpPr>
              <p:spPr>
                <a:xfrm>
                  <a:off x="2300" y="2144"/>
                  <a:ext cx="0" cy="267"/>
                </a:xfrm>
                <a:prstGeom prst="line">
                  <a:avLst/>
                </a:prstGeom>
                <a:ln w="15875" cap="flat" cmpd="sng">
                  <a:solidFill>
                    <a:schemeClr val="accent1"/>
                  </a:solidFill>
                  <a:prstDash val="solid"/>
                  <a:round/>
                  <a:headEnd type="none" w="med" len="med"/>
                  <a:tailEnd type="none" w="med" len="med"/>
                </a:ln>
              </p:spPr>
            </p:sp>
            <p:sp>
              <p:nvSpPr>
                <p:cNvPr id="507913" name="直接连接符 16390"/>
                <p:cNvSpPr/>
                <p:nvPr/>
              </p:nvSpPr>
              <p:spPr>
                <a:xfrm>
                  <a:off x="3056" y="2132"/>
                  <a:ext cx="0" cy="267"/>
                </a:xfrm>
                <a:prstGeom prst="line">
                  <a:avLst/>
                </a:prstGeom>
                <a:ln w="15875" cap="flat" cmpd="sng">
                  <a:solidFill>
                    <a:schemeClr val="accent1"/>
                  </a:solidFill>
                  <a:prstDash val="solid"/>
                  <a:round/>
                  <a:headEnd type="none" w="med" len="med"/>
                  <a:tailEnd type="none" w="med" len="med"/>
                </a:ln>
              </p:spPr>
            </p:sp>
            <p:sp>
              <p:nvSpPr>
                <p:cNvPr id="507914" name="直接连接符 16391"/>
                <p:cNvSpPr/>
                <p:nvPr/>
              </p:nvSpPr>
              <p:spPr>
                <a:xfrm>
                  <a:off x="3445" y="2144"/>
                  <a:ext cx="0" cy="267"/>
                </a:xfrm>
                <a:prstGeom prst="line">
                  <a:avLst/>
                </a:prstGeom>
                <a:ln w="15875" cap="flat" cmpd="sng">
                  <a:solidFill>
                    <a:schemeClr val="accent1"/>
                  </a:solidFill>
                  <a:prstDash val="solid"/>
                  <a:round/>
                  <a:headEnd type="none" w="med" len="med"/>
                  <a:tailEnd type="none" w="med" len="med"/>
                </a:ln>
              </p:spPr>
            </p:sp>
            <p:sp>
              <p:nvSpPr>
                <p:cNvPr id="507915" name="矩形 16392"/>
                <p:cNvSpPr/>
                <p:nvPr/>
              </p:nvSpPr>
              <p:spPr>
                <a:xfrm>
                  <a:off x="1565" y="2127"/>
                  <a:ext cx="2311" cy="301"/>
                </a:xfrm>
                <a:prstGeom prst="rect">
                  <a:avLst/>
                </a:prstGeom>
                <a:noFill/>
                <a:ln w="15875" cap="flat" cmpd="sng">
                  <a:solidFill>
                    <a:schemeClr val="accent1"/>
                  </a:solidFill>
                  <a:prstDash val="solid"/>
                  <a:miter/>
                  <a:headEnd type="none" w="med" len="med"/>
                  <a:tailEnd type="none" w="med" len="med"/>
                </a:ln>
              </p:spPr>
              <p:txBody>
                <a:bodyPr wrap="none" anchor="ctr" anchorCtr="0"/>
                <a:p>
                  <a:pPr eaLnBrk="0" hangingPunct="0"/>
                  <a:r>
                    <a:rPr lang="en-US" altLang="zh-CN" sz="4000">
                      <a:latin typeface="Times New Roman" panose="02020603050405020304" pitchFamily="18" charset="0"/>
                      <a:ea typeface="宋体" panose="02010600030101010101" pitchFamily="2" charset="-122"/>
                    </a:rPr>
                    <a:t> </a:t>
                  </a:r>
                  <a:r>
                    <a:rPr lang="en-US" altLang="zh-CN" sz="2000">
                      <a:solidFill>
                        <a:schemeClr val="accent1"/>
                      </a:solidFill>
                      <a:latin typeface="宋体" panose="02010600030101010101" pitchFamily="2" charset="-122"/>
                      <a:ea typeface="宋体" panose="02010600030101010101" pitchFamily="2" charset="-122"/>
                    </a:rPr>
                    <a:t>h    e    l    l   o    \0</a:t>
                  </a:r>
                  <a:endParaRPr lang="en-US" altLang="zh-CN" sz="2000">
                    <a:solidFill>
                      <a:schemeClr val="accent1"/>
                    </a:solidFill>
                    <a:latin typeface="宋体" panose="02010600030101010101" pitchFamily="2" charset="-122"/>
                    <a:ea typeface="宋体" panose="02010600030101010101" pitchFamily="2" charset="-122"/>
                  </a:endParaRPr>
                </a:p>
              </p:txBody>
            </p:sp>
          </p:grpSp>
          <p:grpSp>
            <p:nvGrpSpPr>
              <p:cNvPr id="507916" name="组合 16394"/>
              <p:cNvGrpSpPr/>
              <p:nvPr/>
            </p:nvGrpSpPr>
            <p:grpSpPr>
              <a:xfrm>
                <a:off x="1564" y="2251"/>
                <a:ext cx="2311" cy="301"/>
                <a:chOff x="1556" y="2128"/>
                <a:chExt cx="2311" cy="301"/>
              </a:xfrm>
            </p:grpSpPr>
            <p:sp>
              <p:nvSpPr>
                <p:cNvPr id="507917" name="直接连接符 16395"/>
                <p:cNvSpPr/>
                <p:nvPr/>
              </p:nvSpPr>
              <p:spPr>
                <a:xfrm>
                  <a:off x="2667" y="2145"/>
                  <a:ext cx="0" cy="267"/>
                </a:xfrm>
                <a:prstGeom prst="line">
                  <a:avLst/>
                </a:prstGeom>
                <a:ln w="15875" cap="flat" cmpd="sng">
                  <a:solidFill>
                    <a:schemeClr val="accent1"/>
                  </a:solidFill>
                  <a:prstDash val="solid"/>
                  <a:round/>
                  <a:headEnd type="none" w="med" len="med"/>
                  <a:tailEnd type="none" w="med" len="med"/>
                </a:ln>
              </p:spPr>
            </p:sp>
            <p:sp>
              <p:nvSpPr>
                <p:cNvPr id="507918" name="直接连接符 16396"/>
                <p:cNvSpPr/>
                <p:nvPr/>
              </p:nvSpPr>
              <p:spPr>
                <a:xfrm>
                  <a:off x="1934" y="2144"/>
                  <a:ext cx="0" cy="267"/>
                </a:xfrm>
                <a:prstGeom prst="line">
                  <a:avLst/>
                </a:prstGeom>
                <a:ln w="15875" cap="flat" cmpd="sng">
                  <a:solidFill>
                    <a:schemeClr val="accent1"/>
                  </a:solidFill>
                  <a:prstDash val="solid"/>
                  <a:round/>
                  <a:headEnd type="none" w="med" len="med"/>
                  <a:tailEnd type="none" w="med" len="med"/>
                </a:ln>
              </p:spPr>
            </p:sp>
            <p:sp>
              <p:nvSpPr>
                <p:cNvPr id="507919" name="直接连接符 16397"/>
                <p:cNvSpPr/>
                <p:nvPr/>
              </p:nvSpPr>
              <p:spPr>
                <a:xfrm>
                  <a:off x="2300" y="2144"/>
                  <a:ext cx="0" cy="267"/>
                </a:xfrm>
                <a:prstGeom prst="line">
                  <a:avLst/>
                </a:prstGeom>
                <a:ln w="15875" cap="flat" cmpd="sng">
                  <a:solidFill>
                    <a:schemeClr val="accent1"/>
                  </a:solidFill>
                  <a:prstDash val="solid"/>
                  <a:round/>
                  <a:headEnd type="none" w="med" len="med"/>
                  <a:tailEnd type="none" w="med" len="med"/>
                </a:ln>
              </p:spPr>
            </p:sp>
            <p:sp>
              <p:nvSpPr>
                <p:cNvPr id="507920" name="直接连接符 16398"/>
                <p:cNvSpPr/>
                <p:nvPr/>
              </p:nvSpPr>
              <p:spPr>
                <a:xfrm>
                  <a:off x="3056" y="2132"/>
                  <a:ext cx="0" cy="267"/>
                </a:xfrm>
                <a:prstGeom prst="line">
                  <a:avLst/>
                </a:prstGeom>
                <a:ln w="15875" cap="flat" cmpd="sng">
                  <a:solidFill>
                    <a:schemeClr val="accent1"/>
                  </a:solidFill>
                  <a:prstDash val="solid"/>
                  <a:round/>
                  <a:headEnd type="none" w="med" len="med"/>
                  <a:tailEnd type="none" w="med" len="med"/>
                </a:ln>
              </p:spPr>
            </p:sp>
            <p:sp>
              <p:nvSpPr>
                <p:cNvPr id="507921" name="直接连接符 16399"/>
                <p:cNvSpPr/>
                <p:nvPr/>
              </p:nvSpPr>
              <p:spPr>
                <a:xfrm>
                  <a:off x="3445" y="2144"/>
                  <a:ext cx="0" cy="267"/>
                </a:xfrm>
                <a:prstGeom prst="line">
                  <a:avLst/>
                </a:prstGeom>
                <a:ln w="15875" cap="flat" cmpd="sng">
                  <a:solidFill>
                    <a:schemeClr val="accent1"/>
                  </a:solidFill>
                  <a:prstDash val="solid"/>
                  <a:round/>
                  <a:headEnd type="none" w="med" len="med"/>
                  <a:tailEnd type="none" w="med" len="med"/>
                </a:ln>
              </p:spPr>
            </p:sp>
            <p:sp>
              <p:nvSpPr>
                <p:cNvPr id="507922" name="矩形 16400"/>
                <p:cNvSpPr/>
                <p:nvPr/>
              </p:nvSpPr>
              <p:spPr>
                <a:xfrm>
                  <a:off x="1556" y="2128"/>
                  <a:ext cx="2311" cy="301"/>
                </a:xfrm>
                <a:prstGeom prst="rect">
                  <a:avLst/>
                </a:prstGeom>
                <a:noFill/>
                <a:ln w="15875" cap="flat" cmpd="sng">
                  <a:solidFill>
                    <a:schemeClr val="accent1"/>
                  </a:solidFill>
                  <a:prstDash val="solid"/>
                  <a:round/>
                  <a:headEnd type="none" w="med" len="med"/>
                  <a:tailEnd type="none" w="med" len="med"/>
                </a:ln>
              </p:spPr>
              <p:txBody>
                <a:bodyPr wrap="none" anchor="ctr" anchorCtr="0"/>
                <a:p>
                  <a:pPr eaLnBrk="0" hangingPunct="0"/>
                  <a:r>
                    <a:rPr lang="en-US" altLang="zh-CN" sz="2000" err="1">
                      <a:solidFill>
                        <a:schemeClr val="accent1"/>
                      </a:solidFill>
                      <a:latin typeface="宋体" panose="02010600030101010101" pitchFamily="2" charset="-122"/>
                      <a:ea typeface="宋体" panose="02010600030101010101" pitchFamily="2" charset="-122"/>
                    </a:rPr>
                    <a:t>104  101 108  108</a:t>
                  </a:r>
                  <a:r>
                    <a:rPr lang="en-US" altLang="zh-CN" sz="2000">
                      <a:solidFill>
                        <a:schemeClr val="accent1"/>
                      </a:solidFill>
                      <a:latin typeface="宋体" panose="02010600030101010101" pitchFamily="2" charset="-122"/>
                      <a:ea typeface="宋体" panose="02010600030101010101" pitchFamily="2" charset="-122"/>
                    </a:rPr>
                    <a:t>  111   0</a:t>
                  </a:r>
                  <a:endParaRPr lang="en-US" altLang="zh-CN" sz="2000">
                    <a:solidFill>
                      <a:schemeClr val="accent1"/>
                    </a:solidFill>
                    <a:latin typeface="宋体" panose="02010600030101010101" pitchFamily="2" charset="-122"/>
                    <a:ea typeface="宋体" panose="02010600030101010101" pitchFamily="2" charset="-122"/>
                  </a:endParaRPr>
                </a:p>
              </p:txBody>
            </p:sp>
          </p:grpSp>
        </p:grpSp>
        <p:sp>
          <p:nvSpPr>
            <p:cNvPr id="507923" name="椭圆形标注 16403"/>
            <p:cNvSpPr/>
            <p:nvPr/>
          </p:nvSpPr>
          <p:spPr>
            <a:xfrm>
              <a:off x="2846" y="2894"/>
              <a:ext cx="2328" cy="328"/>
            </a:xfrm>
            <a:prstGeom prst="wedgeEllipseCallout">
              <a:avLst>
                <a:gd name="adj1" fmla="val -30769"/>
                <a:gd name="adj2" fmla="val -140111"/>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微软雅黑 Light" panose="020B0502040204020203" charset="-122"/>
                  <a:ea typeface="微软雅黑 Light" panose="020B0502040204020203" charset="-122"/>
                </a:rPr>
                <a:t>内存存放字符ASCII码</a:t>
              </a:r>
              <a:endParaRPr lang="zh-CN" altLang="zh-CN">
                <a:latin typeface="微软雅黑 Light" panose="020B0502040204020203" charset="-122"/>
                <a:ea typeface="微软雅黑 Light" panose="020B0502040204020203" charset="-122"/>
              </a:endParaRPr>
            </a:p>
          </p:txBody>
        </p:sp>
      </p:grpSp>
      <p:sp>
        <p:nvSpPr>
          <p:cNvPr id="507924" name="标题 16407"/>
          <p:cNvSpPr>
            <a:spLocks noGrp="1"/>
          </p:cNvSpPr>
          <p:nvPr>
            <p:ph type="title" idx="4294967295"/>
          </p:nvPr>
        </p:nvSpPr>
        <p:spPr>
          <a:xfrm>
            <a:off x="1962150" y="735013"/>
            <a:ext cx="8001000" cy="449262"/>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2</a:t>
            </a:r>
            <a:r>
              <a:rPr lang="zh-CN" altLang="en-US" sz="2400" dirty="0">
                <a:latin typeface="微软雅黑 Light" panose="020B0502040204020203" charset="-122"/>
                <a:ea typeface="微软雅黑 Light" panose="020B0502040204020203" charset="-122"/>
              </a:rPr>
              <a:t>）字符串</a:t>
            </a:r>
            <a:endParaRPr lang="zh-CN" altLang="en-US" sz="2400" dirty="0">
              <a:latin typeface="微软雅黑 Light" panose="020B0502040204020203" charset="-122"/>
              <a:ea typeface="微软雅黑 Light" panose="020B0502040204020203" charset="-122"/>
            </a:endParaRPr>
          </a:p>
        </p:txBody>
      </p:sp>
      <p:sp>
        <p:nvSpPr>
          <p:cNvPr id="507925" name="Text Box 5"/>
          <p:cNvSpPr txBox="1"/>
          <p:nvPr/>
        </p:nvSpPr>
        <p:spPr>
          <a:xfrm>
            <a:off x="728663" y="96838"/>
            <a:ext cx="10467975" cy="554037"/>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2" name="矩形 1"/>
          <p:cNvSpPr/>
          <p:nvPr/>
        </p:nvSpPr>
        <p:spPr>
          <a:xfrm>
            <a:off x="1504315" y="5238750"/>
            <a:ext cx="8610600" cy="1619250"/>
          </a:xfrm>
          <a:prstGeom prst="rect">
            <a:avLst/>
          </a:prstGeom>
          <a:noFill/>
          <a:ln w="9525">
            <a:noFill/>
          </a:ln>
        </p:spPr>
        <p:txBody>
          <a:bodyPr anchor="t" anchorCtr="0"/>
          <a:p>
            <a:pPr lvl="1" indent="0" eaLnBrk="0" hangingPunct="0">
              <a:lnSpc>
                <a:spcPct val="150000"/>
              </a:lnSpc>
              <a:buClr>
                <a:schemeClr val="hlink"/>
              </a:buClr>
              <a:buFont typeface="Wingdings" panose="05000000000000000000" pitchFamily="2" charset="2"/>
              <a:buChar char="«"/>
            </a:pPr>
            <a:r>
              <a:rPr lang="zh-CN" altLang="en-US" sz="1800" dirty="0">
                <a:latin typeface="微软雅黑 Light" panose="020B0502040204020203" charset="-122"/>
                <a:ea typeface="微软雅黑 Light" panose="020B0502040204020203" charset="-122"/>
              </a:rPr>
              <a:t>注意字符数组与字符串的区别：字符串是用字符数组存储的，但字符数组不一定就是字符串。由于字符串一定要有一个结束标志</a:t>
            </a:r>
            <a:r>
              <a:rPr lang="en-US" altLang="zh-CN" sz="1800" dirty="0">
                <a:latin typeface="微软雅黑 Light" panose="020B0502040204020203" charset="-122"/>
                <a:ea typeface="微软雅黑 Light" panose="020B0502040204020203" charset="-122"/>
              </a:rPr>
              <a:t>'\0' </a:t>
            </a:r>
            <a:r>
              <a:rPr lang="zh-CN" altLang="en-US" sz="1800" dirty="0">
                <a:latin typeface="微软雅黑 Light" panose="020B0502040204020203" charset="-122"/>
                <a:ea typeface="微软雅黑 Light" panose="020B0502040204020203" charset="-122"/>
              </a:rPr>
              <a:t>，所以存储字符串的数组长度至少是字符串长度</a:t>
            </a:r>
            <a:r>
              <a:rPr lang="en-US" altLang="zh-CN" sz="1800" dirty="0">
                <a:latin typeface="微软雅黑 Light" panose="020B0502040204020203" charset="-122"/>
                <a:ea typeface="微软雅黑 Light" panose="020B0502040204020203" charset="-122"/>
              </a:rPr>
              <a:t>+1</a:t>
            </a:r>
            <a:r>
              <a:rPr lang="zh-CN" altLang="en-US" sz="1800" dirty="0">
                <a:latin typeface="微软雅黑 Light" panose="020B0502040204020203" charset="-122"/>
                <a:ea typeface="微软雅黑 Light" panose="020B0502040204020203" charset="-122"/>
              </a:rPr>
              <a:t>。</a:t>
            </a:r>
            <a:endParaRPr lang="zh-CN" altLang="en-US" sz="1800" dirty="0">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endParaRPr lang="en-US" altLang="zh-CN" sz="1800">
              <a:latin typeface="微软雅黑 Light" panose="020B0502040204020203" charset="-122"/>
              <a:ea typeface="微软雅黑 Light" panose="020B0502040204020203"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000" fill="hold">
                                          <p:stCondLst>
                                            <p:cond delay="0"/>
                                          </p:stCondLst>
                                        </p:cTn>
                                        <p:tgtEl>
                                          <p:spTgt spid="16386"/>
                                        </p:tgtEl>
                                        <p:attrNameLst>
                                          <p:attrName>style.visibility</p:attrName>
                                        </p:attrNameLst>
                                      </p:cBhvr>
                                      <p:to>
                                        <p:strVal val="visible"/>
                                      </p:to>
                                    </p:set>
                                    <p:animEffect transition="in" filter="box(out)">
                                      <p:cBhvr>
                                        <p:cTn id="7" dur="1000"/>
                                        <p:tgtEl>
                                          <p:spTgt spid="16386"/>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16405"/>
                                        </p:tgtEl>
                                        <p:attrNameLst>
                                          <p:attrName>style.visibility</p:attrName>
                                        </p:attrNameLst>
                                      </p:cBhvr>
                                      <p:to>
                                        <p:strVal val="visible"/>
                                      </p:to>
                                    </p:set>
                                    <p:animEffect transition="in" filter="box(out)">
                                      <p:cBhvr>
                                        <p:cTn id="12" dur="500"/>
                                        <p:tgtEl>
                                          <p:spTgt spid="16405"/>
                                        </p:tgtEl>
                                      </p:cBhvr>
                                    </p:animEffect>
                                  </p:childTnLst>
                                  <p:subTnLst>
                                    <p:audio>
                                      <p:cMediaNode>
                                        <p:cTn display="0"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000" fill="hold">
                                          <p:stCondLst>
                                            <p:cond delay="0"/>
                                          </p:stCondLst>
                                        </p:cTn>
                                        <p:tgtEl>
                                          <p:spTgt spid="2"/>
                                        </p:tgtEl>
                                        <p:attrNameLst>
                                          <p:attrName>style.visibility</p:attrName>
                                        </p:attrNameLst>
                                      </p:cBhvr>
                                      <p:to>
                                        <p:strVal val="visible"/>
                                      </p:to>
                                    </p:set>
                                    <p:animEffect transition="in" filter="box(out)">
                                      <p:cBhvr>
                                        <p:cTn id="1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386" grpId="0"/>
      <p:bldP spid="16386" grpId="1"/>
      <p:bldP spid="2" grpId="0"/>
      <p:bldP spid="2" grpId="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矩形 18433"/>
          <p:cNvSpPr/>
          <p:nvPr/>
        </p:nvSpPr>
        <p:spPr>
          <a:xfrm>
            <a:off x="1543050" y="1282700"/>
            <a:ext cx="8610600" cy="598488"/>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en-US" altLang="zh-CN">
                <a:latin typeface="微软雅黑 Light" panose="020B0502040204020203" charset="-122"/>
                <a:ea typeface="微软雅黑 Light" panose="020B0502040204020203" charset="-122"/>
              </a:rPr>
              <a:t>A . </a:t>
            </a:r>
            <a:r>
              <a:rPr lang="zh-CN" altLang="en-US">
                <a:latin typeface="微软雅黑 Light" panose="020B0502040204020203" charset="-122"/>
                <a:ea typeface="微软雅黑 Light" panose="020B0502040204020203" charset="-122"/>
              </a:rPr>
              <a:t>逐个字符的输入输出</a:t>
            </a:r>
            <a:r>
              <a:rPr lang="en-US" altLang="zh-CN">
                <a:latin typeface="微软雅黑 Light" panose="020B0502040204020203" charset="-122"/>
                <a:ea typeface="微软雅黑 Light" panose="020B0502040204020203" charset="-122"/>
              </a:rPr>
              <a:t>--</a:t>
            </a:r>
            <a:r>
              <a:rPr lang="zh-CN" altLang="en-US">
                <a:latin typeface="微软雅黑 Light" panose="020B0502040204020203" charset="-122"/>
                <a:ea typeface="微软雅黑 Light" panose="020B0502040204020203" charset="-122"/>
              </a:rPr>
              <a:t>使用</a:t>
            </a:r>
            <a:r>
              <a:rPr lang="en-US" altLang="zh-CN">
                <a:latin typeface="微软雅黑 Light" panose="020B0502040204020203" charset="-122"/>
                <a:ea typeface="微软雅黑 Light" panose="020B0502040204020203" charset="-122"/>
              </a:rPr>
              <a:t>scanf( )</a:t>
            </a:r>
            <a:r>
              <a:rPr lang="zh-CN" altLang="en-US">
                <a:latin typeface="微软雅黑 Light" panose="020B0502040204020203" charset="-122"/>
                <a:ea typeface="微软雅黑 Light" panose="020B0502040204020203" charset="-122"/>
              </a:rPr>
              <a:t>和</a:t>
            </a:r>
            <a:r>
              <a:rPr lang="en-US" altLang="zh-CN">
                <a:latin typeface="微软雅黑 Light" panose="020B0502040204020203" charset="-122"/>
                <a:ea typeface="微软雅黑 Light" panose="020B0502040204020203" charset="-122"/>
              </a:rPr>
              <a:t>printf( )</a:t>
            </a:r>
            <a:r>
              <a:rPr lang="zh-CN" altLang="en-US">
                <a:latin typeface="微软雅黑 Light" panose="020B0502040204020203" charset="-122"/>
                <a:ea typeface="微软雅黑 Light" panose="020B0502040204020203" charset="-122"/>
              </a:rPr>
              <a:t>函数输入输出字符串</a:t>
            </a:r>
            <a:endParaRPr lang="zh-CN" altLang="en-US">
              <a:latin typeface="微软雅黑 Light" panose="020B0502040204020203" charset="-122"/>
              <a:ea typeface="微软雅黑 Light" panose="020B0502040204020203" charset="-122"/>
            </a:endParaRPr>
          </a:p>
        </p:txBody>
      </p:sp>
      <p:sp>
        <p:nvSpPr>
          <p:cNvPr id="508930" name="标题 18446"/>
          <p:cNvSpPr>
            <a:spLocks noGrp="1"/>
          </p:cNvSpPr>
          <p:nvPr>
            <p:ph type="title" idx="4294967295"/>
          </p:nvPr>
        </p:nvSpPr>
        <p:spPr>
          <a:xfrm>
            <a:off x="1992313" y="682625"/>
            <a:ext cx="8001000" cy="600075"/>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3</a:t>
            </a:r>
            <a:r>
              <a:rPr lang="zh-CN" altLang="en-US" sz="2400" dirty="0">
                <a:latin typeface="微软雅黑 Light" panose="020B0502040204020203" charset="-122"/>
                <a:ea typeface="微软雅黑 Light" panose="020B0502040204020203" charset="-122"/>
              </a:rPr>
              <a:t>）字符串的输入输出</a:t>
            </a:r>
            <a:endParaRPr lang="zh-CN" altLang="en-US" dirty="0"/>
          </a:p>
        </p:txBody>
      </p:sp>
      <p:sp>
        <p:nvSpPr>
          <p:cNvPr id="508931" name="Text Box 5"/>
          <p:cNvSpPr txBox="1"/>
          <p:nvPr/>
        </p:nvSpPr>
        <p:spPr>
          <a:xfrm>
            <a:off x="758825" y="55563"/>
            <a:ext cx="10467975" cy="554037"/>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32774" name="文本框 32773"/>
          <p:cNvSpPr txBox="1"/>
          <p:nvPr/>
        </p:nvSpPr>
        <p:spPr>
          <a:xfrm>
            <a:off x="2062163" y="1797050"/>
            <a:ext cx="8305800" cy="4991100"/>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00000"/>
              </a:lnSpc>
            </a:pPr>
            <a:r>
              <a:rPr lang="en-US" altLang="zh-CN" sz="1800">
                <a:latin typeface="微软雅黑 Light" panose="020B0502040204020203" charset="-122"/>
                <a:ea typeface="微软雅黑 Light" panose="020B0502040204020203" charset="-122"/>
              </a:rPr>
              <a:t>#include&lt;stdio.h&gt;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int main()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int   i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char str[11];</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请输入</a:t>
            </a:r>
            <a:r>
              <a:rPr lang="en-US" altLang="zh-CN" sz="1800">
                <a:latin typeface="微软雅黑 Light" panose="020B0502040204020203" charset="-122"/>
                <a:ea typeface="微软雅黑 Light" panose="020B0502040204020203" charset="-122"/>
              </a:rPr>
              <a:t>10</a:t>
            </a:r>
            <a:r>
              <a:rPr lang="zh-CN" altLang="en-US" sz="1800">
                <a:latin typeface="微软雅黑 Light" panose="020B0502040204020203" charset="-122"/>
                <a:ea typeface="微软雅黑 Light" panose="020B0502040204020203" charset="-122"/>
              </a:rPr>
              <a:t>个</a:t>
            </a:r>
            <a:r>
              <a:rPr lang="en-US" altLang="zh-CN" sz="1800">
                <a:latin typeface="微软雅黑 Light" panose="020B0502040204020203" charset="-122"/>
                <a:ea typeface="微软雅黑 Light" panose="020B0502040204020203" charset="-122"/>
              </a:rPr>
              <a:t>i</a:t>
            </a:r>
            <a:r>
              <a:rPr lang="zh-CN" altLang="en-US" sz="1800">
                <a:latin typeface="微软雅黑 Light" panose="020B0502040204020203" charset="-122"/>
                <a:ea typeface="微软雅黑 Light" panose="020B0502040204020203" charset="-122"/>
              </a:rPr>
              <a:t>字符：</a:t>
            </a:r>
            <a:r>
              <a:rPr lang="en-US" altLang="zh-CN" sz="1800">
                <a:latin typeface="微软雅黑 Light" panose="020B0502040204020203" charset="-122"/>
                <a:ea typeface="微软雅黑 Light" panose="020B0502040204020203" charset="-122"/>
              </a:rPr>
              <a:t>”);</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for( i=0; i&lt;10 ;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scanf(“%c”, &amp;str[i]);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str[i] = '\0';</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i=0</a:t>
            </a:r>
            <a:r>
              <a:rPr lang="en-US" altLang="zh-CN" sz="1800">
                <a:latin typeface="微软雅黑 Light" panose="020B0502040204020203" charset="-122"/>
                <a:ea typeface="微软雅黑 Light" panose="020B0502040204020203" charset="-122"/>
                <a:sym typeface="宋体" panose="02010600030101010101" pitchFamily="2" charset="-122"/>
              </a:rPr>
              <a:t> ;</a:t>
            </a:r>
            <a:endParaRPr lang="en-US" altLang="zh-CN" sz="1800">
              <a:latin typeface="微软雅黑 Light" panose="020B0502040204020203" charset="-122"/>
              <a:ea typeface="微软雅黑 Light" panose="020B0502040204020203" charset="-122"/>
              <a:sym typeface="宋体" panose="02010600030101010101" pitchFamily="2"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sym typeface="宋体" panose="02010600030101010101" pitchFamily="2" charset="-122"/>
              </a:rPr>
              <a:t>    while (str[i] != '\0' )</a:t>
            </a:r>
            <a:endParaRPr lang="en-US" altLang="zh-CN" sz="1800">
              <a:latin typeface="微软雅黑 Light" panose="020B0502040204020203" charset="-122"/>
              <a:ea typeface="微软雅黑 Light" panose="020B0502040204020203" charset="-122"/>
              <a:sym typeface="宋体" panose="02010600030101010101" pitchFamily="2"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sym typeface="宋体" panose="02010600030101010101" pitchFamily="2" charset="-122"/>
              </a:rPr>
              <a:t>     {  printf(“%c” ,str[i] );</a:t>
            </a:r>
            <a:endParaRPr lang="en-US" altLang="zh-CN" sz="1800">
              <a:latin typeface="微软雅黑 Light" panose="020B0502040204020203" charset="-122"/>
              <a:ea typeface="微软雅黑 Light" panose="020B0502040204020203" charset="-122"/>
              <a:sym typeface="宋体" panose="02010600030101010101" pitchFamily="2"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sym typeface="宋体" panose="02010600030101010101" pitchFamily="2" charset="-122"/>
              </a:rPr>
              <a:t>         i++</a:t>
            </a:r>
            <a:r>
              <a:rPr lang="zh-CN" altLang="en-US" sz="1800">
                <a:latin typeface="微软雅黑 Light" panose="020B0502040204020203" charset="-122"/>
                <a:ea typeface="微软雅黑 Light" panose="020B0502040204020203" charset="-122"/>
                <a:sym typeface="宋体" panose="02010600030101010101" pitchFamily="2" charset="-122"/>
              </a:rPr>
              <a:t>；</a:t>
            </a:r>
            <a:endParaRPr lang="zh-CN" altLang="en-US" sz="1800">
              <a:latin typeface="微软雅黑 Light" panose="020B0502040204020203" charset="-122"/>
              <a:ea typeface="微软雅黑 Light" panose="020B0502040204020203" charset="-122"/>
              <a:sym typeface="宋体" panose="02010600030101010101" pitchFamily="2" charset="-122"/>
            </a:endParaRPr>
          </a:p>
          <a:p>
            <a:pPr lvl="1" indent="0" algn="l">
              <a:lnSpc>
                <a:spcPct val="130000"/>
              </a:lnSpc>
              <a:spcBef>
                <a:spcPct val="0"/>
              </a:spcBef>
              <a:spcAft>
                <a:spcPct val="0"/>
              </a:spcAft>
            </a:pPr>
            <a:r>
              <a:rPr lang="zh-CN" altLang="en-US" sz="1800">
                <a:latin typeface="微软雅黑 Light" panose="020B0502040204020203" charset="-122"/>
                <a:ea typeface="微软雅黑 Light" panose="020B0502040204020203" charset="-122"/>
                <a:sym typeface="宋体" panose="02010600030101010101" pitchFamily="2" charset="-122"/>
              </a:rPr>
              <a:t>      </a:t>
            </a:r>
            <a:r>
              <a:rPr lang="en-US" altLang="zh-CN" sz="1800">
                <a:latin typeface="微软雅黑 Light" panose="020B0502040204020203" charset="-122"/>
                <a:ea typeface="微软雅黑 Light" panose="020B0502040204020203" charset="-122"/>
                <a:sym typeface="宋体" panose="02010600030101010101" pitchFamily="2" charset="-122"/>
              </a:rPr>
              <a:t>}</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return 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4">
                                            <p:txEl>
                                              <p:charRg st="0" end="14"/>
                                            </p:txEl>
                                          </p:spTgt>
                                        </p:tgtEl>
                                        <p:attrNameLst>
                                          <p:attrName>style.visibility</p:attrName>
                                        </p:attrNameLst>
                                      </p:cBhvr>
                                      <p:to>
                                        <p:strVal val="visible"/>
                                      </p:to>
                                    </p:set>
                                    <p:anim calcmode="lin" valueType="num">
                                      <p:cBhvr>
                                        <p:cTn id="7" dur="500" fill="hold"/>
                                        <p:tgtEl>
                                          <p:spTgt spid="18434">
                                            <p:txEl>
                                              <p:charRg st="0" end="14"/>
                                            </p:txEl>
                                          </p:spTgt>
                                        </p:tgtEl>
                                        <p:attrNameLst>
                                          <p:attrName>ppt_x</p:attrName>
                                        </p:attrNameLst>
                                      </p:cBhvr>
                                      <p:tavLst>
                                        <p:tav tm="0">
                                          <p:val>
                                            <p:strVal val="0-#ppt_w/2"/>
                                          </p:val>
                                        </p:tav>
                                        <p:tav tm="100000">
                                          <p:val>
                                            <p:strVal val="#ppt_x"/>
                                          </p:val>
                                        </p:tav>
                                      </p:tavLst>
                                    </p:anim>
                                    <p:anim calcmode="lin" valueType="num">
                                      <p:cBhvr>
                                        <p:cTn id="8" dur="500" fill="hold"/>
                                        <p:tgtEl>
                                          <p:spTgt spid="18434">
                                            <p:txEl>
                                              <p:charRg st="0" end="1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32774"/>
                                        </p:tgtEl>
                                        <p:attrNameLst>
                                          <p:attrName>style.visibility</p:attrName>
                                        </p:attrNameLst>
                                      </p:cBhvr>
                                      <p:to>
                                        <p:strVal val="visible"/>
                                      </p:to>
                                    </p:set>
                                    <p:animEffect transition="in" filter="box(out)">
                                      <p:cBhvr>
                                        <p:cTn id="13" dur="500"/>
                                        <p:tgtEl>
                                          <p:spTgt spid="32774"/>
                                        </p:tgtEl>
                                      </p:cBhvr>
                                    </p:animEffect>
                                  </p:childTnLst>
                                  <p:subTnLst>
                                    <p:audio>
                                      <p:cMediaNode>
                                        <p:cTn display="0" masterRel="sameClick">
                                          <p:stCondLst>
                                            <p:cond evt="begin" delay="0">
                                              <p:tn val="11"/>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ldLvl="5" build="p"/>
      <p:bldP spid="32774" grpId="0" bldLvl="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矩形 18433"/>
          <p:cNvSpPr/>
          <p:nvPr/>
        </p:nvSpPr>
        <p:spPr>
          <a:xfrm>
            <a:off x="1285875" y="1282700"/>
            <a:ext cx="8867775" cy="598488"/>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en-US" altLang="zh-CN">
                <a:latin typeface="微软雅黑 Light" panose="020B0502040204020203" charset="-122"/>
                <a:ea typeface="微软雅黑 Light" panose="020B0502040204020203" charset="-122"/>
              </a:rPr>
              <a:t>A. </a:t>
            </a:r>
            <a:r>
              <a:rPr lang="zh-CN" altLang="en-US">
                <a:latin typeface="微软雅黑 Light" panose="020B0502040204020203" charset="-122"/>
                <a:ea typeface="微软雅黑 Light" panose="020B0502040204020203" charset="-122"/>
              </a:rPr>
              <a:t>逐个字符的输入输出</a:t>
            </a:r>
            <a:r>
              <a:rPr lang="en-US" altLang="zh-CN">
                <a:latin typeface="微软雅黑 Light" panose="020B0502040204020203" charset="-122"/>
                <a:ea typeface="微软雅黑 Light" panose="020B0502040204020203" charset="-122"/>
              </a:rPr>
              <a:t>--</a:t>
            </a:r>
            <a:r>
              <a:rPr lang="zh-CN" altLang="en-US">
                <a:latin typeface="微软雅黑 Light" panose="020B0502040204020203" charset="-122"/>
                <a:ea typeface="微软雅黑 Light" panose="020B0502040204020203" charset="-122"/>
              </a:rPr>
              <a:t>使用</a:t>
            </a:r>
            <a:r>
              <a:rPr lang="en-US" altLang="zh-CN">
                <a:latin typeface="微软雅黑 Light" panose="020B0502040204020203" charset="-122"/>
                <a:ea typeface="微软雅黑 Light" panose="020B0502040204020203" charset="-122"/>
              </a:rPr>
              <a:t>putchar( )</a:t>
            </a:r>
            <a:r>
              <a:rPr lang="zh-CN" altLang="en-US">
                <a:latin typeface="微软雅黑 Light" panose="020B0502040204020203" charset="-122"/>
                <a:ea typeface="微软雅黑 Light" panose="020B0502040204020203" charset="-122"/>
              </a:rPr>
              <a:t>和</a:t>
            </a:r>
            <a:r>
              <a:rPr lang="en-US" altLang="zh-CN">
                <a:latin typeface="微软雅黑 Light" panose="020B0502040204020203" charset="-122"/>
                <a:ea typeface="微软雅黑 Light" panose="020B0502040204020203" charset="-122"/>
              </a:rPr>
              <a:t>getchar( )</a:t>
            </a:r>
            <a:r>
              <a:rPr lang="zh-CN" altLang="en-US">
                <a:latin typeface="微软雅黑 Light" panose="020B0502040204020203" charset="-122"/>
                <a:ea typeface="微软雅黑 Light" panose="020B0502040204020203" charset="-122"/>
              </a:rPr>
              <a:t>函数输入输出字符串</a:t>
            </a:r>
            <a:endParaRPr lang="zh-CN" altLang="en-US">
              <a:latin typeface="微软雅黑 Light" panose="020B0502040204020203" charset="-122"/>
              <a:ea typeface="微软雅黑 Light" panose="020B0502040204020203" charset="-122"/>
            </a:endParaRPr>
          </a:p>
        </p:txBody>
      </p:sp>
      <p:sp>
        <p:nvSpPr>
          <p:cNvPr id="509954" name="标题 18446"/>
          <p:cNvSpPr>
            <a:spLocks noGrp="1"/>
          </p:cNvSpPr>
          <p:nvPr>
            <p:ph type="title" idx="4294967295"/>
          </p:nvPr>
        </p:nvSpPr>
        <p:spPr>
          <a:xfrm>
            <a:off x="1924050" y="682625"/>
            <a:ext cx="8001000" cy="600075"/>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3</a:t>
            </a:r>
            <a:r>
              <a:rPr lang="zh-CN" altLang="en-US" sz="2400" dirty="0">
                <a:latin typeface="微软雅黑 Light" panose="020B0502040204020203" charset="-122"/>
                <a:ea typeface="微软雅黑 Light" panose="020B0502040204020203" charset="-122"/>
              </a:rPr>
              <a:t>）字符串的输入输出</a:t>
            </a:r>
            <a:endParaRPr lang="zh-CN" altLang="en-US" dirty="0"/>
          </a:p>
        </p:txBody>
      </p:sp>
      <p:sp>
        <p:nvSpPr>
          <p:cNvPr id="509955" name="Text Box 5"/>
          <p:cNvSpPr txBox="1"/>
          <p:nvPr/>
        </p:nvSpPr>
        <p:spPr>
          <a:xfrm>
            <a:off x="758825" y="55563"/>
            <a:ext cx="10467975" cy="554037"/>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32774" name="文本框 32773"/>
          <p:cNvSpPr txBox="1"/>
          <p:nvPr/>
        </p:nvSpPr>
        <p:spPr>
          <a:xfrm>
            <a:off x="2062163" y="2236947"/>
            <a:ext cx="8305800" cy="3912870"/>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00000"/>
              </a:lnSpc>
            </a:pPr>
            <a:r>
              <a:rPr lang="en-US" altLang="zh-CN" sz="1800">
                <a:latin typeface="微软雅黑 Light" panose="020B0502040204020203" charset="-122"/>
                <a:ea typeface="微软雅黑 Light" panose="020B0502040204020203" charset="-122"/>
              </a:rPr>
              <a:t>#include&lt;stdio.h&gt;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int main()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int   i=0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char str[80];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请输入一串字符：</a:t>
            </a:r>
            <a:r>
              <a:rPr lang="en-US" altLang="zh-CN" sz="1800">
                <a:latin typeface="微软雅黑 Light" panose="020B0502040204020203" charset="-122"/>
                <a:ea typeface="微软雅黑 Light" panose="020B0502040204020203" charset="-122"/>
              </a:rPr>
              <a:t>”);</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while( ( str[i] = getchar( ))!='\n')</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i++;</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str[i] = '\0';</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sym typeface="宋体" panose="02010600030101010101" pitchFamily="2" charset="-122"/>
              </a:rPr>
              <a:t>    for ( i=0; str[i]!='\0'; i++ )</a:t>
            </a:r>
            <a:endParaRPr lang="en-US" altLang="zh-CN" sz="1800">
              <a:latin typeface="微软雅黑 Light" panose="020B0502040204020203" charset="-122"/>
              <a:ea typeface="微软雅黑 Light" panose="020B0502040204020203" charset="-122"/>
              <a:sym typeface="宋体" panose="02010600030101010101" pitchFamily="2"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sym typeface="宋体" panose="02010600030101010101" pitchFamily="2" charset="-122"/>
              </a:rPr>
              <a:t>         printf(“%c” ,str[i] );</a:t>
            </a:r>
            <a:endParaRPr lang="en-US" altLang="zh-CN" sz="1800">
              <a:latin typeface="微软雅黑 Light" panose="020B0502040204020203" charset="-122"/>
              <a:ea typeface="微软雅黑 Light" panose="020B0502040204020203" charset="-122"/>
              <a:sym typeface="宋体" panose="02010600030101010101" pitchFamily="2"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sym typeface="宋体" panose="02010600030101010101" pitchFamily="2" charset="-122"/>
              </a:rPr>
              <a:t>    re</a:t>
            </a:r>
            <a:r>
              <a:rPr lang="en-US" altLang="zh-CN" sz="1800">
                <a:latin typeface="微软雅黑 Light" panose="020B0502040204020203" charset="-122"/>
                <a:ea typeface="微软雅黑 Light" panose="020B0502040204020203" charset="-122"/>
              </a:rPr>
              <a:t>turn 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4">
                                            <p:txEl>
                                              <p:charRg st="0" end="14"/>
                                            </p:txEl>
                                          </p:spTgt>
                                        </p:tgtEl>
                                        <p:attrNameLst>
                                          <p:attrName>style.visibility</p:attrName>
                                        </p:attrNameLst>
                                      </p:cBhvr>
                                      <p:to>
                                        <p:strVal val="visible"/>
                                      </p:to>
                                    </p:set>
                                    <p:anim calcmode="lin" valueType="num">
                                      <p:cBhvr>
                                        <p:cTn id="7" dur="500" fill="hold"/>
                                        <p:tgtEl>
                                          <p:spTgt spid="18434">
                                            <p:txEl>
                                              <p:charRg st="0" end="14"/>
                                            </p:txEl>
                                          </p:spTgt>
                                        </p:tgtEl>
                                        <p:attrNameLst>
                                          <p:attrName>ppt_x</p:attrName>
                                        </p:attrNameLst>
                                      </p:cBhvr>
                                      <p:tavLst>
                                        <p:tav tm="0">
                                          <p:val>
                                            <p:strVal val="0-#ppt_w/2"/>
                                          </p:val>
                                        </p:tav>
                                        <p:tav tm="100000">
                                          <p:val>
                                            <p:strVal val="#ppt_x"/>
                                          </p:val>
                                        </p:tav>
                                      </p:tavLst>
                                    </p:anim>
                                    <p:anim calcmode="lin" valueType="num">
                                      <p:cBhvr>
                                        <p:cTn id="8" dur="500" fill="hold"/>
                                        <p:tgtEl>
                                          <p:spTgt spid="18434">
                                            <p:txEl>
                                              <p:charRg st="0" end="1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32774"/>
                                        </p:tgtEl>
                                        <p:attrNameLst>
                                          <p:attrName>style.visibility</p:attrName>
                                        </p:attrNameLst>
                                      </p:cBhvr>
                                      <p:to>
                                        <p:strVal val="visible"/>
                                      </p:to>
                                    </p:set>
                                    <p:animEffect transition="in" filter="box(out)">
                                      <p:cBhvr>
                                        <p:cTn id="13" dur="500"/>
                                        <p:tgtEl>
                                          <p:spTgt spid="32774"/>
                                        </p:tgtEl>
                                      </p:cBhvr>
                                    </p:animEffect>
                                  </p:childTnLst>
                                  <p:subTnLst>
                                    <p:audio>
                                      <p:cMediaNode>
                                        <p:cTn display="0" masterRel="sameClick">
                                          <p:stCondLst>
                                            <p:cond evt="begin" delay="0">
                                              <p:tn val="11"/>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ldLvl="5" build="p"/>
      <p:bldP spid="32774" grpId="0" bldLvl="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矩形 18433"/>
          <p:cNvSpPr/>
          <p:nvPr/>
        </p:nvSpPr>
        <p:spPr>
          <a:xfrm>
            <a:off x="1285875" y="1282700"/>
            <a:ext cx="9026525" cy="598488"/>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en-US" altLang="zh-CN">
                <a:latin typeface="微软雅黑 Light" panose="020B0502040204020203" charset="-122"/>
                <a:ea typeface="微软雅黑 Light" panose="020B0502040204020203" charset="-122"/>
              </a:rPr>
              <a:t>B. </a:t>
            </a:r>
            <a:r>
              <a:rPr lang="zh-CN" altLang="en-US">
                <a:latin typeface="微软雅黑 Light" panose="020B0502040204020203" charset="-122"/>
                <a:ea typeface="微软雅黑 Light" panose="020B0502040204020203" charset="-122"/>
                <a:sym typeface="宋体" panose="02010600030101010101" pitchFamily="2" charset="-122"/>
              </a:rPr>
              <a:t>字符串的整体输入</a:t>
            </a:r>
            <a:r>
              <a:rPr lang="en-US" altLang="zh-CN">
                <a:latin typeface="微软雅黑 Light" panose="020B0502040204020203" charset="-122"/>
                <a:ea typeface="微软雅黑 Light" panose="020B0502040204020203" charset="-122"/>
                <a:sym typeface="宋体" panose="02010600030101010101" pitchFamily="2" charset="-122"/>
              </a:rPr>
              <a:t>--(1)</a:t>
            </a:r>
            <a:r>
              <a:rPr lang="zh-CN" altLang="en-US">
                <a:latin typeface="微软雅黑 Light" panose="020B0502040204020203" charset="-122"/>
                <a:ea typeface="微软雅黑 Light" panose="020B0502040204020203" charset="-122"/>
              </a:rPr>
              <a:t>使用标准输入函数</a:t>
            </a:r>
            <a:r>
              <a:rPr lang="en-US" altLang="zh-CN">
                <a:latin typeface="微软雅黑 Light" panose="020B0502040204020203" charset="-122"/>
                <a:ea typeface="微软雅黑 Light" panose="020B0502040204020203" charset="-122"/>
              </a:rPr>
              <a:t>scanf( )</a:t>
            </a:r>
            <a:r>
              <a:rPr lang="zh-CN" altLang="en-US">
                <a:latin typeface="微软雅黑 Light" panose="020B0502040204020203" charset="-122"/>
                <a:ea typeface="微软雅黑 Light" panose="020B0502040204020203" charset="-122"/>
              </a:rPr>
              <a:t>，配合</a:t>
            </a:r>
            <a:r>
              <a:rPr lang="en-US" altLang="zh-CN">
                <a:latin typeface="微软雅黑 Light" panose="020B0502040204020203" charset="-122"/>
                <a:ea typeface="微软雅黑 Light" panose="020B0502040204020203" charset="-122"/>
              </a:rPr>
              <a:t>%s</a:t>
            </a:r>
            <a:r>
              <a:rPr lang="zh-CN" altLang="en-US">
                <a:latin typeface="微软雅黑 Light" panose="020B0502040204020203" charset="-122"/>
                <a:ea typeface="微软雅黑 Light" panose="020B0502040204020203" charset="-122"/>
              </a:rPr>
              <a:t>格式描述符。</a:t>
            </a:r>
            <a:endParaRPr lang="zh-CN" altLang="en-US">
              <a:latin typeface="微软雅黑 Light" panose="020B0502040204020203" charset="-122"/>
              <a:ea typeface="微软雅黑 Light" panose="020B0502040204020203" charset="-122"/>
            </a:endParaRPr>
          </a:p>
        </p:txBody>
      </p:sp>
      <p:sp>
        <p:nvSpPr>
          <p:cNvPr id="510978" name="标题 18446"/>
          <p:cNvSpPr>
            <a:spLocks noGrp="1"/>
          </p:cNvSpPr>
          <p:nvPr>
            <p:ph type="title" idx="4294967295"/>
          </p:nvPr>
        </p:nvSpPr>
        <p:spPr>
          <a:xfrm>
            <a:off x="1924050" y="682625"/>
            <a:ext cx="8001000" cy="600075"/>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3</a:t>
            </a:r>
            <a:r>
              <a:rPr lang="zh-CN" altLang="en-US" sz="2400" dirty="0">
                <a:latin typeface="微软雅黑 Light" panose="020B0502040204020203" charset="-122"/>
                <a:ea typeface="微软雅黑 Light" panose="020B0502040204020203" charset="-122"/>
              </a:rPr>
              <a:t>）字符串的输入输出</a:t>
            </a:r>
            <a:endParaRPr lang="zh-CN" altLang="en-US" dirty="0"/>
          </a:p>
        </p:txBody>
      </p:sp>
      <p:sp>
        <p:nvSpPr>
          <p:cNvPr id="510979" name="Text Box 5"/>
          <p:cNvSpPr txBox="1"/>
          <p:nvPr/>
        </p:nvSpPr>
        <p:spPr>
          <a:xfrm>
            <a:off x="758825" y="55563"/>
            <a:ext cx="10467975" cy="554037"/>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32774" name="文本框 32773"/>
          <p:cNvSpPr txBox="1"/>
          <p:nvPr/>
        </p:nvSpPr>
        <p:spPr>
          <a:xfrm>
            <a:off x="2319338" y="1881188"/>
            <a:ext cx="8305800" cy="2555875"/>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00000"/>
              </a:lnSpc>
            </a:pPr>
            <a:r>
              <a:rPr lang="en-US" altLang="zh-CN" sz="1800">
                <a:latin typeface="微软雅黑 Light" panose="020B0502040204020203" charset="-122"/>
                <a:ea typeface="微软雅黑 Light" panose="020B0502040204020203" charset="-122"/>
              </a:rPr>
              <a:t>#include&lt;stdio.h&gt;</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int main()</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char str[10] ;</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printf(“</a:t>
            </a:r>
            <a:r>
              <a:rPr lang="zh-CN" altLang="en-US" sz="1800">
                <a:latin typeface="微软雅黑 Light" panose="020B0502040204020203" charset="-122"/>
                <a:ea typeface="微软雅黑 Light" panose="020B0502040204020203" charset="-122"/>
              </a:rPr>
              <a:t>请输入一串字符：</a:t>
            </a:r>
            <a:r>
              <a:rPr lang="en-US" altLang="zh-CN" sz="1800">
                <a:latin typeface="微软雅黑 Light" panose="020B0502040204020203" charset="-122"/>
                <a:ea typeface="微软雅黑 Light" panose="020B0502040204020203" charset="-122"/>
              </a:rPr>
              <a:t>”);</a:t>
            </a:r>
            <a:endParaRPr lang="en-US" altLang="zh-CN" sz="1800">
              <a:latin typeface="微软雅黑 Light" panose="020B0502040204020203" charset="-122"/>
              <a:ea typeface="微软雅黑 Light" panose="020B0502040204020203"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rPr>
              <a:t>    scanf(“%s” ,str);</a:t>
            </a:r>
            <a:endParaRPr lang="en-US" altLang="zh-CN" sz="1800">
              <a:latin typeface="微软雅黑 Light" panose="020B0502040204020203" charset="-122"/>
              <a:ea typeface="微软雅黑 Light" panose="020B0502040204020203" charset="-122"/>
              <a:sym typeface="宋体" panose="02010600030101010101" pitchFamily="2"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sym typeface="宋体" panose="02010600030101010101" pitchFamily="2" charset="-122"/>
              </a:rPr>
              <a:t>    printf(“%s\n” ,str);</a:t>
            </a:r>
            <a:endParaRPr lang="en-US" altLang="zh-CN" sz="1800">
              <a:latin typeface="微软雅黑 Light" panose="020B0502040204020203" charset="-122"/>
              <a:ea typeface="微软雅黑 Light" panose="020B0502040204020203" charset="-122"/>
              <a:sym typeface="宋体" panose="02010600030101010101" pitchFamily="2" charset="-122"/>
            </a:endParaRPr>
          </a:p>
          <a:p>
            <a:pPr lvl="1" indent="0" algn="l">
              <a:lnSpc>
                <a:spcPct val="130000"/>
              </a:lnSpc>
              <a:spcBef>
                <a:spcPct val="0"/>
              </a:spcBef>
              <a:spcAft>
                <a:spcPct val="0"/>
              </a:spcAft>
            </a:pPr>
            <a:r>
              <a:rPr lang="en-US" altLang="zh-CN" sz="1800">
                <a:latin typeface="微软雅黑 Light" panose="020B0502040204020203" charset="-122"/>
                <a:ea typeface="微软雅黑 Light" panose="020B0502040204020203" charset="-122"/>
                <a:sym typeface="宋体" panose="02010600030101010101" pitchFamily="2" charset="-122"/>
              </a:rPr>
              <a:t>    re</a:t>
            </a:r>
            <a:r>
              <a:rPr lang="en-US" altLang="zh-CN" sz="1800">
                <a:latin typeface="微软雅黑 Light" panose="020B0502040204020203" charset="-122"/>
                <a:ea typeface="微软雅黑 Light" panose="020B0502040204020203" charset="-122"/>
              </a:rPr>
              <a:t>turn 0;</a:t>
            </a:r>
            <a:endParaRPr lang="en-US" altLang="zh-CN" sz="1800">
              <a:latin typeface="微软雅黑 Light" panose="020B0502040204020203" charset="-122"/>
              <a:ea typeface="微软雅黑 Light" panose="020B0502040204020203" charset="-122"/>
            </a:endParaRPr>
          </a:p>
          <a:p>
            <a:pPr lvl="1" indent="0" algn="l">
              <a:lnSpc>
                <a:spcPct val="100000"/>
              </a:lnSpc>
            </a:pPr>
            <a:r>
              <a:rPr lang="en-US" altLang="zh-CN" sz="1800">
                <a:latin typeface="微软雅黑 Light" panose="020B0502040204020203" charset="-122"/>
                <a:ea typeface="微软雅黑 Light" panose="020B0502040204020203" charset="-122"/>
              </a:rPr>
              <a:t> }</a:t>
            </a:r>
            <a:endParaRPr lang="en-US" altLang="zh-CN" sz="1800">
              <a:latin typeface="微软雅黑 Light" panose="020B0502040204020203" charset="-122"/>
              <a:ea typeface="微软雅黑 Light" panose="020B0502040204020203" charset="-122"/>
            </a:endParaRPr>
          </a:p>
        </p:txBody>
      </p:sp>
      <p:sp>
        <p:nvSpPr>
          <p:cNvPr id="2" name="矩形 1"/>
          <p:cNvSpPr/>
          <p:nvPr/>
        </p:nvSpPr>
        <p:spPr>
          <a:xfrm>
            <a:off x="1285875" y="1687513"/>
            <a:ext cx="8867775" cy="600075"/>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en-US" altLang="zh-CN">
                <a:latin typeface="微软雅黑 Light" panose="020B0502040204020203" charset="-122"/>
                <a:ea typeface="微软雅黑 Light" panose="020B0502040204020203" charset="-122"/>
              </a:rPr>
              <a:t>(2)</a:t>
            </a:r>
            <a:r>
              <a:rPr lang="zh-CN" altLang="en-US">
                <a:latin typeface="微软雅黑 Light" panose="020B0502040204020203" charset="-122"/>
                <a:ea typeface="微软雅黑 Light" panose="020B0502040204020203" charset="-122"/>
              </a:rPr>
              <a:t>如果需要输入中间含有空格的字符串时，则要用具有多个输入参数的</a:t>
            </a:r>
            <a:r>
              <a:rPr lang="en-US" altLang="zh-CN">
                <a:latin typeface="微软雅黑 Light" panose="020B0502040204020203" charset="-122"/>
                <a:ea typeface="微软雅黑 Light" panose="020B0502040204020203" charset="-122"/>
              </a:rPr>
              <a:t>scanf( )</a:t>
            </a:r>
            <a:r>
              <a:rPr lang="zh-CN" altLang="en-US">
                <a:latin typeface="微软雅黑 Light" panose="020B0502040204020203" charset="-122"/>
                <a:ea typeface="微软雅黑 Light" panose="020B0502040204020203" charset="-122"/>
              </a:rPr>
              <a:t>函数配合输入。</a:t>
            </a:r>
            <a:endParaRPr lang="zh-CN" altLang="en-US">
              <a:latin typeface="微软雅黑 Light" panose="020B0502040204020203" charset="-122"/>
              <a:ea typeface="微软雅黑 Light" panose="020B0502040204020203" charset="-122"/>
            </a:endParaRPr>
          </a:p>
        </p:txBody>
      </p:sp>
      <p:sp>
        <p:nvSpPr>
          <p:cNvPr id="3" name="文本框 2"/>
          <p:cNvSpPr txBox="1"/>
          <p:nvPr/>
        </p:nvSpPr>
        <p:spPr>
          <a:xfrm>
            <a:off x="2389188" y="2628900"/>
            <a:ext cx="8305800" cy="923925"/>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50000"/>
              </a:lnSpc>
            </a:pPr>
            <a:r>
              <a:rPr lang="en-US" altLang="zh-CN" sz="1800">
                <a:latin typeface="微软雅黑 Light" panose="020B0502040204020203" charset="-122"/>
                <a:ea typeface="微软雅黑 Light" panose="020B0502040204020203" charset="-122"/>
              </a:rPr>
              <a:t>char  str1[5] ,str2[5], str3[5];</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scanf(“%s%s%s”, str1, str2, str3);</a:t>
            </a:r>
            <a:endParaRPr lang="en-US" altLang="zh-CN" sz="1800">
              <a:latin typeface="微软雅黑 Light" panose="020B0502040204020203" charset="-122"/>
              <a:ea typeface="微软雅黑 Light" panose="020B0502040204020203" charset="-122"/>
            </a:endParaRPr>
          </a:p>
        </p:txBody>
      </p:sp>
      <p:sp>
        <p:nvSpPr>
          <p:cNvPr id="4" name="文本框 3"/>
          <p:cNvSpPr txBox="1"/>
          <p:nvPr/>
        </p:nvSpPr>
        <p:spPr>
          <a:xfrm>
            <a:off x="2319338" y="3824288"/>
            <a:ext cx="8305800" cy="2032000"/>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00000"/>
              </a:lnSpc>
            </a:pPr>
            <a:r>
              <a:rPr lang="zh-CN" altLang="en-US" sz="1800">
                <a:latin typeface="微软雅黑 Light" panose="020B0502040204020203" charset="-122"/>
                <a:ea typeface="微软雅黑 Light" panose="020B0502040204020203" charset="-122"/>
              </a:rPr>
              <a:t>输入数据：</a:t>
            </a:r>
            <a:r>
              <a:rPr lang="en-US" altLang="zh-CN" sz="1800">
                <a:latin typeface="微软雅黑 Light" panose="020B0502040204020203" charset="-122"/>
                <a:ea typeface="微软雅黑 Light" panose="020B0502040204020203" charset="-122"/>
              </a:rPr>
              <a:t>How  are  you?</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str1</a:t>
            </a:r>
            <a:r>
              <a:rPr lang="zh-CN" altLang="en-US" sz="1800">
                <a:latin typeface="微软雅黑 Light" panose="020B0502040204020203" charset="-122"/>
                <a:ea typeface="微软雅黑 Light" panose="020B0502040204020203" charset="-122"/>
              </a:rPr>
              <a:t>，</a:t>
            </a:r>
            <a:r>
              <a:rPr lang="en-US" altLang="zh-CN" sz="1800">
                <a:latin typeface="微软雅黑 Light" panose="020B0502040204020203" charset="-122"/>
                <a:ea typeface="微软雅黑 Light" panose="020B0502040204020203" charset="-122"/>
              </a:rPr>
              <a:t>str2</a:t>
            </a:r>
            <a:r>
              <a:rPr lang="zh-CN" altLang="en-US" sz="1800">
                <a:latin typeface="微软雅黑 Light" panose="020B0502040204020203" charset="-122"/>
                <a:ea typeface="微软雅黑 Light" panose="020B0502040204020203" charset="-122"/>
              </a:rPr>
              <a:t>和</a:t>
            </a:r>
            <a:r>
              <a:rPr lang="en-US" altLang="zh-CN" sz="1800">
                <a:latin typeface="微软雅黑 Light" panose="020B0502040204020203" charset="-122"/>
                <a:ea typeface="微软雅黑 Light" panose="020B0502040204020203" charset="-122"/>
              </a:rPr>
              <a:t>str3</a:t>
            </a:r>
            <a:r>
              <a:rPr lang="zh-CN" altLang="en-US" sz="1800">
                <a:latin typeface="微软雅黑 Light" panose="020B0502040204020203" charset="-122"/>
                <a:ea typeface="微软雅黑 Light" panose="020B0502040204020203" charset="-122"/>
              </a:rPr>
              <a:t>数组的内容：</a:t>
            </a:r>
            <a:endParaRPr lang="zh-CN" altLang="en-US" sz="1800">
              <a:latin typeface="微软雅黑 Light" panose="020B0502040204020203" charset="-122"/>
              <a:ea typeface="微软雅黑 Light" panose="020B0502040204020203" charset="-122"/>
            </a:endParaRPr>
          </a:p>
          <a:p>
            <a:pPr lvl="1" indent="0" algn="l">
              <a:lnSpc>
                <a:spcPct val="150000"/>
              </a:lnSpc>
            </a:pPr>
            <a:endParaRPr lang="zh-CN" altLang="en-US" sz="1800">
              <a:latin typeface="微软雅黑 Light" panose="020B0502040204020203" charset="-122"/>
              <a:ea typeface="微软雅黑 Light" panose="020B0502040204020203" charset="-122"/>
            </a:endParaRPr>
          </a:p>
          <a:p>
            <a:pPr lvl="1" indent="0" algn="l">
              <a:lnSpc>
                <a:spcPct val="150000"/>
              </a:lnSpc>
            </a:pPr>
            <a:endParaRPr lang="zh-CN" altLang="en-US" sz="1800">
              <a:latin typeface="微软雅黑 Light" panose="020B0502040204020203" charset="-122"/>
              <a:ea typeface="微软雅黑 Light" panose="020B0502040204020203" charset="-122"/>
            </a:endParaRPr>
          </a:p>
          <a:p>
            <a:pPr lvl="1" indent="0" algn="l">
              <a:lnSpc>
                <a:spcPct val="150000"/>
              </a:lnSpc>
            </a:pPr>
            <a:endParaRPr lang="zh-CN" altLang="en-US" sz="1800">
              <a:latin typeface="微软雅黑 Light" panose="020B0502040204020203" charset="-122"/>
              <a:ea typeface="微软雅黑 Light" panose="020B0502040204020203" charset="-122"/>
            </a:endParaRPr>
          </a:p>
        </p:txBody>
      </p:sp>
      <p:graphicFrame>
        <p:nvGraphicFramePr>
          <p:cNvPr id="6" name="表格 5"/>
          <p:cNvGraphicFramePr/>
          <p:nvPr/>
        </p:nvGraphicFramePr>
        <p:xfrm>
          <a:off x="6283325" y="4183063"/>
          <a:ext cx="3641725" cy="1315085"/>
        </p:xfrm>
        <a:graphic>
          <a:graphicData uri="http://schemas.openxmlformats.org/drawingml/2006/table">
            <a:tbl>
              <a:tblPr firstRow="1" bandRow="1">
                <a:tableStyleId>{5C22544A-7EE6-4342-B048-85BDC9FD1C3A}</a:tableStyleId>
              </a:tblPr>
              <a:tblGrid>
                <a:gridCol w="728345"/>
                <a:gridCol w="728345"/>
                <a:gridCol w="728345"/>
                <a:gridCol w="728345"/>
                <a:gridCol w="728345"/>
              </a:tblGrid>
              <a:tr h="451485">
                <a:tc>
                  <a:txBody>
                    <a:bodyPr/>
                    <a:p>
                      <a:pPr algn="ctr">
                        <a:buClrTx/>
                        <a:buSzTx/>
                        <a:buFontTx/>
                        <a:buNone/>
                      </a:pPr>
                      <a:r>
                        <a:rPr lang="en-US" altLang="zh-CN" b="0">
                          <a:solidFill>
                            <a:schemeClr val="tx2"/>
                          </a:solidFill>
                        </a:rPr>
                        <a:t>H</a:t>
                      </a:r>
                      <a:endParaRPr lang="en-US" altLang="zh-CN" b="0">
                        <a:solidFill>
                          <a:schemeClr val="tx2"/>
                        </a:solidFill>
                      </a:endParaRPr>
                    </a:p>
                  </a:txBody>
                  <a:tcPr anchor="ctr" anchorCtr="0">
                    <a:solidFill>
                      <a:srgbClr val="E7EBF5"/>
                    </a:solidFill>
                  </a:tcPr>
                </a:tc>
                <a:tc>
                  <a:txBody>
                    <a:bodyPr/>
                    <a:p>
                      <a:pPr algn="ctr">
                        <a:buClrTx/>
                        <a:buSzTx/>
                        <a:buFontTx/>
                        <a:buNone/>
                      </a:pPr>
                      <a:r>
                        <a:rPr lang="en-US" altLang="zh-CN" b="0">
                          <a:solidFill>
                            <a:schemeClr val="tx2"/>
                          </a:solidFill>
                        </a:rPr>
                        <a:t>o</a:t>
                      </a:r>
                      <a:endParaRPr lang="en-US" altLang="zh-CN" b="0">
                        <a:solidFill>
                          <a:schemeClr val="tx2"/>
                        </a:solidFill>
                      </a:endParaRPr>
                    </a:p>
                  </a:txBody>
                  <a:tcPr anchor="ctr" anchorCtr="0">
                    <a:solidFill>
                      <a:srgbClr val="E7EBF5"/>
                    </a:solidFill>
                  </a:tcPr>
                </a:tc>
                <a:tc>
                  <a:txBody>
                    <a:bodyPr/>
                    <a:p>
                      <a:pPr algn="ctr">
                        <a:buClrTx/>
                        <a:buSzTx/>
                        <a:buFontTx/>
                        <a:buNone/>
                      </a:pPr>
                      <a:r>
                        <a:rPr lang="en-US" altLang="zh-CN" b="0">
                          <a:solidFill>
                            <a:schemeClr val="tx2"/>
                          </a:solidFill>
                        </a:rPr>
                        <a:t>w</a:t>
                      </a:r>
                      <a:endParaRPr lang="en-US" altLang="zh-CN" b="0">
                        <a:solidFill>
                          <a:schemeClr val="tx2"/>
                        </a:solidFill>
                      </a:endParaRPr>
                    </a:p>
                  </a:txBody>
                  <a:tcPr anchor="ctr" anchorCtr="0">
                    <a:solidFill>
                      <a:srgbClr val="E7EBF5"/>
                    </a:solidFill>
                  </a:tcPr>
                </a:tc>
                <a:tc>
                  <a:txBody>
                    <a:bodyPr/>
                    <a:p>
                      <a:pPr algn="ctr">
                        <a:buClrTx/>
                        <a:buSzTx/>
                        <a:buFontTx/>
                        <a:buNone/>
                      </a:pPr>
                      <a:r>
                        <a:rPr lang="en-US" altLang="zh-CN" b="0">
                          <a:solidFill>
                            <a:schemeClr val="tx2"/>
                          </a:solidFill>
                        </a:rPr>
                        <a:t>\0</a:t>
                      </a:r>
                      <a:endParaRPr lang="en-US" altLang="zh-CN" b="0">
                        <a:solidFill>
                          <a:schemeClr val="tx2"/>
                        </a:solidFill>
                      </a:endParaRPr>
                    </a:p>
                  </a:txBody>
                  <a:tcPr anchor="ctr" anchorCtr="0">
                    <a:solidFill>
                      <a:srgbClr val="E7EBF5"/>
                    </a:solidFill>
                  </a:tcPr>
                </a:tc>
                <a:tc>
                  <a:txBody>
                    <a:bodyPr/>
                    <a:p>
                      <a:pPr algn="ctr">
                        <a:buClrTx/>
                        <a:buSzTx/>
                        <a:buFontTx/>
                        <a:buNone/>
                      </a:pPr>
                      <a:r>
                        <a:rPr lang="en-US" altLang="zh-CN" b="0">
                          <a:solidFill>
                            <a:schemeClr val="tx2"/>
                          </a:solidFill>
                        </a:rPr>
                        <a:t>\0</a:t>
                      </a:r>
                      <a:endParaRPr lang="en-US" altLang="zh-CN" b="0">
                        <a:solidFill>
                          <a:schemeClr val="tx2"/>
                        </a:solidFill>
                      </a:endParaRPr>
                    </a:p>
                  </a:txBody>
                  <a:tcPr anchor="ctr" anchorCtr="0">
                    <a:solidFill>
                      <a:srgbClr val="E7EBF5"/>
                    </a:solidFill>
                  </a:tcPr>
                </a:tc>
              </a:tr>
              <a:tr h="431800">
                <a:tc>
                  <a:txBody>
                    <a:bodyPr/>
                    <a:p>
                      <a:pPr algn="ctr">
                        <a:buNone/>
                      </a:pPr>
                      <a:r>
                        <a:rPr lang="en-US" altLang="zh-CN">
                          <a:solidFill>
                            <a:schemeClr val="tx2"/>
                          </a:solidFill>
                        </a:rPr>
                        <a:t>a</a:t>
                      </a:r>
                      <a:endParaRPr lang="en-US" altLang="zh-CN">
                        <a:solidFill>
                          <a:schemeClr val="tx2"/>
                        </a:solidFill>
                      </a:endParaRPr>
                    </a:p>
                  </a:txBody>
                  <a:tcPr anchor="ctr" anchorCtr="0">
                    <a:solidFill>
                      <a:srgbClr val="E7EBF5"/>
                    </a:solidFill>
                  </a:tcPr>
                </a:tc>
                <a:tc>
                  <a:txBody>
                    <a:bodyPr/>
                    <a:p>
                      <a:pPr algn="ctr">
                        <a:buNone/>
                      </a:pPr>
                      <a:r>
                        <a:rPr lang="en-US" altLang="zh-CN">
                          <a:solidFill>
                            <a:schemeClr val="tx2"/>
                          </a:solidFill>
                        </a:rPr>
                        <a:t>r</a:t>
                      </a:r>
                      <a:endParaRPr lang="en-US" altLang="zh-CN">
                        <a:solidFill>
                          <a:schemeClr val="tx2"/>
                        </a:solidFill>
                      </a:endParaRPr>
                    </a:p>
                  </a:txBody>
                  <a:tcPr anchor="ctr" anchorCtr="0">
                    <a:solidFill>
                      <a:srgbClr val="E7EBF5"/>
                    </a:solidFill>
                  </a:tcPr>
                </a:tc>
                <a:tc>
                  <a:txBody>
                    <a:bodyPr/>
                    <a:p>
                      <a:pPr algn="ctr">
                        <a:buNone/>
                      </a:pPr>
                      <a:r>
                        <a:rPr lang="en-US" altLang="zh-CN">
                          <a:solidFill>
                            <a:schemeClr val="tx2"/>
                          </a:solidFill>
                        </a:rPr>
                        <a:t>e</a:t>
                      </a:r>
                      <a:endParaRPr lang="en-US" altLang="zh-CN">
                        <a:solidFill>
                          <a:schemeClr val="tx2"/>
                        </a:solidFill>
                      </a:endParaRPr>
                    </a:p>
                  </a:txBody>
                  <a:tcPr anchor="ctr" anchorCtr="0">
                    <a:solidFill>
                      <a:srgbClr val="E7EBF5"/>
                    </a:solidFill>
                  </a:tcPr>
                </a:tc>
                <a:tc>
                  <a:txBody>
                    <a:bodyPr/>
                    <a:p>
                      <a:pPr algn="ctr">
                        <a:buNone/>
                      </a:pPr>
                      <a:r>
                        <a:rPr lang="en-US" altLang="zh-CN">
                          <a:solidFill>
                            <a:schemeClr val="tx2"/>
                          </a:solidFill>
                        </a:rPr>
                        <a:t>\0</a:t>
                      </a:r>
                      <a:endParaRPr lang="en-US" altLang="zh-CN">
                        <a:solidFill>
                          <a:schemeClr val="tx2"/>
                        </a:solidFill>
                      </a:endParaRPr>
                    </a:p>
                  </a:txBody>
                  <a:tcPr anchor="ctr" anchorCtr="0">
                    <a:solidFill>
                      <a:srgbClr val="E7EBF5"/>
                    </a:solidFill>
                  </a:tcPr>
                </a:tc>
                <a:tc>
                  <a:txBody>
                    <a:bodyPr/>
                    <a:p>
                      <a:pPr algn="ctr">
                        <a:buNone/>
                      </a:pPr>
                      <a:r>
                        <a:rPr lang="en-US" altLang="zh-CN">
                          <a:solidFill>
                            <a:schemeClr val="tx2"/>
                          </a:solidFill>
                        </a:rPr>
                        <a:t>\0</a:t>
                      </a:r>
                      <a:endParaRPr lang="en-US" altLang="zh-CN">
                        <a:solidFill>
                          <a:schemeClr val="tx2"/>
                        </a:solidFill>
                      </a:endParaRPr>
                    </a:p>
                  </a:txBody>
                  <a:tcPr anchor="ctr" anchorCtr="0">
                    <a:solidFill>
                      <a:srgbClr val="E7EBF5"/>
                    </a:solidFill>
                  </a:tcPr>
                </a:tc>
              </a:tr>
              <a:tr h="431800">
                <a:tc>
                  <a:txBody>
                    <a:bodyPr/>
                    <a:p>
                      <a:pPr algn="ctr">
                        <a:buNone/>
                      </a:pPr>
                      <a:r>
                        <a:rPr lang="en-US" altLang="zh-CN">
                          <a:solidFill>
                            <a:schemeClr val="tx2"/>
                          </a:solidFill>
                        </a:rPr>
                        <a:t>y</a:t>
                      </a:r>
                      <a:endParaRPr lang="en-US" altLang="zh-CN">
                        <a:solidFill>
                          <a:schemeClr val="tx2"/>
                        </a:solidFill>
                      </a:endParaRPr>
                    </a:p>
                  </a:txBody>
                  <a:tcPr anchor="ctr" anchorCtr="0"/>
                </a:tc>
                <a:tc>
                  <a:txBody>
                    <a:bodyPr/>
                    <a:p>
                      <a:pPr algn="ctr">
                        <a:buNone/>
                      </a:pPr>
                      <a:r>
                        <a:rPr lang="en-US" altLang="zh-CN">
                          <a:solidFill>
                            <a:schemeClr val="tx2"/>
                          </a:solidFill>
                        </a:rPr>
                        <a:t>o</a:t>
                      </a:r>
                      <a:endParaRPr lang="en-US" altLang="zh-CN">
                        <a:solidFill>
                          <a:schemeClr val="tx2"/>
                        </a:solidFill>
                      </a:endParaRPr>
                    </a:p>
                  </a:txBody>
                  <a:tcPr anchor="ctr" anchorCtr="0"/>
                </a:tc>
                <a:tc>
                  <a:txBody>
                    <a:bodyPr/>
                    <a:p>
                      <a:pPr algn="ctr">
                        <a:buNone/>
                      </a:pPr>
                      <a:r>
                        <a:rPr lang="en-US" altLang="zh-CN">
                          <a:solidFill>
                            <a:schemeClr val="tx2"/>
                          </a:solidFill>
                        </a:rPr>
                        <a:t>u</a:t>
                      </a:r>
                      <a:endParaRPr lang="en-US" altLang="zh-CN">
                        <a:solidFill>
                          <a:schemeClr val="tx2"/>
                        </a:solidFill>
                      </a:endParaRPr>
                    </a:p>
                  </a:txBody>
                  <a:tcPr anchor="ctr" anchorCtr="0"/>
                </a:tc>
                <a:tc>
                  <a:txBody>
                    <a:bodyPr/>
                    <a:p>
                      <a:pPr algn="ctr">
                        <a:buNone/>
                      </a:pPr>
                      <a:r>
                        <a:rPr lang="en-US" altLang="zh-CN">
                          <a:solidFill>
                            <a:schemeClr val="tx2"/>
                          </a:solidFill>
                        </a:rPr>
                        <a:t>?</a:t>
                      </a:r>
                      <a:endParaRPr lang="en-US" altLang="zh-CN">
                        <a:solidFill>
                          <a:schemeClr val="tx2"/>
                        </a:solidFill>
                      </a:endParaRPr>
                    </a:p>
                  </a:txBody>
                  <a:tcPr anchor="ctr" anchorCtr="0"/>
                </a:tc>
                <a:tc>
                  <a:txBody>
                    <a:bodyPr/>
                    <a:p>
                      <a:pPr algn="ctr">
                        <a:buNone/>
                      </a:pPr>
                      <a:r>
                        <a:rPr lang="en-US" altLang="zh-CN">
                          <a:solidFill>
                            <a:schemeClr val="tx2"/>
                          </a:solidFill>
                        </a:rPr>
                        <a:t>\0</a:t>
                      </a:r>
                      <a:endParaRPr lang="en-US" altLang="zh-CN">
                        <a:solidFill>
                          <a:schemeClr val="tx2"/>
                        </a:solidFill>
                      </a:endParaRPr>
                    </a:p>
                  </a:txBody>
                  <a:tcPr anchor="ctr" anchorCtr="0"/>
                </a:tc>
              </a:tr>
            </a:tbl>
          </a:graphicData>
        </a:graphic>
      </p:graphicFrame>
      <p:sp>
        <p:nvSpPr>
          <p:cNvPr id="7" name="文本框 6"/>
          <p:cNvSpPr txBox="1"/>
          <p:nvPr/>
        </p:nvSpPr>
        <p:spPr>
          <a:xfrm>
            <a:off x="2389188" y="3735388"/>
            <a:ext cx="8305800" cy="2586037"/>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50000"/>
              </a:lnSpc>
            </a:pPr>
            <a:r>
              <a:rPr lang="en-US" altLang="zh-CN" sz="1800">
                <a:latin typeface="微软雅黑 Light" panose="020B0502040204020203" charset="-122"/>
                <a:ea typeface="微软雅黑 Light" panose="020B0502040204020203" charset="-122"/>
              </a:rPr>
              <a:t>char str[20];</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scanf(“%s”,str);</a:t>
            </a:r>
            <a:endParaRPr lang="en-US" altLang="zh-CN" sz="1800">
              <a:latin typeface="微软雅黑 Light" panose="020B0502040204020203" charset="-122"/>
              <a:ea typeface="微软雅黑 Light" panose="020B0502040204020203" charset="-122"/>
            </a:endParaRPr>
          </a:p>
          <a:p>
            <a:pPr lvl="1" indent="0" algn="l">
              <a:lnSpc>
                <a:spcPct val="150000"/>
              </a:lnSpc>
            </a:pPr>
            <a:r>
              <a:rPr lang="zh-CN" altLang="en-US" sz="1800">
                <a:latin typeface="微软雅黑 Light" panose="020B0502040204020203" charset="-122"/>
                <a:ea typeface="微软雅黑 Light" panose="020B0502040204020203" charset="-122"/>
              </a:rPr>
              <a:t>如果输入数据： </a:t>
            </a:r>
            <a:r>
              <a:rPr lang="en-US" altLang="zh-CN" sz="1800">
                <a:latin typeface="微软雅黑 Light" panose="020B0502040204020203" charset="-122"/>
                <a:ea typeface="微软雅黑 Light" panose="020B0502040204020203" charset="-122"/>
              </a:rPr>
              <a:t>How are you?</a:t>
            </a:r>
            <a:endParaRPr lang="en-US" altLang="zh-CN" sz="1800">
              <a:latin typeface="微软雅黑 Light" panose="020B0502040204020203" charset="-122"/>
              <a:ea typeface="微软雅黑 Light" panose="020B0502040204020203" charset="-122"/>
            </a:endParaRPr>
          </a:p>
          <a:p>
            <a:pPr lvl="1" indent="0" algn="l">
              <a:lnSpc>
                <a:spcPct val="150000"/>
              </a:lnSpc>
            </a:pPr>
            <a:r>
              <a:rPr lang="zh-CN" altLang="en-US" sz="1800">
                <a:latin typeface="微软雅黑 Light" panose="020B0502040204020203" charset="-122"/>
                <a:ea typeface="微软雅黑 Light" panose="020B0502040204020203" charset="-122"/>
              </a:rPr>
              <a:t>则</a:t>
            </a:r>
            <a:r>
              <a:rPr lang="en-US" altLang="zh-CN" sz="1800">
                <a:latin typeface="微软雅黑 Light" panose="020B0502040204020203" charset="-122"/>
                <a:ea typeface="微软雅黑 Light" panose="020B0502040204020203" charset="-122"/>
              </a:rPr>
              <a:t>str</a:t>
            </a:r>
            <a:r>
              <a:rPr lang="zh-CN" altLang="en-US" sz="1800">
                <a:latin typeface="微软雅黑 Light" panose="020B0502040204020203" charset="-122"/>
                <a:ea typeface="微软雅黑 Light" panose="020B0502040204020203" charset="-122"/>
              </a:rPr>
              <a:t>中的字符串是</a:t>
            </a:r>
            <a:r>
              <a:rPr lang="en-US" altLang="zh-CN" sz="1800">
                <a:latin typeface="微软雅黑 Light" panose="020B0502040204020203" charset="-122"/>
                <a:ea typeface="微软雅黑 Light" panose="020B0502040204020203" charset="-122"/>
              </a:rPr>
              <a:t>”How“</a:t>
            </a:r>
            <a:r>
              <a:rPr lang="zh-CN" altLang="en-US" sz="1800">
                <a:latin typeface="微软雅黑 Light" panose="020B0502040204020203" charset="-122"/>
                <a:ea typeface="微软雅黑 Light" panose="020B0502040204020203" charset="-122"/>
              </a:rPr>
              <a:t>，而不是</a:t>
            </a:r>
            <a:r>
              <a:rPr lang="en-US" altLang="zh-CN" sz="1800">
                <a:latin typeface="微软雅黑 Light" panose="020B0502040204020203" charset="-122"/>
                <a:ea typeface="微软雅黑 Light" panose="020B0502040204020203" charset="-122"/>
              </a:rPr>
              <a:t>”How are you?”</a:t>
            </a:r>
            <a:r>
              <a:rPr lang="zh-CN" altLang="en-US" sz="1800">
                <a:latin typeface="微软雅黑 Light" panose="020B0502040204020203" charset="-122"/>
                <a:ea typeface="微软雅黑 Light" panose="020B0502040204020203" charset="-122"/>
              </a:rPr>
              <a:t>。</a:t>
            </a:r>
            <a:endParaRPr lang="zh-CN" altLang="en-US" sz="1800">
              <a:latin typeface="微软雅黑 Light" panose="020B0502040204020203" charset="-122"/>
              <a:ea typeface="微软雅黑 Light" panose="020B0502040204020203" charset="-122"/>
            </a:endParaRPr>
          </a:p>
          <a:p>
            <a:pPr lvl="1" indent="0" algn="l">
              <a:lnSpc>
                <a:spcPct val="150000"/>
              </a:lnSpc>
            </a:pPr>
            <a:r>
              <a:rPr lang="zh-CN" altLang="en-US" sz="1800" b="1">
                <a:solidFill>
                  <a:srgbClr val="C00000"/>
                </a:solidFill>
                <a:latin typeface="微软雅黑 Light" panose="020B0502040204020203" charset="-122"/>
                <a:ea typeface="微软雅黑 Light" panose="020B0502040204020203" charset="-122"/>
              </a:rPr>
              <a:t>注意：不能使用</a:t>
            </a:r>
            <a:r>
              <a:rPr lang="en-US" altLang="zh-CN" sz="1800" b="1">
                <a:solidFill>
                  <a:srgbClr val="C00000"/>
                </a:solidFill>
                <a:latin typeface="微软雅黑 Light" panose="020B0502040204020203" charset="-122"/>
                <a:ea typeface="微软雅黑 Light" panose="020B0502040204020203" charset="-122"/>
              </a:rPr>
              <a:t>scanf( )</a:t>
            </a:r>
            <a:r>
              <a:rPr lang="zh-CN" altLang="en-US" sz="1800" b="1">
                <a:solidFill>
                  <a:srgbClr val="C00000"/>
                </a:solidFill>
                <a:latin typeface="微软雅黑 Light" panose="020B0502040204020203" charset="-122"/>
                <a:ea typeface="微软雅黑 Light" panose="020B0502040204020203" charset="-122"/>
              </a:rPr>
              <a:t>函数输入一个包含多个单词和空格的句子给一个字符数组。</a:t>
            </a:r>
            <a:endParaRPr lang="zh-CN" altLang="en-US" sz="1800" b="1">
              <a:solidFill>
                <a:srgbClr val="C00000"/>
              </a:solidFill>
              <a:latin typeface="微软雅黑 Light" panose="020B0502040204020203" charset="-122"/>
              <a:ea typeface="微软雅黑 Light" panose="020B0502040204020203"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4">
                                            <p:txEl>
                                              <p:charRg st="0" end="14"/>
                                            </p:txEl>
                                          </p:spTgt>
                                        </p:tgtEl>
                                        <p:attrNameLst>
                                          <p:attrName>style.visibility</p:attrName>
                                        </p:attrNameLst>
                                      </p:cBhvr>
                                      <p:to>
                                        <p:strVal val="visible"/>
                                      </p:to>
                                    </p:set>
                                    <p:anim calcmode="lin" valueType="num">
                                      <p:cBhvr>
                                        <p:cTn id="7" dur="500" fill="hold"/>
                                        <p:tgtEl>
                                          <p:spTgt spid="18434">
                                            <p:txEl>
                                              <p:charRg st="0" end="14"/>
                                            </p:txEl>
                                          </p:spTgt>
                                        </p:tgtEl>
                                        <p:attrNameLst>
                                          <p:attrName>ppt_x</p:attrName>
                                        </p:attrNameLst>
                                      </p:cBhvr>
                                      <p:tavLst>
                                        <p:tav tm="0">
                                          <p:val>
                                            <p:strVal val="0-#ppt_w/2"/>
                                          </p:val>
                                        </p:tav>
                                        <p:tav tm="100000">
                                          <p:val>
                                            <p:strVal val="#ppt_x"/>
                                          </p:val>
                                        </p:tav>
                                      </p:tavLst>
                                    </p:anim>
                                    <p:anim calcmode="lin" valueType="num">
                                      <p:cBhvr>
                                        <p:cTn id="8" dur="500" fill="hold"/>
                                        <p:tgtEl>
                                          <p:spTgt spid="18434">
                                            <p:txEl>
                                              <p:charRg st="0" end="1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4" presetClass="entr" presetSubtype="32" fill="hold" grpId="0" nodeType="clickEffect">
                                  <p:stCondLst>
                                    <p:cond delay="0"/>
                                  </p:stCondLst>
                                  <p:childTnLst>
                                    <p:set>
                                      <p:cBhvr>
                                        <p:cTn id="12" dur="1" fill="hold">
                                          <p:stCondLst>
                                            <p:cond delay="0"/>
                                          </p:stCondLst>
                                        </p:cTn>
                                        <p:tgtEl>
                                          <p:spTgt spid="32774"/>
                                        </p:tgtEl>
                                        <p:attrNameLst>
                                          <p:attrName>style.visibility</p:attrName>
                                        </p:attrNameLst>
                                      </p:cBhvr>
                                      <p:to>
                                        <p:strVal val="visible"/>
                                      </p:to>
                                    </p:set>
                                    <p:animEffect transition="in" filter="box(out)">
                                      <p:cBhvr>
                                        <p:cTn id="13" dur="500"/>
                                        <p:tgtEl>
                                          <p:spTgt spid="32774"/>
                                        </p:tgtEl>
                                      </p:cBhvr>
                                    </p:animEffect>
                                  </p:childTnLst>
                                  <p:subTnLst>
                                    <p:set>
                                      <p:cBhvr override="childStyle">
                                        <p:cTn dur="65" fill="hold" display="1" masterRel="nextClick" afterEffect="1"/>
                                        <p:tgtEl>
                                          <p:spTgt spid="32774"/>
                                        </p:tgtEl>
                                        <p:attrNameLst>
                                          <p:attrName>style.visibility</p:attrName>
                                        </p:attrNameLst>
                                      </p:cBhvr>
                                      <p:to>
                                        <p:strVal val="hidden"/>
                                      </p:to>
                                    </p:set>
                                    <p:audio>
                                      <p:cMediaNode>
                                        <p:cTn display="1" masterRel="sameClick">
                                          <p:stCondLst>
                                            <p:cond evt="begin" delay="0">
                                              <p:tn val="11"/>
                                            </p:cond>
                                          </p:stCondLst>
                                          <p:endCondLst>
                                            <p:cond evt="onStopAudio" delay="0">
                                              <p:tgtEl>
                                                <p:sldTgt/>
                                              </p:tgtEl>
                                            </p:cond>
                                          </p:endCondLst>
                                        </p:cTn>
                                        <p:tgtEl>
                                          <p:sndTgt r:embed="rId1" name="CAMERA.WAV"/>
                                        </p:tgtEl>
                                      </p:cMediaNode>
                                    </p:audio>
                                  </p:subTnLst>
                                </p:cTn>
                              </p:par>
                            </p:childTnLst>
                          </p:cTn>
                        </p:par>
                      </p:childTnLst>
                    </p:cTn>
                  </p:par>
                  <p:par>
                    <p:cTn id="14" fill="hold">
                      <p:stCondLst>
                        <p:cond delay="indefinite"/>
                      </p:stCondLst>
                      <p:childTnLst>
                        <p:par>
                          <p:cTn id="15" fill="hold">
                            <p:stCondLst>
                              <p:cond delay="0"/>
                            </p:stCondLst>
                            <p:childTnLst>
                              <p:par>
                                <p:cTn id="16" presetID="2" presetClass="entr" presetSubtype="8" fill="hold" grpId="0" nodeType="clickEffect">
                                  <p:stCondLst>
                                    <p:cond delay="0"/>
                                  </p:stCondLst>
                                  <p:childTnLst>
                                    <p:set>
                                      <p:cBhvr>
                                        <p:cTn id="17" dur="1" fill="hold">
                                          <p:stCondLst>
                                            <p:cond delay="0"/>
                                          </p:stCondLst>
                                        </p:cTn>
                                        <p:tgtEl>
                                          <p:spTgt spid="2">
                                            <p:txEl>
                                              <p:charRg st="0" end="14"/>
                                            </p:txEl>
                                          </p:spTgt>
                                        </p:tgtEl>
                                        <p:attrNameLst>
                                          <p:attrName>style.visibility</p:attrName>
                                        </p:attrNameLst>
                                      </p:cBhvr>
                                      <p:to>
                                        <p:strVal val="visible"/>
                                      </p:to>
                                    </p:set>
                                    <p:anim calcmode="lin" valueType="num">
                                      <p:cBhvr>
                                        <p:cTn id="18" dur="500" fill="hold"/>
                                        <p:tgtEl>
                                          <p:spTgt spid="2">
                                            <p:txEl>
                                              <p:charRg st="0" end="14"/>
                                            </p:txEl>
                                          </p:spTgt>
                                        </p:tgtEl>
                                        <p:attrNameLst>
                                          <p:attrName>ppt_x</p:attrName>
                                        </p:attrNameLst>
                                      </p:cBhvr>
                                      <p:tavLst>
                                        <p:tav tm="0">
                                          <p:val>
                                            <p:strVal val="0-#ppt_w/2"/>
                                          </p:val>
                                        </p:tav>
                                        <p:tav tm="100000">
                                          <p:val>
                                            <p:strVal val="#ppt_x"/>
                                          </p:val>
                                        </p:tav>
                                      </p:tavLst>
                                    </p:anim>
                                    <p:anim calcmode="lin" valueType="num">
                                      <p:cBhvr>
                                        <p:cTn id="19" dur="500" fill="hold"/>
                                        <p:tgtEl>
                                          <p:spTgt spid="2">
                                            <p:txEl>
                                              <p:charRg st="0" end="1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6"/>
                                            </p:cond>
                                          </p:stCondLst>
                                          <p:endCondLst>
                                            <p:cond evt="onStopAudio" delay="0">
                                              <p:tgtEl>
                                                <p:sldTgt/>
                                              </p:tgtEl>
                                            </p:cond>
                                          </p:endCondLst>
                                        </p:cTn>
                                        <p:tgtEl>
                                          <p:sndTgt r:embed="rId2" name="WHOOSH.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3"/>
                                        </p:tgtEl>
                                        <p:attrNameLst>
                                          <p:attrName>style.visibility</p:attrName>
                                        </p:attrNameLst>
                                      </p:cBhvr>
                                      <p:to>
                                        <p:strVal val="visible"/>
                                      </p:to>
                                    </p:set>
                                    <p:animEffect transition="in" filter="box(out)">
                                      <p:cBhvr>
                                        <p:cTn id="24" dur="500"/>
                                        <p:tgtEl>
                                          <p:spTgt spid="3"/>
                                        </p:tgtEl>
                                      </p:cBhvr>
                                    </p:animEffect>
                                  </p:childTnLst>
                                  <p:subTnLst>
                                    <p:audio>
                                      <p:cMediaNode>
                                        <p:cTn display="1" masterRel="sameClick">
                                          <p:stCondLst>
                                            <p:cond evt="begin" delay="0">
                                              <p:tn val="22"/>
                                            </p:cond>
                                          </p:stCondLst>
                                          <p:endCondLst>
                                            <p:cond evt="onStopAudio" delay="0">
                                              <p:tgtEl>
                                                <p:sldTgt/>
                                              </p:tgtEl>
                                            </p:cond>
                                          </p:endCondLst>
                                        </p:cTn>
                                        <p:tgtEl>
                                          <p:sndTgt r:embed="rId1"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box(out)">
                                      <p:cBhvr>
                                        <p:cTn id="29" dur="500"/>
                                        <p:tgtEl>
                                          <p:spTgt spid="4"/>
                                        </p:tgtEl>
                                      </p:cBhvr>
                                    </p:animEffect>
                                  </p:childTnLst>
                                  <p:subTnLst>
                                    <p:set>
                                      <p:cBhvr override="childStyle">
                                        <p:cTn dur="65" fill="hold" display="1" masterRel="nextClick" afterEffect="1"/>
                                        <p:tgtEl>
                                          <p:spTgt spid="4"/>
                                        </p:tgtEl>
                                        <p:attrNameLst>
                                          <p:attrName>style.visibility</p:attrName>
                                        </p:attrNameLst>
                                      </p:cBhvr>
                                      <p:to>
                                        <p:strVal val="hidden"/>
                                      </p:to>
                                    </p:set>
                                    <p:audio>
                                      <p:cMediaNode>
                                        <p:cTn display="1" masterRel="sameClick">
                                          <p:stCondLst>
                                            <p:cond evt="begin" delay="0">
                                              <p:tn val="27"/>
                                            </p:cond>
                                          </p:stCondLst>
                                          <p:endCondLst>
                                            <p:cond evt="onStopAudio" delay="0">
                                              <p:tgtEl>
                                                <p:sldTgt/>
                                              </p:tgtEl>
                                            </p:cond>
                                          </p:endCondLst>
                                        </p:cTn>
                                        <p:tgtEl>
                                          <p:sndTgt r:embed="rId1"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nodeType="clickEffect">
                                  <p:stCondLst>
                                    <p:cond delay="0"/>
                                  </p:stCondLst>
                                  <p:childTnLst>
                                    <p:set>
                                      <p:cBhvr>
                                        <p:cTn id="33" dur="1000" fill="hold">
                                          <p:stCondLst>
                                            <p:cond delay="0"/>
                                          </p:stCondLst>
                                        </p:cTn>
                                        <p:tgtEl>
                                          <p:spTgt spid="6"/>
                                        </p:tgtEl>
                                        <p:attrNameLst>
                                          <p:attrName>style.visibility</p:attrName>
                                        </p:attrNameLst>
                                      </p:cBhvr>
                                      <p:to>
                                        <p:strVal val="visible"/>
                                      </p:to>
                                    </p:set>
                                    <p:animEffect transition="in" filter="box(out)">
                                      <p:cBhvr>
                                        <p:cTn id="34" dur="1000"/>
                                        <p:tgtEl>
                                          <p:spTgt spid="6"/>
                                        </p:tgtEl>
                                      </p:cBhvr>
                                    </p:animEffect>
                                  </p:childTnLst>
                                  <p:subTnLst>
                                    <p:set>
                                      <p:cBhvr override="childStyle">
                                        <p:cTn dur="65" fill="hold" display="1" masterRel="nextClick" afterEffect="1"/>
                                        <p:tgtEl>
                                          <p:spTgt spid="6"/>
                                        </p:tgtEl>
                                        <p:attrNameLst>
                                          <p:attrName>style.visibility</p:attrName>
                                        </p:attrNameLst>
                                      </p:cBhvr>
                                      <p:to>
                                        <p:strVal val="hidden"/>
                                      </p:to>
                                    </p:set>
                                  </p:subTnLst>
                                </p:cTn>
                              </p:par>
                            </p:childTnLst>
                          </p:cTn>
                        </p:par>
                      </p:childTnLst>
                    </p:cTn>
                  </p:par>
                  <p:par>
                    <p:cTn id="35" fill="hold">
                      <p:stCondLst>
                        <p:cond delay="indefinite"/>
                      </p:stCondLst>
                      <p:childTnLst>
                        <p:par>
                          <p:cTn id="36" fill="hold">
                            <p:stCondLst>
                              <p:cond delay="0"/>
                            </p:stCondLst>
                            <p:childTnLst>
                              <p:par>
                                <p:cTn id="37" presetID="4" presetClass="entr" presetSubtype="32" fill="hold" grpId="0" nodeType="click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box(out)">
                                      <p:cBhvr>
                                        <p:cTn id="39" dur="500"/>
                                        <p:tgtEl>
                                          <p:spTgt spid="7"/>
                                        </p:tgtEl>
                                      </p:cBhvr>
                                    </p:animEffect>
                                  </p:childTnLst>
                                  <p:subTnLst>
                                    <p:set>
                                      <p:cBhvr override="childStyle">
                                        <p:cTn dur="65" fill="hold" display="1" masterRel="nextClick" afterEffect="1"/>
                                        <p:tgtEl>
                                          <p:spTgt spid="7"/>
                                        </p:tgtEl>
                                        <p:attrNameLst>
                                          <p:attrName>style.visibility</p:attrName>
                                        </p:attrNameLst>
                                      </p:cBhvr>
                                      <p:to>
                                        <p:strVal val="hidden"/>
                                      </p:to>
                                    </p:set>
                                    <p:audio>
                                      <p:cMediaNode>
                                        <p:cTn display="1" masterRel="sameClick">
                                          <p:stCondLst>
                                            <p:cond evt="begin" delay="0">
                                              <p:tn val="37"/>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ldLvl="5" build="p"/>
      <p:bldP spid="32774" grpId="0" bldLvl="0" animBg="1"/>
      <p:bldP spid="2" grpId="0" bldLvl="5" build="p"/>
      <p:bldP spid="3" grpId="0" bldLvl="0" animBg="1"/>
      <p:bldP spid="4" grpId="0" bldLvl="0" animBg="1"/>
      <p:bldP spid="7" grpId="0" bldLvl="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矩形 18433"/>
          <p:cNvSpPr/>
          <p:nvPr/>
        </p:nvSpPr>
        <p:spPr>
          <a:xfrm>
            <a:off x="1285875" y="1282700"/>
            <a:ext cx="9026525" cy="2300288"/>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en-US" altLang="zh-CN">
                <a:latin typeface="微软雅黑 Light" panose="020B0502040204020203" charset="-122"/>
                <a:ea typeface="微软雅黑 Light" panose="020B0502040204020203" charset="-122"/>
              </a:rPr>
              <a:t>B. </a:t>
            </a:r>
            <a:r>
              <a:rPr lang="zh-CN" altLang="en-US">
                <a:latin typeface="微软雅黑 Light" panose="020B0502040204020203" charset="-122"/>
                <a:ea typeface="微软雅黑 Light" panose="020B0502040204020203" charset="-122"/>
                <a:sym typeface="宋体" panose="02010600030101010101" pitchFamily="2" charset="-122"/>
              </a:rPr>
              <a:t>字符串的整体输入</a:t>
            </a:r>
            <a:r>
              <a:rPr lang="en-US" altLang="zh-CN">
                <a:latin typeface="微软雅黑 Light" panose="020B0502040204020203" charset="-122"/>
                <a:ea typeface="微软雅黑 Light" panose="020B0502040204020203" charset="-122"/>
                <a:sym typeface="宋体" panose="02010600030101010101" pitchFamily="2" charset="-122"/>
              </a:rPr>
              <a:t>--(3)</a:t>
            </a:r>
            <a:r>
              <a:rPr lang="zh-CN" altLang="en-US">
                <a:latin typeface="微软雅黑 Light" panose="020B0502040204020203" charset="-122"/>
                <a:ea typeface="微软雅黑 Light" panose="020B0502040204020203" charset="-122"/>
              </a:rPr>
              <a:t>使用函数</a:t>
            </a:r>
            <a:r>
              <a:rPr lang="en-US" altLang="zh-CN">
                <a:latin typeface="微软雅黑 Light" panose="020B0502040204020203" charset="-122"/>
                <a:ea typeface="微软雅黑 Light" panose="020B0502040204020203" charset="-122"/>
              </a:rPr>
              <a:t>gets( )</a:t>
            </a:r>
            <a:r>
              <a:rPr lang="zh-CN" altLang="en-US">
                <a:latin typeface="微软雅黑 Light" panose="020B0502040204020203" charset="-122"/>
                <a:ea typeface="微软雅黑 Light" panose="020B0502040204020203" charset="-122"/>
              </a:rPr>
              <a:t>输入完整的字符串。</a:t>
            </a:r>
            <a:endParaRPr lang="zh-CN" altLang="en-US">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rPr>
              <a:t>   </a:t>
            </a:r>
            <a:r>
              <a:rPr lang="en-US" altLang="zh-CN">
                <a:latin typeface="微软雅黑 Light" panose="020B0502040204020203" charset="-122"/>
                <a:ea typeface="微软雅黑 Light" panose="020B0502040204020203" charset="-122"/>
              </a:rPr>
              <a:t>gets( </a:t>
            </a:r>
            <a:r>
              <a:rPr lang="zh-CN" altLang="en-US">
                <a:solidFill>
                  <a:srgbClr val="FF0000"/>
                </a:solidFill>
                <a:latin typeface="微软雅黑 Light" panose="020B0502040204020203" charset="-122"/>
                <a:ea typeface="微软雅黑 Light" panose="020B0502040204020203" charset="-122"/>
              </a:rPr>
              <a:t>字符数组名</a:t>
            </a:r>
            <a:r>
              <a:rPr lang="zh-CN" altLang="en-US">
                <a:latin typeface="微软雅黑 Light" panose="020B0502040204020203" charset="-122"/>
                <a:ea typeface="微软雅黑 Light" panose="020B0502040204020203" charset="-122"/>
              </a:rPr>
              <a:t>）</a:t>
            </a:r>
            <a:r>
              <a:rPr lang="en-US" altLang="zh-CN">
                <a:latin typeface="微软雅黑 Light" panose="020B0502040204020203" charset="-122"/>
                <a:ea typeface="微软雅黑 Light" panose="020B0502040204020203" charset="-122"/>
              </a:rPr>
              <a:t>;</a:t>
            </a:r>
            <a:endParaRPr lang="en-US" altLang="zh-CN">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rPr>
              <a:t>作用：使用该函数将键盘输入的一行字符以字符串的形式存放到一个字符数组中。输入一行字符时以回车键作为结束符，且自动将回车符</a:t>
            </a:r>
            <a:r>
              <a:rPr lang="en-US" altLang="zh-CN">
                <a:latin typeface="微软雅黑 Light" panose="020B0502040204020203" charset="-122"/>
                <a:ea typeface="微软雅黑 Light" panose="020B0502040204020203" charset="-122"/>
              </a:rPr>
              <a:t>'\n'</a:t>
            </a:r>
            <a:r>
              <a:rPr lang="zh-CN" altLang="en-US">
                <a:latin typeface="微软雅黑 Light" panose="020B0502040204020203" charset="-122"/>
                <a:ea typeface="微软雅黑 Light" panose="020B0502040204020203" charset="-122"/>
              </a:rPr>
              <a:t>转换为</a:t>
            </a:r>
            <a:r>
              <a:rPr lang="en-US" altLang="zh-CN">
                <a:latin typeface="微软雅黑 Light" panose="020B0502040204020203" charset="-122"/>
                <a:ea typeface="微软雅黑 Light" panose="020B0502040204020203" charset="-122"/>
              </a:rPr>
              <a:t>'\0'</a:t>
            </a:r>
            <a:r>
              <a:rPr lang="zh-CN" altLang="en-US">
                <a:latin typeface="微软雅黑 Light" panose="020B0502040204020203" charset="-122"/>
                <a:ea typeface="微软雅黑 Light" panose="020B0502040204020203" charset="-122"/>
              </a:rPr>
              <a:t>，作为字符串的结束标志。</a:t>
            </a:r>
            <a:endParaRPr lang="zh-CN" altLang="en-US">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endParaRPr lang="zh-CN" altLang="en-US">
              <a:latin typeface="微软雅黑 Light" panose="020B0502040204020203" charset="-122"/>
              <a:ea typeface="微软雅黑 Light" panose="020B0502040204020203" charset="-122"/>
            </a:endParaRPr>
          </a:p>
        </p:txBody>
      </p:sp>
      <p:sp>
        <p:nvSpPr>
          <p:cNvPr id="512002" name="标题 18446"/>
          <p:cNvSpPr>
            <a:spLocks noGrp="1"/>
          </p:cNvSpPr>
          <p:nvPr>
            <p:ph type="title" idx="4294967295"/>
          </p:nvPr>
        </p:nvSpPr>
        <p:spPr>
          <a:xfrm>
            <a:off x="1924050" y="682625"/>
            <a:ext cx="8001000" cy="600075"/>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3</a:t>
            </a:r>
            <a:r>
              <a:rPr lang="zh-CN" altLang="en-US" sz="2400" dirty="0">
                <a:latin typeface="微软雅黑 Light" panose="020B0502040204020203" charset="-122"/>
                <a:ea typeface="微软雅黑 Light" panose="020B0502040204020203" charset="-122"/>
              </a:rPr>
              <a:t>）字符串的输入输出</a:t>
            </a:r>
            <a:endParaRPr lang="zh-CN" altLang="en-US" dirty="0"/>
          </a:p>
        </p:txBody>
      </p:sp>
      <p:sp>
        <p:nvSpPr>
          <p:cNvPr id="512003" name="Text Box 5"/>
          <p:cNvSpPr txBox="1"/>
          <p:nvPr/>
        </p:nvSpPr>
        <p:spPr>
          <a:xfrm>
            <a:off x="758825" y="55563"/>
            <a:ext cx="10467975" cy="554037"/>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5" name="文本框 4"/>
          <p:cNvSpPr txBox="1"/>
          <p:nvPr/>
        </p:nvSpPr>
        <p:spPr>
          <a:xfrm>
            <a:off x="2503488" y="3498850"/>
            <a:ext cx="8305800" cy="923925"/>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50000"/>
              </a:lnSpc>
            </a:pPr>
            <a:r>
              <a:rPr lang="en-US" altLang="zh-CN" sz="1800">
                <a:latin typeface="微软雅黑 Light" panose="020B0502040204020203" charset="-122"/>
                <a:ea typeface="微软雅黑 Light" panose="020B0502040204020203" charset="-122"/>
              </a:rPr>
              <a:t>char  str[80];</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gets (str);</a:t>
            </a:r>
            <a:endParaRPr lang="en-US" altLang="zh-CN" sz="1800">
              <a:latin typeface="微软雅黑 Light" panose="020B0502040204020203" charset="-122"/>
              <a:ea typeface="微软雅黑 Light" panose="020B0502040204020203" charset="-122"/>
            </a:endParaRPr>
          </a:p>
        </p:txBody>
      </p:sp>
      <p:sp>
        <p:nvSpPr>
          <p:cNvPr id="83999" name="文本框 83998"/>
          <p:cNvSpPr txBox="1"/>
          <p:nvPr/>
        </p:nvSpPr>
        <p:spPr>
          <a:xfrm>
            <a:off x="7210425" y="3692525"/>
            <a:ext cx="3598863" cy="968375"/>
          </a:xfrm>
          <a:prstGeom prst="rect">
            <a:avLst/>
          </a:prstGeom>
          <a:solidFill>
            <a:srgbClr val="33CCCC"/>
          </a:solidFill>
          <a:ln w="9525">
            <a:noFill/>
          </a:ln>
        </p:spPr>
        <p:txBody>
          <a:bodyPr wrap="none" anchor="t" anchorCtr="0">
            <a:spAutoFit/>
          </a:bodyPr>
          <a:p>
            <a:pPr>
              <a:lnSpc>
                <a:spcPct val="150000"/>
              </a:lnSpc>
            </a:pPr>
            <a:r>
              <a:rPr lang="zh-CN" altLang="en-US" sz="2000" dirty="0">
                <a:latin typeface="微软雅黑 Light" panose="020B0502040204020203" charset="-122"/>
                <a:ea typeface="微软雅黑 Light" panose="020B0502040204020203" charset="-122"/>
              </a:rPr>
              <a:t>输入数据：</a:t>
            </a:r>
            <a:r>
              <a:rPr lang="en-US" altLang="zh-CN" sz="2000">
                <a:latin typeface="Arial" panose="020B0604020202020204" pitchFamily="34" charset="0"/>
                <a:ea typeface="宋体" panose="02010600030101010101" pitchFamily="2" charset="-122"/>
              </a:rPr>
              <a:t>How are you?</a:t>
            </a:r>
            <a:endParaRPr lang="en-US" altLang="zh-CN" sz="2000">
              <a:latin typeface="Arial" panose="020B0604020202020204" pitchFamily="34" charset="0"/>
              <a:ea typeface="宋体" panose="02010600030101010101" pitchFamily="2" charset="-122"/>
            </a:endParaRPr>
          </a:p>
          <a:p>
            <a:pPr>
              <a:lnSpc>
                <a:spcPct val="150000"/>
              </a:lnSpc>
            </a:pPr>
            <a:r>
              <a:rPr lang="zh-CN" altLang="en-US">
                <a:latin typeface="Arial" panose="020B0604020202020204" pitchFamily="34" charset="0"/>
                <a:ea typeface="宋体" panose="02010600030101010101" pitchFamily="2" charset="-122"/>
              </a:rPr>
              <a:t>则</a:t>
            </a:r>
            <a:r>
              <a:rPr lang="en-US" altLang="zh-CN">
                <a:latin typeface="Arial" panose="020B0604020202020204" pitchFamily="34" charset="0"/>
                <a:ea typeface="宋体" panose="02010600030101010101" pitchFamily="2" charset="-122"/>
              </a:rPr>
              <a:t>str</a:t>
            </a:r>
            <a:r>
              <a:rPr lang="zh-CN" altLang="en-US">
                <a:latin typeface="Arial" panose="020B0604020202020204" pitchFamily="34" charset="0"/>
                <a:ea typeface="宋体" panose="02010600030101010101" pitchFamily="2" charset="-122"/>
              </a:rPr>
              <a:t>中的字符串是</a:t>
            </a:r>
            <a:r>
              <a:rPr lang="en-US" altLang="zh-CN">
                <a:latin typeface="Arial" panose="020B0604020202020204" pitchFamily="34" charset="0"/>
                <a:ea typeface="宋体" panose="02010600030101010101" pitchFamily="2" charset="-122"/>
              </a:rPr>
              <a:t>“How are you?”</a:t>
            </a:r>
            <a:endParaRPr lang="zh-CN" altLang="en-US">
              <a:latin typeface="Arial" panose="020B0604020202020204" pitchFamily="34" charset="0"/>
              <a:ea typeface="宋体" panose="02010600030101010101" pitchFamily="2" charset="-122"/>
            </a:endParaRPr>
          </a:p>
        </p:txBody>
      </p:sp>
      <p:sp>
        <p:nvSpPr>
          <p:cNvPr id="8" name="文本框 7"/>
          <p:cNvSpPr txBox="1"/>
          <p:nvPr/>
        </p:nvSpPr>
        <p:spPr>
          <a:xfrm>
            <a:off x="2503488" y="4791075"/>
            <a:ext cx="8305800" cy="969963"/>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50000"/>
              </a:lnSpc>
            </a:pPr>
            <a:r>
              <a:rPr lang="zh-CN" altLang="en-US" sz="1800" b="1">
                <a:solidFill>
                  <a:srgbClr val="C00000"/>
                </a:solidFill>
                <a:latin typeface="微软雅黑 Light" panose="020B0502040204020203" charset="-122"/>
                <a:ea typeface="微软雅黑 Light" panose="020B0502040204020203" charset="-122"/>
              </a:rPr>
              <a:t>注意：</a:t>
            </a:r>
            <a:r>
              <a:rPr lang="zh-CN" altLang="en-US" sz="1800">
                <a:latin typeface="微软雅黑 Light" panose="020B0502040204020203" charset="-122"/>
                <a:ea typeface="微软雅黑 Light" panose="020B0502040204020203" charset="-122"/>
              </a:rPr>
              <a:t>用</a:t>
            </a:r>
            <a:r>
              <a:rPr lang="en-US" altLang="zh-CN" sz="1800">
                <a:latin typeface="微软雅黑 Light" panose="020B0502040204020203" charset="-122"/>
                <a:ea typeface="微软雅黑 Light" panose="020B0502040204020203" charset="-122"/>
              </a:rPr>
              <a:t>gets( )</a:t>
            </a:r>
            <a:r>
              <a:rPr lang="zh-CN" altLang="en-US" sz="1800">
                <a:latin typeface="微软雅黑 Light" panose="020B0502040204020203" charset="-122"/>
                <a:ea typeface="微软雅黑 Light" panose="020B0502040204020203" charset="-122"/>
              </a:rPr>
              <a:t>函数一次只能输入一个字符串。</a:t>
            </a:r>
            <a:endParaRPr lang="zh-CN" altLang="en-US" sz="1800">
              <a:latin typeface="微软雅黑 Light" panose="020B0502040204020203" charset="-122"/>
              <a:ea typeface="微软雅黑 Light" panose="020B0502040204020203" charset="-122"/>
            </a:endParaRPr>
          </a:p>
          <a:p>
            <a:pPr lvl="1" indent="0" algn="l">
              <a:lnSpc>
                <a:spcPct val="150000"/>
              </a:lnSpc>
            </a:pPr>
            <a:r>
              <a:rPr lang="zh-CN" altLang="en-US" sz="1800">
                <a:latin typeface="微软雅黑 Light" panose="020B0502040204020203" charset="-122"/>
                <a:ea typeface="微软雅黑 Light" panose="020B0502040204020203" charset="-122"/>
              </a:rPr>
              <a:t>          不能写成</a:t>
            </a:r>
            <a:r>
              <a:rPr lang="en-US" altLang="zh-CN" sz="1800">
                <a:latin typeface="微软雅黑 Light" panose="020B0502040204020203" charset="-122"/>
                <a:ea typeface="微软雅黑 Light" panose="020B0502040204020203" charset="-122"/>
              </a:rPr>
              <a:t>gets(str1,str2)</a:t>
            </a:r>
            <a:r>
              <a:rPr lang="en-US" altLang="zh-CN" sz="1800" b="1">
                <a:solidFill>
                  <a:srgbClr val="C00000"/>
                </a:solidFill>
                <a:latin typeface="微软雅黑 Light" panose="020B0502040204020203" charset="-122"/>
                <a:ea typeface="微软雅黑 Light" panose="020B0502040204020203" charset="-122"/>
              </a:rPr>
              <a:t> (</a:t>
            </a:r>
            <a:r>
              <a:rPr lang="en-US" altLang="zh-CN" sz="2000" b="1">
                <a:solidFill>
                  <a:srgbClr val="C00000"/>
                </a:solidFill>
                <a:latin typeface="Arial" panose="020B0604020202020204" pitchFamily="34" charset="0"/>
                <a:ea typeface="微软雅黑 Light" panose="020B0502040204020203" charset="-122"/>
              </a:rPr>
              <a:t>×</a:t>
            </a:r>
            <a:r>
              <a:rPr lang="en-US" altLang="zh-CN" sz="1800" b="1">
                <a:solidFill>
                  <a:srgbClr val="C00000"/>
                </a:solidFill>
                <a:latin typeface="微软雅黑 Light" panose="020B0502040204020203" charset="-122"/>
                <a:ea typeface="微软雅黑 Light" panose="020B0502040204020203" charset="-122"/>
              </a:rPr>
              <a:t>)</a:t>
            </a:r>
            <a:endParaRPr lang="en-US" altLang="zh-CN" sz="1800" b="1">
              <a:solidFill>
                <a:srgbClr val="C00000"/>
              </a:solidFill>
              <a:latin typeface="微软雅黑 Light" panose="020B0502040204020203" charset="-122"/>
              <a:ea typeface="微软雅黑 Light" panose="020B0502040204020203"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000" fill="hold">
                                          <p:stCondLst>
                                            <p:cond delay="0"/>
                                          </p:stCondLst>
                                        </p:cTn>
                                        <p:tgtEl>
                                          <p:spTgt spid="18434"/>
                                        </p:tgtEl>
                                        <p:attrNameLst>
                                          <p:attrName>style.visibility</p:attrName>
                                        </p:attrNameLst>
                                      </p:cBhvr>
                                      <p:to>
                                        <p:strVal val="visible"/>
                                      </p:to>
                                    </p:set>
                                    <p:animEffect transition="in" filter="box(out)">
                                      <p:cBhvr>
                                        <p:cTn id="7" dur="10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out)">
                                      <p:cBhvr>
                                        <p:cTn id="12" dur="500"/>
                                        <p:tgtEl>
                                          <p:spTgt spid="5"/>
                                        </p:tgtEl>
                                      </p:cBhvr>
                                    </p:animEffect>
                                  </p:childTnLst>
                                  <p:subTnLst>
                                    <p:audio>
                                      <p:cMediaNode>
                                        <p:cTn display="1"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83999"/>
                                        </p:tgtEl>
                                        <p:attrNameLst>
                                          <p:attrName>style.visibility</p:attrName>
                                        </p:attrNameLst>
                                      </p:cBhvr>
                                      <p:to>
                                        <p:strVal val="visible"/>
                                      </p:to>
                                    </p:set>
                                    <p:anim calcmode="lin" valueType="num">
                                      <p:cBhvr>
                                        <p:cTn id="17" dur="500" fill="hold"/>
                                        <p:tgtEl>
                                          <p:spTgt spid="83999"/>
                                        </p:tgtEl>
                                        <p:attrNameLst>
                                          <p:attrName>ppt_x</p:attrName>
                                        </p:attrNameLst>
                                      </p:cBhvr>
                                      <p:tavLst>
                                        <p:tav tm="0">
                                          <p:val>
                                            <p:strVal val="0-#ppt_w/2"/>
                                          </p:val>
                                        </p:tav>
                                        <p:tav tm="100000">
                                          <p:val>
                                            <p:strVal val="#ppt_x"/>
                                          </p:val>
                                        </p:tav>
                                      </p:tavLst>
                                    </p:anim>
                                    <p:anim calcmode="lin" valueType="num">
                                      <p:cBhvr>
                                        <p:cTn id="18" dur="500" fill="hold"/>
                                        <p:tgtEl>
                                          <p:spTgt spid="83999"/>
                                        </p:tgtEl>
                                        <p:attrNameLst>
                                          <p:attrName>ppt_y</p:attrName>
                                        </p:attrNameLst>
                                      </p:cBhvr>
                                      <p:tavLst>
                                        <p:tav tm="0">
                                          <p:val>
                                            <p:strVal val="#ppt_y"/>
                                          </p:val>
                                        </p:tav>
                                        <p:tav tm="100000">
                                          <p:val>
                                            <p:strVal val="#ppt_y"/>
                                          </p:val>
                                        </p:tav>
                                      </p:tavLst>
                                    </p:anim>
                                  </p:childTnLst>
                                  <p:subTnLst>
                                    <p:set>
                                      <p:cBhvr override="childStyle">
                                        <p:cTn dur="65" fill="hold" display="1" masterRel="nextClick" afterEffect="1"/>
                                        <p:tgtEl>
                                          <p:spTgt spid="83999"/>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ox(out)">
                                      <p:cBhvr>
                                        <p:cTn id="23" dur="500"/>
                                        <p:tgtEl>
                                          <p:spTgt spid="8"/>
                                        </p:tgtEl>
                                      </p:cBhvr>
                                    </p:animEffect>
                                  </p:childTnLst>
                                  <p:subTnLst>
                                    <p:audio>
                                      <p:cMediaNode>
                                        <p:cTn display="1" masterRel="sameClick">
                                          <p:stCondLst>
                                            <p:cond evt="begin" delay="0">
                                              <p:tn val="21"/>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4" grpId="1"/>
      <p:bldP spid="5" grpId="0" bldLvl="0" animBg="1"/>
      <p:bldP spid="83999" grpId="0" bldLvl="0" animBg="1"/>
      <p:bldP spid="8" grpId="0" bldLvl="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矩形 18433"/>
          <p:cNvSpPr/>
          <p:nvPr/>
        </p:nvSpPr>
        <p:spPr>
          <a:xfrm>
            <a:off x="1285875" y="1282700"/>
            <a:ext cx="9223375" cy="2300288"/>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en-US" altLang="zh-CN">
                <a:latin typeface="微软雅黑 Light" panose="020B0502040204020203" charset="-122"/>
                <a:ea typeface="微软雅黑 Light" panose="020B0502040204020203" charset="-122"/>
              </a:rPr>
              <a:t>C. </a:t>
            </a:r>
            <a:r>
              <a:rPr lang="zh-CN" altLang="en-US">
                <a:latin typeface="微软雅黑 Light" panose="020B0502040204020203" charset="-122"/>
                <a:ea typeface="微软雅黑 Light" panose="020B0502040204020203" charset="-122"/>
                <a:sym typeface="宋体" panose="02010600030101010101" pitchFamily="2" charset="-122"/>
              </a:rPr>
              <a:t>字符串的整体输出</a:t>
            </a:r>
            <a:r>
              <a:rPr lang="en-US" altLang="zh-CN">
                <a:latin typeface="微软雅黑 Light" panose="020B0502040204020203" charset="-122"/>
                <a:ea typeface="微软雅黑 Light" panose="020B0502040204020203" charset="-122"/>
                <a:sym typeface="宋体" panose="02010600030101010101" pitchFamily="2" charset="-122"/>
              </a:rPr>
              <a:t>--(1)</a:t>
            </a:r>
            <a:r>
              <a:rPr lang="zh-CN" altLang="en-US">
                <a:latin typeface="微软雅黑 Light" panose="020B0502040204020203" charset="-122"/>
                <a:ea typeface="微软雅黑 Light" panose="020B0502040204020203" charset="-122"/>
              </a:rPr>
              <a:t>利用标准输出函数</a:t>
            </a:r>
            <a:r>
              <a:rPr lang="en-US" altLang="zh-CN">
                <a:latin typeface="微软雅黑 Light" panose="020B0502040204020203" charset="-122"/>
                <a:ea typeface="微软雅黑 Light" panose="020B0502040204020203" charset="-122"/>
              </a:rPr>
              <a:t>printf( )</a:t>
            </a:r>
            <a:r>
              <a:rPr lang="zh-CN" altLang="en-US">
                <a:latin typeface="微软雅黑 Light" panose="020B0502040204020203" charset="-122"/>
                <a:ea typeface="微软雅黑 Light" panose="020B0502040204020203" charset="-122"/>
              </a:rPr>
              <a:t>，配合</a:t>
            </a:r>
            <a:r>
              <a:rPr lang="en-US" altLang="zh-CN">
                <a:latin typeface="微软雅黑 Light" panose="020B0502040204020203" charset="-122"/>
                <a:ea typeface="微软雅黑 Light" panose="020B0502040204020203" charset="-122"/>
              </a:rPr>
              <a:t>%s</a:t>
            </a:r>
            <a:r>
              <a:rPr lang="zh-CN" altLang="en-US">
                <a:latin typeface="微软雅黑 Light" panose="020B0502040204020203" charset="-122"/>
                <a:ea typeface="微软雅黑 Light" panose="020B0502040204020203" charset="-122"/>
              </a:rPr>
              <a:t>格式描述符。</a:t>
            </a:r>
            <a:endParaRPr lang="zh-CN" altLang="en-US">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rPr>
              <a:t>  </a:t>
            </a:r>
            <a:r>
              <a:rPr lang="en-US" altLang="zh-CN">
                <a:latin typeface="微软雅黑 Light" panose="020B0502040204020203" charset="-122"/>
                <a:ea typeface="微软雅黑 Light" panose="020B0502040204020203" charset="-122"/>
              </a:rPr>
              <a:t>printf( “%s” , </a:t>
            </a:r>
            <a:r>
              <a:rPr lang="zh-CN" altLang="en-US" b="1">
                <a:solidFill>
                  <a:srgbClr val="FF0000"/>
                </a:solidFill>
                <a:latin typeface="微软雅黑 Light" panose="020B0502040204020203" charset="-122"/>
                <a:ea typeface="微软雅黑 Light" panose="020B0502040204020203" charset="-122"/>
              </a:rPr>
              <a:t>字符数组名</a:t>
            </a:r>
            <a:r>
              <a:rPr lang="zh-CN" altLang="en-US">
                <a:latin typeface="微软雅黑 Light" panose="020B0502040204020203" charset="-122"/>
                <a:ea typeface="微软雅黑 Light" panose="020B0502040204020203" charset="-122"/>
              </a:rPr>
              <a:t>）</a:t>
            </a:r>
            <a:r>
              <a:rPr lang="en-US" altLang="zh-CN">
                <a:latin typeface="微软雅黑 Light" panose="020B0502040204020203" charset="-122"/>
                <a:ea typeface="微软雅黑 Light" panose="020B0502040204020203" charset="-122"/>
              </a:rPr>
              <a:t>;</a:t>
            </a:r>
            <a:endParaRPr lang="en-US" altLang="zh-CN">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rPr>
              <a:t>作用：</a:t>
            </a:r>
            <a:r>
              <a:rPr lang="en-US" altLang="zh-CN">
                <a:latin typeface="微软雅黑 Light" panose="020B0502040204020203" charset="-122"/>
                <a:ea typeface="微软雅黑 Light" panose="020B0502040204020203" charset="-122"/>
              </a:rPr>
              <a:t>printf</a:t>
            </a:r>
            <a:r>
              <a:rPr lang="zh-CN" altLang="en-US">
                <a:latin typeface="微软雅黑 Light" panose="020B0502040204020203" charset="-122"/>
                <a:ea typeface="微软雅黑 Light" panose="020B0502040204020203" charset="-122"/>
              </a:rPr>
              <a:t>（）函数将依次输出字符串中的每个字符直到遇到字符串结束符</a:t>
            </a:r>
            <a:r>
              <a:rPr lang="en-US" altLang="zh-CN">
                <a:latin typeface="微软雅黑 Light" panose="020B0502040204020203" charset="-122"/>
                <a:ea typeface="微软雅黑 Light" panose="020B0502040204020203" charset="-122"/>
              </a:rPr>
              <a:t>'\0'</a:t>
            </a:r>
            <a:r>
              <a:rPr lang="zh-CN" altLang="en-US">
                <a:latin typeface="微软雅黑 Light" panose="020B0502040204020203" charset="-122"/>
                <a:ea typeface="微软雅黑 Light" panose="020B0502040204020203" charset="-122"/>
              </a:rPr>
              <a:t>。</a:t>
            </a:r>
            <a:endParaRPr lang="zh-CN" altLang="en-US">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endParaRPr lang="zh-CN" altLang="en-US">
              <a:latin typeface="微软雅黑 Light" panose="020B0502040204020203" charset="-122"/>
              <a:ea typeface="微软雅黑 Light" panose="020B0502040204020203" charset="-122"/>
            </a:endParaRPr>
          </a:p>
        </p:txBody>
      </p:sp>
      <p:sp>
        <p:nvSpPr>
          <p:cNvPr id="513026" name="标题 18446"/>
          <p:cNvSpPr>
            <a:spLocks noGrp="1"/>
          </p:cNvSpPr>
          <p:nvPr>
            <p:ph type="title" idx="4294967295"/>
          </p:nvPr>
        </p:nvSpPr>
        <p:spPr>
          <a:xfrm>
            <a:off x="1924050" y="682625"/>
            <a:ext cx="8001000" cy="600075"/>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3</a:t>
            </a:r>
            <a:r>
              <a:rPr lang="zh-CN" altLang="en-US" sz="2400" dirty="0">
                <a:latin typeface="微软雅黑 Light" panose="020B0502040204020203" charset="-122"/>
                <a:ea typeface="微软雅黑 Light" panose="020B0502040204020203" charset="-122"/>
              </a:rPr>
              <a:t>）字符串的输入输出</a:t>
            </a:r>
            <a:endParaRPr lang="zh-CN" altLang="en-US" dirty="0"/>
          </a:p>
        </p:txBody>
      </p:sp>
      <p:sp>
        <p:nvSpPr>
          <p:cNvPr id="513027" name="Text Box 5"/>
          <p:cNvSpPr txBox="1"/>
          <p:nvPr/>
        </p:nvSpPr>
        <p:spPr>
          <a:xfrm>
            <a:off x="758825" y="55563"/>
            <a:ext cx="10467975" cy="554037"/>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5" name="文本框 4"/>
          <p:cNvSpPr txBox="1"/>
          <p:nvPr/>
        </p:nvSpPr>
        <p:spPr>
          <a:xfrm>
            <a:off x="2573338" y="3113088"/>
            <a:ext cx="8305800" cy="923925"/>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50000"/>
              </a:lnSpc>
            </a:pPr>
            <a:r>
              <a:rPr lang="en-US" altLang="zh-CN" sz="1800">
                <a:latin typeface="微软雅黑 Light" panose="020B0502040204020203" charset="-122"/>
                <a:ea typeface="微软雅黑 Light" panose="020B0502040204020203" charset="-122"/>
              </a:rPr>
              <a:t>char  str[ ]=”ChangShu”;</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printf( “ %s”, str) ;</a:t>
            </a:r>
            <a:endParaRPr lang="en-US" altLang="zh-CN" sz="1800">
              <a:latin typeface="微软雅黑 Light" panose="020B0502040204020203" charset="-122"/>
              <a:ea typeface="微软雅黑 Light" panose="020B0502040204020203" charset="-122"/>
            </a:endParaRPr>
          </a:p>
        </p:txBody>
      </p:sp>
      <p:sp>
        <p:nvSpPr>
          <p:cNvPr id="2" name="文本框 1"/>
          <p:cNvSpPr txBox="1"/>
          <p:nvPr/>
        </p:nvSpPr>
        <p:spPr>
          <a:xfrm>
            <a:off x="7534275" y="3368675"/>
            <a:ext cx="2651125" cy="552450"/>
          </a:xfrm>
          <a:prstGeom prst="rect">
            <a:avLst/>
          </a:prstGeom>
          <a:solidFill>
            <a:srgbClr val="33CCCC"/>
          </a:solidFill>
          <a:ln w="9525">
            <a:noFill/>
          </a:ln>
        </p:spPr>
        <p:txBody>
          <a:bodyPr wrap="none" anchor="t" anchorCtr="0">
            <a:spAutoFit/>
          </a:bodyPr>
          <a:p>
            <a:pPr>
              <a:lnSpc>
                <a:spcPct val="150000"/>
              </a:lnSpc>
            </a:pPr>
            <a:r>
              <a:rPr lang="zh-CN" altLang="en-US" sz="2000" dirty="0">
                <a:latin typeface="微软雅黑 Light" panose="020B0502040204020203" charset="-122"/>
                <a:ea typeface="微软雅黑 Light" panose="020B0502040204020203" charset="-122"/>
              </a:rPr>
              <a:t>输出结果：</a:t>
            </a:r>
            <a:r>
              <a:rPr lang="en-US" altLang="zh-CN" sz="2000">
                <a:latin typeface="Arial" panose="020B0604020202020204" pitchFamily="34" charset="0"/>
                <a:ea typeface="宋体" panose="02010600030101010101" pitchFamily="2" charset="-122"/>
              </a:rPr>
              <a:t>ChangShu</a:t>
            </a:r>
            <a:endParaRPr lang="en-US" altLang="zh-CN" sz="2000">
              <a:latin typeface="Arial" panose="020B0604020202020204" pitchFamily="34" charset="0"/>
              <a:ea typeface="宋体" panose="02010600030101010101" pitchFamily="2" charset="-122"/>
            </a:endParaRPr>
          </a:p>
        </p:txBody>
      </p:sp>
      <p:sp>
        <p:nvSpPr>
          <p:cNvPr id="3" name="文本框 2"/>
          <p:cNvSpPr txBox="1"/>
          <p:nvPr/>
        </p:nvSpPr>
        <p:spPr>
          <a:xfrm>
            <a:off x="2573338" y="3114675"/>
            <a:ext cx="8305800" cy="1338263"/>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50000"/>
              </a:lnSpc>
            </a:pPr>
            <a:r>
              <a:rPr lang="en-US" altLang="zh-CN" sz="1800">
                <a:latin typeface="微软雅黑 Light" panose="020B0502040204020203" charset="-122"/>
                <a:ea typeface="微软雅黑 Light" panose="020B0502040204020203" charset="-122"/>
              </a:rPr>
              <a:t>char  str1[ ]=”How ar you?”;</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char  str2[ ]=”I am fine.\n Thank you. “</a:t>
            </a:r>
            <a:r>
              <a:rPr lang="zh-CN" altLang="en-US" sz="1800">
                <a:latin typeface="微软雅黑 Light" panose="020B0502040204020203" charset="-122"/>
                <a:ea typeface="微软雅黑 Light" panose="020B0502040204020203" charset="-122"/>
              </a:rPr>
              <a:t>；</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printf( “ %s%s”, str1, str2) ;</a:t>
            </a:r>
            <a:endParaRPr lang="en-US" altLang="zh-CN" sz="1800">
              <a:latin typeface="微软雅黑 Light" panose="020B0502040204020203" charset="-122"/>
              <a:ea typeface="微软雅黑 Light" panose="020B0502040204020203" charset="-122"/>
            </a:endParaRPr>
          </a:p>
        </p:txBody>
      </p:sp>
      <p:sp>
        <p:nvSpPr>
          <p:cNvPr id="4" name="文本框 3"/>
          <p:cNvSpPr txBox="1"/>
          <p:nvPr/>
        </p:nvSpPr>
        <p:spPr>
          <a:xfrm>
            <a:off x="7534275" y="3582988"/>
            <a:ext cx="4130675" cy="1014412"/>
          </a:xfrm>
          <a:prstGeom prst="rect">
            <a:avLst/>
          </a:prstGeom>
          <a:solidFill>
            <a:srgbClr val="33CCCC"/>
          </a:solidFill>
          <a:ln w="9525">
            <a:noFill/>
          </a:ln>
        </p:spPr>
        <p:txBody>
          <a:bodyPr wrap="none" anchor="t" anchorCtr="0">
            <a:spAutoFit/>
          </a:bodyPr>
          <a:p>
            <a:pPr>
              <a:lnSpc>
                <a:spcPct val="150000"/>
              </a:lnSpc>
            </a:pPr>
            <a:r>
              <a:rPr lang="zh-CN" altLang="en-US" sz="2000" dirty="0">
                <a:latin typeface="微软雅黑 Light" panose="020B0502040204020203" charset="-122"/>
                <a:ea typeface="微软雅黑 Light" panose="020B0502040204020203" charset="-122"/>
              </a:rPr>
              <a:t>输出结果：</a:t>
            </a:r>
            <a:r>
              <a:rPr lang="en-US" altLang="zh-CN" sz="2000">
                <a:latin typeface="Arial" panose="020B0604020202020204" pitchFamily="34" charset="0"/>
                <a:ea typeface="宋体" panose="02010600030101010101" pitchFamily="2" charset="-122"/>
              </a:rPr>
              <a:t>How are you? I am fine.</a:t>
            </a:r>
            <a:endParaRPr lang="en-US" altLang="zh-CN" sz="2000">
              <a:latin typeface="Arial" panose="020B0604020202020204" pitchFamily="34" charset="0"/>
              <a:ea typeface="宋体" panose="02010600030101010101" pitchFamily="2" charset="-122"/>
            </a:endParaRPr>
          </a:p>
          <a:p>
            <a:pPr>
              <a:lnSpc>
                <a:spcPct val="150000"/>
              </a:lnSpc>
            </a:pPr>
            <a:r>
              <a:rPr lang="en-US" altLang="zh-CN" sz="2000">
                <a:latin typeface="Arial" panose="020B0604020202020204" pitchFamily="34" charset="0"/>
                <a:ea typeface="宋体" panose="02010600030101010101" pitchFamily="2" charset="-122"/>
              </a:rPr>
              <a:t>                  Thank you.</a:t>
            </a:r>
            <a:endParaRPr lang="en-US" altLang="zh-CN" sz="2000">
              <a:latin typeface="Arial" panose="020B0604020202020204" pitchFamily="34" charset="0"/>
              <a:ea typeface="宋体" panose="02010600030101010101"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000" fill="hold">
                                          <p:stCondLst>
                                            <p:cond delay="0"/>
                                          </p:stCondLst>
                                        </p:cTn>
                                        <p:tgtEl>
                                          <p:spTgt spid="18434"/>
                                        </p:tgtEl>
                                        <p:attrNameLst>
                                          <p:attrName>style.visibility</p:attrName>
                                        </p:attrNameLst>
                                      </p:cBhvr>
                                      <p:to>
                                        <p:strVal val="visible"/>
                                      </p:to>
                                    </p:set>
                                    <p:animEffect transition="in" filter="box(out)">
                                      <p:cBhvr>
                                        <p:cTn id="7" dur="10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out)">
                                      <p:cBhvr>
                                        <p:cTn id="12" dur="500"/>
                                        <p:tgtEl>
                                          <p:spTgt spid="5"/>
                                        </p:tgtEl>
                                      </p:cBhvr>
                                    </p:animEffect>
                                  </p:childTnLst>
                                  <p:subTnLst>
                                    <p:audio>
                                      <p:cMediaNode>
                                        <p:cTn display="1"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ppt_x</p:attrName>
                                        </p:attrNameLst>
                                      </p:cBhvr>
                                      <p:tavLst>
                                        <p:tav tm="0">
                                          <p:val>
                                            <p:strVal val="0-#ppt_w/2"/>
                                          </p:val>
                                        </p:tav>
                                        <p:tav tm="100000">
                                          <p:val>
                                            <p:strVal val="#ppt_x"/>
                                          </p:val>
                                        </p:tav>
                                      </p:tavLst>
                                    </p:anim>
                                    <p:anim calcmode="lin" valueType="num">
                                      <p:cBhvr>
                                        <p:cTn id="18" dur="500" fill="hold"/>
                                        <p:tgtEl>
                                          <p:spTgt spid="2"/>
                                        </p:tgtEl>
                                        <p:attrNameLst>
                                          <p:attrName>ppt_y</p:attrName>
                                        </p:attrNameLst>
                                      </p:cBhvr>
                                      <p:tavLst>
                                        <p:tav tm="0">
                                          <p:val>
                                            <p:strVal val="#ppt_y"/>
                                          </p:val>
                                        </p:tav>
                                        <p:tav tm="100000">
                                          <p:val>
                                            <p:strVal val="#ppt_y"/>
                                          </p:val>
                                        </p:tav>
                                      </p:tavLst>
                                    </p:anim>
                                  </p:childTnLst>
                                  <p:subTnLst>
                                    <p:set>
                                      <p:cBhvr override="childStyle">
                                        <p:cTn dur="65" fill="hold" display="1" masterRel="sameClick" afterEffect="1">
                                          <p:stCondLst>
                                            <p:cond evt="end" delay="0">
                                              <p:tn val="15"/>
                                            </p:cond>
                                          </p:stCondLst>
                                        </p:cTn>
                                        <p:tgtEl>
                                          <p:spTgt spid="2"/>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box(out)">
                                      <p:cBhvr>
                                        <p:cTn id="23" dur="500"/>
                                        <p:tgtEl>
                                          <p:spTgt spid="3"/>
                                        </p:tgtEl>
                                      </p:cBhvr>
                                    </p:animEffect>
                                  </p:childTnLst>
                                  <p:subTnLst>
                                    <p:audio>
                                      <p:cMediaNode>
                                        <p:cTn display="1" masterRel="sameClick">
                                          <p:stCondLst>
                                            <p:cond evt="begin" delay="0">
                                              <p:tn val="21"/>
                                            </p:cond>
                                          </p:stCondLst>
                                          <p:endCondLst>
                                            <p:cond evt="onStopAudio" delay="0">
                                              <p:tgtEl>
                                                <p:sldTgt/>
                                              </p:tgtEl>
                                            </p:cond>
                                          </p:endCondLst>
                                        </p:cTn>
                                        <p:tgtEl>
                                          <p:sndTgt r:embed="rId1" name="CAMERA.WAV"/>
                                        </p:tgtEl>
                                      </p:cMediaNode>
                                    </p:audio>
                                  </p:sub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500" fill="hold"/>
                                        <p:tgtEl>
                                          <p:spTgt spid="4"/>
                                        </p:tgtEl>
                                        <p:attrNameLst>
                                          <p:attrName>ppt_x</p:attrName>
                                        </p:attrNameLst>
                                      </p:cBhvr>
                                      <p:tavLst>
                                        <p:tav tm="0">
                                          <p:val>
                                            <p:strVal val="0-#ppt_w/2"/>
                                          </p:val>
                                        </p:tav>
                                        <p:tav tm="100000">
                                          <p:val>
                                            <p:strVal val="#ppt_x"/>
                                          </p:val>
                                        </p:tav>
                                      </p:tavLst>
                                    </p:anim>
                                    <p:anim calcmode="lin" valueType="num">
                                      <p:cBhvr>
                                        <p:cTn id="29"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4" grpId="1"/>
      <p:bldP spid="5" grpId="0" bldLvl="0" animBg="1"/>
      <p:bldP spid="2" grpId="0" bldLvl="0" animBg="1"/>
      <p:bldP spid="3" grpId="0" bldLvl="0" animBg="1"/>
      <p:bldP spid="4" grpId="0" bldLvl="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矩形 18433"/>
          <p:cNvSpPr/>
          <p:nvPr/>
        </p:nvSpPr>
        <p:spPr>
          <a:xfrm>
            <a:off x="1285875" y="1282700"/>
            <a:ext cx="9321800" cy="2300288"/>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en-US" altLang="zh-CN">
                <a:latin typeface="微软雅黑 Light" panose="020B0502040204020203" charset="-122"/>
                <a:ea typeface="微软雅黑 Light" panose="020B0502040204020203" charset="-122"/>
              </a:rPr>
              <a:t>C. </a:t>
            </a:r>
            <a:r>
              <a:rPr lang="zh-CN" altLang="en-US">
                <a:latin typeface="微软雅黑 Light" panose="020B0502040204020203" charset="-122"/>
                <a:ea typeface="微软雅黑 Light" panose="020B0502040204020203" charset="-122"/>
                <a:sym typeface="宋体" panose="02010600030101010101" pitchFamily="2" charset="-122"/>
              </a:rPr>
              <a:t>字符串的整体输出</a:t>
            </a:r>
            <a:r>
              <a:rPr lang="en-US" altLang="zh-CN">
                <a:latin typeface="微软雅黑 Light" panose="020B0502040204020203" charset="-122"/>
                <a:ea typeface="微软雅黑 Light" panose="020B0502040204020203" charset="-122"/>
                <a:sym typeface="宋体" panose="02010600030101010101" pitchFamily="2" charset="-122"/>
              </a:rPr>
              <a:t>--(2)</a:t>
            </a:r>
            <a:r>
              <a:rPr lang="zh-CN" altLang="en-US">
                <a:latin typeface="微软雅黑 Light" panose="020B0502040204020203" charset="-122"/>
                <a:ea typeface="微软雅黑 Light" panose="020B0502040204020203" charset="-122"/>
              </a:rPr>
              <a:t>利用函数</a:t>
            </a:r>
            <a:r>
              <a:rPr lang="en-US" altLang="zh-CN">
                <a:latin typeface="微软雅黑 Light" panose="020B0502040204020203" charset="-122"/>
                <a:ea typeface="微软雅黑 Light" panose="020B0502040204020203" charset="-122"/>
              </a:rPr>
              <a:t>puts( )</a:t>
            </a:r>
            <a:r>
              <a:rPr lang="zh-CN" altLang="en-US">
                <a:latin typeface="微软雅黑 Light" panose="020B0502040204020203" charset="-122"/>
                <a:ea typeface="微软雅黑 Light" panose="020B0502040204020203" charset="-122"/>
              </a:rPr>
              <a:t>输出完整的字符串。</a:t>
            </a:r>
            <a:endParaRPr lang="zh-CN" altLang="en-US">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rPr>
              <a:t>  </a:t>
            </a:r>
            <a:r>
              <a:rPr lang="en-US" altLang="zh-CN">
                <a:latin typeface="微软雅黑 Light" panose="020B0502040204020203" charset="-122"/>
                <a:ea typeface="微软雅黑 Light" panose="020B0502040204020203" charset="-122"/>
              </a:rPr>
              <a:t>puts(  </a:t>
            </a:r>
            <a:r>
              <a:rPr lang="zh-CN" altLang="en-US">
                <a:solidFill>
                  <a:srgbClr val="FF0000"/>
                </a:solidFill>
                <a:latin typeface="微软雅黑 Light" panose="020B0502040204020203" charset="-122"/>
                <a:ea typeface="微软雅黑 Light" panose="020B0502040204020203" charset="-122"/>
              </a:rPr>
              <a:t>字符数组名</a:t>
            </a:r>
            <a:r>
              <a:rPr lang="zh-CN" altLang="en-US">
                <a:latin typeface="微软雅黑 Light" panose="020B0502040204020203" charset="-122"/>
                <a:ea typeface="微软雅黑 Light" panose="020B0502040204020203" charset="-122"/>
              </a:rPr>
              <a:t>）</a:t>
            </a:r>
            <a:r>
              <a:rPr lang="en-US" altLang="zh-CN">
                <a:latin typeface="微软雅黑 Light" panose="020B0502040204020203" charset="-122"/>
                <a:ea typeface="微软雅黑 Light" panose="020B0502040204020203" charset="-122"/>
              </a:rPr>
              <a:t>;</a:t>
            </a:r>
            <a:endParaRPr lang="en-US" altLang="zh-CN">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rPr>
              <a:t>作用：使用该函数可以将一个字符串（</a:t>
            </a:r>
            <a:r>
              <a:rPr lang="en-US" altLang="zh-CN">
                <a:latin typeface="微软雅黑 Light" panose="020B0502040204020203" charset="-122"/>
                <a:ea typeface="微软雅黑 Light" panose="020B0502040204020203" charset="-122"/>
              </a:rPr>
              <a:t>“</a:t>
            </a:r>
            <a:r>
              <a:rPr lang="zh-CN" altLang="en-US">
                <a:latin typeface="微软雅黑 Light" panose="020B0502040204020203" charset="-122"/>
                <a:ea typeface="微软雅黑 Light" panose="020B0502040204020203" charset="-122"/>
              </a:rPr>
              <a:t>以</a:t>
            </a:r>
            <a:r>
              <a:rPr lang="en-US" altLang="zh-CN">
                <a:latin typeface="微软雅黑 Light" panose="020B0502040204020203" charset="-122"/>
                <a:ea typeface="微软雅黑 Light" panose="020B0502040204020203" charset="-122"/>
              </a:rPr>
              <a:t>'\0'</a:t>
            </a:r>
            <a:r>
              <a:rPr lang="zh-CN" altLang="en-US">
                <a:latin typeface="微软雅黑 Light" panose="020B0502040204020203" charset="-122"/>
                <a:ea typeface="微软雅黑 Light" panose="020B0502040204020203" charset="-122"/>
              </a:rPr>
              <a:t>结束的字符序列）输出到屏幕，输出后会自动换行。</a:t>
            </a:r>
            <a:endParaRPr lang="zh-CN" altLang="en-US">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endParaRPr lang="zh-CN" altLang="en-US">
              <a:latin typeface="微软雅黑 Light" panose="020B0502040204020203" charset="-122"/>
              <a:ea typeface="微软雅黑 Light" panose="020B0502040204020203" charset="-122"/>
            </a:endParaRPr>
          </a:p>
        </p:txBody>
      </p:sp>
      <p:sp>
        <p:nvSpPr>
          <p:cNvPr id="514050" name="标题 18446"/>
          <p:cNvSpPr>
            <a:spLocks noGrp="1"/>
          </p:cNvSpPr>
          <p:nvPr>
            <p:ph type="title" idx="4294967295"/>
          </p:nvPr>
        </p:nvSpPr>
        <p:spPr>
          <a:xfrm>
            <a:off x="1924050" y="682625"/>
            <a:ext cx="8001000" cy="600075"/>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3</a:t>
            </a:r>
            <a:r>
              <a:rPr lang="zh-CN" altLang="en-US" sz="2400" dirty="0">
                <a:latin typeface="微软雅黑 Light" panose="020B0502040204020203" charset="-122"/>
                <a:ea typeface="微软雅黑 Light" panose="020B0502040204020203" charset="-122"/>
              </a:rPr>
              <a:t>）字符串的输入输出</a:t>
            </a:r>
            <a:endParaRPr lang="zh-CN" altLang="en-US" dirty="0"/>
          </a:p>
        </p:txBody>
      </p:sp>
      <p:sp>
        <p:nvSpPr>
          <p:cNvPr id="514051" name="Text Box 5"/>
          <p:cNvSpPr txBox="1"/>
          <p:nvPr/>
        </p:nvSpPr>
        <p:spPr>
          <a:xfrm>
            <a:off x="758825" y="55563"/>
            <a:ext cx="10467975" cy="554037"/>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5" name="文本框 4"/>
          <p:cNvSpPr txBox="1"/>
          <p:nvPr/>
        </p:nvSpPr>
        <p:spPr>
          <a:xfrm>
            <a:off x="2573338" y="3113088"/>
            <a:ext cx="8305800" cy="923925"/>
          </a:xfrm>
          <a:prstGeom prst="rect">
            <a:avLst/>
          </a:prstGeom>
          <a:solidFill>
            <a:srgbClr val="C4EFFF"/>
          </a:solidFill>
          <a:ln w="31750" cap="flat" cmpd="sng">
            <a:solidFill>
              <a:schemeClr val="accent1"/>
            </a:solidFill>
            <a:prstDash val="solid"/>
            <a:miter/>
            <a:headEnd type="none" w="med" len="med"/>
            <a:tailEnd type="none" w="med" len="med"/>
          </a:ln>
        </p:spPr>
        <p:txBody>
          <a:bodyPr wrap="square" lIns="90000" tIns="46800" rIns="90000" bIns="46800" anchor="ctr" anchorCtr="0">
            <a:spAutoFit/>
          </a:bodyPr>
          <a:p>
            <a:pPr lvl="1" indent="0" algn="l">
              <a:lnSpc>
                <a:spcPct val="150000"/>
              </a:lnSpc>
            </a:pPr>
            <a:r>
              <a:rPr lang="en-US" altLang="zh-CN" sz="1800">
                <a:latin typeface="微软雅黑 Light" panose="020B0502040204020203" charset="-122"/>
                <a:ea typeface="微软雅黑 Light" panose="020B0502040204020203" charset="-122"/>
              </a:rPr>
              <a:t>char  str[ ]=”ChangShu”;</a:t>
            </a:r>
            <a:endParaRPr lang="en-US" altLang="zh-CN" sz="1800">
              <a:latin typeface="微软雅黑 Light" panose="020B0502040204020203" charset="-122"/>
              <a:ea typeface="微软雅黑 Light" panose="020B0502040204020203" charset="-122"/>
            </a:endParaRPr>
          </a:p>
          <a:p>
            <a:pPr lvl="1" indent="0" algn="l">
              <a:lnSpc>
                <a:spcPct val="150000"/>
              </a:lnSpc>
            </a:pPr>
            <a:r>
              <a:rPr lang="en-US" altLang="zh-CN" sz="1800">
                <a:latin typeface="微软雅黑 Light" panose="020B0502040204020203" charset="-122"/>
                <a:ea typeface="微软雅黑 Light" panose="020B0502040204020203" charset="-122"/>
              </a:rPr>
              <a:t>puts( str) ;</a:t>
            </a:r>
            <a:endParaRPr lang="en-US" altLang="zh-CN" sz="1800">
              <a:latin typeface="微软雅黑 Light" panose="020B0502040204020203" charset="-122"/>
              <a:ea typeface="微软雅黑 Light" panose="020B0502040204020203" charset="-122"/>
            </a:endParaRPr>
          </a:p>
        </p:txBody>
      </p:sp>
      <p:sp>
        <p:nvSpPr>
          <p:cNvPr id="2" name="文本框 1"/>
          <p:cNvSpPr txBox="1"/>
          <p:nvPr/>
        </p:nvSpPr>
        <p:spPr>
          <a:xfrm>
            <a:off x="7534275" y="3368675"/>
            <a:ext cx="2651125" cy="552450"/>
          </a:xfrm>
          <a:prstGeom prst="rect">
            <a:avLst/>
          </a:prstGeom>
          <a:solidFill>
            <a:srgbClr val="33CCCC"/>
          </a:solidFill>
          <a:ln w="9525">
            <a:noFill/>
          </a:ln>
        </p:spPr>
        <p:txBody>
          <a:bodyPr wrap="none" anchor="t" anchorCtr="0">
            <a:spAutoFit/>
          </a:bodyPr>
          <a:p>
            <a:pPr>
              <a:lnSpc>
                <a:spcPct val="150000"/>
              </a:lnSpc>
            </a:pPr>
            <a:r>
              <a:rPr lang="zh-CN" altLang="en-US" sz="2000" dirty="0">
                <a:latin typeface="微软雅黑 Light" panose="020B0502040204020203" charset="-122"/>
                <a:ea typeface="微软雅黑 Light" panose="020B0502040204020203" charset="-122"/>
              </a:rPr>
              <a:t>输出结果：</a:t>
            </a:r>
            <a:r>
              <a:rPr lang="en-US" altLang="zh-CN" sz="2000">
                <a:latin typeface="Arial" panose="020B0604020202020204" pitchFamily="34" charset="0"/>
                <a:ea typeface="宋体" panose="02010600030101010101" pitchFamily="2" charset="-122"/>
              </a:rPr>
              <a:t>ChangShu</a:t>
            </a:r>
            <a:endParaRPr lang="en-US" altLang="zh-CN" sz="2000">
              <a:latin typeface="Arial" panose="020B0604020202020204" pitchFamily="34" charset="0"/>
              <a:ea typeface="宋体" panose="02010600030101010101"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000" fill="hold">
                                          <p:stCondLst>
                                            <p:cond delay="0"/>
                                          </p:stCondLst>
                                        </p:cTn>
                                        <p:tgtEl>
                                          <p:spTgt spid="18434"/>
                                        </p:tgtEl>
                                        <p:attrNameLst>
                                          <p:attrName>style.visibility</p:attrName>
                                        </p:attrNameLst>
                                      </p:cBhvr>
                                      <p:to>
                                        <p:strVal val="visible"/>
                                      </p:to>
                                    </p:set>
                                    <p:animEffect transition="in" filter="box(out)">
                                      <p:cBhvr>
                                        <p:cTn id="7" dur="10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out)">
                                      <p:cBhvr>
                                        <p:cTn id="12" dur="500"/>
                                        <p:tgtEl>
                                          <p:spTgt spid="5"/>
                                        </p:tgtEl>
                                      </p:cBhvr>
                                    </p:animEffect>
                                  </p:childTnLst>
                                  <p:subTnLst>
                                    <p:audio>
                                      <p:cMediaNode>
                                        <p:cTn display="1"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ppt_x</p:attrName>
                                        </p:attrNameLst>
                                      </p:cBhvr>
                                      <p:tavLst>
                                        <p:tav tm="0">
                                          <p:val>
                                            <p:strVal val="0-#ppt_w/2"/>
                                          </p:val>
                                        </p:tav>
                                        <p:tav tm="100000">
                                          <p:val>
                                            <p:strVal val="#ppt_x"/>
                                          </p:val>
                                        </p:tav>
                                      </p:tavLst>
                                    </p:anim>
                                    <p:anim calcmode="lin" valueType="num">
                                      <p:cBhvr>
                                        <p:cTn id="1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4" grpId="1"/>
      <p:bldP spid="5" grpId="0" bldLvl="0" animBg="1"/>
      <p:bldP spid="2" grpId="0" bldLvl="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矩形 18433"/>
          <p:cNvSpPr/>
          <p:nvPr/>
        </p:nvSpPr>
        <p:spPr>
          <a:xfrm>
            <a:off x="1285875" y="1282700"/>
            <a:ext cx="9321800" cy="679450"/>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en-US" altLang="zh-CN">
                <a:latin typeface="微软雅黑 Light" panose="020B0502040204020203" charset="-122"/>
                <a:ea typeface="微软雅黑 Light" panose="020B0502040204020203" charset="-122"/>
              </a:rPr>
              <a:t>D. </a:t>
            </a:r>
            <a:r>
              <a:rPr lang="zh-CN" altLang="en-US">
                <a:latin typeface="微软雅黑 Light" panose="020B0502040204020203" charset="-122"/>
                <a:ea typeface="微软雅黑 Light" panose="020B0502040204020203" charset="-122"/>
              </a:rPr>
              <a:t>输入输出字符串函数的比较</a:t>
            </a:r>
            <a:endParaRPr lang="zh-CN" altLang="en-US">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rPr>
              <a:t> </a:t>
            </a:r>
            <a:endParaRPr lang="zh-CN" altLang="en-US">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endParaRPr lang="zh-CN" altLang="en-US">
              <a:latin typeface="微软雅黑 Light" panose="020B0502040204020203" charset="-122"/>
              <a:ea typeface="微软雅黑 Light" panose="020B0502040204020203" charset="-122"/>
            </a:endParaRPr>
          </a:p>
        </p:txBody>
      </p:sp>
      <p:sp>
        <p:nvSpPr>
          <p:cNvPr id="515074" name="标题 18446"/>
          <p:cNvSpPr>
            <a:spLocks noGrp="1"/>
          </p:cNvSpPr>
          <p:nvPr>
            <p:ph type="title" idx="4294967295"/>
          </p:nvPr>
        </p:nvSpPr>
        <p:spPr>
          <a:xfrm>
            <a:off x="1924050" y="682625"/>
            <a:ext cx="8001000" cy="600075"/>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3</a:t>
            </a:r>
            <a:r>
              <a:rPr lang="zh-CN" altLang="en-US" sz="2400" dirty="0">
                <a:latin typeface="微软雅黑 Light" panose="020B0502040204020203" charset="-122"/>
                <a:ea typeface="微软雅黑 Light" panose="020B0502040204020203" charset="-122"/>
              </a:rPr>
              <a:t>）字符串的输入输出</a:t>
            </a:r>
            <a:endParaRPr lang="zh-CN" altLang="en-US" dirty="0"/>
          </a:p>
        </p:txBody>
      </p:sp>
      <p:sp>
        <p:nvSpPr>
          <p:cNvPr id="515075" name="Text Box 5"/>
          <p:cNvSpPr txBox="1"/>
          <p:nvPr/>
        </p:nvSpPr>
        <p:spPr>
          <a:xfrm>
            <a:off x="758825" y="55563"/>
            <a:ext cx="10467975" cy="554037"/>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graphicFrame>
        <p:nvGraphicFramePr>
          <p:cNvPr id="3" name="表格 2"/>
          <p:cNvGraphicFramePr/>
          <p:nvPr/>
        </p:nvGraphicFramePr>
        <p:xfrm>
          <a:off x="1924050" y="1962150"/>
          <a:ext cx="8532813" cy="4492625"/>
        </p:xfrm>
        <a:graphic>
          <a:graphicData uri="http://schemas.openxmlformats.org/drawingml/2006/table">
            <a:tbl>
              <a:tblPr firstRow="1" bandRow="1">
                <a:tableStyleId>{5C22544A-7EE6-4342-B048-85BDC9FD1C3A}</a:tableStyleId>
              </a:tblPr>
              <a:tblGrid>
                <a:gridCol w="1489710"/>
                <a:gridCol w="3031490"/>
                <a:gridCol w="4011295"/>
              </a:tblGrid>
              <a:tr h="509270">
                <a:tc>
                  <a:txBody>
                    <a:bodyPr/>
                    <a:p>
                      <a:pPr algn="ctr">
                        <a:buNone/>
                      </a:pPr>
                      <a:r>
                        <a:rPr lang="zh-CN" altLang="en-US"/>
                        <a:t>函数</a:t>
                      </a:r>
                      <a:endParaRPr lang="zh-CN" altLang="en-US"/>
                    </a:p>
                  </a:txBody>
                  <a:tcPr anchor="ctr" anchorCtr="0"/>
                </a:tc>
                <a:tc>
                  <a:txBody>
                    <a:bodyPr/>
                    <a:p>
                      <a:pPr algn="ctr">
                        <a:buNone/>
                      </a:pPr>
                      <a:r>
                        <a:rPr lang="zh-CN" altLang="en-US"/>
                        <a:t>格式</a:t>
                      </a:r>
                      <a:endParaRPr lang="zh-CN" altLang="en-US"/>
                    </a:p>
                  </a:txBody>
                  <a:tcPr anchor="ctr" anchorCtr="0"/>
                </a:tc>
                <a:tc>
                  <a:txBody>
                    <a:bodyPr/>
                    <a:p>
                      <a:pPr algn="ctr">
                        <a:buNone/>
                      </a:pPr>
                      <a:r>
                        <a:rPr lang="zh-CN" altLang="en-US"/>
                        <a:t>区别</a:t>
                      </a:r>
                      <a:endParaRPr lang="zh-CN" altLang="en-US"/>
                    </a:p>
                  </a:txBody>
                  <a:tcPr anchor="ctr" anchorCtr="0"/>
                </a:tc>
              </a:tr>
              <a:tr h="381000">
                <a:tc>
                  <a:txBody>
                    <a:bodyPr/>
                    <a:p>
                      <a:pPr algn="ctr">
                        <a:buNone/>
                      </a:pPr>
                      <a:r>
                        <a:rPr lang="en-US" altLang="zh-CN"/>
                        <a:t>scanf( )</a:t>
                      </a:r>
                      <a:endParaRPr lang="en-US" altLang="zh-CN"/>
                    </a:p>
                  </a:txBody>
                  <a:tcPr anchor="ctr" anchorCtr="0"/>
                </a:tc>
                <a:tc>
                  <a:txBody>
                    <a:bodyPr/>
                    <a:p>
                      <a:pPr algn="ctr">
                        <a:buNone/>
                      </a:pPr>
                      <a:r>
                        <a:rPr lang="en-US" altLang="zh-CN"/>
                        <a:t>scanf(“%s”, </a:t>
                      </a:r>
                      <a:r>
                        <a:rPr lang="zh-CN" altLang="en-US">
                          <a:latin typeface="微软雅黑 Light" panose="020B0502040204020203" charset="-122"/>
                          <a:ea typeface="微软雅黑 Light" panose="020B0502040204020203" charset="-122"/>
                        </a:rPr>
                        <a:t>字符数组名</a:t>
                      </a:r>
                      <a:r>
                        <a:rPr lang="en-US" altLang="zh-CN"/>
                        <a:t>)</a:t>
                      </a:r>
                      <a:endParaRPr lang="en-US" altLang="zh-CN"/>
                    </a:p>
                  </a:txBody>
                  <a:tcPr anchor="ctr" anchorCtr="0"/>
                </a:tc>
                <a:tc>
                  <a:txBody>
                    <a:bodyPr/>
                    <a:p>
                      <a:pPr fontAlgn="auto">
                        <a:lnSpc>
                          <a:spcPct val="120000"/>
                        </a:lnSpc>
                        <a:buNone/>
                      </a:pPr>
                      <a:r>
                        <a:rPr lang="zh-CN" altLang="en-US">
                          <a:latin typeface="微软雅黑 Light" panose="020B0502040204020203" charset="-122"/>
                          <a:ea typeface="微软雅黑 Light" panose="020B0502040204020203" charset="-122"/>
                          <a:cs typeface="微软雅黑 Light" panose="020B0502040204020203" charset="-122"/>
                        </a:rPr>
                        <a:t>不能输入带有空格的字符串，使用多个格式控制符</a:t>
                      </a:r>
                      <a:r>
                        <a:rPr lang="en-US" altLang="zh-CN">
                          <a:latin typeface="微软雅黑 Light" panose="020B0502040204020203" charset="-122"/>
                          <a:ea typeface="微软雅黑 Light" panose="020B0502040204020203" charset="-122"/>
                          <a:cs typeface="微软雅黑 Light" panose="020B0502040204020203" charset="-122"/>
                        </a:rPr>
                        <a:t>%s</a:t>
                      </a:r>
                      <a:r>
                        <a:rPr lang="zh-CN" altLang="en-US">
                          <a:latin typeface="微软雅黑 Light" panose="020B0502040204020203" charset="-122"/>
                          <a:ea typeface="微软雅黑 Light" panose="020B0502040204020203" charset="-122"/>
                          <a:cs typeface="微软雅黑 Light" panose="020B0502040204020203" charset="-122"/>
                        </a:rPr>
                        <a:t>可以输入多个字符串，遇到空格结束输入，需要人为加上字符串结束标志</a:t>
                      </a:r>
                      <a:r>
                        <a:rPr lang="en-US" altLang="zh-CN">
                          <a:latin typeface="微软雅黑 Light" panose="020B0502040204020203" charset="-122"/>
                          <a:ea typeface="微软雅黑 Light" panose="020B0502040204020203" charset="-122"/>
                          <a:cs typeface="微软雅黑 Light" panose="020B0502040204020203" charset="-122"/>
                        </a:rPr>
                        <a:t>'\0'</a:t>
                      </a:r>
                      <a:endParaRPr lang="en-US" altLang="zh-CN">
                        <a:latin typeface="微软雅黑 Light" panose="020B0502040204020203" charset="-122"/>
                        <a:ea typeface="微软雅黑 Light" panose="020B0502040204020203" charset="-122"/>
                        <a:cs typeface="微软雅黑 Light" panose="020B0502040204020203" charset="-122"/>
                      </a:endParaRPr>
                    </a:p>
                  </a:txBody>
                  <a:tcPr/>
                </a:tc>
              </a:tr>
              <a:tr h="381000">
                <a:tc>
                  <a:txBody>
                    <a:bodyPr/>
                    <a:p>
                      <a:pPr algn="ctr">
                        <a:buNone/>
                      </a:pPr>
                      <a:r>
                        <a:rPr lang="en-US" altLang="zh-CN"/>
                        <a:t>gets( )</a:t>
                      </a:r>
                      <a:endParaRPr lang="zh-CN" altLang="en-US"/>
                    </a:p>
                  </a:txBody>
                  <a:tcPr anchor="ctr" anchorCtr="0"/>
                </a:tc>
                <a:tc>
                  <a:txBody>
                    <a:bodyPr/>
                    <a:p>
                      <a:pPr algn="ctr">
                        <a:buNone/>
                      </a:pPr>
                      <a:r>
                        <a:rPr lang="en-US" altLang="zh-CN"/>
                        <a:t>gets( </a:t>
                      </a:r>
                      <a:r>
                        <a:rPr lang="zh-CN" altLang="en-US">
                          <a:latin typeface="微软雅黑 Light" panose="020B0502040204020203" charset="-122"/>
                          <a:ea typeface="微软雅黑 Light" panose="020B0502040204020203" charset="-122"/>
                          <a:cs typeface="微软雅黑 Light" panose="020B0502040204020203" charset="-122"/>
                        </a:rPr>
                        <a:t>字符数组名</a:t>
                      </a:r>
                      <a:r>
                        <a:rPr lang="zh-CN" altLang="en-US"/>
                        <a:t> </a:t>
                      </a:r>
                      <a:r>
                        <a:rPr lang="en-US" altLang="zh-CN"/>
                        <a:t>)</a:t>
                      </a:r>
                      <a:endParaRPr lang="en-US" altLang="zh-CN"/>
                    </a:p>
                  </a:txBody>
                  <a:tcPr anchor="ctr" anchorCtr="0"/>
                </a:tc>
                <a:tc>
                  <a:txBody>
                    <a:bodyPr/>
                    <a:p>
                      <a:pPr algn="l">
                        <a:lnSpc>
                          <a:spcPct val="120000"/>
                        </a:lnSpc>
                        <a:buClrTx/>
                        <a:buSzTx/>
                        <a:buFontTx/>
                        <a:buNone/>
                      </a:pPr>
                      <a:r>
                        <a:rPr lang="zh-CN" altLang="en-US">
                          <a:latin typeface="微软雅黑 Light" panose="020B0502040204020203" charset="-122"/>
                          <a:ea typeface="微软雅黑 Light" panose="020B0502040204020203" charset="-122"/>
                          <a:cs typeface="微软雅黑 Light" panose="020B0502040204020203" charset="-122"/>
                        </a:rPr>
                        <a:t>只能输入一个字符串，遇到回车符结束输入，且自动将回车符'\n‘转换为'\0'</a:t>
                      </a:r>
                      <a:endParaRPr lang="zh-CN" altLang="en-US">
                        <a:latin typeface="微软雅黑 Light" panose="020B0502040204020203" charset="-122"/>
                        <a:ea typeface="微软雅黑 Light" panose="020B0502040204020203" charset="-122"/>
                        <a:cs typeface="微软雅黑 Light" panose="020B0502040204020203" charset="-122"/>
                      </a:endParaRPr>
                    </a:p>
                  </a:txBody>
                  <a:tcPr/>
                </a:tc>
              </a:tr>
              <a:tr h="381000">
                <a:tc>
                  <a:txBody>
                    <a:bodyPr/>
                    <a:p>
                      <a:pPr algn="ctr">
                        <a:buNone/>
                      </a:pPr>
                      <a:r>
                        <a:rPr lang="en-US" altLang="zh-CN"/>
                        <a:t>printf( )</a:t>
                      </a:r>
                      <a:endParaRPr lang="en-US" altLang="zh-CN"/>
                    </a:p>
                  </a:txBody>
                  <a:tcPr anchor="ctr" anchorCtr="0"/>
                </a:tc>
                <a:tc>
                  <a:txBody>
                    <a:bodyPr/>
                    <a:p>
                      <a:pPr algn="ctr">
                        <a:buNone/>
                      </a:pPr>
                      <a:r>
                        <a:rPr lang="en-US" altLang="zh-CN"/>
                        <a:t>printf(“%s” , </a:t>
                      </a:r>
                      <a:r>
                        <a:rPr lang="zh-CN" altLang="en-US">
                          <a:latin typeface="微软雅黑 Light" panose="020B0502040204020203" charset="-122"/>
                          <a:ea typeface="微软雅黑 Light" panose="020B0502040204020203" charset="-122"/>
                          <a:cs typeface="微软雅黑 Light" panose="020B0502040204020203" charset="-122"/>
                        </a:rPr>
                        <a:t>字符数组名</a:t>
                      </a:r>
                      <a:r>
                        <a:rPr lang="zh-CN" altLang="en-US"/>
                        <a:t> </a:t>
                      </a:r>
                      <a:r>
                        <a:rPr lang="en-US" altLang="zh-CN"/>
                        <a:t>)</a:t>
                      </a:r>
                      <a:endParaRPr lang="en-US" altLang="zh-CN"/>
                    </a:p>
                  </a:txBody>
                  <a:tcPr anchor="ctr" anchorCtr="0"/>
                </a:tc>
                <a:tc>
                  <a:txBody>
                    <a:bodyPr/>
                    <a:p>
                      <a:pPr algn="l">
                        <a:lnSpc>
                          <a:spcPct val="120000"/>
                        </a:lnSpc>
                        <a:buClrTx/>
                        <a:buSzTx/>
                        <a:buFontTx/>
                        <a:buNone/>
                      </a:pPr>
                      <a:r>
                        <a:rPr lang="zh-CN" altLang="en-US">
                          <a:latin typeface="微软雅黑 Light" panose="020B0502040204020203" charset="-122"/>
                          <a:ea typeface="微软雅黑 Light" panose="020B0502040204020203" charset="-122"/>
                          <a:cs typeface="微软雅黑 Light" panose="020B0502040204020203" charset="-122"/>
                        </a:rPr>
                        <a:t>一个printf( )函数可以输出多个字符串，输出后不会自动换行</a:t>
                      </a:r>
                      <a:endParaRPr lang="zh-CN" altLang="en-US">
                        <a:latin typeface="微软雅黑 Light" panose="020B0502040204020203" charset="-122"/>
                        <a:ea typeface="微软雅黑 Light" panose="020B0502040204020203" charset="-122"/>
                        <a:cs typeface="微软雅黑 Light" panose="020B0502040204020203" charset="-122"/>
                      </a:endParaRPr>
                    </a:p>
                  </a:txBody>
                  <a:tcPr/>
                </a:tc>
              </a:tr>
              <a:tr h="381000">
                <a:tc>
                  <a:txBody>
                    <a:bodyPr/>
                    <a:p>
                      <a:pPr algn="ctr">
                        <a:buNone/>
                      </a:pPr>
                      <a:r>
                        <a:rPr lang="en-US" altLang="zh-CN"/>
                        <a:t>puts( )</a:t>
                      </a:r>
                      <a:endParaRPr lang="en-US" altLang="zh-CN"/>
                    </a:p>
                  </a:txBody>
                  <a:tcPr anchor="ctr" anchorCtr="0"/>
                </a:tc>
                <a:tc>
                  <a:txBody>
                    <a:bodyPr/>
                    <a:p>
                      <a:pPr algn="ctr">
                        <a:buNone/>
                      </a:pPr>
                      <a:r>
                        <a:rPr lang="en-US" altLang="zh-CN"/>
                        <a:t>puts( </a:t>
                      </a:r>
                      <a:r>
                        <a:rPr lang="zh-CN" altLang="en-US">
                          <a:latin typeface="微软雅黑 Light" panose="020B0502040204020203" charset="-122"/>
                          <a:ea typeface="微软雅黑 Light" panose="020B0502040204020203" charset="-122"/>
                          <a:cs typeface="微软雅黑 Light" panose="020B0502040204020203" charset="-122"/>
                        </a:rPr>
                        <a:t>字符数组名</a:t>
                      </a:r>
                      <a:r>
                        <a:rPr lang="zh-CN" altLang="en-US"/>
                        <a:t> </a:t>
                      </a:r>
                      <a:r>
                        <a:rPr lang="en-US" altLang="zh-CN"/>
                        <a:t>)</a:t>
                      </a:r>
                      <a:endParaRPr lang="en-US" altLang="zh-CN"/>
                    </a:p>
                  </a:txBody>
                  <a:tcPr anchor="ctr" anchorCtr="0"/>
                </a:tc>
                <a:tc>
                  <a:txBody>
                    <a:bodyPr/>
                    <a:p>
                      <a:pPr algn="l">
                        <a:lnSpc>
                          <a:spcPct val="120000"/>
                        </a:lnSpc>
                        <a:buClrTx/>
                        <a:buSzTx/>
                        <a:buFontTx/>
                        <a:buNone/>
                      </a:pPr>
                      <a:r>
                        <a:rPr lang="zh-CN" altLang="en-US">
                          <a:latin typeface="微软雅黑 Light" panose="020B0502040204020203" charset="-122"/>
                          <a:ea typeface="微软雅黑 Light" panose="020B0502040204020203" charset="-122"/>
                          <a:cs typeface="微软雅黑 Light" panose="020B0502040204020203" charset="-122"/>
                        </a:rPr>
                        <a:t>一个puts( )函数只能输出一个字符串，输出后会自动换行。</a:t>
                      </a:r>
                      <a:endParaRPr lang="zh-CN" altLang="en-US">
                        <a:latin typeface="微软雅黑 Light" panose="020B0502040204020203" charset="-122"/>
                        <a:ea typeface="微软雅黑 Light" panose="020B0502040204020203" charset="-122"/>
                        <a:cs typeface="微软雅黑 Light" panose="020B0502040204020203" charset="-122"/>
                      </a:endParaRPr>
                    </a:p>
                  </a:txBody>
                  <a:tcPr/>
                </a:tc>
              </a:tr>
            </a:tbl>
          </a:graphicData>
        </a:graphic>
      </p:graphicFrame>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000" fill="hold">
                                          <p:stCondLst>
                                            <p:cond delay="0"/>
                                          </p:stCondLst>
                                        </p:cTn>
                                        <p:tgtEl>
                                          <p:spTgt spid="18434"/>
                                        </p:tgtEl>
                                        <p:attrNameLst>
                                          <p:attrName>style.visibility</p:attrName>
                                        </p:attrNameLst>
                                      </p:cBhvr>
                                      <p:to>
                                        <p:strVal val="visible"/>
                                      </p:to>
                                    </p:set>
                                    <p:animEffect transition="in" filter="box(out)">
                                      <p:cBhvr>
                                        <p:cTn id="7" dur="10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000" fill="hold">
                                          <p:stCondLst>
                                            <p:cond delay="0"/>
                                          </p:stCondLst>
                                        </p:cTn>
                                        <p:tgtEl>
                                          <p:spTgt spid="3"/>
                                        </p:tgtEl>
                                        <p:attrNameLst>
                                          <p:attrName>style.visibility</p:attrName>
                                        </p:attrNameLst>
                                      </p:cBhvr>
                                      <p:to>
                                        <p:strVal val="visible"/>
                                      </p:to>
                                    </p:set>
                                    <p:animEffect transition="in" filter="box(out)">
                                      <p:cBhvr>
                                        <p:cTn id="1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4" grpId="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8434" name="矩形 18433"/>
          <p:cNvSpPr/>
          <p:nvPr/>
        </p:nvSpPr>
        <p:spPr>
          <a:xfrm>
            <a:off x="1543050" y="1182688"/>
            <a:ext cx="8610600" cy="1403350"/>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buChar char="l"/>
            </a:pPr>
            <a:r>
              <a:rPr lang="zh-CN" altLang="en-US" dirty="0">
                <a:latin typeface="微软雅黑 Light" panose="020B0502040204020203" charset="-122"/>
                <a:ea typeface="微软雅黑 Light" panose="020B0502040204020203" charset="-122"/>
              </a:rPr>
              <a:t>逐个字符</a:t>
            </a:r>
            <a:r>
              <a:rPr lang="en-US" altLang="zh-CN">
                <a:latin typeface="微软雅黑 Light" panose="020B0502040204020203" charset="-122"/>
                <a:ea typeface="微软雅黑 Light" panose="020B0502040204020203" charset="-122"/>
              </a:rPr>
              <a:t>I/O</a:t>
            </a:r>
            <a:r>
              <a:rPr lang="zh-CN" altLang="en-US">
                <a:latin typeface="微软雅黑 Light" panose="020B0502040204020203" charset="-122"/>
                <a:ea typeface="微软雅黑 Light" panose="020B0502040204020203" charset="-122"/>
              </a:rPr>
              <a:t>：   </a:t>
            </a:r>
            <a:r>
              <a:rPr lang="en-US" altLang="zh-CN">
                <a:latin typeface="微软雅黑 Light" panose="020B0502040204020203" charset="-122"/>
                <a:ea typeface="微软雅黑 Light" panose="020B0502040204020203" charset="-122"/>
              </a:rPr>
              <a:t>%c</a:t>
            </a:r>
            <a:endParaRPr lang="en-US" altLang="zh-CN">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buChar char="l"/>
            </a:pPr>
            <a:r>
              <a:rPr lang="zh-CN" altLang="en-US" dirty="0">
                <a:latin typeface="微软雅黑 Light" panose="020B0502040204020203" charset="-122"/>
                <a:ea typeface="微软雅黑 Light" panose="020B0502040204020203" charset="-122"/>
              </a:rPr>
              <a:t>整个字符串</a:t>
            </a:r>
            <a:r>
              <a:rPr lang="en-US" altLang="zh-CN">
                <a:latin typeface="微软雅黑 Light" panose="020B0502040204020203" charset="-122"/>
                <a:ea typeface="微软雅黑 Light" panose="020B0502040204020203" charset="-122"/>
              </a:rPr>
              <a:t>I/O</a:t>
            </a:r>
            <a:r>
              <a:rPr lang="zh-CN" altLang="en-US">
                <a:latin typeface="微软雅黑 Light" panose="020B0502040204020203" charset="-122"/>
                <a:ea typeface="微软雅黑 Light" panose="020B0502040204020203" charset="-122"/>
              </a:rPr>
              <a:t>：  </a:t>
            </a:r>
            <a:r>
              <a:rPr lang="en-US" altLang="zh-CN">
                <a:latin typeface="微软雅黑 Light" panose="020B0502040204020203" charset="-122"/>
                <a:ea typeface="微软雅黑 Light" panose="020B0502040204020203" charset="-122"/>
              </a:rPr>
              <a:t>%s</a:t>
            </a:r>
            <a:endParaRPr lang="en-US" altLang="zh-CN">
              <a:latin typeface="微软雅黑 Light" panose="020B0502040204020203" charset="-122"/>
              <a:ea typeface="微软雅黑 Light" panose="020B0502040204020203" charset="-122"/>
            </a:endParaRPr>
          </a:p>
        </p:txBody>
      </p:sp>
      <p:sp>
        <p:nvSpPr>
          <p:cNvPr id="18439" name="矩形 18438"/>
          <p:cNvSpPr/>
          <p:nvPr/>
        </p:nvSpPr>
        <p:spPr>
          <a:xfrm>
            <a:off x="3224213" y="2266950"/>
            <a:ext cx="3313112" cy="2584450"/>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例  用%c </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main()</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char   str[5];</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int i; </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for(i=0;i&lt;5;i++)</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scanf(“%c”, &amp;str[i]);</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for(i=0;i&lt;5;i++)</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printf(“%c”, str[i]);</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18442" name="矩形 18441"/>
          <p:cNvSpPr/>
          <p:nvPr/>
        </p:nvSpPr>
        <p:spPr>
          <a:xfrm>
            <a:off x="3224213" y="3814763"/>
            <a:ext cx="2773362" cy="1752600"/>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例  用%s </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main()</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char   str[5];</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scanf(“%s”, str);</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printf(“%s”, str);</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18443" name="云形标注 18442"/>
          <p:cNvSpPr/>
          <p:nvPr/>
        </p:nvSpPr>
        <p:spPr>
          <a:xfrm>
            <a:off x="5770563" y="1400175"/>
            <a:ext cx="4154487" cy="1839913"/>
          </a:xfrm>
          <a:prstGeom prst="cloudCallout">
            <a:avLst>
              <a:gd name="adj1" fmla="val -58824"/>
              <a:gd name="adj2" fmla="val 117528"/>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微软雅黑 Light" panose="020B0502040204020203" charset="-122"/>
                <a:ea typeface="微软雅黑 Light" panose="020B0502040204020203" charset="-122"/>
              </a:rPr>
              <a:t>用字符数组名,不要加&amp;</a:t>
            </a:r>
            <a:endParaRPr lang="zh-CN" altLang="zh-CN">
              <a:latin typeface="微软雅黑 Light" panose="020B0502040204020203" charset="-122"/>
              <a:ea typeface="微软雅黑 Light" panose="020B0502040204020203" charset="-122"/>
            </a:endParaRPr>
          </a:p>
          <a:p>
            <a:pPr>
              <a:buSzTx/>
            </a:pPr>
            <a:r>
              <a:rPr lang="zh-CN" altLang="zh-CN">
                <a:latin typeface="微软雅黑 Light" panose="020B0502040204020203" charset="-122"/>
                <a:ea typeface="微软雅黑 Light" panose="020B0502040204020203" charset="-122"/>
              </a:rPr>
              <a:t>输入串长度&lt;数组维数</a:t>
            </a:r>
            <a:endParaRPr lang="zh-CN" altLang="zh-CN">
              <a:latin typeface="微软雅黑 Light" panose="020B0502040204020203" charset="-122"/>
              <a:ea typeface="微软雅黑 Light" panose="020B0502040204020203" charset="-122"/>
            </a:endParaRPr>
          </a:p>
          <a:p>
            <a:pPr>
              <a:buSzTx/>
            </a:pPr>
            <a:r>
              <a:rPr lang="zh-CN" altLang="zh-CN">
                <a:latin typeface="微软雅黑 Light" panose="020B0502040204020203" charset="-122"/>
                <a:ea typeface="微软雅黑 Light" panose="020B0502040204020203" charset="-122"/>
              </a:rPr>
              <a:t>遇空格或回车结束</a:t>
            </a:r>
            <a:endParaRPr lang="zh-CN" altLang="zh-CN">
              <a:latin typeface="微软雅黑 Light" panose="020B0502040204020203" charset="-122"/>
              <a:ea typeface="微软雅黑 Light" panose="020B0502040204020203" charset="-122"/>
            </a:endParaRPr>
          </a:p>
          <a:p>
            <a:pPr>
              <a:buSzTx/>
            </a:pPr>
            <a:r>
              <a:rPr lang="zh-CN" altLang="zh-CN">
                <a:latin typeface="微软雅黑 Light" panose="020B0502040204020203" charset="-122"/>
                <a:ea typeface="微软雅黑 Light" panose="020B0502040204020203" charset="-122"/>
              </a:rPr>
              <a:t>自动加</a:t>
            </a:r>
            <a:r>
              <a:rPr lang="zh-CN" altLang="zh-CN">
                <a:latin typeface="Calibri" panose="020F0502020204030204" pitchFamily="34" charset="0"/>
                <a:ea typeface="宋体" panose="02010600030101010101" pitchFamily="2" charset="-122"/>
              </a:rPr>
              <a:t>‘\0’</a:t>
            </a:r>
            <a:endParaRPr lang="zh-CN" altLang="zh-CN">
              <a:latin typeface="Calibri" panose="020F0502020204030204" pitchFamily="34" charset="0"/>
              <a:ea typeface="宋体" panose="02010600030101010101" pitchFamily="2" charset="-122"/>
            </a:endParaRPr>
          </a:p>
        </p:txBody>
      </p:sp>
      <p:sp>
        <p:nvSpPr>
          <p:cNvPr id="18444" name="云形标注 18443"/>
          <p:cNvSpPr/>
          <p:nvPr/>
        </p:nvSpPr>
        <p:spPr>
          <a:xfrm>
            <a:off x="6184900" y="5260975"/>
            <a:ext cx="2684463" cy="990600"/>
          </a:xfrm>
          <a:prstGeom prst="cloudCallout">
            <a:avLst>
              <a:gd name="adj1" fmla="val -71093"/>
              <a:gd name="adj2" fmla="val -26486"/>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微软雅黑 Light" panose="020B0502040204020203" charset="-122"/>
                <a:ea typeface="微软雅黑 Light" panose="020B0502040204020203" charset="-122"/>
              </a:rPr>
              <a:t>用字符数组名,</a:t>
            </a:r>
            <a:endParaRPr lang="zh-CN" altLang="zh-CN">
              <a:latin typeface="微软雅黑 Light" panose="020B0502040204020203" charset="-122"/>
              <a:ea typeface="微软雅黑 Light" panose="020B0502040204020203" charset="-122"/>
            </a:endParaRPr>
          </a:p>
          <a:p>
            <a:pPr>
              <a:buSzTx/>
            </a:pPr>
            <a:r>
              <a:rPr lang="zh-CN" altLang="zh-CN">
                <a:latin typeface="微软雅黑 Light" panose="020B0502040204020203" charset="-122"/>
                <a:ea typeface="微软雅黑 Light" panose="020B0502040204020203" charset="-122"/>
              </a:rPr>
              <a:t>遇</a:t>
            </a:r>
            <a:r>
              <a:rPr lang="zh-CN" altLang="zh-CN">
                <a:latin typeface="Calibri" panose="020F0502020204030204" pitchFamily="34" charset="0"/>
                <a:ea typeface="宋体" panose="02010600030101010101" pitchFamily="2" charset="-122"/>
                <a:sym typeface="宋体" panose="02010600030101010101" pitchFamily="2" charset="-122"/>
              </a:rPr>
              <a:t>‘\0’</a:t>
            </a:r>
            <a:r>
              <a:rPr lang="zh-CN" altLang="zh-CN">
                <a:latin typeface="微软雅黑 Light" panose="020B0502040204020203" charset="-122"/>
                <a:ea typeface="微软雅黑 Light" panose="020B0502040204020203" charset="-122"/>
              </a:rPr>
              <a:t>’结束</a:t>
            </a:r>
            <a:endParaRPr lang="zh-CN" altLang="zh-CN">
              <a:latin typeface="微软雅黑 Light" panose="020B0502040204020203" charset="-122"/>
              <a:ea typeface="微软雅黑 Light" panose="020B0502040204020203" charset="-122"/>
            </a:endParaRPr>
          </a:p>
        </p:txBody>
      </p:sp>
      <p:sp>
        <p:nvSpPr>
          <p:cNvPr id="516102" name="标题 18446"/>
          <p:cNvSpPr>
            <a:spLocks noGrp="1"/>
          </p:cNvSpPr>
          <p:nvPr>
            <p:ph type="title" idx="4294967295"/>
          </p:nvPr>
        </p:nvSpPr>
        <p:spPr>
          <a:xfrm>
            <a:off x="1992313" y="738188"/>
            <a:ext cx="8001000" cy="1143000"/>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3</a:t>
            </a:r>
            <a:r>
              <a:rPr lang="zh-CN" altLang="en-US" sz="2400" dirty="0">
                <a:latin typeface="微软雅黑 Light" panose="020B0502040204020203" charset="-122"/>
                <a:ea typeface="微软雅黑 Light" panose="020B0502040204020203" charset="-122"/>
              </a:rPr>
              <a:t>）字符串的输入输出</a:t>
            </a:r>
            <a:br>
              <a:rPr lang="zh-CN" altLang="en-US" sz="2400" dirty="0">
                <a:latin typeface="Times New Roman" panose="02020603050405020304" pitchFamily="18" charset="0"/>
              </a:rPr>
            </a:br>
            <a:endParaRPr lang="zh-CN" altLang="en-US" dirty="0"/>
          </a:p>
        </p:txBody>
      </p:sp>
      <p:sp>
        <p:nvSpPr>
          <p:cNvPr id="516103" name="Text Box 5"/>
          <p:cNvSpPr txBox="1"/>
          <p:nvPr/>
        </p:nvSpPr>
        <p:spPr>
          <a:xfrm>
            <a:off x="758825" y="55563"/>
            <a:ext cx="10467975" cy="554037"/>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8434">
                                            <p:txEl>
                                              <p:charRg st="0" end="14"/>
                                            </p:txEl>
                                          </p:spTgt>
                                        </p:tgtEl>
                                        <p:attrNameLst>
                                          <p:attrName>style.visibility</p:attrName>
                                        </p:attrNameLst>
                                      </p:cBhvr>
                                      <p:to>
                                        <p:strVal val="visible"/>
                                      </p:to>
                                    </p:set>
                                    <p:anim calcmode="lin" valueType="num">
                                      <p:cBhvr>
                                        <p:cTn id="7" dur="500" fill="hold"/>
                                        <p:tgtEl>
                                          <p:spTgt spid="18434">
                                            <p:txEl>
                                              <p:charRg st="0" end="14"/>
                                            </p:txEl>
                                          </p:spTgt>
                                        </p:tgtEl>
                                        <p:attrNameLst>
                                          <p:attrName>ppt_x</p:attrName>
                                        </p:attrNameLst>
                                      </p:cBhvr>
                                      <p:tavLst>
                                        <p:tav tm="0">
                                          <p:val>
                                            <p:strVal val="0-#ppt_w/2"/>
                                          </p:val>
                                        </p:tav>
                                        <p:tav tm="100000">
                                          <p:val>
                                            <p:strVal val="#ppt_x"/>
                                          </p:val>
                                        </p:tav>
                                      </p:tavLst>
                                    </p:anim>
                                    <p:anim calcmode="lin" valueType="num">
                                      <p:cBhvr>
                                        <p:cTn id="8" dur="500" fill="hold"/>
                                        <p:tgtEl>
                                          <p:spTgt spid="18434">
                                            <p:txEl>
                                              <p:charRg st="0" end="14"/>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18434">
                                            <p:txEl>
                                              <p:charRg st="14" end="28"/>
                                            </p:txEl>
                                          </p:spTgt>
                                        </p:tgtEl>
                                        <p:attrNameLst>
                                          <p:attrName>style.visibility</p:attrName>
                                        </p:attrNameLst>
                                      </p:cBhvr>
                                      <p:to>
                                        <p:strVal val="visible"/>
                                      </p:to>
                                    </p:set>
                                    <p:anim calcmode="lin" valueType="num">
                                      <p:cBhvr>
                                        <p:cTn id="13" dur="500" fill="hold"/>
                                        <p:tgtEl>
                                          <p:spTgt spid="18434">
                                            <p:txEl>
                                              <p:charRg st="14" end="28"/>
                                            </p:txEl>
                                          </p:spTgt>
                                        </p:tgtEl>
                                        <p:attrNameLst>
                                          <p:attrName>ppt_x</p:attrName>
                                        </p:attrNameLst>
                                      </p:cBhvr>
                                      <p:tavLst>
                                        <p:tav tm="0">
                                          <p:val>
                                            <p:strVal val="0-#ppt_w/2"/>
                                          </p:val>
                                        </p:tav>
                                        <p:tav tm="100000">
                                          <p:val>
                                            <p:strVal val="#ppt_x"/>
                                          </p:val>
                                        </p:tav>
                                      </p:tavLst>
                                    </p:anim>
                                    <p:anim calcmode="lin" valueType="num">
                                      <p:cBhvr>
                                        <p:cTn id="14" dur="500" fill="hold"/>
                                        <p:tgtEl>
                                          <p:spTgt spid="18434">
                                            <p:txEl>
                                              <p:charRg st="14" end="28"/>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grpId="0" nodeType="clickEffect">
                                  <p:stCondLst>
                                    <p:cond delay="0"/>
                                  </p:stCondLst>
                                  <p:childTnLst>
                                    <p:set>
                                      <p:cBhvr>
                                        <p:cTn id="18" dur="1" fill="hold">
                                          <p:stCondLst>
                                            <p:cond delay="0"/>
                                          </p:stCondLst>
                                        </p:cTn>
                                        <p:tgtEl>
                                          <p:spTgt spid="18439"/>
                                        </p:tgtEl>
                                        <p:attrNameLst>
                                          <p:attrName>style.visibility</p:attrName>
                                        </p:attrNameLst>
                                      </p:cBhvr>
                                      <p:to>
                                        <p:strVal val="visible"/>
                                      </p:to>
                                    </p:set>
                                    <p:animEffect transition="in" filter="box(out)">
                                      <p:cBhvr>
                                        <p:cTn id="19" dur="500"/>
                                        <p:tgtEl>
                                          <p:spTgt spid="18439"/>
                                        </p:tgtEl>
                                      </p:cBhvr>
                                    </p:animEffect>
                                  </p:childTnLst>
                                  <p:subTnLst>
                                    <p:set>
                                      <p:cBhvr override="childStyle">
                                        <p:cTn dur="1" fill="hold" display="0" masterRel="nextClick" afterEffect="1"/>
                                        <p:tgtEl>
                                          <p:spTgt spid="18439"/>
                                        </p:tgtEl>
                                        <p:attrNameLst>
                                          <p:attrName>style.visibility</p:attrName>
                                        </p:attrNameLst>
                                      </p:cBhvr>
                                      <p:to>
                                        <p:strVal val="hidden"/>
                                      </p:to>
                                    </p:set>
                                    <p:audio>
                                      <p:cMediaNode>
                                        <p:cTn display="0" masterRel="sameClick">
                                          <p:stCondLst>
                                            <p:cond evt="begin" delay="0">
                                              <p:tn val="17"/>
                                            </p:cond>
                                          </p:stCondLst>
                                          <p:endCondLst>
                                            <p:cond evt="onStopAudio" delay="0">
                                              <p:tgtEl>
                                                <p:sldTgt/>
                                              </p:tgtEl>
                                            </p:cond>
                                          </p:endCondLst>
                                        </p:cTn>
                                        <p:tgtEl>
                                          <p:sndTgt r:embed="rId1"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18442"/>
                                        </p:tgtEl>
                                        <p:attrNameLst>
                                          <p:attrName>style.visibility</p:attrName>
                                        </p:attrNameLst>
                                      </p:cBhvr>
                                      <p:to>
                                        <p:strVal val="visible"/>
                                      </p:to>
                                    </p:set>
                                    <p:animEffect transition="in" filter="box(out)">
                                      <p:cBhvr>
                                        <p:cTn id="24" dur="500"/>
                                        <p:tgtEl>
                                          <p:spTgt spid="18442"/>
                                        </p:tgtEl>
                                      </p:cBhvr>
                                    </p:animEffect>
                                  </p:childTnLst>
                                  <p:subTnLst>
                                    <p:audio>
                                      <p:cMediaNode>
                                        <p:cTn display="0" masterRel="sameClick">
                                          <p:stCondLst>
                                            <p:cond evt="begin" delay="0">
                                              <p:tn val="22"/>
                                            </p:cond>
                                          </p:stCondLst>
                                          <p:endCondLst>
                                            <p:cond evt="onStopAudio" delay="0">
                                              <p:tgtEl>
                                                <p:sldTgt/>
                                              </p:tgtEl>
                                            </p:cond>
                                          </p:endCondLst>
                                        </p:cTn>
                                        <p:tgtEl>
                                          <p:sndTgt r:embed="rId1" name="CAMERA.WAV"/>
                                        </p:tgtEl>
                                      </p:cMediaNode>
                                    </p:audio>
                                  </p:subTnLst>
                                </p:cTn>
                              </p:par>
                            </p:childTnLst>
                          </p:cTn>
                        </p:par>
                      </p:childTnLst>
                    </p:cTn>
                  </p:par>
                  <p:par>
                    <p:cTn id="25" fill="hold">
                      <p:stCondLst>
                        <p:cond delay="indefinite"/>
                      </p:stCondLst>
                      <p:childTnLst>
                        <p:par>
                          <p:cTn id="26" fill="hold">
                            <p:stCondLst>
                              <p:cond delay="0"/>
                            </p:stCondLst>
                            <p:childTnLst>
                              <p:par>
                                <p:cTn id="27" presetID="4" presetClass="entr" presetSubtype="32" fill="hold" grpId="0" nodeType="clickEffect">
                                  <p:stCondLst>
                                    <p:cond delay="0"/>
                                  </p:stCondLst>
                                  <p:childTnLst>
                                    <p:set>
                                      <p:cBhvr>
                                        <p:cTn id="28" dur="1" fill="hold">
                                          <p:stCondLst>
                                            <p:cond delay="0"/>
                                          </p:stCondLst>
                                        </p:cTn>
                                        <p:tgtEl>
                                          <p:spTgt spid="18443"/>
                                        </p:tgtEl>
                                        <p:attrNameLst>
                                          <p:attrName>style.visibility</p:attrName>
                                        </p:attrNameLst>
                                      </p:cBhvr>
                                      <p:to>
                                        <p:strVal val="visible"/>
                                      </p:to>
                                    </p:set>
                                    <p:animEffect transition="in" filter="box(out)">
                                      <p:cBhvr>
                                        <p:cTn id="29" dur="500"/>
                                        <p:tgtEl>
                                          <p:spTgt spid="18443"/>
                                        </p:tgtEl>
                                      </p:cBhvr>
                                    </p:animEffect>
                                  </p:childTnLst>
                                  <p:subTnLst>
                                    <p:audio>
                                      <p:cMediaNode>
                                        <p:cTn display="0" masterRel="sameClick">
                                          <p:stCondLst>
                                            <p:cond evt="begin" delay="0">
                                              <p:tn val="27"/>
                                            </p:cond>
                                          </p:stCondLst>
                                          <p:endCondLst>
                                            <p:cond evt="onStopAudio" delay="0">
                                              <p:tgtEl>
                                                <p:sldTgt/>
                                              </p:tgtEl>
                                            </p:cond>
                                          </p:endCondLst>
                                        </p:cTn>
                                        <p:tgtEl>
                                          <p:sndTgt r:embed="rId1" name="CAMERA.WAV"/>
                                        </p:tgtEl>
                                      </p:cMediaNode>
                                    </p:audio>
                                  </p:subTnLst>
                                </p:cTn>
                              </p:par>
                            </p:childTnLst>
                          </p:cTn>
                        </p:par>
                      </p:childTnLst>
                    </p:cTn>
                  </p:par>
                  <p:par>
                    <p:cTn id="30" fill="hold">
                      <p:stCondLst>
                        <p:cond delay="indefinite"/>
                      </p:stCondLst>
                      <p:childTnLst>
                        <p:par>
                          <p:cTn id="31" fill="hold">
                            <p:stCondLst>
                              <p:cond delay="0"/>
                            </p:stCondLst>
                            <p:childTnLst>
                              <p:par>
                                <p:cTn id="32" presetID="4" presetClass="entr" presetSubtype="32" fill="hold" grpId="0" nodeType="clickEffect">
                                  <p:stCondLst>
                                    <p:cond delay="0"/>
                                  </p:stCondLst>
                                  <p:childTnLst>
                                    <p:set>
                                      <p:cBhvr>
                                        <p:cTn id="33" dur="1" fill="hold">
                                          <p:stCondLst>
                                            <p:cond delay="0"/>
                                          </p:stCondLst>
                                        </p:cTn>
                                        <p:tgtEl>
                                          <p:spTgt spid="18444"/>
                                        </p:tgtEl>
                                        <p:attrNameLst>
                                          <p:attrName>style.visibility</p:attrName>
                                        </p:attrNameLst>
                                      </p:cBhvr>
                                      <p:to>
                                        <p:strVal val="visible"/>
                                      </p:to>
                                    </p:set>
                                    <p:animEffect transition="in" filter="box(out)">
                                      <p:cBhvr>
                                        <p:cTn id="34" dur="500"/>
                                        <p:tgtEl>
                                          <p:spTgt spid="18444"/>
                                        </p:tgtEl>
                                      </p:cBhvr>
                                    </p:animEffect>
                                  </p:childTnLst>
                                  <p:subTnLst>
                                    <p:audio>
                                      <p:cMediaNode>
                                        <p:cTn display="0" masterRel="sameClick">
                                          <p:stCondLst>
                                            <p:cond evt="begin" delay="0">
                                              <p:tn val="32"/>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bldLvl="5" build="p"/>
      <p:bldP spid="18439" grpId="0" bldLvl="0" animBg="1"/>
      <p:bldP spid="18442" grpId="0" bldLvl="0" animBg="1"/>
      <p:bldP spid="18443" grpId="0" bldLvl="0" animBg="1"/>
      <p:bldP spid="18444" grpId="0" bldLvl="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0964" name="矩形 40963"/>
          <p:cNvSpPr/>
          <p:nvPr/>
        </p:nvSpPr>
        <p:spPr>
          <a:xfrm>
            <a:off x="2474913" y="1293813"/>
            <a:ext cx="3184525" cy="2306637"/>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main()</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int i;</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char a[5];</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scanf("%s",a);</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for(i=0;i&lt;5;i++)</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printf("%d,",a[i]);</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40967" name="文本框 40966"/>
          <p:cNvSpPr txBox="1"/>
          <p:nvPr/>
        </p:nvSpPr>
        <p:spPr>
          <a:xfrm>
            <a:off x="2474913" y="3911600"/>
            <a:ext cx="5443537" cy="1320800"/>
          </a:xfrm>
          <a:prstGeom prst="rect">
            <a:avLst/>
          </a:prstGeom>
          <a:solidFill>
            <a:schemeClr val="bg2"/>
          </a:solidFill>
          <a:ln w="9525" cap="flat" cmpd="sng">
            <a:solidFill>
              <a:srgbClr val="669900"/>
            </a:solidFill>
            <a:prstDash val="solid"/>
            <a:miter/>
            <a:headEnd type="none" w="med" len="med"/>
            <a:tailEnd type="none" w="med" len="med"/>
          </a:ln>
        </p:spPr>
        <p:txBody>
          <a:bodyPr wrap="none" anchor="t" anchorCtr="0">
            <a:spAutoFit/>
          </a:bodyPr>
          <a:p>
            <a:r>
              <a:rPr lang="zh-CN" altLang="en-US" sz="2000" dirty="0">
                <a:latin typeface="微软雅黑 Light" panose="020B0502040204020203" charset="-122"/>
                <a:ea typeface="微软雅黑 Light" panose="020B0502040204020203" charset="-122"/>
              </a:rPr>
              <a:t>运行情况：</a:t>
            </a:r>
            <a:endParaRPr lang="zh-CN" altLang="en-US" sz="2000" dirty="0">
              <a:latin typeface="微软雅黑 Light" panose="020B0502040204020203" charset="-122"/>
              <a:ea typeface="微软雅黑 Light" panose="020B0502040204020203" charset="-122"/>
            </a:endParaRPr>
          </a:p>
          <a:p>
            <a:r>
              <a:rPr lang="zh-CN" altLang="en-US" sz="2000" dirty="0">
                <a:latin typeface="微软雅黑 Light" panose="020B0502040204020203" charset="-122"/>
                <a:ea typeface="微软雅黑 Light" panose="020B0502040204020203" charset="-122"/>
              </a:rPr>
              <a:t>（</a:t>
            </a:r>
            <a:r>
              <a:rPr lang="en-US" altLang="zh-CN" sz="2000" dirty="0">
                <a:latin typeface="微软雅黑 Light" panose="020B0502040204020203" charset="-122"/>
                <a:ea typeface="微软雅黑 Light" panose="020B0502040204020203" charset="-122"/>
              </a:rPr>
              <a:t>1</a:t>
            </a:r>
            <a:r>
              <a:rPr lang="zh-CN" altLang="en-US" sz="2000" dirty="0">
                <a:latin typeface="微软雅黑 Light" panose="020B0502040204020203" charset="-122"/>
                <a:ea typeface="微软雅黑 Light" panose="020B0502040204020203" charset="-122"/>
              </a:rPr>
              <a:t>）若输入  </a:t>
            </a:r>
            <a:r>
              <a:rPr lang="en-US" altLang="zh-CN" sz="2000" err="1">
                <a:latin typeface="微软雅黑 Light" panose="020B0502040204020203" charset="-122"/>
                <a:ea typeface="微软雅黑 Light" panose="020B0502040204020203" charset="-122"/>
              </a:rPr>
              <a:t>hel</a:t>
            </a:r>
            <a:r>
              <a:rPr lang="en-US" altLang="zh-CN" sz="2000" dirty="0">
                <a:latin typeface="微软雅黑 Light" panose="020B0502040204020203" charset="-122"/>
                <a:ea typeface="微软雅黑 Light" panose="020B0502040204020203" charset="-122"/>
              </a:rPr>
              <a:t> , </a:t>
            </a:r>
            <a:r>
              <a:rPr lang="zh-CN" altLang="en-US" sz="2000" dirty="0">
                <a:latin typeface="微软雅黑 Light" panose="020B0502040204020203" charset="-122"/>
                <a:ea typeface="微软雅黑 Light" panose="020B0502040204020203" charset="-122"/>
              </a:rPr>
              <a:t>正常</a:t>
            </a:r>
            <a:endParaRPr lang="zh-CN" altLang="en-US" sz="2000" dirty="0">
              <a:latin typeface="微软雅黑 Light" panose="020B0502040204020203" charset="-122"/>
              <a:ea typeface="微软雅黑 Light" panose="020B0502040204020203" charset="-122"/>
            </a:endParaRPr>
          </a:p>
          <a:p>
            <a:r>
              <a:rPr lang="zh-CN" altLang="en-US" sz="2000" dirty="0">
                <a:latin typeface="微软雅黑 Light" panose="020B0502040204020203" charset="-122"/>
                <a:ea typeface="微软雅黑 Light" panose="020B0502040204020203" charset="-122"/>
              </a:rPr>
              <a:t>（</a:t>
            </a:r>
            <a:r>
              <a:rPr lang="en-US" altLang="zh-CN" sz="2000" dirty="0">
                <a:latin typeface="微软雅黑 Light" panose="020B0502040204020203" charset="-122"/>
                <a:ea typeface="微软雅黑 Light" panose="020B0502040204020203" charset="-122"/>
              </a:rPr>
              <a:t>2</a:t>
            </a:r>
            <a:r>
              <a:rPr lang="zh-CN" altLang="en-US" sz="2000" dirty="0">
                <a:latin typeface="微软雅黑 Light" panose="020B0502040204020203" charset="-122"/>
                <a:ea typeface="微软雅黑 Light" panose="020B0502040204020203" charset="-122"/>
              </a:rPr>
              <a:t>）若输入  </a:t>
            </a:r>
            <a:r>
              <a:rPr lang="en-US" altLang="zh-CN" sz="2000" dirty="0">
                <a:latin typeface="微软雅黑 Light" panose="020B0502040204020203" charset="-122"/>
                <a:ea typeface="微软雅黑 Light" panose="020B0502040204020203" charset="-122"/>
              </a:rPr>
              <a:t>hell ,  </a:t>
            </a:r>
            <a:r>
              <a:rPr lang="zh-CN" altLang="en-US" sz="2000" dirty="0">
                <a:latin typeface="微软雅黑 Light" panose="020B0502040204020203" charset="-122"/>
                <a:ea typeface="微软雅黑 Light" panose="020B0502040204020203" charset="-122"/>
              </a:rPr>
              <a:t>正常</a:t>
            </a:r>
            <a:endParaRPr lang="zh-CN" altLang="en-US" sz="2000" dirty="0">
              <a:latin typeface="微软雅黑 Light" panose="020B0502040204020203" charset="-122"/>
              <a:ea typeface="微软雅黑 Light" panose="020B0502040204020203" charset="-122"/>
            </a:endParaRPr>
          </a:p>
          <a:p>
            <a:r>
              <a:rPr lang="zh-CN" altLang="en-US" sz="2000" dirty="0">
                <a:latin typeface="微软雅黑 Light" panose="020B0502040204020203" charset="-122"/>
                <a:ea typeface="微软雅黑 Light" panose="020B0502040204020203" charset="-122"/>
              </a:rPr>
              <a:t>（</a:t>
            </a:r>
            <a:r>
              <a:rPr lang="en-US" altLang="zh-CN" sz="2000" dirty="0">
                <a:latin typeface="微软雅黑 Light" panose="020B0502040204020203" charset="-122"/>
                <a:ea typeface="微软雅黑 Light" panose="020B0502040204020203" charset="-122"/>
              </a:rPr>
              <a:t>3</a:t>
            </a:r>
            <a:r>
              <a:rPr lang="zh-CN" altLang="en-US" sz="2000" dirty="0">
                <a:latin typeface="微软雅黑 Light" panose="020B0502040204020203" charset="-122"/>
                <a:ea typeface="微软雅黑 Light" panose="020B0502040204020203" charset="-122"/>
              </a:rPr>
              <a:t>）若输入  </a:t>
            </a:r>
            <a:r>
              <a:rPr lang="en-US" altLang="zh-CN" sz="2000" dirty="0">
                <a:latin typeface="微软雅黑 Light" panose="020B0502040204020203" charset="-122"/>
                <a:ea typeface="微软雅黑 Light" panose="020B0502040204020203" charset="-122"/>
              </a:rPr>
              <a:t>hello , </a:t>
            </a:r>
            <a:r>
              <a:rPr lang="zh-CN" altLang="en-US" sz="2000" dirty="0">
                <a:latin typeface="微软雅黑 Light" panose="020B0502040204020203" charset="-122"/>
                <a:ea typeface="微软雅黑 Light" panose="020B0502040204020203" charset="-122"/>
              </a:rPr>
              <a:t>用</a:t>
            </a:r>
            <a:r>
              <a:rPr lang="en-US" altLang="zh-CN" sz="2000" dirty="0">
                <a:latin typeface="微软雅黑 Light" panose="020B0502040204020203" charset="-122"/>
                <a:ea typeface="微软雅黑 Light" panose="020B0502040204020203" charset="-122"/>
              </a:rPr>
              <a:t>%s </a:t>
            </a:r>
            <a:r>
              <a:rPr lang="zh-CN" altLang="en-US" sz="2000" dirty="0">
                <a:latin typeface="微软雅黑 Light" panose="020B0502040204020203" charset="-122"/>
                <a:ea typeface="微软雅黑 Light" panose="020B0502040204020203" charset="-122"/>
              </a:rPr>
              <a:t>输出时，</a:t>
            </a:r>
            <a:r>
              <a:rPr lang="zh-CN" altLang="en-US" sz="2000" dirty="0">
                <a:solidFill>
                  <a:srgbClr val="FF3300"/>
                </a:solidFill>
                <a:latin typeface="微软雅黑 Light" panose="020B0502040204020203" charset="-122"/>
                <a:ea typeface="微软雅黑 Light" panose="020B0502040204020203" charset="-122"/>
              </a:rPr>
              <a:t>会出现问题</a:t>
            </a:r>
            <a:endParaRPr lang="zh-CN" altLang="en-US" sz="2000" dirty="0">
              <a:latin typeface="微软雅黑 Light" panose="020B0502040204020203" charset="-122"/>
              <a:ea typeface="微软雅黑 Light" panose="020B0502040204020203" charset="-122"/>
            </a:endParaRPr>
          </a:p>
        </p:txBody>
      </p:sp>
      <p:grpSp>
        <p:nvGrpSpPr>
          <p:cNvPr id="40996" name="组合 40995"/>
          <p:cNvGrpSpPr/>
          <p:nvPr/>
        </p:nvGrpSpPr>
        <p:grpSpPr>
          <a:xfrm>
            <a:off x="8140700" y="3729038"/>
            <a:ext cx="2006600" cy="1419225"/>
            <a:chOff x="4168" y="2349"/>
            <a:chExt cx="1264" cy="894"/>
          </a:xfrm>
        </p:grpSpPr>
        <p:grpSp>
          <p:nvGrpSpPr>
            <p:cNvPr id="517124" name="组合 40977"/>
            <p:cNvGrpSpPr/>
            <p:nvPr/>
          </p:nvGrpSpPr>
          <p:grpSpPr>
            <a:xfrm>
              <a:off x="4168" y="2349"/>
              <a:ext cx="1256" cy="264"/>
              <a:chOff x="3001" y="1416"/>
              <a:chExt cx="1256" cy="264"/>
            </a:xfrm>
          </p:grpSpPr>
          <p:grpSp>
            <p:nvGrpSpPr>
              <p:cNvPr id="517125" name="组合 40975"/>
              <p:cNvGrpSpPr/>
              <p:nvPr/>
            </p:nvGrpSpPr>
            <p:grpSpPr>
              <a:xfrm>
                <a:off x="3001" y="1416"/>
                <a:ext cx="1256" cy="245"/>
                <a:chOff x="3001" y="1416"/>
                <a:chExt cx="1256" cy="245"/>
              </a:xfrm>
            </p:grpSpPr>
            <p:sp>
              <p:nvSpPr>
                <p:cNvPr id="517126" name="直接连接符 40968"/>
                <p:cNvSpPr/>
                <p:nvPr/>
              </p:nvSpPr>
              <p:spPr>
                <a:xfrm>
                  <a:off x="3754" y="1436"/>
                  <a:ext cx="0" cy="217"/>
                </a:xfrm>
                <a:prstGeom prst="line">
                  <a:avLst/>
                </a:prstGeom>
                <a:ln w="9525" cap="flat" cmpd="sng">
                  <a:solidFill>
                    <a:schemeClr val="tx1"/>
                  </a:solidFill>
                  <a:prstDash val="solid"/>
                  <a:round/>
                  <a:headEnd type="none" w="med" len="med"/>
                  <a:tailEnd type="none" w="med" len="med"/>
                </a:ln>
              </p:spPr>
            </p:sp>
            <p:sp>
              <p:nvSpPr>
                <p:cNvPr id="517127" name="直接连接符 40969"/>
                <p:cNvSpPr/>
                <p:nvPr/>
              </p:nvSpPr>
              <p:spPr>
                <a:xfrm>
                  <a:off x="3257" y="1435"/>
                  <a:ext cx="0" cy="217"/>
                </a:xfrm>
                <a:prstGeom prst="line">
                  <a:avLst/>
                </a:prstGeom>
                <a:ln w="9525" cap="flat" cmpd="sng">
                  <a:solidFill>
                    <a:schemeClr val="tx1"/>
                  </a:solidFill>
                  <a:prstDash val="solid"/>
                  <a:round/>
                  <a:headEnd type="none" w="med" len="med"/>
                  <a:tailEnd type="none" w="med" len="med"/>
                </a:ln>
              </p:spPr>
            </p:sp>
            <p:sp>
              <p:nvSpPr>
                <p:cNvPr id="517128" name="直接连接符 40970"/>
                <p:cNvSpPr/>
                <p:nvPr/>
              </p:nvSpPr>
              <p:spPr>
                <a:xfrm>
                  <a:off x="3505" y="1435"/>
                  <a:ext cx="0" cy="217"/>
                </a:xfrm>
                <a:prstGeom prst="line">
                  <a:avLst/>
                </a:prstGeom>
                <a:ln w="9525" cap="flat" cmpd="sng">
                  <a:solidFill>
                    <a:schemeClr val="tx1"/>
                  </a:solidFill>
                  <a:prstDash val="solid"/>
                  <a:round/>
                  <a:headEnd type="none" w="med" len="med"/>
                  <a:tailEnd type="none" w="med" len="med"/>
                </a:ln>
              </p:spPr>
            </p:sp>
            <p:sp>
              <p:nvSpPr>
                <p:cNvPr id="517129" name="直接连接符 40971"/>
                <p:cNvSpPr/>
                <p:nvPr/>
              </p:nvSpPr>
              <p:spPr>
                <a:xfrm>
                  <a:off x="4018" y="1425"/>
                  <a:ext cx="0" cy="217"/>
                </a:xfrm>
                <a:prstGeom prst="line">
                  <a:avLst/>
                </a:prstGeom>
                <a:ln w="9525" cap="flat" cmpd="sng">
                  <a:solidFill>
                    <a:schemeClr val="tx1"/>
                  </a:solidFill>
                  <a:prstDash val="solid"/>
                  <a:round/>
                  <a:headEnd type="none" w="med" len="med"/>
                  <a:tailEnd type="none" w="med" len="med"/>
                </a:ln>
              </p:spPr>
            </p:sp>
            <p:sp>
              <p:nvSpPr>
                <p:cNvPr id="517130" name="矩形 40973"/>
                <p:cNvSpPr/>
                <p:nvPr/>
              </p:nvSpPr>
              <p:spPr>
                <a:xfrm>
                  <a:off x="3001" y="1416"/>
                  <a:ext cx="1256" cy="24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r>
                    <a:rPr lang="en-US" altLang="zh-CN" sz="4000" dirty="0">
                      <a:latin typeface="Times New Roman" panose="02020603050405020304" pitchFamily="18" charset="0"/>
                      <a:ea typeface="宋体" panose="02010600030101010101" pitchFamily="2" charset="-122"/>
                    </a:rPr>
                    <a:t> </a:t>
                  </a:r>
                  <a:endParaRPr lang="en-US" altLang="zh-CN" sz="4000" dirty="0">
                    <a:latin typeface="Times New Roman" panose="02020603050405020304" pitchFamily="18" charset="0"/>
                    <a:ea typeface="宋体" panose="02010600030101010101" pitchFamily="2" charset="-122"/>
                  </a:endParaRPr>
                </a:p>
              </p:txBody>
            </p:sp>
          </p:grpSp>
          <p:sp>
            <p:nvSpPr>
              <p:cNvPr id="517131" name="文本框 40976"/>
              <p:cNvSpPr txBox="1"/>
              <p:nvPr/>
            </p:nvSpPr>
            <p:spPr>
              <a:xfrm>
                <a:off x="3065" y="1429"/>
                <a:ext cx="955"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h    e     l    \0</a:t>
                </a:r>
                <a:endParaRPr lang="en-US" altLang="zh-CN" sz="2000">
                  <a:latin typeface="Times New Roman" panose="02020603050405020304" pitchFamily="18" charset="0"/>
                  <a:ea typeface="宋体" panose="02010600030101010101" pitchFamily="2" charset="-122"/>
                </a:endParaRPr>
              </a:p>
            </p:txBody>
          </p:sp>
        </p:grpSp>
        <p:grpSp>
          <p:nvGrpSpPr>
            <p:cNvPr id="517132" name="组合 40978"/>
            <p:cNvGrpSpPr/>
            <p:nvPr/>
          </p:nvGrpSpPr>
          <p:grpSpPr>
            <a:xfrm>
              <a:off x="4168" y="2657"/>
              <a:ext cx="1264" cy="264"/>
              <a:chOff x="3001" y="1416"/>
              <a:chExt cx="1264" cy="264"/>
            </a:xfrm>
          </p:grpSpPr>
          <p:grpSp>
            <p:nvGrpSpPr>
              <p:cNvPr id="517133" name="组合 40979"/>
              <p:cNvGrpSpPr/>
              <p:nvPr/>
            </p:nvGrpSpPr>
            <p:grpSpPr>
              <a:xfrm>
                <a:off x="3001" y="1416"/>
                <a:ext cx="1256" cy="245"/>
                <a:chOff x="3001" y="1416"/>
                <a:chExt cx="1256" cy="245"/>
              </a:xfrm>
            </p:grpSpPr>
            <p:sp>
              <p:nvSpPr>
                <p:cNvPr id="517134" name="直接连接符 40980"/>
                <p:cNvSpPr/>
                <p:nvPr/>
              </p:nvSpPr>
              <p:spPr>
                <a:xfrm>
                  <a:off x="3754" y="1436"/>
                  <a:ext cx="0" cy="217"/>
                </a:xfrm>
                <a:prstGeom prst="line">
                  <a:avLst/>
                </a:prstGeom>
                <a:ln w="9525" cap="flat" cmpd="sng">
                  <a:solidFill>
                    <a:schemeClr val="tx1"/>
                  </a:solidFill>
                  <a:prstDash val="solid"/>
                  <a:round/>
                  <a:headEnd type="none" w="med" len="med"/>
                  <a:tailEnd type="none" w="med" len="med"/>
                </a:ln>
              </p:spPr>
            </p:sp>
            <p:sp>
              <p:nvSpPr>
                <p:cNvPr id="517135" name="直接连接符 40981"/>
                <p:cNvSpPr/>
                <p:nvPr/>
              </p:nvSpPr>
              <p:spPr>
                <a:xfrm>
                  <a:off x="3257" y="1435"/>
                  <a:ext cx="0" cy="217"/>
                </a:xfrm>
                <a:prstGeom prst="line">
                  <a:avLst/>
                </a:prstGeom>
                <a:ln w="9525" cap="flat" cmpd="sng">
                  <a:solidFill>
                    <a:schemeClr val="tx1"/>
                  </a:solidFill>
                  <a:prstDash val="solid"/>
                  <a:round/>
                  <a:headEnd type="none" w="med" len="med"/>
                  <a:tailEnd type="none" w="med" len="med"/>
                </a:ln>
              </p:spPr>
            </p:sp>
            <p:sp>
              <p:nvSpPr>
                <p:cNvPr id="517136" name="直接连接符 40982"/>
                <p:cNvSpPr/>
                <p:nvPr/>
              </p:nvSpPr>
              <p:spPr>
                <a:xfrm>
                  <a:off x="3505" y="1435"/>
                  <a:ext cx="0" cy="217"/>
                </a:xfrm>
                <a:prstGeom prst="line">
                  <a:avLst/>
                </a:prstGeom>
                <a:ln w="9525" cap="flat" cmpd="sng">
                  <a:solidFill>
                    <a:schemeClr val="tx1"/>
                  </a:solidFill>
                  <a:prstDash val="solid"/>
                  <a:round/>
                  <a:headEnd type="none" w="med" len="med"/>
                  <a:tailEnd type="none" w="med" len="med"/>
                </a:ln>
              </p:spPr>
            </p:sp>
            <p:sp>
              <p:nvSpPr>
                <p:cNvPr id="517137" name="直接连接符 40983"/>
                <p:cNvSpPr/>
                <p:nvPr/>
              </p:nvSpPr>
              <p:spPr>
                <a:xfrm>
                  <a:off x="4018" y="1425"/>
                  <a:ext cx="0" cy="217"/>
                </a:xfrm>
                <a:prstGeom prst="line">
                  <a:avLst/>
                </a:prstGeom>
                <a:ln w="9525" cap="flat" cmpd="sng">
                  <a:solidFill>
                    <a:schemeClr val="tx1"/>
                  </a:solidFill>
                  <a:prstDash val="solid"/>
                  <a:round/>
                  <a:headEnd type="none" w="med" len="med"/>
                  <a:tailEnd type="none" w="med" len="med"/>
                </a:ln>
              </p:spPr>
            </p:sp>
            <p:sp>
              <p:nvSpPr>
                <p:cNvPr id="517138" name="矩形 40984"/>
                <p:cNvSpPr/>
                <p:nvPr/>
              </p:nvSpPr>
              <p:spPr>
                <a:xfrm>
                  <a:off x="3001" y="1416"/>
                  <a:ext cx="1256" cy="24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r>
                    <a:rPr lang="en-US" altLang="zh-CN" sz="4000" dirty="0">
                      <a:latin typeface="Times New Roman" panose="02020603050405020304" pitchFamily="18" charset="0"/>
                      <a:ea typeface="宋体" panose="02010600030101010101" pitchFamily="2" charset="-122"/>
                    </a:rPr>
                    <a:t> </a:t>
                  </a:r>
                  <a:endParaRPr lang="en-US" altLang="zh-CN" sz="4000" dirty="0">
                    <a:latin typeface="Times New Roman" panose="02020603050405020304" pitchFamily="18" charset="0"/>
                    <a:ea typeface="宋体" panose="02010600030101010101" pitchFamily="2" charset="-122"/>
                  </a:endParaRPr>
                </a:p>
              </p:txBody>
            </p:sp>
          </p:grpSp>
          <p:sp>
            <p:nvSpPr>
              <p:cNvPr id="517139" name="文本框 40985"/>
              <p:cNvSpPr txBox="1"/>
              <p:nvPr/>
            </p:nvSpPr>
            <p:spPr>
              <a:xfrm>
                <a:off x="3065" y="1429"/>
                <a:ext cx="1200"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h    e     l     l    \0</a:t>
                </a:r>
                <a:endParaRPr lang="en-US" altLang="zh-CN" sz="2000">
                  <a:latin typeface="Times New Roman" panose="02020603050405020304" pitchFamily="18" charset="0"/>
                  <a:ea typeface="宋体" panose="02010600030101010101" pitchFamily="2" charset="-122"/>
                </a:endParaRPr>
              </a:p>
            </p:txBody>
          </p:sp>
        </p:grpSp>
        <p:grpSp>
          <p:nvGrpSpPr>
            <p:cNvPr id="517140" name="组合 40986"/>
            <p:cNvGrpSpPr/>
            <p:nvPr/>
          </p:nvGrpSpPr>
          <p:grpSpPr>
            <a:xfrm>
              <a:off x="4168" y="2979"/>
              <a:ext cx="1256" cy="264"/>
              <a:chOff x="3001" y="1416"/>
              <a:chExt cx="1256" cy="264"/>
            </a:xfrm>
          </p:grpSpPr>
          <p:grpSp>
            <p:nvGrpSpPr>
              <p:cNvPr id="517141" name="组合 40987"/>
              <p:cNvGrpSpPr/>
              <p:nvPr/>
            </p:nvGrpSpPr>
            <p:grpSpPr>
              <a:xfrm>
                <a:off x="3001" y="1416"/>
                <a:ext cx="1256" cy="245"/>
                <a:chOff x="3001" y="1416"/>
                <a:chExt cx="1256" cy="245"/>
              </a:xfrm>
            </p:grpSpPr>
            <p:sp>
              <p:nvSpPr>
                <p:cNvPr id="517142" name="直接连接符 40988"/>
                <p:cNvSpPr/>
                <p:nvPr/>
              </p:nvSpPr>
              <p:spPr>
                <a:xfrm>
                  <a:off x="3754" y="1436"/>
                  <a:ext cx="0" cy="217"/>
                </a:xfrm>
                <a:prstGeom prst="line">
                  <a:avLst/>
                </a:prstGeom>
                <a:ln w="9525" cap="flat" cmpd="sng">
                  <a:solidFill>
                    <a:schemeClr val="tx1"/>
                  </a:solidFill>
                  <a:prstDash val="solid"/>
                  <a:round/>
                  <a:headEnd type="none" w="med" len="med"/>
                  <a:tailEnd type="none" w="med" len="med"/>
                </a:ln>
              </p:spPr>
            </p:sp>
            <p:sp>
              <p:nvSpPr>
                <p:cNvPr id="517143" name="直接连接符 40989"/>
                <p:cNvSpPr/>
                <p:nvPr/>
              </p:nvSpPr>
              <p:spPr>
                <a:xfrm>
                  <a:off x="3257" y="1435"/>
                  <a:ext cx="0" cy="217"/>
                </a:xfrm>
                <a:prstGeom prst="line">
                  <a:avLst/>
                </a:prstGeom>
                <a:ln w="9525" cap="flat" cmpd="sng">
                  <a:solidFill>
                    <a:schemeClr val="tx1"/>
                  </a:solidFill>
                  <a:prstDash val="solid"/>
                  <a:round/>
                  <a:headEnd type="none" w="med" len="med"/>
                  <a:tailEnd type="none" w="med" len="med"/>
                </a:ln>
              </p:spPr>
            </p:sp>
            <p:sp>
              <p:nvSpPr>
                <p:cNvPr id="517144" name="直接连接符 40990"/>
                <p:cNvSpPr/>
                <p:nvPr/>
              </p:nvSpPr>
              <p:spPr>
                <a:xfrm>
                  <a:off x="3505" y="1435"/>
                  <a:ext cx="0" cy="217"/>
                </a:xfrm>
                <a:prstGeom prst="line">
                  <a:avLst/>
                </a:prstGeom>
                <a:ln w="9525" cap="flat" cmpd="sng">
                  <a:solidFill>
                    <a:schemeClr val="tx1"/>
                  </a:solidFill>
                  <a:prstDash val="solid"/>
                  <a:round/>
                  <a:headEnd type="none" w="med" len="med"/>
                  <a:tailEnd type="none" w="med" len="med"/>
                </a:ln>
              </p:spPr>
            </p:sp>
            <p:sp>
              <p:nvSpPr>
                <p:cNvPr id="517145" name="直接连接符 40991"/>
                <p:cNvSpPr/>
                <p:nvPr/>
              </p:nvSpPr>
              <p:spPr>
                <a:xfrm>
                  <a:off x="4018" y="1425"/>
                  <a:ext cx="0" cy="217"/>
                </a:xfrm>
                <a:prstGeom prst="line">
                  <a:avLst/>
                </a:prstGeom>
                <a:ln w="9525" cap="flat" cmpd="sng">
                  <a:solidFill>
                    <a:schemeClr val="tx1"/>
                  </a:solidFill>
                  <a:prstDash val="solid"/>
                  <a:round/>
                  <a:headEnd type="none" w="med" len="med"/>
                  <a:tailEnd type="none" w="med" len="med"/>
                </a:ln>
              </p:spPr>
            </p:sp>
            <p:sp>
              <p:nvSpPr>
                <p:cNvPr id="517146" name="矩形 40992"/>
                <p:cNvSpPr/>
                <p:nvPr/>
              </p:nvSpPr>
              <p:spPr>
                <a:xfrm>
                  <a:off x="3001" y="1416"/>
                  <a:ext cx="1256" cy="24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r>
                    <a:rPr lang="en-US" altLang="zh-CN" sz="4000" dirty="0">
                      <a:latin typeface="Times New Roman" panose="02020603050405020304" pitchFamily="18" charset="0"/>
                      <a:ea typeface="宋体" panose="02010600030101010101" pitchFamily="2" charset="-122"/>
                    </a:rPr>
                    <a:t> </a:t>
                  </a:r>
                  <a:endParaRPr lang="en-US" altLang="zh-CN" sz="4000" dirty="0">
                    <a:latin typeface="Times New Roman" panose="02020603050405020304" pitchFamily="18" charset="0"/>
                    <a:ea typeface="宋体" panose="02010600030101010101" pitchFamily="2" charset="-122"/>
                  </a:endParaRPr>
                </a:p>
              </p:txBody>
            </p:sp>
          </p:grpSp>
          <p:sp>
            <p:nvSpPr>
              <p:cNvPr id="517147" name="文本框 40993"/>
              <p:cNvSpPr txBox="1"/>
              <p:nvPr/>
            </p:nvSpPr>
            <p:spPr>
              <a:xfrm>
                <a:off x="3065" y="1429"/>
                <a:ext cx="1155"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h    e     l    l     o</a:t>
                </a:r>
                <a:endParaRPr lang="en-US" altLang="zh-CN" sz="2000">
                  <a:latin typeface="Times New Roman" panose="02020603050405020304" pitchFamily="18" charset="0"/>
                  <a:ea typeface="宋体" panose="02010600030101010101" pitchFamily="2" charset="-122"/>
                </a:endParaRPr>
              </a:p>
            </p:txBody>
          </p:sp>
        </p:grpSp>
      </p:grpSp>
      <p:sp useBgFill="1">
        <p:nvSpPr>
          <p:cNvPr id="517148" name="动作按钮: 文档 40994">
            <a:hlinkClick r:id="rId1" action="ppaction://program"/>
          </p:cNvPr>
          <p:cNvSpPr/>
          <p:nvPr/>
        </p:nvSpPr>
        <p:spPr>
          <a:xfrm>
            <a:off x="2209800" y="5943600"/>
            <a:ext cx="533400" cy="685800"/>
          </a:xfrm>
          <a:prstGeom prst="actionButtonDocument">
            <a:avLst/>
          </a:prstGeom>
          <a:ln w="9525" cap="flat" cmpd="sng">
            <a:solidFill>
              <a:schemeClr val="tx1"/>
            </a:solidFill>
            <a:prstDash val="solid"/>
            <a:miter/>
            <a:headEnd type="none" w="med" len="med"/>
            <a:tailEnd type="none" w="med" len="med"/>
          </a:ln>
        </p:spPr>
        <p:txBody>
          <a:bodyPr anchor="t" anchorCtr="0"/>
          <a:p>
            <a:endParaRPr lang="zh-CN" altLang="en-US">
              <a:latin typeface="Calibri" panose="020F0502020204030204" pitchFamily="34" charset="0"/>
              <a:ea typeface="宋体" panose="02010600030101010101" pitchFamily="2" charset="-122"/>
            </a:endParaRPr>
          </a:p>
        </p:txBody>
      </p:sp>
      <p:sp>
        <p:nvSpPr>
          <p:cNvPr id="40997" name="爆炸形 1 40996"/>
          <p:cNvSpPr/>
          <p:nvPr/>
        </p:nvSpPr>
        <p:spPr>
          <a:xfrm>
            <a:off x="5476875" y="1789113"/>
            <a:ext cx="5446713" cy="1060450"/>
          </a:xfrm>
          <a:prstGeom prst="irregularSeal1">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微软雅黑 Light" panose="020B0502040204020203" charset="-122"/>
                <a:ea typeface="微软雅黑 Light" panose="020B0502040204020203" charset="-122"/>
              </a:rPr>
              <a:t>输入字符串长度&lt;数组维数</a:t>
            </a:r>
            <a:endParaRPr lang="zh-CN" altLang="zh-CN">
              <a:latin typeface="微软雅黑 Light" panose="020B0502040204020203" charset="-122"/>
              <a:ea typeface="微软雅黑 Light" panose="020B0502040204020203" charset="-122"/>
            </a:endParaRPr>
          </a:p>
        </p:txBody>
      </p:sp>
      <p:sp>
        <p:nvSpPr>
          <p:cNvPr id="517150" name="标题 40999"/>
          <p:cNvSpPr>
            <a:spLocks noGrp="1"/>
          </p:cNvSpPr>
          <p:nvPr>
            <p:ph type="title" idx="4294967295"/>
          </p:nvPr>
        </p:nvSpPr>
        <p:spPr>
          <a:xfrm>
            <a:off x="1704975" y="747713"/>
            <a:ext cx="1730375" cy="546100"/>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例子</a:t>
            </a:r>
            <a:endParaRPr lang="zh-CN" altLang="en-US" sz="2400" dirty="0">
              <a:latin typeface="微软雅黑 Light" panose="020B0502040204020203" charset="-122"/>
              <a:ea typeface="微软雅黑 Light" panose="020B0502040204020203" charset="-122"/>
            </a:endParaRPr>
          </a:p>
        </p:txBody>
      </p:sp>
      <p:sp>
        <p:nvSpPr>
          <p:cNvPr id="517151"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40964"/>
                                        </p:tgtEl>
                                        <p:attrNameLst>
                                          <p:attrName>style.visibility</p:attrName>
                                        </p:attrNameLst>
                                      </p:cBhvr>
                                      <p:to>
                                        <p:strVal val="visible"/>
                                      </p:to>
                                    </p:set>
                                    <p:animEffect transition="in" filter="box(out)">
                                      <p:cBhvr>
                                        <p:cTn id="7" dur="500"/>
                                        <p:tgtEl>
                                          <p:spTgt spid="40964"/>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2" presetClass="entr" presetSubtype="8" fill="hold" grpId="0" nodeType="clickEffect">
                                  <p:stCondLst>
                                    <p:cond delay="0"/>
                                  </p:stCondLst>
                                  <p:childTnLst>
                                    <p:set>
                                      <p:cBhvr>
                                        <p:cTn id="11" dur="1" fill="hold">
                                          <p:stCondLst>
                                            <p:cond delay="0"/>
                                          </p:stCondLst>
                                        </p:cTn>
                                        <p:tgtEl>
                                          <p:spTgt spid="40967"/>
                                        </p:tgtEl>
                                        <p:attrNameLst>
                                          <p:attrName>style.visibility</p:attrName>
                                        </p:attrNameLst>
                                      </p:cBhvr>
                                      <p:to>
                                        <p:strVal val="visible"/>
                                      </p:to>
                                    </p:set>
                                    <p:anim calcmode="lin" valueType="num">
                                      <p:cBhvr>
                                        <p:cTn id="12" dur="500" fill="hold"/>
                                        <p:tgtEl>
                                          <p:spTgt spid="40967"/>
                                        </p:tgtEl>
                                        <p:attrNameLst>
                                          <p:attrName>ppt_x</p:attrName>
                                        </p:attrNameLst>
                                      </p:cBhvr>
                                      <p:tavLst>
                                        <p:tav tm="0">
                                          <p:val>
                                            <p:strVal val="0-#ppt_w/2"/>
                                          </p:val>
                                        </p:tav>
                                        <p:tav tm="100000">
                                          <p:val>
                                            <p:strVal val="#ppt_x"/>
                                          </p:val>
                                        </p:tav>
                                      </p:tavLst>
                                    </p:anim>
                                    <p:anim calcmode="lin" valueType="num">
                                      <p:cBhvr>
                                        <p:cTn id="13" dur="500" fill="hold"/>
                                        <p:tgtEl>
                                          <p:spTgt spid="40967"/>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WHOOSH.WAV"/>
                                        </p:tgtEl>
                                      </p:cMediaNode>
                                    </p:audio>
                                  </p:subTnLst>
                                </p:cTn>
                              </p:par>
                            </p:childTnLst>
                          </p:cTn>
                        </p:par>
                      </p:childTnLst>
                    </p:cTn>
                  </p:par>
                  <p:par>
                    <p:cTn id="14" fill="hold">
                      <p:stCondLst>
                        <p:cond delay="indefinite"/>
                      </p:stCondLst>
                      <p:childTnLst>
                        <p:par>
                          <p:cTn id="15" fill="hold">
                            <p:stCondLst>
                              <p:cond delay="0"/>
                            </p:stCondLst>
                            <p:childTnLst>
                              <p:par>
                                <p:cTn id="16" presetID="4" presetClass="entr" presetSubtype="32" fill="hold" nodeType="clickEffect">
                                  <p:stCondLst>
                                    <p:cond delay="0"/>
                                  </p:stCondLst>
                                  <p:childTnLst>
                                    <p:set>
                                      <p:cBhvr>
                                        <p:cTn id="17" dur="1" fill="hold">
                                          <p:stCondLst>
                                            <p:cond delay="0"/>
                                          </p:stCondLst>
                                        </p:cTn>
                                        <p:tgtEl>
                                          <p:spTgt spid="40996"/>
                                        </p:tgtEl>
                                        <p:attrNameLst>
                                          <p:attrName>style.visibility</p:attrName>
                                        </p:attrNameLst>
                                      </p:cBhvr>
                                      <p:to>
                                        <p:strVal val="visible"/>
                                      </p:to>
                                    </p:set>
                                    <p:animEffect transition="in" filter="box(out)">
                                      <p:cBhvr>
                                        <p:cTn id="18" dur="500"/>
                                        <p:tgtEl>
                                          <p:spTgt spid="40996"/>
                                        </p:tgtEl>
                                      </p:cBhvr>
                                    </p:animEffect>
                                  </p:childTnLst>
                                  <p:subTnLst>
                                    <p:audio>
                                      <p:cMediaNode>
                                        <p:cTn display="0" masterRel="sameClick">
                                          <p:stCondLst>
                                            <p:cond evt="begin" delay="0">
                                              <p:tn val="16"/>
                                            </p:cond>
                                          </p:stCondLst>
                                          <p:endCondLst>
                                            <p:cond evt="onStopAudio" delay="0">
                                              <p:tgtEl>
                                                <p:sldTgt/>
                                              </p:tgtEl>
                                            </p:cond>
                                          </p:endCondLst>
                                        </p:cTn>
                                        <p:tgtEl>
                                          <p:sndTgt r:embed="rId2" name="CAMERA.WAV"/>
                                        </p:tgtEl>
                                      </p:cMediaNode>
                                    </p:audio>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40997"/>
                                        </p:tgtEl>
                                        <p:attrNameLst>
                                          <p:attrName>style.visibility</p:attrName>
                                        </p:attrNameLst>
                                      </p:cBhvr>
                                      <p:to>
                                        <p:strVal val="visible"/>
                                      </p:to>
                                    </p:set>
                                    <p:animEffect transition="in" filter="box(out)">
                                      <p:cBhvr>
                                        <p:cTn id="23" dur="500"/>
                                        <p:tgtEl>
                                          <p:spTgt spid="40997"/>
                                        </p:tgtEl>
                                      </p:cBhvr>
                                    </p:animEffect>
                                  </p:childTnLst>
                                  <p:subTnLst>
                                    <p:audio>
                                      <p:cMediaNode>
                                        <p:cTn display="0" masterRel="sameClick">
                                          <p:stCondLst>
                                            <p:cond evt="begin" delay="0">
                                              <p:tn val="21"/>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4" grpId="0" bldLvl="0" animBg="1"/>
      <p:bldP spid="40967" grpId="0" bldLvl="0" animBg="1"/>
      <p:bldP spid="40997" grpId="0" bldLvl="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1988" name="文本框 41987"/>
          <p:cNvSpPr txBox="1"/>
          <p:nvPr/>
        </p:nvSpPr>
        <p:spPr>
          <a:xfrm>
            <a:off x="2225675" y="481013"/>
            <a:ext cx="309563" cy="368300"/>
          </a:xfrm>
          <a:prstGeom prst="rect">
            <a:avLst/>
          </a:prstGeom>
          <a:noFill/>
          <a:ln w="9525">
            <a:noFill/>
          </a:ln>
        </p:spPr>
        <p:txBody>
          <a:bodyPr wrap="none" anchor="t" anchorCtr="0">
            <a:spAutoFit/>
          </a:bodyPr>
          <a:p>
            <a:endParaRPr lang="zh-CN" altLang="zh-CN" dirty="0">
              <a:latin typeface="Times New Roman" panose="02020603050405020304" pitchFamily="18" charset="0"/>
              <a:ea typeface="宋体" panose="02010600030101010101" pitchFamily="2" charset="-122"/>
            </a:endParaRPr>
          </a:p>
        </p:txBody>
      </p:sp>
      <p:grpSp>
        <p:nvGrpSpPr>
          <p:cNvPr id="42031" name="组合 42030"/>
          <p:cNvGrpSpPr/>
          <p:nvPr/>
        </p:nvGrpSpPr>
        <p:grpSpPr>
          <a:xfrm>
            <a:off x="3221038" y="5260975"/>
            <a:ext cx="5976937" cy="1212850"/>
            <a:chOff x="2555" y="1312"/>
            <a:chExt cx="3765" cy="764"/>
          </a:xfrm>
        </p:grpSpPr>
        <p:grpSp>
          <p:nvGrpSpPr>
            <p:cNvPr id="518147" name="组合 41990"/>
            <p:cNvGrpSpPr/>
            <p:nvPr/>
          </p:nvGrpSpPr>
          <p:grpSpPr>
            <a:xfrm>
              <a:off x="2557" y="1316"/>
              <a:ext cx="1256" cy="264"/>
              <a:chOff x="3001" y="1416"/>
              <a:chExt cx="1256" cy="264"/>
            </a:xfrm>
          </p:grpSpPr>
          <p:grpSp>
            <p:nvGrpSpPr>
              <p:cNvPr id="518148" name="组合 41991"/>
              <p:cNvGrpSpPr/>
              <p:nvPr/>
            </p:nvGrpSpPr>
            <p:grpSpPr>
              <a:xfrm>
                <a:off x="3001" y="1416"/>
                <a:ext cx="1256" cy="245"/>
                <a:chOff x="3001" y="1416"/>
                <a:chExt cx="1256" cy="245"/>
              </a:xfrm>
            </p:grpSpPr>
            <p:sp>
              <p:nvSpPr>
                <p:cNvPr id="518149" name="直接连接符 41992"/>
                <p:cNvSpPr/>
                <p:nvPr/>
              </p:nvSpPr>
              <p:spPr>
                <a:xfrm>
                  <a:off x="3754" y="1436"/>
                  <a:ext cx="0" cy="217"/>
                </a:xfrm>
                <a:prstGeom prst="line">
                  <a:avLst/>
                </a:prstGeom>
                <a:ln w="9525" cap="flat" cmpd="sng">
                  <a:solidFill>
                    <a:schemeClr val="tx1"/>
                  </a:solidFill>
                  <a:prstDash val="solid"/>
                  <a:round/>
                  <a:headEnd type="none" w="med" len="med"/>
                  <a:tailEnd type="none" w="med" len="med"/>
                </a:ln>
              </p:spPr>
            </p:sp>
            <p:sp>
              <p:nvSpPr>
                <p:cNvPr id="518150" name="直接连接符 41993"/>
                <p:cNvSpPr/>
                <p:nvPr/>
              </p:nvSpPr>
              <p:spPr>
                <a:xfrm>
                  <a:off x="3257" y="1435"/>
                  <a:ext cx="0" cy="217"/>
                </a:xfrm>
                <a:prstGeom prst="line">
                  <a:avLst/>
                </a:prstGeom>
                <a:ln w="9525" cap="flat" cmpd="sng">
                  <a:solidFill>
                    <a:schemeClr val="tx1"/>
                  </a:solidFill>
                  <a:prstDash val="solid"/>
                  <a:round/>
                  <a:headEnd type="none" w="med" len="med"/>
                  <a:tailEnd type="none" w="med" len="med"/>
                </a:ln>
              </p:spPr>
            </p:sp>
            <p:sp>
              <p:nvSpPr>
                <p:cNvPr id="518151" name="直接连接符 41994"/>
                <p:cNvSpPr/>
                <p:nvPr/>
              </p:nvSpPr>
              <p:spPr>
                <a:xfrm>
                  <a:off x="3505" y="1435"/>
                  <a:ext cx="0" cy="217"/>
                </a:xfrm>
                <a:prstGeom prst="line">
                  <a:avLst/>
                </a:prstGeom>
                <a:ln w="9525" cap="flat" cmpd="sng">
                  <a:solidFill>
                    <a:schemeClr val="tx1"/>
                  </a:solidFill>
                  <a:prstDash val="solid"/>
                  <a:round/>
                  <a:headEnd type="none" w="med" len="med"/>
                  <a:tailEnd type="none" w="med" len="med"/>
                </a:ln>
              </p:spPr>
            </p:sp>
            <p:sp>
              <p:nvSpPr>
                <p:cNvPr id="518152" name="直接连接符 41995"/>
                <p:cNvSpPr/>
                <p:nvPr/>
              </p:nvSpPr>
              <p:spPr>
                <a:xfrm>
                  <a:off x="4018" y="1425"/>
                  <a:ext cx="0" cy="217"/>
                </a:xfrm>
                <a:prstGeom prst="line">
                  <a:avLst/>
                </a:prstGeom>
                <a:ln w="9525" cap="flat" cmpd="sng">
                  <a:solidFill>
                    <a:schemeClr val="tx1"/>
                  </a:solidFill>
                  <a:prstDash val="solid"/>
                  <a:round/>
                  <a:headEnd type="none" w="med" len="med"/>
                  <a:tailEnd type="none" w="med" len="med"/>
                </a:ln>
              </p:spPr>
            </p:sp>
            <p:sp>
              <p:nvSpPr>
                <p:cNvPr id="518153" name="矩形 41996"/>
                <p:cNvSpPr/>
                <p:nvPr/>
              </p:nvSpPr>
              <p:spPr>
                <a:xfrm>
                  <a:off x="3001" y="1416"/>
                  <a:ext cx="1256" cy="24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r>
                    <a:rPr lang="en-US" altLang="zh-CN" sz="4000" dirty="0">
                      <a:latin typeface="Times New Roman" panose="02020603050405020304" pitchFamily="18" charset="0"/>
                      <a:ea typeface="宋体" panose="02010600030101010101" pitchFamily="2" charset="-122"/>
                    </a:rPr>
                    <a:t> </a:t>
                  </a:r>
                  <a:endParaRPr lang="en-US" altLang="zh-CN" sz="4000" dirty="0">
                    <a:latin typeface="Times New Roman" panose="02020603050405020304" pitchFamily="18" charset="0"/>
                    <a:ea typeface="宋体" panose="02010600030101010101" pitchFamily="2" charset="-122"/>
                  </a:endParaRPr>
                </a:p>
              </p:txBody>
            </p:sp>
          </p:grpSp>
          <p:sp>
            <p:nvSpPr>
              <p:cNvPr id="518154" name="文本框 41997"/>
              <p:cNvSpPr txBox="1"/>
              <p:nvPr/>
            </p:nvSpPr>
            <p:spPr>
              <a:xfrm>
                <a:off x="3065" y="1429"/>
                <a:ext cx="991"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H   o    w    \0</a:t>
                </a:r>
                <a:endParaRPr lang="en-US" altLang="zh-CN" sz="2000">
                  <a:latin typeface="Times New Roman" panose="02020603050405020304" pitchFamily="18" charset="0"/>
                  <a:ea typeface="宋体" panose="02010600030101010101" pitchFamily="2" charset="-122"/>
                </a:endParaRPr>
              </a:p>
            </p:txBody>
          </p:sp>
        </p:grpSp>
        <p:grpSp>
          <p:nvGrpSpPr>
            <p:cNvPr id="518155" name="组合 41998"/>
            <p:cNvGrpSpPr/>
            <p:nvPr/>
          </p:nvGrpSpPr>
          <p:grpSpPr>
            <a:xfrm>
              <a:off x="2557" y="1569"/>
              <a:ext cx="1256" cy="264"/>
              <a:chOff x="3001" y="1416"/>
              <a:chExt cx="1256" cy="264"/>
            </a:xfrm>
          </p:grpSpPr>
          <p:grpSp>
            <p:nvGrpSpPr>
              <p:cNvPr id="518156" name="组合 41999"/>
              <p:cNvGrpSpPr/>
              <p:nvPr/>
            </p:nvGrpSpPr>
            <p:grpSpPr>
              <a:xfrm>
                <a:off x="3001" y="1416"/>
                <a:ext cx="1256" cy="245"/>
                <a:chOff x="3001" y="1416"/>
                <a:chExt cx="1256" cy="245"/>
              </a:xfrm>
            </p:grpSpPr>
            <p:sp>
              <p:nvSpPr>
                <p:cNvPr id="518157" name="直接连接符 42000"/>
                <p:cNvSpPr/>
                <p:nvPr/>
              </p:nvSpPr>
              <p:spPr>
                <a:xfrm>
                  <a:off x="3754" y="1436"/>
                  <a:ext cx="0" cy="217"/>
                </a:xfrm>
                <a:prstGeom prst="line">
                  <a:avLst/>
                </a:prstGeom>
                <a:ln w="9525" cap="flat" cmpd="sng">
                  <a:solidFill>
                    <a:schemeClr val="tx1"/>
                  </a:solidFill>
                  <a:prstDash val="solid"/>
                  <a:round/>
                  <a:headEnd type="none" w="med" len="med"/>
                  <a:tailEnd type="none" w="med" len="med"/>
                </a:ln>
              </p:spPr>
            </p:sp>
            <p:sp>
              <p:nvSpPr>
                <p:cNvPr id="518158" name="直接连接符 42001"/>
                <p:cNvSpPr/>
                <p:nvPr/>
              </p:nvSpPr>
              <p:spPr>
                <a:xfrm>
                  <a:off x="3257" y="1435"/>
                  <a:ext cx="0" cy="217"/>
                </a:xfrm>
                <a:prstGeom prst="line">
                  <a:avLst/>
                </a:prstGeom>
                <a:ln w="9525" cap="flat" cmpd="sng">
                  <a:solidFill>
                    <a:schemeClr val="tx1"/>
                  </a:solidFill>
                  <a:prstDash val="solid"/>
                  <a:round/>
                  <a:headEnd type="none" w="med" len="med"/>
                  <a:tailEnd type="none" w="med" len="med"/>
                </a:ln>
              </p:spPr>
            </p:sp>
            <p:sp>
              <p:nvSpPr>
                <p:cNvPr id="518159" name="直接连接符 42002"/>
                <p:cNvSpPr/>
                <p:nvPr/>
              </p:nvSpPr>
              <p:spPr>
                <a:xfrm>
                  <a:off x="3505" y="1435"/>
                  <a:ext cx="0" cy="217"/>
                </a:xfrm>
                <a:prstGeom prst="line">
                  <a:avLst/>
                </a:prstGeom>
                <a:ln w="9525" cap="flat" cmpd="sng">
                  <a:solidFill>
                    <a:schemeClr val="tx1"/>
                  </a:solidFill>
                  <a:prstDash val="solid"/>
                  <a:round/>
                  <a:headEnd type="none" w="med" len="med"/>
                  <a:tailEnd type="none" w="med" len="med"/>
                </a:ln>
              </p:spPr>
            </p:sp>
            <p:sp>
              <p:nvSpPr>
                <p:cNvPr id="518160" name="直接连接符 42003"/>
                <p:cNvSpPr/>
                <p:nvPr/>
              </p:nvSpPr>
              <p:spPr>
                <a:xfrm>
                  <a:off x="4018" y="1425"/>
                  <a:ext cx="0" cy="217"/>
                </a:xfrm>
                <a:prstGeom prst="line">
                  <a:avLst/>
                </a:prstGeom>
                <a:ln w="9525" cap="flat" cmpd="sng">
                  <a:solidFill>
                    <a:schemeClr val="tx1"/>
                  </a:solidFill>
                  <a:prstDash val="solid"/>
                  <a:round/>
                  <a:headEnd type="none" w="med" len="med"/>
                  <a:tailEnd type="none" w="med" len="med"/>
                </a:ln>
              </p:spPr>
            </p:sp>
            <p:sp>
              <p:nvSpPr>
                <p:cNvPr id="518161" name="矩形 42004"/>
                <p:cNvSpPr/>
                <p:nvPr/>
              </p:nvSpPr>
              <p:spPr>
                <a:xfrm>
                  <a:off x="3001" y="1416"/>
                  <a:ext cx="1256" cy="24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r>
                    <a:rPr lang="en-US" altLang="zh-CN" sz="4000" dirty="0">
                      <a:latin typeface="Times New Roman" panose="02020603050405020304" pitchFamily="18" charset="0"/>
                      <a:ea typeface="宋体" panose="02010600030101010101" pitchFamily="2" charset="-122"/>
                    </a:rPr>
                    <a:t> </a:t>
                  </a:r>
                  <a:endParaRPr lang="en-US" altLang="zh-CN" sz="4000" dirty="0">
                    <a:latin typeface="Times New Roman" panose="02020603050405020304" pitchFamily="18" charset="0"/>
                    <a:ea typeface="宋体" panose="02010600030101010101" pitchFamily="2" charset="-122"/>
                  </a:endParaRPr>
                </a:p>
              </p:txBody>
            </p:sp>
          </p:grpSp>
          <p:sp>
            <p:nvSpPr>
              <p:cNvPr id="518162" name="文本框 42005"/>
              <p:cNvSpPr txBox="1"/>
              <p:nvPr/>
            </p:nvSpPr>
            <p:spPr>
              <a:xfrm>
                <a:off x="3065" y="1429"/>
                <a:ext cx="955"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a    r     e    \0</a:t>
                </a:r>
                <a:endParaRPr lang="en-US" altLang="zh-CN" sz="2000">
                  <a:latin typeface="Times New Roman" panose="02020603050405020304" pitchFamily="18" charset="0"/>
                  <a:ea typeface="宋体" panose="02010600030101010101" pitchFamily="2" charset="-122"/>
                </a:endParaRPr>
              </a:p>
            </p:txBody>
          </p:sp>
        </p:grpSp>
        <p:grpSp>
          <p:nvGrpSpPr>
            <p:cNvPr id="518163" name="组合 42006"/>
            <p:cNvGrpSpPr/>
            <p:nvPr/>
          </p:nvGrpSpPr>
          <p:grpSpPr>
            <a:xfrm>
              <a:off x="2555" y="1812"/>
              <a:ext cx="1256" cy="264"/>
              <a:chOff x="3001" y="1416"/>
              <a:chExt cx="1256" cy="264"/>
            </a:xfrm>
          </p:grpSpPr>
          <p:grpSp>
            <p:nvGrpSpPr>
              <p:cNvPr id="518164" name="组合 42007"/>
              <p:cNvGrpSpPr/>
              <p:nvPr/>
            </p:nvGrpSpPr>
            <p:grpSpPr>
              <a:xfrm>
                <a:off x="3001" y="1416"/>
                <a:ext cx="1256" cy="245"/>
                <a:chOff x="3001" y="1416"/>
                <a:chExt cx="1256" cy="245"/>
              </a:xfrm>
            </p:grpSpPr>
            <p:sp>
              <p:nvSpPr>
                <p:cNvPr id="518165" name="直接连接符 42008"/>
                <p:cNvSpPr/>
                <p:nvPr/>
              </p:nvSpPr>
              <p:spPr>
                <a:xfrm>
                  <a:off x="3754" y="1436"/>
                  <a:ext cx="0" cy="217"/>
                </a:xfrm>
                <a:prstGeom prst="line">
                  <a:avLst/>
                </a:prstGeom>
                <a:ln w="9525" cap="flat" cmpd="sng">
                  <a:solidFill>
                    <a:schemeClr val="tx1"/>
                  </a:solidFill>
                  <a:prstDash val="solid"/>
                  <a:round/>
                  <a:headEnd type="none" w="med" len="med"/>
                  <a:tailEnd type="none" w="med" len="med"/>
                </a:ln>
              </p:spPr>
            </p:sp>
            <p:sp>
              <p:nvSpPr>
                <p:cNvPr id="518166" name="直接连接符 42009"/>
                <p:cNvSpPr/>
                <p:nvPr/>
              </p:nvSpPr>
              <p:spPr>
                <a:xfrm>
                  <a:off x="3257" y="1435"/>
                  <a:ext cx="0" cy="217"/>
                </a:xfrm>
                <a:prstGeom prst="line">
                  <a:avLst/>
                </a:prstGeom>
                <a:ln w="9525" cap="flat" cmpd="sng">
                  <a:solidFill>
                    <a:schemeClr val="tx1"/>
                  </a:solidFill>
                  <a:prstDash val="solid"/>
                  <a:round/>
                  <a:headEnd type="none" w="med" len="med"/>
                  <a:tailEnd type="none" w="med" len="med"/>
                </a:ln>
              </p:spPr>
            </p:sp>
            <p:sp>
              <p:nvSpPr>
                <p:cNvPr id="518167" name="直接连接符 42010"/>
                <p:cNvSpPr/>
                <p:nvPr/>
              </p:nvSpPr>
              <p:spPr>
                <a:xfrm>
                  <a:off x="3505" y="1435"/>
                  <a:ext cx="0" cy="217"/>
                </a:xfrm>
                <a:prstGeom prst="line">
                  <a:avLst/>
                </a:prstGeom>
                <a:ln w="9525" cap="flat" cmpd="sng">
                  <a:solidFill>
                    <a:schemeClr val="tx1"/>
                  </a:solidFill>
                  <a:prstDash val="solid"/>
                  <a:round/>
                  <a:headEnd type="none" w="med" len="med"/>
                  <a:tailEnd type="none" w="med" len="med"/>
                </a:ln>
              </p:spPr>
            </p:sp>
            <p:sp>
              <p:nvSpPr>
                <p:cNvPr id="518168" name="直接连接符 42011"/>
                <p:cNvSpPr/>
                <p:nvPr/>
              </p:nvSpPr>
              <p:spPr>
                <a:xfrm>
                  <a:off x="4018" y="1425"/>
                  <a:ext cx="0" cy="217"/>
                </a:xfrm>
                <a:prstGeom prst="line">
                  <a:avLst/>
                </a:prstGeom>
                <a:ln w="9525" cap="flat" cmpd="sng">
                  <a:solidFill>
                    <a:schemeClr val="tx1"/>
                  </a:solidFill>
                  <a:prstDash val="solid"/>
                  <a:round/>
                  <a:headEnd type="none" w="med" len="med"/>
                  <a:tailEnd type="none" w="med" len="med"/>
                </a:ln>
              </p:spPr>
            </p:sp>
            <p:sp>
              <p:nvSpPr>
                <p:cNvPr id="518169" name="矩形 42012"/>
                <p:cNvSpPr/>
                <p:nvPr/>
              </p:nvSpPr>
              <p:spPr>
                <a:xfrm>
                  <a:off x="3001" y="1416"/>
                  <a:ext cx="1256" cy="24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r>
                    <a:rPr lang="en-US" altLang="zh-CN" sz="4000" dirty="0">
                      <a:latin typeface="Times New Roman" panose="02020603050405020304" pitchFamily="18" charset="0"/>
                      <a:ea typeface="宋体" panose="02010600030101010101" pitchFamily="2" charset="-122"/>
                    </a:rPr>
                    <a:t> </a:t>
                  </a:r>
                  <a:endParaRPr lang="en-US" altLang="zh-CN" sz="4000" dirty="0">
                    <a:latin typeface="Times New Roman" panose="02020603050405020304" pitchFamily="18" charset="0"/>
                    <a:ea typeface="宋体" panose="02010600030101010101" pitchFamily="2" charset="-122"/>
                  </a:endParaRPr>
                </a:p>
              </p:txBody>
            </p:sp>
          </p:grpSp>
          <p:sp>
            <p:nvSpPr>
              <p:cNvPr id="518170" name="文本框 42013"/>
              <p:cNvSpPr txBox="1"/>
              <p:nvPr/>
            </p:nvSpPr>
            <p:spPr>
              <a:xfrm>
                <a:off x="3065" y="1429"/>
                <a:ext cx="1191"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y    o    u    ?    \0</a:t>
                </a:r>
                <a:endParaRPr lang="en-US" altLang="zh-CN" sz="2000">
                  <a:latin typeface="Times New Roman" panose="02020603050405020304" pitchFamily="18" charset="0"/>
                  <a:ea typeface="宋体" panose="02010600030101010101" pitchFamily="2" charset="-122"/>
                </a:endParaRPr>
              </a:p>
            </p:txBody>
          </p:sp>
        </p:grpSp>
        <p:grpSp>
          <p:nvGrpSpPr>
            <p:cNvPr id="518171" name="组合 42014"/>
            <p:cNvGrpSpPr/>
            <p:nvPr/>
          </p:nvGrpSpPr>
          <p:grpSpPr>
            <a:xfrm>
              <a:off x="3809" y="1312"/>
              <a:ext cx="1256" cy="253"/>
              <a:chOff x="3001" y="1416"/>
              <a:chExt cx="1256" cy="253"/>
            </a:xfrm>
          </p:grpSpPr>
          <p:grpSp>
            <p:nvGrpSpPr>
              <p:cNvPr id="518172" name="组合 42015"/>
              <p:cNvGrpSpPr/>
              <p:nvPr/>
            </p:nvGrpSpPr>
            <p:grpSpPr>
              <a:xfrm>
                <a:off x="3001" y="1416"/>
                <a:ext cx="1256" cy="245"/>
                <a:chOff x="3001" y="1416"/>
                <a:chExt cx="1256" cy="245"/>
              </a:xfrm>
            </p:grpSpPr>
            <p:sp>
              <p:nvSpPr>
                <p:cNvPr id="518173" name="直接连接符 42016"/>
                <p:cNvSpPr/>
                <p:nvPr/>
              </p:nvSpPr>
              <p:spPr>
                <a:xfrm>
                  <a:off x="3754" y="1436"/>
                  <a:ext cx="0" cy="217"/>
                </a:xfrm>
                <a:prstGeom prst="line">
                  <a:avLst/>
                </a:prstGeom>
                <a:ln w="9525" cap="flat" cmpd="sng">
                  <a:solidFill>
                    <a:schemeClr val="tx1"/>
                  </a:solidFill>
                  <a:prstDash val="solid"/>
                  <a:round/>
                  <a:headEnd type="none" w="med" len="med"/>
                  <a:tailEnd type="none" w="med" len="med"/>
                </a:ln>
              </p:spPr>
            </p:sp>
            <p:sp>
              <p:nvSpPr>
                <p:cNvPr id="518174" name="直接连接符 42017"/>
                <p:cNvSpPr/>
                <p:nvPr/>
              </p:nvSpPr>
              <p:spPr>
                <a:xfrm>
                  <a:off x="3257" y="1435"/>
                  <a:ext cx="0" cy="217"/>
                </a:xfrm>
                <a:prstGeom prst="line">
                  <a:avLst/>
                </a:prstGeom>
                <a:ln w="9525" cap="flat" cmpd="sng">
                  <a:solidFill>
                    <a:schemeClr val="tx1"/>
                  </a:solidFill>
                  <a:prstDash val="solid"/>
                  <a:round/>
                  <a:headEnd type="none" w="med" len="med"/>
                  <a:tailEnd type="none" w="med" len="med"/>
                </a:ln>
              </p:spPr>
            </p:sp>
            <p:sp>
              <p:nvSpPr>
                <p:cNvPr id="518175" name="直接连接符 42018"/>
                <p:cNvSpPr/>
                <p:nvPr/>
              </p:nvSpPr>
              <p:spPr>
                <a:xfrm>
                  <a:off x="3505" y="1435"/>
                  <a:ext cx="0" cy="217"/>
                </a:xfrm>
                <a:prstGeom prst="line">
                  <a:avLst/>
                </a:prstGeom>
                <a:ln w="9525" cap="flat" cmpd="sng">
                  <a:solidFill>
                    <a:schemeClr val="tx1"/>
                  </a:solidFill>
                  <a:prstDash val="solid"/>
                  <a:round/>
                  <a:headEnd type="none" w="med" len="med"/>
                  <a:tailEnd type="none" w="med" len="med"/>
                </a:ln>
              </p:spPr>
            </p:sp>
            <p:sp>
              <p:nvSpPr>
                <p:cNvPr id="518176" name="直接连接符 42019"/>
                <p:cNvSpPr/>
                <p:nvPr/>
              </p:nvSpPr>
              <p:spPr>
                <a:xfrm>
                  <a:off x="4018" y="1425"/>
                  <a:ext cx="0" cy="217"/>
                </a:xfrm>
                <a:prstGeom prst="line">
                  <a:avLst/>
                </a:prstGeom>
                <a:ln w="9525" cap="flat" cmpd="sng">
                  <a:solidFill>
                    <a:schemeClr val="tx1"/>
                  </a:solidFill>
                  <a:prstDash val="solid"/>
                  <a:round/>
                  <a:headEnd type="none" w="med" len="med"/>
                  <a:tailEnd type="none" w="med" len="med"/>
                </a:ln>
              </p:spPr>
            </p:sp>
            <p:sp>
              <p:nvSpPr>
                <p:cNvPr id="518177" name="矩形 42020"/>
                <p:cNvSpPr/>
                <p:nvPr/>
              </p:nvSpPr>
              <p:spPr>
                <a:xfrm>
                  <a:off x="3001" y="1416"/>
                  <a:ext cx="1256" cy="24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r>
                    <a:rPr lang="en-US" altLang="zh-CN" sz="4000" dirty="0">
                      <a:latin typeface="Times New Roman" panose="02020603050405020304" pitchFamily="18" charset="0"/>
                      <a:ea typeface="宋体" panose="02010600030101010101" pitchFamily="2" charset="-122"/>
                    </a:rPr>
                    <a:t> </a:t>
                  </a:r>
                  <a:endParaRPr lang="en-US" altLang="zh-CN" sz="4000" dirty="0">
                    <a:latin typeface="Times New Roman" panose="02020603050405020304" pitchFamily="18" charset="0"/>
                    <a:ea typeface="宋体" panose="02010600030101010101" pitchFamily="2" charset="-122"/>
                  </a:endParaRPr>
                </a:p>
              </p:txBody>
            </p:sp>
          </p:grpSp>
          <p:sp>
            <p:nvSpPr>
              <p:cNvPr id="518178" name="文本框 42021"/>
              <p:cNvSpPr txBox="1"/>
              <p:nvPr/>
            </p:nvSpPr>
            <p:spPr>
              <a:xfrm>
                <a:off x="3065" y="1418"/>
                <a:ext cx="195" cy="251"/>
              </a:xfrm>
              <a:prstGeom prst="rect">
                <a:avLst/>
              </a:prstGeom>
              <a:noFill/>
              <a:ln w="9525">
                <a:noFill/>
              </a:ln>
            </p:spPr>
            <p:txBody>
              <a:bodyPr wrap="none" anchor="t" anchorCtr="0">
                <a:spAutoFit/>
              </a:bodyPr>
              <a:p>
                <a:endParaRPr lang="zh-CN" altLang="zh-CN" sz="2000" dirty="0">
                  <a:latin typeface="Times New Roman" panose="02020603050405020304" pitchFamily="18" charset="0"/>
                  <a:ea typeface="宋体" panose="02010600030101010101" pitchFamily="2" charset="-122"/>
                </a:endParaRPr>
              </a:p>
            </p:txBody>
          </p:sp>
        </p:grpSp>
        <p:grpSp>
          <p:nvGrpSpPr>
            <p:cNvPr id="518179" name="组合 42022"/>
            <p:cNvGrpSpPr/>
            <p:nvPr/>
          </p:nvGrpSpPr>
          <p:grpSpPr>
            <a:xfrm>
              <a:off x="5064" y="1312"/>
              <a:ext cx="1256" cy="253"/>
              <a:chOff x="3001" y="1416"/>
              <a:chExt cx="1256" cy="253"/>
            </a:xfrm>
          </p:grpSpPr>
          <p:grpSp>
            <p:nvGrpSpPr>
              <p:cNvPr id="518180" name="组合 42023"/>
              <p:cNvGrpSpPr/>
              <p:nvPr/>
            </p:nvGrpSpPr>
            <p:grpSpPr>
              <a:xfrm>
                <a:off x="3001" y="1416"/>
                <a:ext cx="1256" cy="245"/>
                <a:chOff x="3001" y="1416"/>
                <a:chExt cx="1256" cy="245"/>
              </a:xfrm>
            </p:grpSpPr>
            <p:sp>
              <p:nvSpPr>
                <p:cNvPr id="518181" name="直接连接符 42024"/>
                <p:cNvSpPr/>
                <p:nvPr/>
              </p:nvSpPr>
              <p:spPr>
                <a:xfrm>
                  <a:off x="3754" y="1436"/>
                  <a:ext cx="0" cy="217"/>
                </a:xfrm>
                <a:prstGeom prst="line">
                  <a:avLst/>
                </a:prstGeom>
                <a:ln w="9525" cap="flat" cmpd="sng">
                  <a:solidFill>
                    <a:schemeClr val="tx1"/>
                  </a:solidFill>
                  <a:prstDash val="solid"/>
                  <a:round/>
                  <a:headEnd type="none" w="med" len="med"/>
                  <a:tailEnd type="none" w="med" len="med"/>
                </a:ln>
              </p:spPr>
            </p:sp>
            <p:sp>
              <p:nvSpPr>
                <p:cNvPr id="518182" name="直接连接符 42025"/>
                <p:cNvSpPr/>
                <p:nvPr/>
              </p:nvSpPr>
              <p:spPr>
                <a:xfrm>
                  <a:off x="3257" y="1435"/>
                  <a:ext cx="0" cy="217"/>
                </a:xfrm>
                <a:prstGeom prst="line">
                  <a:avLst/>
                </a:prstGeom>
                <a:ln w="9525" cap="flat" cmpd="sng">
                  <a:solidFill>
                    <a:schemeClr val="tx1"/>
                  </a:solidFill>
                  <a:prstDash val="solid"/>
                  <a:round/>
                  <a:headEnd type="none" w="med" len="med"/>
                  <a:tailEnd type="none" w="med" len="med"/>
                </a:ln>
              </p:spPr>
            </p:sp>
            <p:sp>
              <p:nvSpPr>
                <p:cNvPr id="518183" name="直接连接符 42026"/>
                <p:cNvSpPr/>
                <p:nvPr/>
              </p:nvSpPr>
              <p:spPr>
                <a:xfrm>
                  <a:off x="3505" y="1435"/>
                  <a:ext cx="0" cy="217"/>
                </a:xfrm>
                <a:prstGeom prst="line">
                  <a:avLst/>
                </a:prstGeom>
                <a:ln w="9525" cap="flat" cmpd="sng">
                  <a:solidFill>
                    <a:schemeClr val="tx1"/>
                  </a:solidFill>
                  <a:prstDash val="solid"/>
                  <a:round/>
                  <a:headEnd type="none" w="med" len="med"/>
                  <a:tailEnd type="none" w="med" len="med"/>
                </a:ln>
              </p:spPr>
            </p:sp>
            <p:sp>
              <p:nvSpPr>
                <p:cNvPr id="518184" name="直接连接符 42027"/>
                <p:cNvSpPr/>
                <p:nvPr/>
              </p:nvSpPr>
              <p:spPr>
                <a:xfrm>
                  <a:off x="4018" y="1425"/>
                  <a:ext cx="0" cy="217"/>
                </a:xfrm>
                <a:prstGeom prst="line">
                  <a:avLst/>
                </a:prstGeom>
                <a:ln w="9525" cap="flat" cmpd="sng">
                  <a:solidFill>
                    <a:schemeClr val="tx1"/>
                  </a:solidFill>
                  <a:prstDash val="solid"/>
                  <a:round/>
                  <a:headEnd type="none" w="med" len="med"/>
                  <a:tailEnd type="none" w="med" len="med"/>
                </a:ln>
              </p:spPr>
            </p:sp>
            <p:sp>
              <p:nvSpPr>
                <p:cNvPr id="518185" name="矩形 42028"/>
                <p:cNvSpPr/>
                <p:nvPr/>
              </p:nvSpPr>
              <p:spPr>
                <a:xfrm>
                  <a:off x="3001" y="1416"/>
                  <a:ext cx="1256" cy="245"/>
                </a:xfrm>
                <a:prstGeom prst="rect">
                  <a:avLst/>
                </a:prstGeom>
                <a:noFill/>
                <a:ln w="9525" cap="flat" cmpd="sng">
                  <a:solidFill>
                    <a:schemeClr val="tx1"/>
                  </a:solidFill>
                  <a:prstDash val="solid"/>
                  <a:miter/>
                  <a:headEnd type="none" w="med" len="med"/>
                  <a:tailEnd type="none" w="med" len="med"/>
                </a:ln>
              </p:spPr>
              <p:txBody>
                <a:bodyPr wrap="none" anchor="ctr" anchorCtr="0"/>
                <a:p>
                  <a:pPr eaLnBrk="0" hangingPunct="0"/>
                  <a:r>
                    <a:rPr lang="en-US" altLang="zh-CN" sz="4000" dirty="0">
                      <a:latin typeface="Times New Roman" panose="02020603050405020304" pitchFamily="18" charset="0"/>
                      <a:ea typeface="宋体" panose="02010600030101010101" pitchFamily="2" charset="-122"/>
                    </a:rPr>
                    <a:t> </a:t>
                  </a:r>
                  <a:endParaRPr lang="en-US" altLang="zh-CN" sz="4000" dirty="0">
                    <a:latin typeface="Times New Roman" panose="02020603050405020304" pitchFamily="18" charset="0"/>
                    <a:ea typeface="宋体" panose="02010600030101010101" pitchFamily="2" charset="-122"/>
                  </a:endParaRPr>
                </a:p>
              </p:txBody>
            </p:sp>
          </p:grpSp>
          <p:sp>
            <p:nvSpPr>
              <p:cNvPr id="518186" name="文本框 42029"/>
              <p:cNvSpPr txBox="1"/>
              <p:nvPr/>
            </p:nvSpPr>
            <p:spPr>
              <a:xfrm>
                <a:off x="3065" y="1418"/>
                <a:ext cx="195" cy="251"/>
              </a:xfrm>
              <a:prstGeom prst="rect">
                <a:avLst/>
              </a:prstGeom>
              <a:noFill/>
              <a:ln w="9525">
                <a:noFill/>
              </a:ln>
            </p:spPr>
            <p:txBody>
              <a:bodyPr wrap="none" anchor="t" anchorCtr="0">
                <a:spAutoFit/>
              </a:bodyPr>
              <a:p>
                <a:endParaRPr lang="zh-CN" altLang="zh-CN" sz="2000" dirty="0">
                  <a:latin typeface="Times New Roman" panose="02020603050405020304" pitchFamily="18" charset="0"/>
                  <a:ea typeface="宋体" panose="02010600030101010101" pitchFamily="2" charset="-122"/>
                </a:endParaRPr>
              </a:p>
            </p:txBody>
          </p:sp>
        </p:grpSp>
      </p:grpSp>
      <p:sp>
        <p:nvSpPr>
          <p:cNvPr id="42033" name="矩形 42032"/>
          <p:cNvSpPr/>
          <p:nvPr/>
        </p:nvSpPr>
        <p:spPr>
          <a:xfrm>
            <a:off x="2005013" y="1130300"/>
            <a:ext cx="5851525" cy="2306638"/>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#include &lt;stdio.h&gt;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main()</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char a[15],b[5],c[5];</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scanf("%s%s%s",a,b,c);</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printf("a=%s\nb=%s\nc=%s\n",a,b,c);</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scanf("%s",a);</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printf("a=%s\n",a);</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41990" name="文本框 41989"/>
          <p:cNvSpPr txBox="1"/>
          <p:nvPr/>
        </p:nvSpPr>
        <p:spPr>
          <a:xfrm>
            <a:off x="7596188" y="1270000"/>
            <a:ext cx="2266950" cy="2028825"/>
          </a:xfrm>
          <a:prstGeom prst="rect">
            <a:avLst/>
          </a:prstGeom>
          <a:solidFill>
            <a:schemeClr val="bg2"/>
          </a:solidFill>
          <a:ln w="9525" cap="flat" cmpd="sng">
            <a:solidFill>
              <a:srgbClr val="669900"/>
            </a:solidFill>
            <a:prstDash val="solid"/>
            <a:miter/>
            <a:headEnd type="none" w="med" len="med"/>
            <a:tailEnd type="none" w="med" len="med"/>
          </a:ln>
        </p:spPr>
        <p:txBody>
          <a:bodyPr wrap="none" anchor="t" anchorCtr="0">
            <a:spAutoFit/>
          </a:bodyPr>
          <a:p>
            <a:r>
              <a:rPr lang="zh-CN" altLang="en-US" dirty="0">
                <a:latin typeface="Times New Roman" panose="02020603050405020304" pitchFamily="18" charset="0"/>
                <a:ea typeface="宋体" panose="02010600030101010101" pitchFamily="2" charset="-122"/>
              </a:rPr>
              <a:t>运行情况：</a:t>
            </a:r>
            <a:endParaRPr lang="zh-CN" altLang="en-US" dirty="0">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输入：</a:t>
            </a:r>
            <a:r>
              <a:rPr lang="en-US" altLang="zh-CN">
                <a:latin typeface="Times New Roman" panose="02020603050405020304" pitchFamily="18" charset="0"/>
                <a:ea typeface="宋体" panose="02010600030101010101" pitchFamily="2" charset="-122"/>
              </a:rPr>
              <a:t>How  are  you?</a:t>
            </a:r>
            <a:endParaRPr lang="en-US" altLang="zh-CN">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输出：</a:t>
            </a:r>
            <a:r>
              <a:rPr lang="en-US" altLang="zh-CN">
                <a:latin typeface="Times New Roman" panose="02020603050405020304" pitchFamily="18" charset="0"/>
                <a:ea typeface="宋体" panose="02010600030101010101" pitchFamily="2" charset="-122"/>
              </a:rPr>
              <a:t>a=How</a:t>
            </a:r>
            <a:endParaRPr lang="en-US" altLang="zh-CN">
              <a:latin typeface="Times New Roman" panose="02020603050405020304" pitchFamily="18" charset="0"/>
              <a:ea typeface="宋体" panose="02010600030101010101" pitchFamily="2" charset="-122"/>
            </a:endParaRPr>
          </a:p>
          <a:p>
            <a:r>
              <a:rPr lang="en-US" altLang="zh-CN">
                <a:latin typeface="Times New Roman" panose="02020603050405020304" pitchFamily="18" charset="0"/>
                <a:ea typeface="宋体" panose="02010600030101010101" pitchFamily="2" charset="-122"/>
              </a:rPr>
              <a:t>            b=are</a:t>
            </a:r>
            <a:endParaRPr lang="en-US" altLang="zh-CN">
              <a:latin typeface="Times New Roman" panose="02020603050405020304" pitchFamily="18" charset="0"/>
              <a:ea typeface="宋体" panose="02010600030101010101" pitchFamily="2" charset="-122"/>
            </a:endParaRPr>
          </a:p>
          <a:p>
            <a:r>
              <a:rPr lang="en-US" altLang="zh-CN">
                <a:latin typeface="Times New Roman" panose="02020603050405020304" pitchFamily="18" charset="0"/>
                <a:ea typeface="宋体" panose="02010600030101010101" pitchFamily="2" charset="-122"/>
              </a:rPr>
              <a:t>            c=you?</a:t>
            </a:r>
            <a:endParaRPr lang="en-US" altLang="zh-CN">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输入：</a:t>
            </a:r>
            <a:r>
              <a:rPr lang="en-US" altLang="zh-CN">
                <a:latin typeface="Times New Roman" panose="02020603050405020304" pitchFamily="18" charset="0"/>
                <a:ea typeface="宋体" panose="02010600030101010101" pitchFamily="2" charset="-122"/>
              </a:rPr>
              <a:t>How  are  you?</a:t>
            </a:r>
            <a:endParaRPr lang="en-US" altLang="zh-CN">
              <a:latin typeface="Times New Roman" panose="02020603050405020304" pitchFamily="18" charset="0"/>
              <a:ea typeface="宋体" panose="02010600030101010101" pitchFamily="2" charset="-122"/>
            </a:endParaRPr>
          </a:p>
          <a:p>
            <a:r>
              <a:rPr lang="zh-CN" altLang="en-US" dirty="0">
                <a:latin typeface="Times New Roman" panose="02020603050405020304" pitchFamily="18" charset="0"/>
                <a:ea typeface="宋体" panose="02010600030101010101" pitchFamily="2" charset="-122"/>
              </a:rPr>
              <a:t>输出：</a:t>
            </a:r>
            <a:r>
              <a:rPr lang="en-US" altLang="zh-CN">
                <a:latin typeface="Times New Roman" panose="02020603050405020304" pitchFamily="18" charset="0"/>
                <a:ea typeface="宋体" panose="02010600030101010101" pitchFamily="2" charset="-122"/>
              </a:rPr>
              <a:t>a=How</a:t>
            </a:r>
            <a:endParaRPr lang="en-US" altLang="zh-CN">
              <a:latin typeface="Times New Roman" panose="02020603050405020304" pitchFamily="18" charset="0"/>
              <a:ea typeface="宋体" panose="02010600030101010101" pitchFamily="2" charset="-122"/>
            </a:endParaRPr>
          </a:p>
        </p:txBody>
      </p:sp>
      <p:sp>
        <p:nvSpPr>
          <p:cNvPr id="42032" name="爆炸形 1 42031"/>
          <p:cNvSpPr/>
          <p:nvPr/>
        </p:nvSpPr>
        <p:spPr>
          <a:xfrm>
            <a:off x="5621338" y="3365500"/>
            <a:ext cx="5446712" cy="1831975"/>
          </a:xfrm>
          <a:prstGeom prst="irregularSeal1">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scanf</a:t>
            </a:r>
            <a:r>
              <a:rPr lang="zh-CN" altLang="zh-CN">
                <a:latin typeface="微软雅黑 Light" panose="020B0502040204020203" charset="-122"/>
                <a:ea typeface="微软雅黑 Light" panose="020B0502040204020203" charset="-122"/>
              </a:rPr>
              <a:t>中%s输入时,遇空格或回车结束</a:t>
            </a:r>
            <a:endParaRPr lang="zh-CN" altLang="zh-CN">
              <a:latin typeface="微软雅黑 Light" panose="020B0502040204020203" charset="-122"/>
              <a:ea typeface="微软雅黑 Light" panose="020B0502040204020203" charset="-122"/>
            </a:endParaRPr>
          </a:p>
        </p:txBody>
      </p:sp>
      <p:sp>
        <p:nvSpPr>
          <p:cNvPr id="42034" name="文本框 42033"/>
          <p:cNvSpPr txBox="1"/>
          <p:nvPr/>
        </p:nvSpPr>
        <p:spPr>
          <a:xfrm>
            <a:off x="2544763" y="4222750"/>
            <a:ext cx="2265362" cy="646113"/>
          </a:xfrm>
          <a:prstGeom prst="rect">
            <a:avLst/>
          </a:prstGeom>
          <a:solidFill>
            <a:schemeClr val="bg2"/>
          </a:solidFill>
          <a:ln w="9525" cap="flat" cmpd="sng">
            <a:solidFill>
              <a:srgbClr val="669900"/>
            </a:solidFill>
            <a:prstDash val="solid"/>
            <a:miter/>
            <a:headEnd type="none" w="med" len="med"/>
            <a:tailEnd type="none" w="med" len="med"/>
          </a:ln>
        </p:spPr>
        <p:txBody>
          <a:bodyPr wrap="none" anchor="t" anchorCtr="0">
            <a:spAutoFit/>
          </a:bodyPr>
          <a:p>
            <a:r>
              <a:rPr lang="zh-CN" altLang="en-US" dirty="0">
                <a:latin typeface="微软雅黑 Light" panose="020B0502040204020203" charset="-122"/>
                <a:ea typeface="微软雅黑 Light" panose="020B0502040204020203" charset="-122"/>
              </a:rPr>
              <a:t>运行情况：</a:t>
            </a:r>
            <a:endParaRPr lang="zh-CN" altLang="en-US" dirty="0">
              <a:latin typeface="微软雅黑 Light" panose="020B0502040204020203" charset="-122"/>
              <a:ea typeface="微软雅黑 Light" panose="020B0502040204020203" charset="-122"/>
            </a:endParaRPr>
          </a:p>
          <a:p>
            <a:r>
              <a:rPr lang="zh-CN" altLang="en-US" dirty="0">
                <a:latin typeface="微软雅黑 Light" panose="020B0502040204020203" charset="-122"/>
                <a:ea typeface="微软雅黑 Light" panose="020B0502040204020203" charset="-122"/>
              </a:rPr>
              <a:t>输入：</a:t>
            </a:r>
            <a:r>
              <a:rPr lang="en-US" altLang="zh-CN">
                <a:latin typeface="Times New Roman" panose="02020603050405020304" pitchFamily="18" charset="0"/>
                <a:ea typeface="宋体" panose="02010600030101010101" pitchFamily="2" charset="-122"/>
              </a:rPr>
              <a:t>How  are  you?</a:t>
            </a:r>
            <a:endParaRPr lang="en-US" altLang="zh-CN">
              <a:latin typeface="Times New Roman" panose="02020603050405020304" pitchFamily="18" charset="0"/>
              <a:ea typeface="宋体" panose="02010600030101010101" pitchFamily="2" charset="-122"/>
            </a:endParaRPr>
          </a:p>
        </p:txBody>
      </p:sp>
      <p:sp>
        <p:nvSpPr>
          <p:cNvPr id="518191" name="标题 42036"/>
          <p:cNvSpPr>
            <a:spLocks noGrp="1"/>
          </p:cNvSpPr>
          <p:nvPr>
            <p:ph type="title" idx="4294967295"/>
          </p:nvPr>
        </p:nvSpPr>
        <p:spPr>
          <a:xfrm>
            <a:off x="2120900" y="0"/>
            <a:ext cx="8001000" cy="1143000"/>
          </a:xfrm>
          <a:prstGeom prst="rect">
            <a:avLst/>
          </a:prstGeom>
          <a:noFill/>
          <a:ln w="9525">
            <a:noFill/>
          </a:ln>
        </p:spPr>
        <p:txBody>
          <a:bodyPr anchor="b" anchorCtr="0"/>
          <a:p>
            <a:r>
              <a:rPr lang="zh-CN" altLang="en-US" sz="2000" dirty="0">
                <a:latin typeface="微软雅黑 Light" panose="020B0502040204020203" charset="-122"/>
                <a:ea typeface="微软雅黑 Light" panose="020B0502040204020203" charset="-122"/>
              </a:rPr>
              <a:t>例  字符串输入举例</a:t>
            </a:r>
            <a:endParaRPr lang="zh-CN" altLang="en-US" sz="2000" dirty="0">
              <a:latin typeface="微软雅黑 Light" panose="020B0502040204020203" charset="-122"/>
              <a:ea typeface="微软雅黑 Light" panose="020B0502040204020203" charset="-122"/>
            </a:endParaRPr>
          </a:p>
        </p:txBody>
      </p:sp>
      <p:grpSp>
        <p:nvGrpSpPr>
          <p:cNvPr id="518192" name="组合 42039"/>
          <p:cNvGrpSpPr/>
          <p:nvPr/>
        </p:nvGrpSpPr>
        <p:grpSpPr>
          <a:xfrm>
            <a:off x="9620250" y="6343650"/>
            <a:ext cx="1047750" cy="514350"/>
            <a:chOff x="4944" y="3816"/>
            <a:chExt cx="660" cy="324"/>
          </a:xfrm>
        </p:grpSpPr>
        <p:sp>
          <p:nvSpPr>
            <p:cNvPr id="518193" name="圆角矩形 42040">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518194" name="组合 42041"/>
            <p:cNvGrpSpPr/>
            <p:nvPr/>
          </p:nvGrpSpPr>
          <p:grpSpPr>
            <a:xfrm>
              <a:off x="5034" y="3846"/>
              <a:ext cx="450" cy="240"/>
              <a:chOff x="4530" y="3822"/>
              <a:chExt cx="450" cy="240"/>
            </a:xfrm>
          </p:grpSpPr>
          <p:sp>
            <p:nvSpPr>
              <p:cNvPr id="518195" name="任意多边形 42042">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518196" name="椭圆 42043"/>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518197" name="椭圆 42044"/>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518198" name="Text Box 5"/>
          <p:cNvSpPr txBox="1"/>
          <p:nvPr/>
        </p:nvSpPr>
        <p:spPr>
          <a:xfrm>
            <a:off x="688975" y="0"/>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nodePh="1">
                                  <p:stCondLst>
                                    <p:cond delay="0"/>
                                  </p:stCondLst>
                                  <p:endCondLst>
                                    <p:cond evt="begin" delay="0">
                                      <p:tn val="5"/>
                                    </p:cond>
                                  </p:endCondLst>
                                  <p:childTnLst>
                                    <p:set>
                                      <p:cBhvr>
                                        <p:cTn id="6" dur="1" fill="hold">
                                          <p:stCondLst>
                                            <p:cond delay="0"/>
                                          </p:stCondLst>
                                        </p:cTn>
                                        <p:tgtEl>
                                          <p:spTgt spid="41988">
                                            <p:txEl>
                                              <p:charRg st="0" end="1"/>
                                            </p:txEl>
                                          </p:spTgt>
                                        </p:tgtEl>
                                        <p:attrNameLst>
                                          <p:attrName>style.visibility</p:attrName>
                                        </p:attrNameLst>
                                      </p:cBhvr>
                                      <p:to>
                                        <p:strVal val="visible"/>
                                      </p:to>
                                    </p:set>
                                    <p:animEffect transition="in" filter="box(out)">
                                      <p:cBhvr>
                                        <p:cTn id="7" dur="500"/>
                                        <p:tgtEl>
                                          <p:spTgt spid="41988">
                                            <p:txEl>
                                              <p:charRg st="0" end="1"/>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42033"/>
                                        </p:tgtEl>
                                        <p:attrNameLst>
                                          <p:attrName>style.visibility</p:attrName>
                                        </p:attrNameLst>
                                      </p:cBhvr>
                                      <p:to>
                                        <p:strVal val="visible"/>
                                      </p:to>
                                    </p:set>
                                    <p:animEffect transition="in" filter="box(out)">
                                      <p:cBhvr>
                                        <p:cTn id="12" dur="500"/>
                                        <p:tgtEl>
                                          <p:spTgt spid="42033"/>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42034"/>
                                        </p:tgtEl>
                                        <p:attrNameLst>
                                          <p:attrName>style.visibility</p:attrName>
                                        </p:attrNameLst>
                                      </p:cBhvr>
                                      <p:to>
                                        <p:strVal val="visible"/>
                                      </p:to>
                                    </p:set>
                                    <p:animEffect transition="in" filter="box(out)">
                                      <p:cBhvr>
                                        <p:cTn id="17" dur="500"/>
                                        <p:tgtEl>
                                          <p:spTgt spid="42034"/>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41990"/>
                                        </p:tgtEl>
                                        <p:attrNameLst>
                                          <p:attrName>style.visibility</p:attrName>
                                        </p:attrNameLst>
                                      </p:cBhvr>
                                      <p:to>
                                        <p:strVal val="visible"/>
                                      </p:to>
                                    </p:set>
                                    <p:animEffect transition="in" filter="box(out)">
                                      <p:cBhvr>
                                        <p:cTn id="22" dur="500"/>
                                        <p:tgtEl>
                                          <p:spTgt spid="41990"/>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42031"/>
                                        </p:tgtEl>
                                        <p:attrNameLst>
                                          <p:attrName>style.visibility</p:attrName>
                                        </p:attrNameLst>
                                      </p:cBhvr>
                                      <p:to>
                                        <p:strVal val="visible"/>
                                      </p:to>
                                    </p:set>
                                    <p:animEffect transition="in" filter="box(out)">
                                      <p:cBhvr>
                                        <p:cTn id="27" dur="500"/>
                                        <p:tgtEl>
                                          <p:spTgt spid="42031"/>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 fill="hold">
                                          <p:stCondLst>
                                            <p:cond delay="0"/>
                                          </p:stCondLst>
                                        </p:cTn>
                                        <p:tgtEl>
                                          <p:spTgt spid="42032"/>
                                        </p:tgtEl>
                                        <p:attrNameLst>
                                          <p:attrName>style.visibility</p:attrName>
                                        </p:attrNameLst>
                                      </p:cBhvr>
                                      <p:to>
                                        <p:strVal val="visible"/>
                                      </p:to>
                                    </p:set>
                                    <p:animEffect transition="in" filter="box(out)">
                                      <p:cBhvr>
                                        <p:cTn id="32" dur="500"/>
                                        <p:tgtEl>
                                          <p:spTgt spid="42032"/>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build="p"/>
      <p:bldP spid="42033" grpId="0" bldLvl="0" animBg="1"/>
      <p:bldP spid="41990" grpId="0" bldLvl="0" animBg="1"/>
      <p:bldP spid="42032" grpId="0" bldLvl="0" animBg="1"/>
      <p:bldP spid="42034" grpId="0" bldLvl="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19169" name="矩形 21509"/>
          <p:cNvSpPr/>
          <p:nvPr/>
        </p:nvSpPr>
        <p:spPr>
          <a:xfrm>
            <a:off x="3619500" y="6229350"/>
            <a:ext cx="476250" cy="323850"/>
          </a:xfrm>
          <a:prstGeom prst="rect">
            <a:avLst/>
          </a:prstGeom>
          <a:noFill/>
          <a:ln w="381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519170"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519171" name="标题 19466"/>
          <p:cNvSpPr>
            <a:spLocks noGrp="1"/>
          </p:cNvSpPr>
          <p:nvPr/>
        </p:nvSpPr>
        <p:spPr>
          <a:xfrm>
            <a:off x="1474788" y="717550"/>
            <a:ext cx="8001000" cy="630238"/>
          </a:xfrm>
          <a:prstGeom prst="rect">
            <a:avLst/>
          </a:prstGeom>
          <a:noFill/>
          <a:ln w="9525">
            <a:noFill/>
          </a:ln>
        </p:spPr>
        <p:txBody>
          <a:bodyPr anchor="b" anchorCtr="0"/>
          <a:p>
            <a:pPr>
              <a:lnSpc>
                <a:spcPct val="90000"/>
              </a:lnSpc>
            </a:pPr>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4</a:t>
            </a:r>
            <a:r>
              <a:rPr lang="zh-CN" altLang="en-US" sz="2400" dirty="0">
                <a:latin typeface="微软雅黑 Light" panose="020B0502040204020203" charset="-122"/>
                <a:ea typeface="微软雅黑 Light" panose="020B0502040204020203" charset="-122"/>
              </a:rPr>
              <a:t>）常用的字符串处理函数</a:t>
            </a:r>
            <a:endParaRPr lang="zh-CN" altLang="en-US" sz="4400" dirty="0">
              <a:latin typeface="微软雅黑 Light" panose="020B0502040204020203" charset="-122"/>
              <a:ea typeface="微软雅黑 Light" panose="020B0502040204020203" charset="-122"/>
            </a:endParaRPr>
          </a:p>
        </p:txBody>
      </p:sp>
      <p:sp>
        <p:nvSpPr>
          <p:cNvPr id="18434" name="矩形 18433"/>
          <p:cNvSpPr/>
          <p:nvPr/>
        </p:nvSpPr>
        <p:spPr>
          <a:xfrm>
            <a:off x="1301750" y="1249363"/>
            <a:ext cx="9321800" cy="1589087"/>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en-US" altLang="zh-CN">
                <a:latin typeface="微软雅黑 Light" panose="020B0502040204020203" charset="-122"/>
                <a:ea typeface="微软雅黑 Light" panose="020B0502040204020203" charset="-122"/>
              </a:rPr>
              <a:t>A. </a:t>
            </a:r>
            <a:r>
              <a:rPr lang="zh-CN" altLang="en-US">
                <a:latin typeface="微软雅黑 Light" panose="020B0502040204020203" charset="-122"/>
                <a:ea typeface="微软雅黑 Light" panose="020B0502040204020203" charset="-122"/>
                <a:sym typeface="宋体" panose="02010600030101010101" pitchFamily="2" charset="-122"/>
              </a:rPr>
              <a:t>字符串复制函数</a:t>
            </a:r>
            <a:r>
              <a:rPr lang="en-US" altLang="zh-CN">
                <a:latin typeface="微软雅黑 Light" panose="020B0502040204020203" charset="-122"/>
                <a:ea typeface="微软雅黑 Light" panose="020B0502040204020203" charset="-122"/>
                <a:sym typeface="宋体" panose="02010600030101010101" pitchFamily="2" charset="-122"/>
              </a:rPr>
              <a:t>strcpy( )</a:t>
            </a:r>
            <a:endParaRPr lang="zh-CN" altLang="en-US">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rPr>
              <a:t>格式： </a:t>
            </a:r>
            <a:r>
              <a:rPr lang="en-US" altLang="zh-CN">
                <a:latin typeface="微软雅黑 Light" panose="020B0502040204020203" charset="-122"/>
                <a:ea typeface="微软雅黑 Light" panose="020B0502040204020203" charset="-122"/>
              </a:rPr>
              <a:t>strcpy( </a:t>
            </a:r>
            <a:r>
              <a:rPr lang="zh-CN" altLang="en-US">
                <a:latin typeface="微软雅黑 Light" panose="020B0502040204020203" charset="-122"/>
                <a:ea typeface="微软雅黑 Light" panose="020B0502040204020203" charset="-122"/>
              </a:rPr>
              <a:t>字符串</a:t>
            </a:r>
            <a:r>
              <a:rPr lang="en-US" altLang="zh-CN">
                <a:latin typeface="微软雅黑 Light" panose="020B0502040204020203" charset="-122"/>
                <a:ea typeface="微软雅黑 Light" panose="020B0502040204020203" charset="-122"/>
              </a:rPr>
              <a:t>1 , </a:t>
            </a:r>
            <a:r>
              <a:rPr lang="zh-CN" altLang="en-US">
                <a:latin typeface="微软雅黑 Light" panose="020B0502040204020203" charset="-122"/>
                <a:ea typeface="微软雅黑 Light" panose="020B0502040204020203" charset="-122"/>
              </a:rPr>
              <a:t>字符串</a:t>
            </a:r>
            <a:r>
              <a:rPr lang="en-US" altLang="zh-CN">
                <a:latin typeface="微软雅黑 Light" panose="020B0502040204020203" charset="-122"/>
                <a:ea typeface="微软雅黑 Light" panose="020B0502040204020203" charset="-122"/>
              </a:rPr>
              <a:t>2 )</a:t>
            </a:r>
            <a:endParaRPr lang="en-US" altLang="zh-CN">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rPr>
              <a:t>功能：</a:t>
            </a:r>
            <a:r>
              <a:rPr lang="zh-CN" altLang="en-US" sz="1800">
                <a:latin typeface="微软雅黑 Light" panose="020B0502040204020203" charset="-122"/>
                <a:ea typeface="微软雅黑 Light" panose="020B0502040204020203" charset="-122"/>
              </a:rPr>
              <a:t>将字符串2，拷贝到字符串1中</a:t>
            </a:r>
            <a:r>
              <a:rPr lang="zh-CN" altLang="en-US">
                <a:latin typeface="微软雅黑 Light" panose="020B0502040204020203" charset="-122"/>
                <a:ea typeface="微软雅黑 Light" panose="020B0502040204020203" charset="-122"/>
              </a:rPr>
              <a:t>。</a:t>
            </a:r>
            <a:endParaRPr lang="zh-CN" altLang="en-US">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endParaRPr lang="zh-CN" altLang="en-US">
              <a:latin typeface="微软雅黑 Light" panose="020B0502040204020203" charset="-122"/>
              <a:ea typeface="微软雅黑 Light" panose="020B0502040204020203" charset="-122"/>
            </a:endParaRPr>
          </a:p>
        </p:txBody>
      </p:sp>
      <p:sp>
        <p:nvSpPr>
          <p:cNvPr id="2" name="矩形 1"/>
          <p:cNvSpPr/>
          <p:nvPr/>
        </p:nvSpPr>
        <p:spPr>
          <a:xfrm>
            <a:off x="1301750" y="2635250"/>
            <a:ext cx="9321800" cy="1825625"/>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zh-CN" altLang="en-US" b="1">
                <a:solidFill>
                  <a:srgbClr val="FF0000"/>
                </a:solidFill>
                <a:latin typeface="微软雅黑 Light" panose="020B0502040204020203" charset="-122"/>
                <a:ea typeface="微软雅黑 Light" panose="020B0502040204020203" charset="-122"/>
              </a:rPr>
              <a:t>注意：（</a:t>
            </a:r>
            <a:r>
              <a:rPr lang="en-US" altLang="zh-CN" b="1">
                <a:solidFill>
                  <a:srgbClr val="FF0000"/>
                </a:solidFill>
                <a:latin typeface="微软雅黑 Light" panose="020B0502040204020203" charset="-122"/>
                <a:ea typeface="微软雅黑 Light" panose="020B0502040204020203" charset="-122"/>
              </a:rPr>
              <a:t>1</a:t>
            </a:r>
            <a:r>
              <a:rPr lang="zh-CN" altLang="en-US" b="1">
                <a:solidFill>
                  <a:srgbClr val="FF0000"/>
                </a:solidFill>
                <a:latin typeface="微软雅黑 Light" panose="020B0502040204020203" charset="-122"/>
                <a:ea typeface="微软雅黑 Light" panose="020B0502040204020203" charset="-122"/>
              </a:rPr>
              <a:t>）参数字符串</a:t>
            </a:r>
            <a:r>
              <a:rPr lang="en-US" altLang="zh-CN" b="1">
                <a:solidFill>
                  <a:srgbClr val="FF0000"/>
                </a:solidFill>
                <a:latin typeface="微软雅黑 Light" panose="020B0502040204020203" charset="-122"/>
                <a:ea typeface="微软雅黑 Light" panose="020B0502040204020203" charset="-122"/>
              </a:rPr>
              <a:t>2</a:t>
            </a:r>
            <a:r>
              <a:rPr lang="zh-CN" altLang="en-US" b="1">
                <a:solidFill>
                  <a:srgbClr val="FF0000"/>
                </a:solidFill>
                <a:latin typeface="微软雅黑 Light" panose="020B0502040204020203" charset="-122"/>
                <a:ea typeface="微软雅黑 Light" panose="020B0502040204020203" charset="-122"/>
              </a:rPr>
              <a:t>可以是字符数组名，也可以是字符串常量。但参数字符串</a:t>
            </a:r>
            <a:r>
              <a:rPr lang="en-US" altLang="zh-CN" b="1">
                <a:solidFill>
                  <a:srgbClr val="FF0000"/>
                </a:solidFill>
                <a:latin typeface="微软雅黑 Light" panose="020B0502040204020203" charset="-122"/>
                <a:ea typeface="微软雅黑 Light" panose="020B0502040204020203" charset="-122"/>
              </a:rPr>
              <a:t>1</a:t>
            </a:r>
            <a:r>
              <a:rPr lang="zh-CN" altLang="en-US" b="1">
                <a:solidFill>
                  <a:srgbClr val="FF0000"/>
                </a:solidFill>
                <a:latin typeface="微软雅黑 Light" panose="020B0502040204020203" charset="-122"/>
                <a:ea typeface="微软雅黑 Light" panose="020B0502040204020203" charset="-122"/>
              </a:rPr>
              <a:t>必须是字符数组名。</a:t>
            </a:r>
            <a:endParaRPr lang="zh-CN" altLang="en-US" b="1">
              <a:solidFill>
                <a:srgbClr val="FF0000"/>
              </a:solidFill>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b="1">
                <a:solidFill>
                  <a:srgbClr val="FF0000"/>
                </a:solidFill>
                <a:latin typeface="微软雅黑 Light" panose="020B0502040204020203" charset="-122"/>
                <a:ea typeface="微软雅黑 Light" panose="020B0502040204020203" charset="-122"/>
              </a:rPr>
              <a:t>          （</a:t>
            </a:r>
            <a:r>
              <a:rPr lang="en-US" altLang="zh-CN" b="1">
                <a:solidFill>
                  <a:srgbClr val="FF0000"/>
                </a:solidFill>
                <a:latin typeface="微软雅黑 Light" panose="020B0502040204020203" charset="-122"/>
                <a:ea typeface="微软雅黑 Light" panose="020B0502040204020203" charset="-122"/>
              </a:rPr>
              <a:t>2</a:t>
            </a:r>
            <a:r>
              <a:rPr lang="zh-CN" altLang="en-US" b="1">
                <a:solidFill>
                  <a:srgbClr val="FF0000"/>
                </a:solidFill>
                <a:latin typeface="微软雅黑 Light" panose="020B0502040204020203" charset="-122"/>
                <a:ea typeface="微软雅黑 Light" panose="020B0502040204020203" charset="-122"/>
              </a:rPr>
              <a:t>）字符串</a:t>
            </a:r>
            <a:r>
              <a:rPr lang="en-US" altLang="zh-CN" b="1">
                <a:solidFill>
                  <a:srgbClr val="FF0000"/>
                </a:solidFill>
                <a:latin typeface="微软雅黑 Light" panose="020B0502040204020203" charset="-122"/>
                <a:ea typeface="微软雅黑 Light" panose="020B0502040204020203" charset="-122"/>
              </a:rPr>
              <a:t>1</a:t>
            </a:r>
            <a:r>
              <a:rPr lang="zh-CN" altLang="en-US" b="1">
                <a:solidFill>
                  <a:srgbClr val="FF0000"/>
                </a:solidFill>
                <a:latin typeface="微软雅黑 Light" panose="020B0502040204020203" charset="-122"/>
                <a:ea typeface="微软雅黑 Light" panose="020B0502040204020203" charset="-122"/>
              </a:rPr>
              <a:t>必须有足够的空间，以便容纳字符串</a:t>
            </a:r>
            <a:r>
              <a:rPr lang="en-US" altLang="zh-CN" b="1">
                <a:solidFill>
                  <a:srgbClr val="FF0000"/>
                </a:solidFill>
                <a:latin typeface="微软雅黑 Light" panose="020B0502040204020203" charset="-122"/>
                <a:ea typeface="微软雅黑 Light" panose="020B0502040204020203" charset="-122"/>
              </a:rPr>
              <a:t>2</a:t>
            </a:r>
            <a:r>
              <a:rPr lang="zh-CN" altLang="en-US" b="1">
                <a:solidFill>
                  <a:srgbClr val="FF0000"/>
                </a:solidFill>
                <a:latin typeface="微软雅黑 Light" panose="020B0502040204020203" charset="-122"/>
                <a:ea typeface="微软雅黑 Light" panose="020B0502040204020203" charset="-122"/>
              </a:rPr>
              <a:t>。</a:t>
            </a:r>
            <a:endParaRPr lang="zh-CN" altLang="en-US" b="1">
              <a:solidFill>
                <a:srgbClr val="FF0000"/>
              </a:solidFill>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b="1">
                <a:solidFill>
                  <a:srgbClr val="FF0000"/>
                </a:solidFill>
                <a:latin typeface="微软雅黑 Light" panose="020B0502040204020203" charset="-122"/>
                <a:ea typeface="微软雅黑 Light" panose="020B0502040204020203" charset="-122"/>
              </a:rPr>
              <a:t>          （</a:t>
            </a:r>
            <a:r>
              <a:rPr lang="en-US" altLang="zh-CN" b="1">
                <a:solidFill>
                  <a:srgbClr val="FF0000"/>
                </a:solidFill>
                <a:latin typeface="微软雅黑 Light" panose="020B0502040204020203" charset="-122"/>
                <a:ea typeface="微软雅黑 Light" panose="020B0502040204020203" charset="-122"/>
              </a:rPr>
              <a:t>3</a:t>
            </a:r>
            <a:r>
              <a:rPr lang="zh-CN" altLang="en-US" b="1">
                <a:solidFill>
                  <a:srgbClr val="FF0000"/>
                </a:solidFill>
                <a:latin typeface="微软雅黑 Light" panose="020B0502040204020203" charset="-122"/>
                <a:ea typeface="微软雅黑 Light" panose="020B0502040204020203" charset="-122"/>
              </a:rPr>
              <a:t>）复制时直到遇到字符串</a:t>
            </a:r>
            <a:r>
              <a:rPr lang="en-US" altLang="zh-CN" b="1">
                <a:solidFill>
                  <a:srgbClr val="FF0000"/>
                </a:solidFill>
                <a:latin typeface="微软雅黑 Light" panose="020B0502040204020203" charset="-122"/>
                <a:ea typeface="微软雅黑 Light" panose="020B0502040204020203" charset="-122"/>
              </a:rPr>
              <a:t>2</a:t>
            </a:r>
            <a:r>
              <a:rPr lang="zh-CN" altLang="en-US" b="1">
                <a:solidFill>
                  <a:srgbClr val="FF0000"/>
                </a:solidFill>
                <a:latin typeface="微软雅黑 Light" panose="020B0502040204020203" charset="-122"/>
                <a:ea typeface="微软雅黑 Light" panose="020B0502040204020203" charset="-122"/>
              </a:rPr>
              <a:t>中的</a:t>
            </a:r>
            <a:r>
              <a:rPr lang="en-US" altLang="zh-CN" b="1">
                <a:solidFill>
                  <a:srgbClr val="FF0000"/>
                </a:solidFill>
                <a:latin typeface="微软雅黑 Light" panose="020B0502040204020203" charset="-122"/>
                <a:ea typeface="微软雅黑 Light" panose="020B0502040204020203" charset="-122"/>
              </a:rPr>
              <a:t>'\0'</a:t>
            </a:r>
            <a:r>
              <a:rPr lang="zh-CN" altLang="en-US" b="1">
                <a:solidFill>
                  <a:srgbClr val="FF0000"/>
                </a:solidFill>
                <a:latin typeface="微软雅黑 Light" panose="020B0502040204020203" charset="-122"/>
                <a:ea typeface="微软雅黑 Light" panose="020B0502040204020203" charset="-122"/>
              </a:rPr>
              <a:t>为止（包含</a:t>
            </a:r>
            <a:r>
              <a:rPr lang="en-US" altLang="zh-CN" b="1">
                <a:solidFill>
                  <a:srgbClr val="FF0000"/>
                </a:solidFill>
                <a:latin typeface="微软雅黑 Light" panose="020B0502040204020203" charset="-122"/>
                <a:ea typeface="微软雅黑 Light" panose="020B0502040204020203" charset="-122"/>
              </a:rPr>
              <a:t>'\0'</a:t>
            </a:r>
            <a:r>
              <a:rPr lang="zh-CN" altLang="en-US" b="1">
                <a:solidFill>
                  <a:srgbClr val="FF0000"/>
                </a:solidFill>
                <a:latin typeface="微软雅黑 Light" panose="020B0502040204020203" charset="-122"/>
                <a:ea typeface="微软雅黑 Light" panose="020B0502040204020203" charset="-122"/>
              </a:rPr>
              <a:t>）。</a:t>
            </a:r>
            <a:endParaRPr lang="zh-CN" altLang="en-US" b="1">
              <a:solidFill>
                <a:srgbClr val="FF0000"/>
              </a:solidFill>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b="1">
                <a:solidFill>
                  <a:srgbClr val="FF0000"/>
                </a:solidFill>
                <a:latin typeface="微软雅黑 Light" panose="020B0502040204020203" charset="-122"/>
                <a:ea typeface="微软雅黑 Light" panose="020B0502040204020203" charset="-122"/>
              </a:rPr>
              <a:t>        </a:t>
            </a:r>
            <a:endParaRPr lang="zh-CN" altLang="en-US" b="1">
              <a:solidFill>
                <a:srgbClr val="FF0000"/>
              </a:solidFill>
              <a:latin typeface="微软雅黑 Light" panose="020B0502040204020203" charset="-122"/>
              <a:ea typeface="微软雅黑 Light" panose="020B0502040204020203" charset="-122"/>
            </a:endParaRPr>
          </a:p>
        </p:txBody>
      </p:sp>
      <p:sp>
        <p:nvSpPr>
          <p:cNvPr id="21509" name="矩形 21508"/>
          <p:cNvSpPr/>
          <p:nvPr/>
        </p:nvSpPr>
        <p:spPr>
          <a:xfrm>
            <a:off x="3657600" y="3086100"/>
            <a:ext cx="4876800" cy="922338"/>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例  char str1[20],str2[20];</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str1={“Hello!”};               (</a:t>
            </a:r>
            <a:r>
              <a:rPr lang="zh-CN" altLang="zh-CN">
                <a:latin typeface="Calibri" panose="020F0502020204030204" pitchFamily="34" charset="0"/>
                <a:ea typeface="宋体" panose="02010600030101010101" pitchFamily="2" charset="-122"/>
                <a:sym typeface="Symbol" panose="05050102010706020507" pitchFamily="18" charset="2"/>
              </a:rPr>
              <a:t></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str2=str1;                          (</a:t>
            </a:r>
            <a:r>
              <a:rPr lang="zh-CN" altLang="zh-CN">
                <a:latin typeface="Calibri" panose="020F0502020204030204" pitchFamily="34" charset="0"/>
                <a:ea typeface="宋体" panose="02010600030101010101" pitchFamily="2" charset="-122"/>
                <a:sym typeface="Symbol" panose="05050102010706020507" pitchFamily="18" charset="2"/>
              </a:rPr>
              <a:t></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3" name="矩形 2"/>
          <p:cNvSpPr/>
          <p:nvPr/>
        </p:nvSpPr>
        <p:spPr>
          <a:xfrm>
            <a:off x="3657600" y="2635250"/>
            <a:ext cx="4876800" cy="3363913"/>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lnSpc>
                <a:spcPct val="150000"/>
              </a:lnSpc>
              <a:buSzTx/>
            </a:pPr>
            <a:r>
              <a:rPr lang="en-US" altLang="zh-CN">
                <a:latin typeface="Calibri" panose="020F0502020204030204" pitchFamily="34" charset="0"/>
                <a:ea typeface="宋体" panose="02010600030101010101" pitchFamily="2" charset="-122"/>
              </a:rPr>
              <a:t>#include&lt;stdio.h&gt;</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#include&lt;string.h&gt;</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int main( )</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char  c1[]=”123456789”;</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strcpy(  c1+4, “hello”);</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puts(c1);</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return 0;</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a:t>
            </a:r>
            <a:endParaRPr lang="en-US" altLang="zh-CN">
              <a:latin typeface="Calibri" panose="020F0502020204030204" pitchFamily="34" charset="0"/>
              <a:ea typeface="宋体" panose="02010600030101010101" pitchFamily="2" charset="-122"/>
            </a:endParaRPr>
          </a:p>
        </p:txBody>
      </p:sp>
      <p:sp>
        <p:nvSpPr>
          <p:cNvPr id="4" name="文本框 3"/>
          <p:cNvSpPr txBox="1"/>
          <p:nvPr/>
        </p:nvSpPr>
        <p:spPr>
          <a:xfrm>
            <a:off x="6999288" y="3552825"/>
            <a:ext cx="2552700" cy="554038"/>
          </a:xfrm>
          <a:prstGeom prst="rect">
            <a:avLst/>
          </a:prstGeom>
          <a:solidFill>
            <a:srgbClr val="33CCCC"/>
          </a:solidFill>
          <a:ln w="9525">
            <a:noFill/>
          </a:ln>
        </p:spPr>
        <p:txBody>
          <a:bodyPr wrap="none" anchor="t" anchorCtr="0">
            <a:spAutoFit/>
          </a:bodyPr>
          <a:p>
            <a:pPr>
              <a:lnSpc>
                <a:spcPct val="150000"/>
              </a:lnSpc>
            </a:pPr>
            <a:r>
              <a:rPr lang="zh-CN" altLang="en-US" sz="2000" dirty="0">
                <a:latin typeface="微软雅黑 Light" panose="020B0502040204020203" charset="-122"/>
                <a:ea typeface="微软雅黑 Light" panose="020B0502040204020203" charset="-122"/>
              </a:rPr>
              <a:t>输出结果：</a:t>
            </a:r>
            <a:r>
              <a:rPr lang="en-US" altLang="zh-CN" sz="2000">
                <a:latin typeface="Arial" panose="020B0604020202020204" pitchFamily="34" charset="0"/>
                <a:ea typeface="宋体" panose="02010600030101010101" pitchFamily="2" charset="-122"/>
              </a:rPr>
              <a:t>1234hello</a:t>
            </a:r>
            <a:endParaRPr lang="en-US" altLang="zh-CN" sz="2000">
              <a:latin typeface="Arial" panose="020B0604020202020204" pitchFamily="34" charset="0"/>
              <a:ea typeface="宋体" panose="02010600030101010101"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000" fill="hold">
                                          <p:stCondLst>
                                            <p:cond delay="0"/>
                                          </p:stCondLst>
                                        </p:cTn>
                                        <p:tgtEl>
                                          <p:spTgt spid="18434"/>
                                        </p:tgtEl>
                                        <p:attrNameLst>
                                          <p:attrName>style.visibility</p:attrName>
                                        </p:attrNameLst>
                                      </p:cBhvr>
                                      <p:to>
                                        <p:strVal val="visible"/>
                                      </p:to>
                                    </p:set>
                                    <p:animEffect transition="in" filter="box(out)">
                                      <p:cBhvr>
                                        <p:cTn id="7" dur="10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000" fill="hold">
                                          <p:stCondLst>
                                            <p:cond delay="0"/>
                                          </p:stCondLst>
                                        </p:cTn>
                                        <p:tgtEl>
                                          <p:spTgt spid="2"/>
                                        </p:tgtEl>
                                        <p:attrNameLst>
                                          <p:attrName>style.visibility</p:attrName>
                                        </p:attrNameLst>
                                      </p:cBhvr>
                                      <p:to>
                                        <p:strVal val="visible"/>
                                      </p:to>
                                    </p:set>
                                    <p:animEffect transition="in" filter="box(out)">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21509"/>
                                        </p:tgtEl>
                                        <p:attrNameLst>
                                          <p:attrName>style.visibility</p:attrName>
                                        </p:attrNameLst>
                                      </p:cBhvr>
                                      <p:to>
                                        <p:strVal val="visible"/>
                                      </p:to>
                                    </p:set>
                                    <p:animEffect transition="in" filter="box(out)">
                                      <p:cBhvr>
                                        <p:cTn id="17" dur="500"/>
                                        <p:tgtEl>
                                          <p:spTgt spid="21509"/>
                                        </p:tgtEl>
                                      </p:cBhvr>
                                    </p:animEffect>
                                  </p:childTnLst>
                                  <p:subTnLst>
                                    <p:set>
                                      <p:cBhvr override="childStyle">
                                        <p:cTn dur="1" fill="hold" display="0" masterRel="nextClick" afterEffect="1"/>
                                        <p:tgtEl>
                                          <p:spTgt spid="21509"/>
                                        </p:tgtEl>
                                        <p:attrNameLst>
                                          <p:attrName>style.visibility</p:attrName>
                                        </p:attrNameLst>
                                      </p:cBhvr>
                                      <p:to>
                                        <p:strVal val="hidden"/>
                                      </p:to>
                                    </p:set>
                                    <p:audio>
                                      <p:cMediaNode>
                                        <p:cTn display="0" masterRel="sameClick">
                                          <p:stCondLst>
                                            <p:cond evt="begin" delay="0">
                                              <p:tn val="15"/>
                                            </p:cond>
                                          </p:stCondLst>
                                          <p:endCondLst>
                                            <p:cond evt="onStopAudio" delay="0">
                                              <p:tgtEl>
                                                <p:sldTgt/>
                                              </p:tgtEl>
                                            </p:cond>
                                          </p:endCondLst>
                                        </p:cTn>
                                        <p:tgtEl>
                                          <p:sndTgt r:embed="rId1"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ox(out)">
                                      <p:cBhvr>
                                        <p:cTn id="22" dur="500"/>
                                        <p:tgtEl>
                                          <p:spTgt spid="3"/>
                                        </p:tgtEl>
                                      </p:cBhvr>
                                    </p:animEffect>
                                  </p:childTnLst>
                                  <p:subTnLst>
                                    <p:audio>
                                      <p:cMediaNode>
                                        <p:cTn display="1" masterRel="sameClick">
                                          <p:stCondLst>
                                            <p:cond evt="begin" delay="0">
                                              <p:tn val="20"/>
                                            </p:cond>
                                          </p:stCondLst>
                                          <p:endCondLst>
                                            <p:cond evt="onStopAudio" delay="0">
                                              <p:tgtEl>
                                                <p:sldTgt/>
                                              </p:tgtEl>
                                            </p:cond>
                                          </p:endCondLst>
                                        </p:cTn>
                                        <p:tgtEl>
                                          <p:sndTgt r:embed="rId1" name="CAMERA.WAV"/>
                                        </p:tgtEl>
                                      </p:cMediaNode>
                                    </p:audio>
                                  </p:subTnLst>
                                </p:cTn>
                              </p:par>
                            </p:childTnLst>
                          </p:cTn>
                        </p:par>
                      </p:childTnLst>
                    </p:cTn>
                  </p:par>
                  <p:par>
                    <p:cTn id="23" fill="hold">
                      <p:stCondLst>
                        <p:cond delay="indefinite"/>
                      </p:stCondLst>
                      <p:childTnLst>
                        <p:par>
                          <p:cTn id="24" fill="hold">
                            <p:stCondLst>
                              <p:cond delay="0"/>
                            </p:stCondLst>
                            <p:childTnLst>
                              <p:par>
                                <p:cTn id="25" presetID="2" presetClass="entr" presetSubtype="8" fill="hold" grpId="0" nodeType="clickEffect">
                                  <p:stCondLst>
                                    <p:cond delay="0"/>
                                  </p:stCondLst>
                                  <p:childTnLst>
                                    <p:set>
                                      <p:cBhvr>
                                        <p:cTn id="26" dur="1" fill="hold">
                                          <p:stCondLst>
                                            <p:cond delay="0"/>
                                          </p:stCondLst>
                                        </p:cTn>
                                        <p:tgtEl>
                                          <p:spTgt spid="4"/>
                                        </p:tgtEl>
                                        <p:attrNameLst>
                                          <p:attrName>style.visibility</p:attrName>
                                        </p:attrNameLst>
                                      </p:cBhvr>
                                      <p:to>
                                        <p:strVal val="visible"/>
                                      </p:to>
                                    </p:set>
                                    <p:anim calcmode="lin" valueType="num">
                                      <p:cBhvr>
                                        <p:cTn id="27" dur="500" fill="hold"/>
                                        <p:tgtEl>
                                          <p:spTgt spid="4"/>
                                        </p:tgtEl>
                                        <p:attrNameLst>
                                          <p:attrName>ppt_x</p:attrName>
                                        </p:attrNameLst>
                                      </p:cBhvr>
                                      <p:tavLst>
                                        <p:tav tm="0">
                                          <p:val>
                                            <p:strVal val="0-#ppt_w/2"/>
                                          </p:val>
                                        </p:tav>
                                        <p:tav tm="100000">
                                          <p:val>
                                            <p:strVal val="#ppt_x"/>
                                          </p:val>
                                        </p:tav>
                                      </p:tavLst>
                                    </p:anim>
                                    <p:anim calcmode="lin" valueType="num">
                                      <p:cBhvr>
                                        <p:cTn id="28"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9" grpId="0" bldLvl="0" animBg="1"/>
      <p:bldP spid="18434" grpId="0"/>
      <p:bldP spid="18434" grpId="1"/>
      <p:bldP spid="2" grpId="0"/>
      <p:bldP spid="2" grpId="1"/>
      <p:bldP spid="3" grpId="0" bldLvl="0" animBg="1"/>
      <p:bldP spid="4" grpId="0" bldLvl="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0193" name="矩形 21509"/>
          <p:cNvSpPr/>
          <p:nvPr/>
        </p:nvSpPr>
        <p:spPr>
          <a:xfrm>
            <a:off x="3619500" y="6229350"/>
            <a:ext cx="476250" cy="323850"/>
          </a:xfrm>
          <a:prstGeom prst="rect">
            <a:avLst/>
          </a:prstGeom>
          <a:noFill/>
          <a:ln w="381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520194"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520195" name="标题 19466"/>
          <p:cNvSpPr>
            <a:spLocks noGrp="1"/>
          </p:cNvSpPr>
          <p:nvPr/>
        </p:nvSpPr>
        <p:spPr>
          <a:xfrm>
            <a:off x="1474788" y="717550"/>
            <a:ext cx="8001000" cy="630238"/>
          </a:xfrm>
          <a:prstGeom prst="rect">
            <a:avLst/>
          </a:prstGeom>
          <a:noFill/>
          <a:ln w="9525">
            <a:noFill/>
          </a:ln>
        </p:spPr>
        <p:txBody>
          <a:bodyPr anchor="b" anchorCtr="0"/>
          <a:p>
            <a:pPr>
              <a:lnSpc>
                <a:spcPct val="90000"/>
              </a:lnSpc>
            </a:pPr>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4</a:t>
            </a:r>
            <a:r>
              <a:rPr lang="zh-CN" altLang="en-US" sz="2400" dirty="0">
                <a:latin typeface="微软雅黑 Light" panose="020B0502040204020203" charset="-122"/>
                <a:ea typeface="微软雅黑 Light" panose="020B0502040204020203" charset="-122"/>
              </a:rPr>
              <a:t>）常用的字符串处理函数</a:t>
            </a:r>
            <a:endParaRPr lang="zh-CN" altLang="en-US" sz="4400" dirty="0">
              <a:latin typeface="微软雅黑 Light" panose="020B0502040204020203" charset="-122"/>
              <a:ea typeface="微软雅黑 Light" panose="020B0502040204020203" charset="-122"/>
            </a:endParaRPr>
          </a:p>
        </p:txBody>
      </p:sp>
      <p:sp>
        <p:nvSpPr>
          <p:cNvPr id="18434" name="矩形 18433"/>
          <p:cNvSpPr/>
          <p:nvPr/>
        </p:nvSpPr>
        <p:spPr>
          <a:xfrm>
            <a:off x="1301750" y="1249363"/>
            <a:ext cx="9321800" cy="754062"/>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en-US" altLang="zh-CN">
                <a:latin typeface="微软雅黑 Light" panose="020B0502040204020203" charset="-122"/>
                <a:ea typeface="微软雅黑 Light" panose="020B0502040204020203" charset="-122"/>
              </a:rPr>
              <a:t>A. </a:t>
            </a:r>
            <a:r>
              <a:rPr lang="zh-CN" altLang="en-US">
                <a:latin typeface="微软雅黑 Light" panose="020B0502040204020203" charset="-122"/>
                <a:ea typeface="微软雅黑 Light" panose="020B0502040204020203" charset="-122"/>
                <a:sym typeface="宋体" panose="02010600030101010101" pitchFamily="2" charset="-122"/>
              </a:rPr>
              <a:t>字符串复制函数</a:t>
            </a:r>
            <a:r>
              <a:rPr lang="en-US" altLang="zh-CN">
                <a:latin typeface="微软雅黑 Light" panose="020B0502040204020203" charset="-122"/>
                <a:ea typeface="微软雅黑 Light" panose="020B0502040204020203" charset="-122"/>
                <a:sym typeface="宋体" panose="02010600030101010101" pitchFamily="2" charset="-122"/>
              </a:rPr>
              <a:t>strcpy( )</a:t>
            </a:r>
            <a:endParaRPr lang="zh-CN" altLang="en-US">
              <a:latin typeface="微软雅黑 Light" panose="020B0502040204020203" charset="-122"/>
              <a:ea typeface="微软雅黑 Light" panose="020B0502040204020203" charset="-122"/>
            </a:endParaRPr>
          </a:p>
        </p:txBody>
      </p:sp>
      <p:sp>
        <p:nvSpPr>
          <p:cNvPr id="2" name="矩形 1"/>
          <p:cNvSpPr/>
          <p:nvPr/>
        </p:nvSpPr>
        <p:spPr>
          <a:xfrm>
            <a:off x="1231900" y="1727200"/>
            <a:ext cx="9580563" cy="1095375"/>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zh-CN" altLang="en-US" b="1">
                <a:solidFill>
                  <a:srgbClr val="FF0000"/>
                </a:solidFill>
                <a:latin typeface="微软雅黑 Light" panose="020B0502040204020203" charset="-122"/>
                <a:ea typeface="微软雅黑 Light" panose="020B0502040204020203" charset="-122"/>
              </a:rPr>
              <a:t>注意：（</a:t>
            </a:r>
            <a:r>
              <a:rPr lang="en-US" altLang="zh-CN" b="1">
                <a:solidFill>
                  <a:srgbClr val="FF0000"/>
                </a:solidFill>
                <a:latin typeface="微软雅黑 Light" panose="020B0502040204020203" charset="-122"/>
                <a:ea typeface="微软雅黑 Light" panose="020B0502040204020203" charset="-122"/>
              </a:rPr>
              <a:t>4</a:t>
            </a:r>
            <a:r>
              <a:rPr lang="zh-CN" altLang="en-US" b="1">
                <a:solidFill>
                  <a:srgbClr val="FF0000"/>
                </a:solidFill>
                <a:latin typeface="微软雅黑 Light" panose="020B0502040204020203" charset="-122"/>
                <a:ea typeface="微软雅黑 Light" panose="020B0502040204020203" charset="-122"/>
              </a:rPr>
              <a:t>）若要将字符串</a:t>
            </a:r>
            <a:r>
              <a:rPr lang="en-US" altLang="zh-CN" b="1">
                <a:solidFill>
                  <a:srgbClr val="FF0000"/>
                </a:solidFill>
                <a:latin typeface="微软雅黑 Light" panose="020B0502040204020203" charset="-122"/>
                <a:ea typeface="微软雅黑 Light" panose="020B0502040204020203" charset="-122"/>
              </a:rPr>
              <a:t>2</a:t>
            </a:r>
            <a:r>
              <a:rPr lang="zh-CN" altLang="en-US" b="1">
                <a:solidFill>
                  <a:srgbClr val="FF0000"/>
                </a:solidFill>
                <a:latin typeface="微软雅黑 Light" panose="020B0502040204020203" charset="-122"/>
                <a:ea typeface="微软雅黑 Light" panose="020B0502040204020203" charset="-122"/>
              </a:rPr>
              <a:t>的前</a:t>
            </a:r>
            <a:r>
              <a:rPr lang="en-US" altLang="zh-CN" b="1">
                <a:solidFill>
                  <a:srgbClr val="FF0000"/>
                </a:solidFill>
                <a:latin typeface="微软雅黑 Light" panose="020B0502040204020203" charset="-122"/>
                <a:ea typeface="微软雅黑 Light" panose="020B0502040204020203" charset="-122"/>
              </a:rPr>
              <a:t>n</a:t>
            </a:r>
            <a:r>
              <a:rPr lang="zh-CN" altLang="en-US" b="1">
                <a:solidFill>
                  <a:srgbClr val="FF0000"/>
                </a:solidFill>
                <a:latin typeface="微软雅黑 Light" panose="020B0502040204020203" charset="-122"/>
                <a:ea typeface="微软雅黑 Light" panose="020B0502040204020203" charset="-122"/>
              </a:rPr>
              <a:t>个字符复制到字符串</a:t>
            </a:r>
            <a:r>
              <a:rPr lang="en-US" altLang="zh-CN" b="1">
                <a:solidFill>
                  <a:srgbClr val="FF0000"/>
                </a:solidFill>
                <a:latin typeface="微软雅黑 Light" panose="020B0502040204020203" charset="-122"/>
                <a:ea typeface="微软雅黑 Light" panose="020B0502040204020203" charset="-122"/>
              </a:rPr>
              <a:t>1</a:t>
            </a:r>
            <a:r>
              <a:rPr lang="zh-CN" altLang="en-US" b="1">
                <a:solidFill>
                  <a:srgbClr val="FF0000"/>
                </a:solidFill>
                <a:latin typeface="微软雅黑 Light" panose="020B0502040204020203" charset="-122"/>
                <a:ea typeface="微软雅黑 Light" panose="020B0502040204020203" charset="-122"/>
              </a:rPr>
              <a:t>中，可以使用</a:t>
            </a:r>
            <a:r>
              <a:rPr lang="en-US" altLang="zh-CN" b="1">
                <a:solidFill>
                  <a:srgbClr val="FF0000"/>
                </a:solidFill>
                <a:latin typeface="微软雅黑 Light" panose="020B0502040204020203" charset="-122"/>
                <a:ea typeface="微软雅黑 Light" panose="020B0502040204020203" charset="-122"/>
              </a:rPr>
              <a:t>strncpy( )</a:t>
            </a:r>
            <a:r>
              <a:rPr lang="zh-CN" altLang="en-US" b="1">
                <a:solidFill>
                  <a:srgbClr val="FF0000"/>
                </a:solidFill>
                <a:latin typeface="微软雅黑 Light" panose="020B0502040204020203" charset="-122"/>
                <a:ea typeface="微软雅黑 Light" panose="020B0502040204020203" charset="-122"/>
              </a:rPr>
              <a:t>函数，它的格式为   </a:t>
            </a:r>
            <a:r>
              <a:rPr lang="en-US" altLang="zh-CN" b="1">
                <a:solidFill>
                  <a:srgbClr val="FF0000"/>
                </a:solidFill>
                <a:latin typeface="微软雅黑 Light" panose="020B0502040204020203" charset="-122"/>
                <a:ea typeface="微软雅黑 Light" panose="020B0502040204020203" charset="-122"/>
              </a:rPr>
              <a:t>strncpy( </a:t>
            </a:r>
            <a:r>
              <a:rPr lang="zh-CN" altLang="en-US" b="1">
                <a:solidFill>
                  <a:srgbClr val="FF0000"/>
                </a:solidFill>
                <a:latin typeface="微软雅黑 Light" panose="020B0502040204020203" charset="-122"/>
                <a:ea typeface="微软雅黑 Light" panose="020B0502040204020203" charset="-122"/>
              </a:rPr>
              <a:t>字符串</a:t>
            </a:r>
            <a:r>
              <a:rPr lang="en-US" altLang="zh-CN" b="1">
                <a:solidFill>
                  <a:srgbClr val="FF0000"/>
                </a:solidFill>
                <a:latin typeface="微软雅黑 Light" panose="020B0502040204020203" charset="-122"/>
                <a:ea typeface="微软雅黑 Light" panose="020B0502040204020203" charset="-122"/>
              </a:rPr>
              <a:t>1 </a:t>
            </a:r>
            <a:r>
              <a:rPr lang="zh-CN" altLang="en-US" b="1">
                <a:solidFill>
                  <a:srgbClr val="FF0000"/>
                </a:solidFill>
                <a:latin typeface="微软雅黑 Light" panose="020B0502040204020203" charset="-122"/>
                <a:ea typeface="微软雅黑 Light" panose="020B0502040204020203" charset="-122"/>
              </a:rPr>
              <a:t>，字符串</a:t>
            </a:r>
            <a:r>
              <a:rPr lang="en-US" altLang="zh-CN" b="1">
                <a:solidFill>
                  <a:srgbClr val="FF0000"/>
                </a:solidFill>
                <a:latin typeface="微软雅黑 Light" panose="020B0502040204020203" charset="-122"/>
                <a:ea typeface="微软雅黑 Light" panose="020B0502040204020203" charset="-122"/>
              </a:rPr>
              <a:t>2 , n)</a:t>
            </a:r>
            <a:endParaRPr lang="zh-CN" altLang="en-US" b="1">
              <a:solidFill>
                <a:srgbClr val="FF0000"/>
              </a:solidFill>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b="1">
                <a:solidFill>
                  <a:srgbClr val="FF0000"/>
                </a:solidFill>
                <a:latin typeface="微软雅黑 Light" panose="020B0502040204020203" charset="-122"/>
                <a:ea typeface="微软雅黑 Light" panose="020B0502040204020203" charset="-122"/>
              </a:rPr>
              <a:t>       </a:t>
            </a:r>
            <a:endParaRPr lang="zh-CN" altLang="en-US" b="1">
              <a:solidFill>
                <a:srgbClr val="FF0000"/>
              </a:solidFill>
              <a:latin typeface="微软雅黑 Light" panose="020B0502040204020203" charset="-122"/>
              <a:ea typeface="微软雅黑 Light" panose="020B0502040204020203" charset="-122"/>
            </a:endParaRPr>
          </a:p>
        </p:txBody>
      </p:sp>
      <p:sp>
        <p:nvSpPr>
          <p:cNvPr id="3" name="矩形 2"/>
          <p:cNvSpPr/>
          <p:nvPr/>
        </p:nvSpPr>
        <p:spPr>
          <a:xfrm>
            <a:off x="2867025" y="2616200"/>
            <a:ext cx="4876800" cy="3365500"/>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lnSpc>
                <a:spcPct val="150000"/>
              </a:lnSpc>
              <a:buSzTx/>
            </a:pPr>
            <a:r>
              <a:rPr lang="en-US" altLang="zh-CN">
                <a:latin typeface="Calibri" panose="020F0502020204030204" pitchFamily="34" charset="0"/>
                <a:ea typeface="宋体" panose="02010600030101010101" pitchFamily="2" charset="-122"/>
              </a:rPr>
              <a:t>#include&lt;stdio.h&gt;</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#include&lt;string.h&gt;</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int main( )</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char str1[10]=”abcdefg” , str2[]=”ABCDEF”;</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strncpy(  str1, str2, 4);</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puts(str1);</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return 0;</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a:t>
            </a:r>
            <a:endParaRPr lang="en-US" altLang="zh-CN">
              <a:latin typeface="Calibri" panose="020F0502020204030204" pitchFamily="34" charset="0"/>
              <a:ea typeface="宋体" panose="02010600030101010101" pitchFamily="2" charset="-122"/>
            </a:endParaRPr>
          </a:p>
        </p:txBody>
      </p:sp>
      <p:sp>
        <p:nvSpPr>
          <p:cNvPr id="4" name="文本框 3"/>
          <p:cNvSpPr txBox="1"/>
          <p:nvPr/>
        </p:nvSpPr>
        <p:spPr>
          <a:xfrm>
            <a:off x="7118350" y="4403725"/>
            <a:ext cx="2511425" cy="554038"/>
          </a:xfrm>
          <a:prstGeom prst="rect">
            <a:avLst/>
          </a:prstGeom>
          <a:solidFill>
            <a:srgbClr val="33CCCC"/>
          </a:solidFill>
          <a:ln w="9525">
            <a:noFill/>
          </a:ln>
        </p:spPr>
        <p:txBody>
          <a:bodyPr wrap="none" anchor="t" anchorCtr="0">
            <a:spAutoFit/>
          </a:bodyPr>
          <a:p>
            <a:pPr>
              <a:lnSpc>
                <a:spcPct val="150000"/>
              </a:lnSpc>
            </a:pPr>
            <a:r>
              <a:rPr lang="zh-CN" altLang="en-US" sz="2000" dirty="0">
                <a:latin typeface="微软雅黑 Light" panose="020B0502040204020203" charset="-122"/>
                <a:ea typeface="微软雅黑 Light" panose="020B0502040204020203" charset="-122"/>
              </a:rPr>
              <a:t>输出结果：</a:t>
            </a:r>
            <a:r>
              <a:rPr lang="en-US" altLang="zh-CN" sz="2000">
                <a:latin typeface="Arial" panose="020B0604020202020204" pitchFamily="34" charset="0"/>
                <a:ea typeface="宋体" panose="02010600030101010101" pitchFamily="2" charset="-122"/>
              </a:rPr>
              <a:t>ABCDefg</a:t>
            </a:r>
            <a:endParaRPr lang="en-US" altLang="zh-CN" sz="2000">
              <a:latin typeface="Arial" panose="020B0604020202020204" pitchFamily="34" charset="0"/>
              <a:ea typeface="宋体" panose="02010600030101010101"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000" fill="hold">
                                          <p:stCondLst>
                                            <p:cond delay="0"/>
                                          </p:stCondLst>
                                        </p:cTn>
                                        <p:tgtEl>
                                          <p:spTgt spid="18434"/>
                                        </p:tgtEl>
                                        <p:attrNameLst>
                                          <p:attrName>style.visibility</p:attrName>
                                        </p:attrNameLst>
                                      </p:cBhvr>
                                      <p:to>
                                        <p:strVal val="visible"/>
                                      </p:to>
                                    </p:set>
                                    <p:animEffect transition="in" filter="box(out)">
                                      <p:cBhvr>
                                        <p:cTn id="7" dur="10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000" fill="hold">
                                          <p:stCondLst>
                                            <p:cond delay="0"/>
                                          </p:stCondLst>
                                        </p:cTn>
                                        <p:tgtEl>
                                          <p:spTgt spid="2"/>
                                        </p:tgtEl>
                                        <p:attrNameLst>
                                          <p:attrName>style.visibility</p:attrName>
                                        </p:attrNameLst>
                                      </p:cBhvr>
                                      <p:to>
                                        <p:strVal val="visible"/>
                                      </p:to>
                                    </p:set>
                                    <p:animEffect transition="in" filter="box(out)">
                                      <p:cBhvr>
                                        <p:cTn id="12" dur="10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out)">
                                      <p:cBhvr>
                                        <p:cTn id="17" dur="500"/>
                                        <p:tgtEl>
                                          <p:spTgt spid="3"/>
                                        </p:tgtEl>
                                      </p:cBhvr>
                                    </p:animEffect>
                                  </p:childTnLst>
                                  <p:subTnLst>
                                    <p:audio>
                                      <p:cMediaNode>
                                        <p:cTn display="1" masterRel="sameClick">
                                          <p:stCondLst>
                                            <p:cond evt="begin" delay="0">
                                              <p:tn val="15"/>
                                            </p:cond>
                                          </p:stCondLst>
                                          <p:endCondLst>
                                            <p:cond evt="onStopAudio" delay="0">
                                              <p:tgtEl>
                                                <p:sldTgt/>
                                              </p:tgtEl>
                                            </p:cond>
                                          </p:endCondLst>
                                        </p:cTn>
                                        <p:tgtEl>
                                          <p:sndTgt r:embed="rId1" name="CAMERA.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ppt_x</p:attrName>
                                        </p:attrNameLst>
                                      </p:cBhvr>
                                      <p:tavLst>
                                        <p:tav tm="0">
                                          <p:val>
                                            <p:strVal val="0-#ppt_w/2"/>
                                          </p:val>
                                        </p:tav>
                                        <p:tav tm="100000">
                                          <p:val>
                                            <p:strVal val="#ppt_x"/>
                                          </p:val>
                                        </p:tav>
                                      </p:tavLst>
                                    </p:anim>
                                    <p:anim calcmode="lin" valueType="num">
                                      <p:cBhvr>
                                        <p:cTn id="2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4" grpId="1"/>
      <p:bldP spid="2" grpId="0"/>
      <p:bldP spid="2" grpId="1"/>
      <p:bldP spid="3" grpId="0" bldLvl="0" animBg="1"/>
      <p:bldP spid="4" grpId="0" bldLvl="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1301750" y="2635250"/>
            <a:ext cx="9321800" cy="2101850"/>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zh-CN" altLang="en-US" b="1">
                <a:solidFill>
                  <a:srgbClr val="FF0000"/>
                </a:solidFill>
                <a:latin typeface="微软雅黑 Light" panose="020B0502040204020203" charset="-122"/>
                <a:ea typeface="微软雅黑 Light" panose="020B0502040204020203" charset="-122"/>
              </a:rPr>
              <a:t>注意：（</a:t>
            </a:r>
            <a:r>
              <a:rPr lang="en-US" altLang="zh-CN" b="1">
                <a:solidFill>
                  <a:srgbClr val="FF0000"/>
                </a:solidFill>
                <a:latin typeface="微软雅黑 Light" panose="020B0502040204020203" charset="-122"/>
                <a:ea typeface="微软雅黑 Light" panose="020B0502040204020203" charset="-122"/>
              </a:rPr>
              <a:t>1</a:t>
            </a:r>
            <a:r>
              <a:rPr lang="zh-CN" altLang="en-US" b="1">
                <a:solidFill>
                  <a:srgbClr val="FF0000"/>
                </a:solidFill>
                <a:latin typeface="微软雅黑 Light" panose="020B0502040204020203" charset="-122"/>
                <a:ea typeface="微软雅黑 Light" panose="020B0502040204020203" charset="-122"/>
              </a:rPr>
              <a:t>）参数字符串</a:t>
            </a:r>
            <a:r>
              <a:rPr lang="en-US" altLang="zh-CN" b="1">
                <a:solidFill>
                  <a:srgbClr val="FF0000"/>
                </a:solidFill>
                <a:latin typeface="微软雅黑 Light" panose="020B0502040204020203" charset="-122"/>
                <a:ea typeface="微软雅黑 Light" panose="020B0502040204020203" charset="-122"/>
              </a:rPr>
              <a:t>2</a:t>
            </a:r>
            <a:r>
              <a:rPr lang="zh-CN" altLang="en-US" b="1">
                <a:solidFill>
                  <a:srgbClr val="FF0000"/>
                </a:solidFill>
                <a:latin typeface="微软雅黑 Light" panose="020B0502040204020203" charset="-122"/>
                <a:ea typeface="微软雅黑 Light" panose="020B0502040204020203" charset="-122"/>
              </a:rPr>
              <a:t>可以是字符数组名，也可以是字符串常量。但是参数字符串</a:t>
            </a:r>
            <a:r>
              <a:rPr lang="en-US" altLang="zh-CN" b="1">
                <a:solidFill>
                  <a:srgbClr val="FF0000"/>
                </a:solidFill>
                <a:latin typeface="微软雅黑 Light" panose="020B0502040204020203" charset="-122"/>
                <a:ea typeface="微软雅黑 Light" panose="020B0502040204020203" charset="-122"/>
              </a:rPr>
              <a:t>1</a:t>
            </a:r>
            <a:r>
              <a:rPr lang="zh-CN" altLang="en-US" b="1">
                <a:solidFill>
                  <a:srgbClr val="FF0000"/>
                </a:solidFill>
                <a:latin typeface="微软雅黑 Light" panose="020B0502040204020203" charset="-122"/>
                <a:ea typeface="微软雅黑 Light" panose="020B0502040204020203" charset="-122"/>
              </a:rPr>
              <a:t>必须是字符数组名。</a:t>
            </a:r>
            <a:endParaRPr lang="zh-CN" altLang="en-US" b="1">
              <a:solidFill>
                <a:srgbClr val="FF0000"/>
              </a:solidFill>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b="1">
                <a:solidFill>
                  <a:srgbClr val="FF0000"/>
                </a:solidFill>
                <a:latin typeface="微软雅黑 Light" panose="020B0502040204020203" charset="-122"/>
                <a:ea typeface="微软雅黑 Light" panose="020B0502040204020203" charset="-122"/>
              </a:rPr>
              <a:t>          （</a:t>
            </a:r>
            <a:r>
              <a:rPr lang="en-US" altLang="zh-CN" b="1">
                <a:solidFill>
                  <a:srgbClr val="FF0000"/>
                </a:solidFill>
                <a:latin typeface="微软雅黑 Light" panose="020B0502040204020203" charset="-122"/>
                <a:ea typeface="微软雅黑 Light" panose="020B0502040204020203" charset="-122"/>
              </a:rPr>
              <a:t>2</a:t>
            </a:r>
            <a:r>
              <a:rPr lang="zh-CN" altLang="en-US" b="1">
                <a:solidFill>
                  <a:srgbClr val="FF0000"/>
                </a:solidFill>
                <a:latin typeface="微软雅黑 Light" panose="020B0502040204020203" charset="-122"/>
                <a:ea typeface="微软雅黑 Light" panose="020B0502040204020203" charset="-122"/>
              </a:rPr>
              <a:t>）字符串</a:t>
            </a:r>
            <a:r>
              <a:rPr lang="en-US" altLang="zh-CN" b="1">
                <a:solidFill>
                  <a:srgbClr val="FF0000"/>
                </a:solidFill>
                <a:latin typeface="微软雅黑 Light" panose="020B0502040204020203" charset="-122"/>
                <a:ea typeface="微软雅黑 Light" panose="020B0502040204020203" charset="-122"/>
              </a:rPr>
              <a:t>1</a:t>
            </a:r>
            <a:r>
              <a:rPr lang="zh-CN" altLang="en-US" b="1">
                <a:solidFill>
                  <a:srgbClr val="FF0000"/>
                </a:solidFill>
                <a:latin typeface="微软雅黑 Light" panose="020B0502040204020203" charset="-122"/>
                <a:ea typeface="微软雅黑 Light" panose="020B0502040204020203" charset="-122"/>
              </a:rPr>
              <a:t>必须有足够的空间，以便容纳字符串</a:t>
            </a:r>
            <a:r>
              <a:rPr lang="en-US" altLang="zh-CN" b="1">
                <a:solidFill>
                  <a:srgbClr val="FF0000"/>
                </a:solidFill>
                <a:latin typeface="微软雅黑 Light" panose="020B0502040204020203" charset="-122"/>
                <a:ea typeface="微软雅黑 Light" panose="020B0502040204020203" charset="-122"/>
              </a:rPr>
              <a:t>2</a:t>
            </a:r>
            <a:r>
              <a:rPr lang="zh-CN" altLang="en-US" b="1">
                <a:solidFill>
                  <a:srgbClr val="FF0000"/>
                </a:solidFill>
                <a:latin typeface="微软雅黑 Light" panose="020B0502040204020203" charset="-122"/>
                <a:ea typeface="微软雅黑 Light" panose="020B0502040204020203" charset="-122"/>
              </a:rPr>
              <a:t>。</a:t>
            </a:r>
            <a:endParaRPr lang="zh-CN" altLang="en-US" b="1">
              <a:solidFill>
                <a:srgbClr val="FF0000"/>
              </a:solidFill>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b="1">
                <a:solidFill>
                  <a:srgbClr val="FF0000"/>
                </a:solidFill>
                <a:latin typeface="微软雅黑 Light" panose="020B0502040204020203" charset="-122"/>
                <a:ea typeface="微软雅黑 Light" panose="020B0502040204020203" charset="-122"/>
              </a:rPr>
              <a:t>          （</a:t>
            </a:r>
            <a:r>
              <a:rPr lang="en-US" altLang="zh-CN" b="1">
                <a:solidFill>
                  <a:srgbClr val="FF0000"/>
                </a:solidFill>
                <a:latin typeface="微软雅黑 Light" panose="020B0502040204020203" charset="-122"/>
                <a:ea typeface="微软雅黑 Light" panose="020B0502040204020203" charset="-122"/>
              </a:rPr>
              <a:t>3</a:t>
            </a:r>
            <a:r>
              <a:rPr lang="zh-CN" altLang="en-US" b="1">
                <a:solidFill>
                  <a:srgbClr val="FF0000"/>
                </a:solidFill>
                <a:latin typeface="微软雅黑 Light" panose="020B0502040204020203" charset="-122"/>
                <a:ea typeface="微软雅黑 Light" panose="020B0502040204020203" charset="-122"/>
              </a:rPr>
              <a:t>）连接时用字符串</a:t>
            </a:r>
            <a:r>
              <a:rPr lang="en-US" altLang="zh-CN" b="1">
                <a:solidFill>
                  <a:srgbClr val="FF0000"/>
                </a:solidFill>
                <a:latin typeface="微软雅黑 Light" panose="020B0502040204020203" charset="-122"/>
                <a:ea typeface="微软雅黑 Light" panose="020B0502040204020203" charset="-122"/>
              </a:rPr>
              <a:t>2</a:t>
            </a:r>
            <a:r>
              <a:rPr lang="zh-CN" altLang="en-US" b="1">
                <a:solidFill>
                  <a:srgbClr val="FF0000"/>
                </a:solidFill>
                <a:latin typeface="微软雅黑 Light" panose="020B0502040204020203" charset="-122"/>
                <a:ea typeface="微软雅黑 Light" panose="020B0502040204020203" charset="-122"/>
              </a:rPr>
              <a:t>的首字符覆盖字符串</a:t>
            </a:r>
            <a:r>
              <a:rPr lang="en-US" altLang="zh-CN" b="1">
                <a:solidFill>
                  <a:srgbClr val="FF0000"/>
                </a:solidFill>
                <a:latin typeface="微软雅黑 Light" panose="020B0502040204020203" charset="-122"/>
                <a:ea typeface="微软雅黑 Light" panose="020B0502040204020203" charset="-122"/>
              </a:rPr>
              <a:t>1</a:t>
            </a:r>
            <a:r>
              <a:rPr lang="zh-CN" altLang="en-US" b="1">
                <a:solidFill>
                  <a:srgbClr val="FF0000"/>
                </a:solidFill>
                <a:latin typeface="微软雅黑 Light" panose="020B0502040204020203" charset="-122"/>
                <a:ea typeface="微软雅黑 Light" panose="020B0502040204020203" charset="-122"/>
              </a:rPr>
              <a:t>的结束标志</a:t>
            </a:r>
            <a:r>
              <a:rPr lang="en-US" altLang="zh-CN" b="1">
                <a:solidFill>
                  <a:srgbClr val="FF0000"/>
                </a:solidFill>
                <a:latin typeface="微软雅黑 Light" panose="020B0502040204020203" charset="-122"/>
                <a:ea typeface="微软雅黑 Light" panose="020B0502040204020203" charset="-122"/>
              </a:rPr>
              <a:t>'\0'</a:t>
            </a:r>
            <a:r>
              <a:rPr lang="zh-CN" altLang="en-US" b="1">
                <a:solidFill>
                  <a:srgbClr val="FF0000"/>
                </a:solidFill>
                <a:latin typeface="微软雅黑 Light" panose="020B0502040204020203" charset="-122"/>
                <a:ea typeface="微软雅黑 Light" panose="020B0502040204020203" charset="-122"/>
              </a:rPr>
              <a:t>，系统在新字符串的末尾添加一个字符串的结束标志</a:t>
            </a:r>
            <a:r>
              <a:rPr lang="en-US" altLang="zh-CN" b="1">
                <a:solidFill>
                  <a:srgbClr val="FF0000"/>
                </a:solidFill>
                <a:latin typeface="微软雅黑 Light" panose="020B0502040204020203" charset="-122"/>
                <a:ea typeface="微软雅黑 Light" panose="020B0502040204020203" charset="-122"/>
              </a:rPr>
              <a:t>'\0'</a:t>
            </a:r>
            <a:r>
              <a:rPr lang="zh-CN" altLang="en-US" b="1">
                <a:solidFill>
                  <a:srgbClr val="FF0000"/>
                </a:solidFill>
                <a:latin typeface="微软雅黑 Light" panose="020B0502040204020203" charset="-122"/>
                <a:ea typeface="微软雅黑 Light" panose="020B0502040204020203" charset="-122"/>
              </a:rPr>
              <a:t>。</a:t>
            </a:r>
            <a:endParaRPr lang="zh-CN" altLang="en-US" b="1">
              <a:solidFill>
                <a:srgbClr val="FF0000"/>
              </a:solidFill>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b="1">
                <a:solidFill>
                  <a:srgbClr val="FF0000"/>
                </a:solidFill>
                <a:latin typeface="微软雅黑 Light" panose="020B0502040204020203" charset="-122"/>
                <a:ea typeface="微软雅黑 Light" panose="020B0502040204020203" charset="-122"/>
              </a:rPr>
              <a:t>        </a:t>
            </a:r>
            <a:endParaRPr lang="zh-CN" altLang="en-US" b="1">
              <a:solidFill>
                <a:srgbClr val="FF0000"/>
              </a:solidFill>
              <a:latin typeface="微软雅黑 Light" panose="020B0502040204020203" charset="-122"/>
              <a:ea typeface="微软雅黑 Light" panose="020B0502040204020203" charset="-122"/>
            </a:endParaRPr>
          </a:p>
        </p:txBody>
      </p:sp>
      <p:sp>
        <p:nvSpPr>
          <p:cNvPr id="521218" name="矩形 21509"/>
          <p:cNvSpPr/>
          <p:nvPr/>
        </p:nvSpPr>
        <p:spPr>
          <a:xfrm>
            <a:off x="3619500" y="6229350"/>
            <a:ext cx="476250" cy="323850"/>
          </a:xfrm>
          <a:prstGeom prst="rect">
            <a:avLst/>
          </a:prstGeom>
          <a:noFill/>
          <a:ln w="381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521219"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521220" name="标题 19466"/>
          <p:cNvSpPr>
            <a:spLocks noGrp="1"/>
          </p:cNvSpPr>
          <p:nvPr/>
        </p:nvSpPr>
        <p:spPr>
          <a:xfrm>
            <a:off x="1474788" y="717550"/>
            <a:ext cx="8001000" cy="630238"/>
          </a:xfrm>
          <a:prstGeom prst="rect">
            <a:avLst/>
          </a:prstGeom>
          <a:noFill/>
          <a:ln w="9525">
            <a:noFill/>
          </a:ln>
        </p:spPr>
        <p:txBody>
          <a:bodyPr anchor="b" anchorCtr="0"/>
          <a:p>
            <a:pPr>
              <a:lnSpc>
                <a:spcPct val="90000"/>
              </a:lnSpc>
            </a:pPr>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4</a:t>
            </a:r>
            <a:r>
              <a:rPr lang="zh-CN" altLang="en-US" sz="2400" dirty="0">
                <a:latin typeface="微软雅黑 Light" panose="020B0502040204020203" charset="-122"/>
                <a:ea typeface="微软雅黑 Light" panose="020B0502040204020203" charset="-122"/>
              </a:rPr>
              <a:t>）常用的字符串处理函数</a:t>
            </a:r>
            <a:endParaRPr lang="zh-CN" altLang="en-US" sz="4400" dirty="0">
              <a:latin typeface="微软雅黑 Light" panose="020B0502040204020203" charset="-122"/>
              <a:ea typeface="微软雅黑 Light" panose="020B0502040204020203" charset="-122"/>
            </a:endParaRPr>
          </a:p>
        </p:txBody>
      </p:sp>
      <p:sp>
        <p:nvSpPr>
          <p:cNvPr id="18434" name="矩形 18433"/>
          <p:cNvSpPr/>
          <p:nvPr/>
        </p:nvSpPr>
        <p:spPr>
          <a:xfrm>
            <a:off x="1301750" y="1249363"/>
            <a:ext cx="9321800" cy="1514475"/>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en-US" altLang="zh-CN">
                <a:latin typeface="微软雅黑 Light" panose="020B0502040204020203" charset="-122"/>
                <a:ea typeface="微软雅黑 Light" panose="020B0502040204020203" charset="-122"/>
              </a:rPr>
              <a:t>B. </a:t>
            </a:r>
            <a:r>
              <a:rPr lang="zh-CN" altLang="en-US">
                <a:latin typeface="微软雅黑 Light" panose="020B0502040204020203" charset="-122"/>
                <a:ea typeface="微软雅黑 Light" panose="020B0502040204020203" charset="-122"/>
                <a:sym typeface="宋体" panose="02010600030101010101" pitchFamily="2" charset="-122"/>
              </a:rPr>
              <a:t>字符串连接函数</a:t>
            </a:r>
            <a:r>
              <a:rPr lang="en-US" altLang="zh-CN">
                <a:latin typeface="微软雅黑 Light" panose="020B0502040204020203" charset="-122"/>
                <a:ea typeface="微软雅黑 Light" panose="020B0502040204020203" charset="-122"/>
                <a:sym typeface="宋体" panose="02010600030101010101" pitchFamily="2" charset="-122"/>
              </a:rPr>
              <a:t>strcat( )</a:t>
            </a:r>
            <a:endParaRPr lang="en-US" altLang="zh-CN">
              <a:latin typeface="微软雅黑 Light" panose="020B0502040204020203" charset="-122"/>
              <a:ea typeface="微软雅黑 Light" panose="020B0502040204020203" charset="-122"/>
              <a:sym typeface="宋体" panose="02010600030101010101" pitchFamily="2"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rPr>
              <a:t>格式： </a:t>
            </a:r>
            <a:r>
              <a:rPr lang="en-US" altLang="zh-CN">
                <a:latin typeface="微软雅黑 Light" panose="020B0502040204020203" charset="-122"/>
                <a:ea typeface="微软雅黑 Light" panose="020B0502040204020203" charset="-122"/>
              </a:rPr>
              <a:t>strcat( </a:t>
            </a:r>
            <a:r>
              <a:rPr lang="zh-CN" altLang="en-US">
                <a:latin typeface="微软雅黑 Light" panose="020B0502040204020203" charset="-122"/>
                <a:ea typeface="微软雅黑 Light" panose="020B0502040204020203" charset="-122"/>
              </a:rPr>
              <a:t>字符串</a:t>
            </a:r>
            <a:r>
              <a:rPr lang="en-US" altLang="zh-CN">
                <a:latin typeface="微软雅黑 Light" panose="020B0502040204020203" charset="-122"/>
                <a:ea typeface="微软雅黑 Light" panose="020B0502040204020203" charset="-122"/>
              </a:rPr>
              <a:t>1 , </a:t>
            </a:r>
            <a:r>
              <a:rPr lang="zh-CN" altLang="en-US">
                <a:latin typeface="微软雅黑 Light" panose="020B0502040204020203" charset="-122"/>
                <a:ea typeface="微软雅黑 Light" panose="020B0502040204020203" charset="-122"/>
              </a:rPr>
              <a:t>字符串</a:t>
            </a:r>
            <a:r>
              <a:rPr lang="en-US" altLang="zh-CN">
                <a:latin typeface="微软雅黑 Light" panose="020B0502040204020203" charset="-122"/>
                <a:ea typeface="微软雅黑 Light" panose="020B0502040204020203" charset="-122"/>
              </a:rPr>
              <a:t>2 )</a:t>
            </a:r>
            <a:endParaRPr lang="en-US" altLang="zh-CN">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rPr>
              <a:t>功能：</a:t>
            </a:r>
            <a:r>
              <a:rPr lang="zh-CN" altLang="en-US">
                <a:latin typeface="微软雅黑 Light" panose="020B0502040204020203" charset="-122"/>
                <a:ea typeface="微软雅黑 Light" panose="020B0502040204020203" charset="-122"/>
                <a:sym typeface="宋体" panose="02010600030101010101" pitchFamily="2" charset="-122"/>
              </a:rPr>
              <a:t>连接两个字符串</a:t>
            </a:r>
            <a:r>
              <a:rPr lang="zh-CN" altLang="en-US">
                <a:latin typeface="微软雅黑 Light" panose="020B0502040204020203" charset="-122"/>
                <a:ea typeface="微软雅黑 Light" panose="020B0502040204020203" charset="-122"/>
              </a:rPr>
              <a:t>。</a:t>
            </a:r>
            <a:endParaRPr lang="zh-CN" altLang="en-US">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endParaRPr lang="zh-CN" altLang="en-US">
              <a:latin typeface="微软雅黑 Light" panose="020B0502040204020203" charset="-122"/>
              <a:ea typeface="微软雅黑 Light" panose="020B0502040204020203" charset="-122"/>
            </a:endParaRPr>
          </a:p>
        </p:txBody>
      </p:sp>
      <p:sp>
        <p:nvSpPr>
          <p:cNvPr id="3" name="矩形 2"/>
          <p:cNvSpPr/>
          <p:nvPr/>
        </p:nvSpPr>
        <p:spPr>
          <a:xfrm>
            <a:off x="2679700" y="2635250"/>
            <a:ext cx="4876800" cy="3363913"/>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lnSpc>
                <a:spcPct val="150000"/>
              </a:lnSpc>
              <a:buSzTx/>
            </a:pPr>
            <a:r>
              <a:rPr lang="en-US" altLang="zh-CN">
                <a:latin typeface="Calibri" panose="020F0502020204030204" pitchFamily="34" charset="0"/>
                <a:ea typeface="宋体" panose="02010600030101010101" pitchFamily="2" charset="-122"/>
              </a:rPr>
              <a:t>#include&lt;stdio.h&gt;</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#include&lt;string.h&gt;</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int main( )</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char c1[20]=”hello,”;</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strcat(  c1, “how are you!”);</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puts(c1);</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return 0;</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a:t>
            </a:r>
            <a:endParaRPr lang="en-US" altLang="zh-CN">
              <a:latin typeface="Calibri" panose="020F0502020204030204" pitchFamily="34" charset="0"/>
              <a:ea typeface="宋体" panose="02010600030101010101" pitchFamily="2" charset="-122"/>
            </a:endParaRPr>
          </a:p>
        </p:txBody>
      </p:sp>
      <p:sp>
        <p:nvSpPr>
          <p:cNvPr id="4" name="文本框 3"/>
          <p:cNvSpPr txBox="1"/>
          <p:nvPr/>
        </p:nvSpPr>
        <p:spPr>
          <a:xfrm>
            <a:off x="7178675" y="4638675"/>
            <a:ext cx="3511550" cy="552450"/>
          </a:xfrm>
          <a:prstGeom prst="rect">
            <a:avLst/>
          </a:prstGeom>
          <a:solidFill>
            <a:srgbClr val="33CCCC"/>
          </a:solidFill>
          <a:ln w="9525">
            <a:noFill/>
          </a:ln>
        </p:spPr>
        <p:txBody>
          <a:bodyPr wrap="none" anchor="t" anchorCtr="0">
            <a:spAutoFit/>
          </a:bodyPr>
          <a:p>
            <a:pPr>
              <a:lnSpc>
                <a:spcPct val="150000"/>
              </a:lnSpc>
            </a:pPr>
            <a:r>
              <a:rPr lang="zh-CN" altLang="en-US" sz="2000" dirty="0">
                <a:latin typeface="微软雅黑 Light" panose="020B0502040204020203" charset="-122"/>
                <a:ea typeface="微软雅黑 Light" panose="020B0502040204020203" charset="-122"/>
              </a:rPr>
              <a:t>输出结果：</a:t>
            </a:r>
            <a:r>
              <a:rPr lang="en-US" altLang="zh-CN" sz="2000">
                <a:latin typeface="Arial" panose="020B0604020202020204" pitchFamily="34" charset="0"/>
                <a:ea typeface="宋体" panose="02010600030101010101" pitchFamily="2" charset="-122"/>
              </a:rPr>
              <a:t>hello,how are you!</a:t>
            </a:r>
            <a:endParaRPr lang="en-US" altLang="zh-CN" sz="2000">
              <a:latin typeface="Arial" panose="020B0604020202020204" pitchFamily="34" charset="0"/>
              <a:ea typeface="宋体" panose="02010600030101010101"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000" fill="hold">
                                          <p:stCondLst>
                                            <p:cond delay="0"/>
                                          </p:stCondLst>
                                        </p:cTn>
                                        <p:tgtEl>
                                          <p:spTgt spid="18434"/>
                                        </p:tgtEl>
                                        <p:attrNameLst>
                                          <p:attrName>style.visibility</p:attrName>
                                        </p:attrNameLst>
                                      </p:cBhvr>
                                      <p:to>
                                        <p:strVal val="visible"/>
                                      </p:to>
                                    </p:set>
                                    <p:animEffect transition="in" filter="box(out)">
                                      <p:cBhvr>
                                        <p:cTn id="7" dur="10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000" fill="hold">
                                          <p:stCondLst>
                                            <p:cond delay="0"/>
                                          </p:stCondLst>
                                        </p:cTn>
                                        <p:tgtEl>
                                          <p:spTgt spid="5"/>
                                        </p:tgtEl>
                                        <p:attrNameLst>
                                          <p:attrName>style.visibility</p:attrName>
                                        </p:attrNameLst>
                                      </p:cBhvr>
                                      <p:to>
                                        <p:strVal val="visible"/>
                                      </p:to>
                                    </p:set>
                                    <p:animEffect transition="in" filter="box(out)">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out)">
                                      <p:cBhvr>
                                        <p:cTn id="17" dur="500"/>
                                        <p:tgtEl>
                                          <p:spTgt spid="3"/>
                                        </p:tgtEl>
                                      </p:cBhvr>
                                    </p:animEffect>
                                  </p:childTnLst>
                                  <p:subTnLst>
                                    <p:audio>
                                      <p:cMediaNode>
                                        <p:cTn display="1" masterRel="sameClick">
                                          <p:stCondLst>
                                            <p:cond evt="begin" delay="0">
                                              <p:tn val="15"/>
                                            </p:cond>
                                          </p:stCondLst>
                                          <p:endCondLst>
                                            <p:cond evt="onStopAudio" delay="0">
                                              <p:tgtEl>
                                                <p:sldTgt/>
                                              </p:tgtEl>
                                            </p:cond>
                                          </p:endCondLst>
                                        </p:cTn>
                                        <p:tgtEl>
                                          <p:sndTgt r:embed="rId1" name="CAMERA.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ppt_x</p:attrName>
                                        </p:attrNameLst>
                                      </p:cBhvr>
                                      <p:tavLst>
                                        <p:tav tm="0">
                                          <p:val>
                                            <p:strVal val="0-#ppt_w/2"/>
                                          </p:val>
                                        </p:tav>
                                        <p:tav tm="100000">
                                          <p:val>
                                            <p:strVal val="#ppt_x"/>
                                          </p:val>
                                        </p:tav>
                                      </p:tavLst>
                                    </p:anim>
                                    <p:anim calcmode="lin" valueType="num">
                                      <p:cBhvr>
                                        <p:cTn id="23" dur="500" fill="hold"/>
                                        <p:tgtEl>
                                          <p:spTgt spid="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4" grpId="1"/>
      <p:bldP spid="3" grpId="0" bldLvl="0" animBg="1"/>
      <p:bldP spid="4" grpId="0" bldLvl="0" animBg="1"/>
      <p:bldP spid="5" grpId="0"/>
      <p:bldP spid="5" grpId="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矩形 4"/>
          <p:cNvSpPr/>
          <p:nvPr/>
        </p:nvSpPr>
        <p:spPr>
          <a:xfrm>
            <a:off x="1301750" y="2624138"/>
            <a:ext cx="9321800" cy="2101850"/>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zh-CN" altLang="en-US" b="1">
                <a:solidFill>
                  <a:schemeClr val="tx1"/>
                </a:solidFill>
                <a:latin typeface="微软雅黑 Light" panose="020B0502040204020203" charset="-122"/>
                <a:ea typeface="微软雅黑 Light" panose="020B0502040204020203" charset="-122"/>
              </a:rPr>
              <a:t>函数的返回值为一个整数。</a:t>
            </a:r>
            <a:endParaRPr lang="zh-CN" altLang="en-US" b="1">
              <a:solidFill>
                <a:schemeClr val="tx1"/>
              </a:solidFill>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b="1">
                <a:solidFill>
                  <a:schemeClr val="tx1"/>
                </a:solidFill>
                <a:latin typeface="微软雅黑 Light" panose="020B0502040204020203" charset="-122"/>
                <a:ea typeface="微软雅黑 Light" panose="020B0502040204020203" charset="-122"/>
              </a:rPr>
              <a:t>  </a:t>
            </a:r>
            <a:r>
              <a:rPr lang="zh-CN" altLang="en-US">
                <a:solidFill>
                  <a:schemeClr val="tx1"/>
                </a:solidFill>
                <a:latin typeface="微软雅黑 Light" panose="020B0502040204020203" charset="-122"/>
                <a:ea typeface="微软雅黑 Light" panose="020B0502040204020203" charset="-122"/>
              </a:rPr>
              <a:t>        （</a:t>
            </a:r>
            <a:r>
              <a:rPr lang="en-US" altLang="zh-CN">
                <a:solidFill>
                  <a:schemeClr val="tx1"/>
                </a:solidFill>
                <a:latin typeface="微软雅黑 Light" panose="020B0502040204020203" charset="-122"/>
                <a:ea typeface="微软雅黑 Light" panose="020B0502040204020203" charset="-122"/>
              </a:rPr>
              <a:t>1</a:t>
            </a:r>
            <a:r>
              <a:rPr lang="zh-CN" altLang="en-US">
                <a:solidFill>
                  <a:schemeClr val="tx1"/>
                </a:solidFill>
                <a:latin typeface="微软雅黑 Light" panose="020B0502040204020203" charset="-122"/>
                <a:ea typeface="微软雅黑 Light" panose="020B0502040204020203" charset="-122"/>
              </a:rPr>
              <a:t>）当字符串</a:t>
            </a:r>
            <a:r>
              <a:rPr lang="en-US" altLang="zh-CN">
                <a:solidFill>
                  <a:schemeClr val="tx1"/>
                </a:solidFill>
                <a:latin typeface="微软雅黑 Light" panose="020B0502040204020203" charset="-122"/>
                <a:ea typeface="微软雅黑 Light" panose="020B0502040204020203" charset="-122"/>
              </a:rPr>
              <a:t>1&lt;</a:t>
            </a:r>
            <a:r>
              <a:rPr lang="zh-CN" altLang="en-US">
                <a:solidFill>
                  <a:schemeClr val="tx1"/>
                </a:solidFill>
                <a:latin typeface="微软雅黑 Light" panose="020B0502040204020203" charset="-122"/>
                <a:ea typeface="微软雅黑 Light" panose="020B0502040204020203" charset="-122"/>
              </a:rPr>
              <a:t>字符串</a:t>
            </a:r>
            <a:r>
              <a:rPr lang="en-US" altLang="zh-CN">
                <a:solidFill>
                  <a:schemeClr val="tx1"/>
                </a:solidFill>
                <a:latin typeface="微软雅黑 Light" panose="020B0502040204020203" charset="-122"/>
                <a:ea typeface="微软雅黑 Light" panose="020B0502040204020203" charset="-122"/>
              </a:rPr>
              <a:t>2</a:t>
            </a:r>
            <a:r>
              <a:rPr lang="zh-CN" altLang="en-US">
                <a:solidFill>
                  <a:schemeClr val="tx1"/>
                </a:solidFill>
                <a:latin typeface="微软雅黑 Light" panose="020B0502040204020203" charset="-122"/>
                <a:ea typeface="微软雅黑 Light" panose="020B0502040204020203" charset="-122"/>
              </a:rPr>
              <a:t>时，返回值</a:t>
            </a:r>
            <a:r>
              <a:rPr lang="en-US" altLang="zh-CN">
                <a:solidFill>
                  <a:schemeClr val="tx1"/>
                </a:solidFill>
                <a:latin typeface="微软雅黑 Light" panose="020B0502040204020203" charset="-122"/>
                <a:ea typeface="微软雅黑 Light" panose="020B0502040204020203" charset="-122"/>
              </a:rPr>
              <a:t>&lt;0</a:t>
            </a:r>
            <a:endParaRPr lang="zh-CN" altLang="en-US">
              <a:solidFill>
                <a:schemeClr val="tx1"/>
              </a:solidFill>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solidFill>
                  <a:schemeClr val="tx1"/>
                </a:solidFill>
                <a:latin typeface="微软雅黑 Light" panose="020B0502040204020203" charset="-122"/>
                <a:ea typeface="微软雅黑 Light" panose="020B0502040204020203" charset="-122"/>
              </a:rPr>
              <a:t>          （</a:t>
            </a:r>
            <a:r>
              <a:rPr lang="en-US" altLang="zh-CN">
                <a:solidFill>
                  <a:schemeClr val="tx1"/>
                </a:solidFill>
                <a:latin typeface="微软雅黑 Light" panose="020B0502040204020203" charset="-122"/>
                <a:ea typeface="微软雅黑 Light" panose="020B0502040204020203" charset="-122"/>
              </a:rPr>
              <a:t>2</a:t>
            </a:r>
            <a:r>
              <a:rPr lang="zh-CN" altLang="en-US">
                <a:solidFill>
                  <a:schemeClr val="tx1"/>
                </a:solidFill>
                <a:latin typeface="微软雅黑 Light" panose="020B0502040204020203" charset="-122"/>
                <a:ea typeface="微软雅黑 Light" panose="020B0502040204020203" charset="-122"/>
              </a:rPr>
              <a:t>）当字符串</a:t>
            </a:r>
            <a:r>
              <a:rPr lang="en-US" altLang="zh-CN">
                <a:solidFill>
                  <a:schemeClr val="tx1"/>
                </a:solidFill>
                <a:latin typeface="微软雅黑 Light" panose="020B0502040204020203" charset="-122"/>
                <a:ea typeface="微软雅黑 Light" panose="020B0502040204020203" charset="-122"/>
              </a:rPr>
              <a:t>1=</a:t>
            </a:r>
            <a:r>
              <a:rPr lang="zh-CN" altLang="en-US">
                <a:solidFill>
                  <a:schemeClr val="tx1"/>
                </a:solidFill>
                <a:latin typeface="微软雅黑 Light" panose="020B0502040204020203" charset="-122"/>
                <a:ea typeface="微软雅黑 Light" panose="020B0502040204020203" charset="-122"/>
              </a:rPr>
              <a:t>字符串</a:t>
            </a:r>
            <a:r>
              <a:rPr lang="en-US" altLang="zh-CN">
                <a:solidFill>
                  <a:schemeClr val="tx1"/>
                </a:solidFill>
                <a:latin typeface="微软雅黑 Light" panose="020B0502040204020203" charset="-122"/>
                <a:ea typeface="微软雅黑 Light" panose="020B0502040204020203" charset="-122"/>
              </a:rPr>
              <a:t>2</a:t>
            </a:r>
            <a:r>
              <a:rPr lang="zh-CN" altLang="en-US">
                <a:solidFill>
                  <a:schemeClr val="tx1"/>
                </a:solidFill>
                <a:latin typeface="微软雅黑 Light" panose="020B0502040204020203" charset="-122"/>
                <a:ea typeface="微软雅黑 Light" panose="020B0502040204020203" charset="-122"/>
              </a:rPr>
              <a:t>时，返回值</a:t>
            </a:r>
            <a:r>
              <a:rPr lang="en-US" altLang="zh-CN">
                <a:solidFill>
                  <a:schemeClr val="tx1"/>
                </a:solidFill>
                <a:latin typeface="微软雅黑 Light" panose="020B0502040204020203" charset="-122"/>
                <a:ea typeface="微软雅黑 Light" panose="020B0502040204020203" charset="-122"/>
              </a:rPr>
              <a:t>=0</a:t>
            </a:r>
            <a:endParaRPr lang="zh-CN" altLang="en-US">
              <a:solidFill>
                <a:schemeClr val="tx1"/>
              </a:solidFill>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solidFill>
                  <a:schemeClr val="tx1"/>
                </a:solidFill>
                <a:latin typeface="微软雅黑 Light" panose="020B0502040204020203" charset="-122"/>
                <a:ea typeface="微软雅黑 Light" panose="020B0502040204020203" charset="-122"/>
              </a:rPr>
              <a:t>          （</a:t>
            </a:r>
            <a:r>
              <a:rPr lang="en-US" altLang="zh-CN">
                <a:solidFill>
                  <a:schemeClr val="tx1"/>
                </a:solidFill>
                <a:latin typeface="微软雅黑 Light" panose="020B0502040204020203" charset="-122"/>
                <a:ea typeface="微软雅黑 Light" panose="020B0502040204020203" charset="-122"/>
              </a:rPr>
              <a:t>3</a:t>
            </a:r>
            <a:r>
              <a:rPr lang="zh-CN" altLang="en-US">
                <a:solidFill>
                  <a:schemeClr val="tx1"/>
                </a:solidFill>
                <a:latin typeface="微软雅黑 Light" panose="020B0502040204020203" charset="-122"/>
                <a:ea typeface="微软雅黑 Light" panose="020B0502040204020203" charset="-122"/>
              </a:rPr>
              <a:t>）当字符串</a:t>
            </a:r>
            <a:r>
              <a:rPr lang="en-US" altLang="zh-CN">
                <a:solidFill>
                  <a:schemeClr val="tx1"/>
                </a:solidFill>
                <a:latin typeface="微软雅黑 Light" panose="020B0502040204020203" charset="-122"/>
                <a:ea typeface="微软雅黑 Light" panose="020B0502040204020203" charset="-122"/>
              </a:rPr>
              <a:t>1&gt;</a:t>
            </a:r>
            <a:r>
              <a:rPr lang="zh-CN" altLang="en-US">
                <a:solidFill>
                  <a:schemeClr val="tx1"/>
                </a:solidFill>
                <a:latin typeface="微软雅黑 Light" panose="020B0502040204020203" charset="-122"/>
                <a:ea typeface="微软雅黑 Light" panose="020B0502040204020203" charset="-122"/>
              </a:rPr>
              <a:t>字符串</a:t>
            </a:r>
            <a:r>
              <a:rPr lang="en-US" altLang="zh-CN">
                <a:solidFill>
                  <a:schemeClr val="tx1"/>
                </a:solidFill>
                <a:latin typeface="微软雅黑 Light" panose="020B0502040204020203" charset="-122"/>
                <a:ea typeface="微软雅黑 Light" panose="020B0502040204020203" charset="-122"/>
              </a:rPr>
              <a:t>2</a:t>
            </a:r>
            <a:r>
              <a:rPr lang="zh-CN" altLang="en-US">
                <a:solidFill>
                  <a:schemeClr val="tx1"/>
                </a:solidFill>
                <a:latin typeface="微软雅黑 Light" panose="020B0502040204020203" charset="-122"/>
                <a:ea typeface="微软雅黑 Light" panose="020B0502040204020203" charset="-122"/>
              </a:rPr>
              <a:t>时，返回值</a:t>
            </a:r>
            <a:r>
              <a:rPr lang="en-US" altLang="zh-CN">
                <a:solidFill>
                  <a:schemeClr val="tx1"/>
                </a:solidFill>
                <a:latin typeface="微软雅黑 Light" panose="020B0502040204020203" charset="-122"/>
                <a:ea typeface="微软雅黑 Light" panose="020B0502040204020203" charset="-122"/>
              </a:rPr>
              <a:t>&gt;0 </a:t>
            </a:r>
            <a:r>
              <a:rPr lang="zh-CN" altLang="en-US">
                <a:solidFill>
                  <a:schemeClr val="tx1"/>
                </a:solidFill>
                <a:latin typeface="微软雅黑 Light" panose="020B0502040204020203" charset="-122"/>
                <a:ea typeface="微软雅黑 Light" panose="020B0502040204020203" charset="-122"/>
              </a:rPr>
              <a:t>。</a:t>
            </a:r>
            <a:endParaRPr lang="zh-CN" altLang="en-US">
              <a:solidFill>
                <a:schemeClr val="tx1"/>
              </a:solidFill>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b="1">
                <a:solidFill>
                  <a:schemeClr val="tx1"/>
                </a:solidFill>
                <a:latin typeface="微软雅黑 Light" panose="020B0502040204020203" charset="-122"/>
                <a:ea typeface="微软雅黑 Light" panose="020B0502040204020203" charset="-122"/>
              </a:rPr>
              <a:t>        </a:t>
            </a:r>
            <a:endParaRPr lang="zh-CN" altLang="en-US" b="1">
              <a:solidFill>
                <a:schemeClr val="tx1"/>
              </a:solidFill>
              <a:latin typeface="微软雅黑 Light" panose="020B0502040204020203" charset="-122"/>
              <a:ea typeface="微软雅黑 Light" panose="020B0502040204020203" charset="-122"/>
            </a:endParaRPr>
          </a:p>
        </p:txBody>
      </p:sp>
      <p:sp>
        <p:nvSpPr>
          <p:cNvPr id="522242" name="矩形 21509"/>
          <p:cNvSpPr/>
          <p:nvPr/>
        </p:nvSpPr>
        <p:spPr>
          <a:xfrm>
            <a:off x="3619500" y="6229350"/>
            <a:ext cx="476250" cy="323850"/>
          </a:xfrm>
          <a:prstGeom prst="rect">
            <a:avLst/>
          </a:prstGeom>
          <a:noFill/>
          <a:ln w="381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522243"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522244" name="标题 19466"/>
          <p:cNvSpPr>
            <a:spLocks noGrp="1"/>
          </p:cNvSpPr>
          <p:nvPr/>
        </p:nvSpPr>
        <p:spPr>
          <a:xfrm>
            <a:off x="1474788" y="717550"/>
            <a:ext cx="8001000" cy="630238"/>
          </a:xfrm>
          <a:prstGeom prst="rect">
            <a:avLst/>
          </a:prstGeom>
          <a:noFill/>
          <a:ln w="9525">
            <a:noFill/>
          </a:ln>
        </p:spPr>
        <p:txBody>
          <a:bodyPr anchor="b" anchorCtr="0"/>
          <a:p>
            <a:pPr>
              <a:lnSpc>
                <a:spcPct val="90000"/>
              </a:lnSpc>
            </a:pPr>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4</a:t>
            </a:r>
            <a:r>
              <a:rPr lang="zh-CN" altLang="en-US" sz="2400" dirty="0">
                <a:latin typeface="微软雅黑 Light" panose="020B0502040204020203" charset="-122"/>
                <a:ea typeface="微软雅黑 Light" panose="020B0502040204020203" charset="-122"/>
              </a:rPr>
              <a:t>）常用的字符串处理函数</a:t>
            </a:r>
            <a:endParaRPr lang="zh-CN" altLang="en-US" sz="4400" dirty="0">
              <a:latin typeface="微软雅黑 Light" panose="020B0502040204020203" charset="-122"/>
              <a:ea typeface="微软雅黑 Light" panose="020B0502040204020203" charset="-122"/>
            </a:endParaRPr>
          </a:p>
        </p:txBody>
      </p:sp>
      <p:sp>
        <p:nvSpPr>
          <p:cNvPr id="18434" name="矩形 18433"/>
          <p:cNvSpPr/>
          <p:nvPr/>
        </p:nvSpPr>
        <p:spPr>
          <a:xfrm>
            <a:off x="1301750" y="1249363"/>
            <a:ext cx="9321800" cy="1514475"/>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en-US" altLang="zh-CN">
                <a:latin typeface="微软雅黑 Light" panose="020B0502040204020203" charset="-122"/>
                <a:ea typeface="微软雅黑 Light" panose="020B0502040204020203" charset="-122"/>
              </a:rPr>
              <a:t>C. </a:t>
            </a:r>
            <a:r>
              <a:rPr lang="zh-CN" altLang="en-US">
                <a:latin typeface="微软雅黑 Light" panose="020B0502040204020203" charset="-122"/>
                <a:ea typeface="微软雅黑 Light" panose="020B0502040204020203" charset="-122"/>
                <a:sym typeface="宋体" panose="02010600030101010101" pitchFamily="2" charset="-122"/>
              </a:rPr>
              <a:t>字符串比较函数</a:t>
            </a:r>
            <a:r>
              <a:rPr lang="en-US" altLang="zh-CN">
                <a:latin typeface="微软雅黑 Light" panose="020B0502040204020203" charset="-122"/>
                <a:ea typeface="微软雅黑 Light" panose="020B0502040204020203" charset="-122"/>
                <a:sym typeface="宋体" panose="02010600030101010101" pitchFamily="2" charset="-122"/>
              </a:rPr>
              <a:t>strcmp( )</a:t>
            </a:r>
            <a:endParaRPr lang="en-US" altLang="zh-CN">
              <a:latin typeface="微软雅黑 Light" panose="020B0502040204020203" charset="-122"/>
              <a:ea typeface="微软雅黑 Light" panose="020B0502040204020203" charset="-122"/>
              <a:sym typeface="宋体" panose="02010600030101010101" pitchFamily="2"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sym typeface="宋体" panose="02010600030101010101" pitchFamily="2" charset="-122"/>
              </a:rPr>
              <a:t>格式： </a:t>
            </a:r>
            <a:r>
              <a:rPr lang="en-US" altLang="zh-CN">
                <a:latin typeface="微软雅黑 Light" panose="020B0502040204020203" charset="-122"/>
                <a:ea typeface="微软雅黑 Light" panose="020B0502040204020203" charset="-122"/>
                <a:sym typeface="宋体" panose="02010600030101010101" pitchFamily="2" charset="-122"/>
              </a:rPr>
              <a:t>strcmp( </a:t>
            </a:r>
            <a:r>
              <a:rPr lang="zh-CN" altLang="en-US">
                <a:latin typeface="微软雅黑 Light" panose="020B0502040204020203" charset="-122"/>
                <a:ea typeface="微软雅黑 Light" panose="020B0502040204020203" charset="-122"/>
                <a:sym typeface="宋体" panose="02010600030101010101" pitchFamily="2" charset="-122"/>
              </a:rPr>
              <a:t>字符串</a:t>
            </a:r>
            <a:r>
              <a:rPr lang="en-US" altLang="zh-CN">
                <a:latin typeface="微软雅黑 Light" panose="020B0502040204020203" charset="-122"/>
                <a:ea typeface="微软雅黑 Light" panose="020B0502040204020203" charset="-122"/>
                <a:sym typeface="宋体" panose="02010600030101010101" pitchFamily="2" charset="-122"/>
              </a:rPr>
              <a:t>1 , </a:t>
            </a:r>
            <a:r>
              <a:rPr lang="zh-CN" altLang="en-US">
                <a:latin typeface="微软雅黑 Light" panose="020B0502040204020203" charset="-122"/>
                <a:ea typeface="微软雅黑 Light" panose="020B0502040204020203" charset="-122"/>
                <a:sym typeface="宋体" panose="02010600030101010101" pitchFamily="2" charset="-122"/>
              </a:rPr>
              <a:t>字符串</a:t>
            </a:r>
            <a:r>
              <a:rPr lang="en-US" altLang="zh-CN">
                <a:latin typeface="微软雅黑 Light" panose="020B0502040204020203" charset="-122"/>
                <a:ea typeface="微软雅黑 Light" panose="020B0502040204020203" charset="-122"/>
                <a:sym typeface="宋体" panose="02010600030101010101" pitchFamily="2" charset="-122"/>
              </a:rPr>
              <a:t>2 )</a:t>
            </a:r>
            <a:endParaRPr lang="en-US" altLang="zh-CN">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sym typeface="宋体" panose="02010600030101010101" pitchFamily="2" charset="-122"/>
              </a:rPr>
              <a:t>功能：比较两个字符串的大小。</a:t>
            </a:r>
            <a:endParaRPr lang="zh-CN" altLang="en-US">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endParaRPr lang="zh-CN" altLang="en-US">
              <a:latin typeface="微软雅黑 Light" panose="020B0502040204020203" charset="-122"/>
              <a:ea typeface="微软雅黑 Light" panose="020B0502040204020203" charset="-122"/>
            </a:endParaRPr>
          </a:p>
        </p:txBody>
      </p:sp>
      <p:sp>
        <p:nvSpPr>
          <p:cNvPr id="3" name="矩形 2"/>
          <p:cNvSpPr/>
          <p:nvPr/>
        </p:nvSpPr>
        <p:spPr>
          <a:xfrm>
            <a:off x="2301875" y="2486025"/>
            <a:ext cx="4876800" cy="3365500"/>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lnSpc>
                <a:spcPct val="150000"/>
              </a:lnSpc>
              <a:buSzTx/>
            </a:pPr>
            <a:r>
              <a:rPr lang="en-US" altLang="zh-CN">
                <a:latin typeface="Calibri" panose="020F0502020204030204" pitchFamily="34" charset="0"/>
                <a:ea typeface="宋体" panose="02010600030101010101" pitchFamily="2" charset="-122"/>
              </a:rPr>
              <a:t>#include&lt;stdio.h&gt;</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#include&lt;string.h&gt;</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int main( )</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char c1[20]=”12345”</a:t>
            </a:r>
            <a:r>
              <a:rPr lang="zh-CN" altLang="en-US">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c2[]=”12345”;</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printf(“%d\n”, strcmp( c1, c2));</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printf(“%d\n”, strcmp(“zhang”, “zhao”));</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printf(“%d\n”, strcmp(“zhou”, “zhang”));</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return 0;</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a:t>
            </a:r>
            <a:endParaRPr lang="en-US" altLang="zh-CN">
              <a:latin typeface="Calibri" panose="020F0502020204030204" pitchFamily="34" charset="0"/>
              <a:ea typeface="宋体" panose="02010600030101010101" pitchFamily="2" charset="-122"/>
            </a:endParaRPr>
          </a:p>
        </p:txBody>
      </p:sp>
      <p:sp>
        <p:nvSpPr>
          <p:cNvPr id="4" name="文本框 3"/>
          <p:cNvSpPr txBox="1"/>
          <p:nvPr/>
        </p:nvSpPr>
        <p:spPr>
          <a:xfrm>
            <a:off x="7583488" y="3249613"/>
            <a:ext cx="1676400" cy="1476375"/>
          </a:xfrm>
          <a:prstGeom prst="rect">
            <a:avLst/>
          </a:prstGeom>
          <a:solidFill>
            <a:srgbClr val="33CCCC"/>
          </a:solidFill>
          <a:ln w="9525">
            <a:noFill/>
          </a:ln>
        </p:spPr>
        <p:txBody>
          <a:bodyPr wrap="none" anchor="t" anchorCtr="0">
            <a:spAutoFit/>
          </a:bodyPr>
          <a:p>
            <a:pPr>
              <a:lnSpc>
                <a:spcPct val="150000"/>
              </a:lnSpc>
            </a:pPr>
            <a:r>
              <a:rPr lang="zh-CN" altLang="en-US" sz="2000" dirty="0">
                <a:latin typeface="微软雅黑 Light" panose="020B0502040204020203" charset="-122"/>
                <a:ea typeface="微软雅黑 Light" panose="020B0502040204020203" charset="-122"/>
              </a:rPr>
              <a:t>输出结果：</a:t>
            </a:r>
            <a:r>
              <a:rPr lang="en-US" altLang="zh-CN" sz="2000">
                <a:latin typeface="Arial" panose="020B0604020202020204" pitchFamily="34" charset="0"/>
                <a:ea typeface="宋体" panose="02010600030101010101" pitchFamily="2" charset="-122"/>
              </a:rPr>
              <a:t>0</a:t>
            </a:r>
            <a:endParaRPr lang="en-US" altLang="zh-CN" sz="2000">
              <a:latin typeface="Arial" panose="020B0604020202020204" pitchFamily="34" charset="0"/>
              <a:ea typeface="宋体" panose="02010600030101010101" pitchFamily="2" charset="-122"/>
            </a:endParaRPr>
          </a:p>
          <a:p>
            <a:pPr>
              <a:lnSpc>
                <a:spcPct val="150000"/>
              </a:lnSpc>
            </a:pPr>
            <a:r>
              <a:rPr lang="en-US" altLang="zh-CN" sz="2000">
                <a:latin typeface="Arial" panose="020B0604020202020204" pitchFamily="34" charset="0"/>
                <a:ea typeface="宋体" panose="02010600030101010101" pitchFamily="2" charset="-122"/>
              </a:rPr>
              <a:t>                  -1</a:t>
            </a:r>
            <a:endParaRPr lang="en-US" altLang="zh-CN" sz="2000">
              <a:latin typeface="Arial" panose="020B0604020202020204" pitchFamily="34" charset="0"/>
              <a:ea typeface="宋体" panose="02010600030101010101" pitchFamily="2" charset="-122"/>
            </a:endParaRPr>
          </a:p>
          <a:p>
            <a:pPr>
              <a:lnSpc>
                <a:spcPct val="150000"/>
              </a:lnSpc>
            </a:pPr>
            <a:r>
              <a:rPr lang="en-US" altLang="zh-CN" sz="2000">
                <a:latin typeface="Arial" panose="020B0604020202020204" pitchFamily="34" charset="0"/>
                <a:ea typeface="宋体" panose="02010600030101010101" pitchFamily="2" charset="-122"/>
              </a:rPr>
              <a:t>                  1</a:t>
            </a:r>
            <a:endParaRPr lang="en-US" altLang="zh-CN" sz="2000">
              <a:latin typeface="Arial" panose="020B0604020202020204" pitchFamily="34" charset="0"/>
              <a:ea typeface="宋体" panose="02010600030101010101" pitchFamily="2" charset="-122"/>
            </a:endParaRPr>
          </a:p>
        </p:txBody>
      </p:sp>
      <p:sp>
        <p:nvSpPr>
          <p:cNvPr id="2" name="矩形 1"/>
          <p:cNvSpPr/>
          <p:nvPr/>
        </p:nvSpPr>
        <p:spPr>
          <a:xfrm>
            <a:off x="5746750" y="1012825"/>
            <a:ext cx="4876800" cy="2563813"/>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lnSpc>
                <a:spcPct val="150000"/>
              </a:lnSpc>
              <a:buSzTx/>
            </a:pPr>
            <a:r>
              <a:rPr lang="zh-CN" altLang="en-US">
                <a:latin typeface="Calibri" panose="020F0502020204030204" pitchFamily="34" charset="0"/>
                <a:ea typeface="宋体" panose="02010600030101010101" pitchFamily="2" charset="-122"/>
              </a:rPr>
              <a:t>注意：</a:t>
            </a:r>
            <a:endParaRPr lang="zh-CN" altLang="en-US">
              <a:latin typeface="Calibri" panose="020F0502020204030204" pitchFamily="34" charset="0"/>
              <a:ea typeface="宋体" panose="02010600030101010101" pitchFamily="2" charset="-122"/>
            </a:endParaRPr>
          </a:p>
          <a:p>
            <a:pPr>
              <a:lnSpc>
                <a:spcPct val="150000"/>
              </a:lnSpc>
              <a:buSzTx/>
            </a:pPr>
            <a:r>
              <a:rPr lang="zh-CN" altLang="en-US">
                <a:latin typeface="Calibri" panose="020F0502020204030204" pitchFamily="34" charset="0"/>
                <a:ea typeface="宋体" panose="02010600030101010101" pitchFamily="2" charset="-122"/>
              </a:rPr>
              <a:t>         对两个字符串的比较，不能用以下形式</a:t>
            </a:r>
            <a:endParaRPr lang="zh-CN" altLang="en-US">
              <a:latin typeface="Calibri" panose="020F0502020204030204" pitchFamily="34" charset="0"/>
              <a:ea typeface="宋体" panose="02010600030101010101" pitchFamily="2" charset="-122"/>
            </a:endParaRPr>
          </a:p>
          <a:p>
            <a:pPr>
              <a:lnSpc>
                <a:spcPct val="150000"/>
              </a:lnSpc>
              <a:buSzTx/>
            </a:pPr>
            <a:r>
              <a:rPr lang="zh-CN" altLang="en-US">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if( str1 == str2 )  printf(“ yes “);  </a:t>
            </a:r>
            <a:r>
              <a:rPr lang="en-US" altLang="zh-CN" b="1">
                <a:solidFill>
                  <a:srgbClr val="FF0000"/>
                </a:solidFill>
                <a:latin typeface="Calibri" panose="020F0502020204030204" pitchFamily="34" charset="0"/>
                <a:ea typeface="宋体" panose="02010600030101010101" pitchFamily="2" charset="-122"/>
              </a:rPr>
              <a:t> (</a:t>
            </a:r>
            <a:r>
              <a:rPr lang="en-US" altLang="zh-CN" b="1">
                <a:solidFill>
                  <a:srgbClr val="FF0000"/>
                </a:solidFill>
                <a:latin typeface="Arial" panose="020B0604020202020204" pitchFamily="34" charset="0"/>
                <a:ea typeface="宋体" panose="02010600030101010101" pitchFamily="2" charset="-122"/>
              </a:rPr>
              <a:t>×</a:t>
            </a:r>
            <a:r>
              <a:rPr lang="en-US" altLang="zh-CN" b="1">
                <a:solidFill>
                  <a:srgbClr val="FF0000"/>
                </a:solidFill>
                <a:latin typeface="Calibri" panose="020F0502020204030204" pitchFamily="34" charset="0"/>
                <a:ea typeface="宋体" panose="02010600030101010101" pitchFamily="2" charset="-122"/>
              </a:rPr>
              <a:t> )</a:t>
            </a:r>
            <a:endParaRPr lang="en-US" altLang="zh-CN" b="1">
              <a:solidFill>
                <a:srgbClr val="FF0000"/>
              </a:solidFill>
              <a:latin typeface="Calibri" panose="020F0502020204030204" pitchFamily="34" charset="0"/>
              <a:ea typeface="宋体" panose="02010600030101010101" pitchFamily="2" charset="-122"/>
            </a:endParaRPr>
          </a:p>
          <a:p>
            <a:pPr>
              <a:lnSpc>
                <a:spcPct val="150000"/>
              </a:lnSpc>
              <a:buSzTx/>
            </a:pPr>
            <a:r>
              <a:rPr lang="en-US" altLang="zh-CN" b="1">
                <a:solidFill>
                  <a:srgbClr val="FF0000"/>
                </a:solidFill>
                <a:latin typeface="Calibri" panose="020F0502020204030204" pitchFamily="34" charset="0"/>
                <a:ea typeface="宋体" panose="02010600030101010101" pitchFamily="2" charset="-122"/>
              </a:rPr>
              <a:t>        </a:t>
            </a:r>
            <a:r>
              <a:rPr lang="zh-CN" altLang="en-US" b="1">
                <a:latin typeface="Calibri" panose="020F0502020204030204" pitchFamily="34" charset="0"/>
                <a:ea typeface="宋体" panose="02010600030101010101" pitchFamily="2" charset="-122"/>
              </a:rPr>
              <a:t>而要用</a:t>
            </a:r>
            <a:endParaRPr lang="zh-CN" altLang="en-US" b="1">
              <a:latin typeface="Calibri" panose="020F0502020204030204" pitchFamily="34" charset="0"/>
              <a:ea typeface="宋体" panose="02010600030101010101" pitchFamily="2" charset="-122"/>
            </a:endParaRPr>
          </a:p>
          <a:p>
            <a:pPr>
              <a:lnSpc>
                <a:spcPct val="150000"/>
              </a:lnSpc>
              <a:buSzTx/>
            </a:pPr>
            <a:r>
              <a:rPr lang="zh-CN" altLang="en-US" b="1">
                <a:latin typeface="Calibri" panose="020F0502020204030204" pitchFamily="34" charset="0"/>
                <a:ea typeface="宋体" panose="02010600030101010101" pitchFamily="2" charset="-122"/>
              </a:rPr>
              <a:t>        </a:t>
            </a:r>
            <a:r>
              <a:rPr lang="en-US" altLang="zh-CN" b="1">
                <a:latin typeface="Calibri" panose="020F0502020204030204" pitchFamily="34" charset="0"/>
                <a:ea typeface="宋体" panose="02010600030101010101" pitchFamily="2" charset="-122"/>
              </a:rPr>
              <a:t>if( strcmp( str ,str2) == 0)   printf(“ yes “);</a:t>
            </a:r>
            <a:endParaRPr lang="en-US" altLang="zh-CN" b="1">
              <a:latin typeface="Calibri" panose="020F0502020204030204" pitchFamily="34" charset="0"/>
              <a:ea typeface="宋体" panose="02010600030101010101"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000" fill="hold">
                                          <p:stCondLst>
                                            <p:cond delay="0"/>
                                          </p:stCondLst>
                                        </p:cTn>
                                        <p:tgtEl>
                                          <p:spTgt spid="18434"/>
                                        </p:tgtEl>
                                        <p:attrNameLst>
                                          <p:attrName>style.visibility</p:attrName>
                                        </p:attrNameLst>
                                      </p:cBhvr>
                                      <p:to>
                                        <p:strVal val="visible"/>
                                      </p:to>
                                    </p:set>
                                    <p:animEffect transition="in" filter="box(out)">
                                      <p:cBhvr>
                                        <p:cTn id="7" dur="10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000" fill="hold">
                                          <p:stCondLst>
                                            <p:cond delay="0"/>
                                          </p:stCondLst>
                                        </p:cTn>
                                        <p:tgtEl>
                                          <p:spTgt spid="5"/>
                                        </p:tgtEl>
                                        <p:attrNameLst>
                                          <p:attrName>style.visibility</p:attrName>
                                        </p:attrNameLst>
                                      </p:cBhvr>
                                      <p:to>
                                        <p:strVal val="visible"/>
                                      </p:to>
                                    </p:set>
                                    <p:animEffect transition="in" filter="box(out)">
                                      <p:cBhvr>
                                        <p:cTn id="12" dur="10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box(out)">
                                      <p:cBhvr>
                                        <p:cTn id="17" dur="500"/>
                                        <p:tgtEl>
                                          <p:spTgt spid="3"/>
                                        </p:tgtEl>
                                      </p:cBhvr>
                                    </p:animEffect>
                                  </p:childTnLst>
                                  <p:subTnLst>
                                    <p:audio>
                                      <p:cMediaNode>
                                        <p:cTn display="1" masterRel="sameClick">
                                          <p:stCondLst>
                                            <p:cond evt="begin" delay="0">
                                              <p:tn val="15"/>
                                            </p:cond>
                                          </p:stCondLst>
                                          <p:endCondLst>
                                            <p:cond evt="onStopAudio" delay="0">
                                              <p:tgtEl>
                                                <p:sldTgt/>
                                              </p:tgtEl>
                                            </p:cond>
                                          </p:endCondLst>
                                        </p:cTn>
                                        <p:tgtEl>
                                          <p:sndTgt r:embed="rId1" name="CAMERA.WAV"/>
                                        </p:tgtEl>
                                      </p:cMediaNode>
                                    </p:audio>
                                  </p:subTnLst>
                                </p:cTn>
                              </p:par>
                            </p:childTnLst>
                          </p:cTn>
                        </p:par>
                      </p:childTnLst>
                    </p:cTn>
                  </p:par>
                  <p:par>
                    <p:cTn id="18" fill="hold">
                      <p:stCondLst>
                        <p:cond delay="indefinite"/>
                      </p:stCondLst>
                      <p:childTnLst>
                        <p:par>
                          <p:cTn id="19" fill="hold">
                            <p:stCondLst>
                              <p:cond delay="0"/>
                            </p:stCondLst>
                            <p:childTnLst>
                              <p:par>
                                <p:cTn id="20" presetID="2" presetClass="entr" presetSubtype="8"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 calcmode="lin" valueType="num">
                                      <p:cBhvr>
                                        <p:cTn id="22" dur="500" fill="hold"/>
                                        <p:tgtEl>
                                          <p:spTgt spid="4"/>
                                        </p:tgtEl>
                                        <p:attrNameLst>
                                          <p:attrName>ppt_x</p:attrName>
                                        </p:attrNameLst>
                                      </p:cBhvr>
                                      <p:tavLst>
                                        <p:tav tm="0">
                                          <p:val>
                                            <p:strVal val="0-#ppt_w/2"/>
                                          </p:val>
                                        </p:tav>
                                        <p:tav tm="100000">
                                          <p:val>
                                            <p:strVal val="#ppt_x"/>
                                          </p:val>
                                        </p:tav>
                                      </p:tavLst>
                                    </p:anim>
                                    <p:anim calcmode="lin" valueType="num">
                                      <p:cBhvr>
                                        <p:cTn id="23" dur="500" fill="hold"/>
                                        <p:tgtEl>
                                          <p:spTgt spid="4"/>
                                        </p:tgtEl>
                                        <p:attrNameLst>
                                          <p:attrName>ppt_y</p:attrName>
                                        </p:attrNameLst>
                                      </p:cBhvr>
                                      <p:tavLst>
                                        <p:tav tm="0">
                                          <p:val>
                                            <p:strVal val="#ppt_y"/>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 presetClass="entr" presetSubtype="32"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ox(out)">
                                      <p:cBhvr>
                                        <p:cTn id="28" dur="500"/>
                                        <p:tgtEl>
                                          <p:spTgt spid="2"/>
                                        </p:tgtEl>
                                      </p:cBhvr>
                                    </p:animEffect>
                                  </p:childTnLst>
                                  <p:subTnLst>
                                    <p:audio>
                                      <p:cMediaNode>
                                        <p:cTn display="1" masterRel="sameClick">
                                          <p:stCondLst>
                                            <p:cond evt="begin" delay="0">
                                              <p:tn val="26"/>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4" grpId="1"/>
      <p:bldP spid="3" grpId="0" bldLvl="0" animBg="1"/>
      <p:bldP spid="4" grpId="0" bldLvl="0" animBg="1"/>
      <p:bldP spid="5" grpId="0"/>
      <p:bldP spid="5" grpId="1"/>
      <p:bldP spid="2" grpId="0" bldLvl="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3265" name="矩形 21509"/>
          <p:cNvSpPr/>
          <p:nvPr/>
        </p:nvSpPr>
        <p:spPr>
          <a:xfrm>
            <a:off x="3619500" y="6229350"/>
            <a:ext cx="476250" cy="323850"/>
          </a:xfrm>
          <a:prstGeom prst="rect">
            <a:avLst/>
          </a:prstGeom>
          <a:noFill/>
          <a:ln w="381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523266"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523267" name="标题 19466"/>
          <p:cNvSpPr>
            <a:spLocks noGrp="1"/>
          </p:cNvSpPr>
          <p:nvPr/>
        </p:nvSpPr>
        <p:spPr>
          <a:xfrm>
            <a:off x="1474788" y="717550"/>
            <a:ext cx="8001000" cy="630238"/>
          </a:xfrm>
          <a:prstGeom prst="rect">
            <a:avLst/>
          </a:prstGeom>
          <a:noFill/>
          <a:ln w="9525">
            <a:noFill/>
          </a:ln>
        </p:spPr>
        <p:txBody>
          <a:bodyPr anchor="b" anchorCtr="0"/>
          <a:p>
            <a:pPr>
              <a:lnSpc>
                <a:spcPct val="90000"/>
              </a:lnSpc>
            </a:pPr>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4</a:t>
            </a:r>
            <a:r>
              <a:rPr lang="zh-CN" altLang="en-US" sz="2400" dirty="0">
                <a:latin typeface="微软雅黑 Light" panose="020B0502040204020203" charset="-122"/>
                <a:ea typeface="微软雅黑 Light" panose="020B0502040204020203" charset="-122"/>
              </a:rPr>
              <a:t>）常用的字符串处理函数</a:t>
            </a:r>
            <a:endParaRPr lang="zh-CN" altLang="en-US" sz="4400" dirty="0">
              <a:latin typeface="微软雅黑 Light" panose="020B0502040204020203" charset="-122"/>
              <a:ea typeface="微软雅黑 Light" panose="020B0502040204020203" charset="-122"/>
            </a:endParaRPr>
          </a:p>
        </p:txBody>
      </p:sp>
      <p:sp>
        <p:nvSpPr>
          <p:cNvPr id="18434" name="矩形 18433"/>
          <p:cNvSpPr/>
          <p:nvPr/>
        </p:nvSpPr>
        <p:spPr>
          <a:xfrm>
            <a:off x="1301750" y="1249363"/>
            <a:ext cx="9321800" cy="1514475"/>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en-US" altLang="zh-CN">
                <a:latin typeface="微软雅黑 Light" panose="020B0502040204020203" charset="-122"/>
                <a:ea typeface="微软雅黑 Light" panose="020B0502040204020203" charset="-122"/>
              </a:rPr>
              <a:t>D. </a:t>
            </a:r>
            <a:r>
              <a:rPr lang="zh-CN" altLang="en-US">
                <a:latin typeface="微软雅黑 Light" panose="020B0502040204020203" charset="-122"/>
                <a:ea typeface="微软雅黑 Light" panose="020B0502040204020203" charset="-122"/>
              </a:rPr>
              <a:t>求字符串长度</a:t>
            </a:r>
            <a:r>
              <a:rPr lang="zh-CN" altLang="en-US">
                <a:latin typeface="微软雅黑 Light" panose="020B0502040204020203" charset="-122"/>
                <a:ea typeface="微软雅黑 Light" panose="020B0502040204020203" charset="-122"/>
                <a:sym typeface="宋体" panose="02010600030101010101" pitchFamily="2" charset="-122"/>
              </a:rPr>
              <a:t>函数</a:t>
            </a:r>
            <a:r>
              <a:rPr lang="en-US" altLang="zh-CN">
                <a:latin typeface="微软雅黑 Light" panose="020B0502040204020203" charset="-122"/>
                <a:ea typeface="微软雅黑 Light" panose="020B0502040204020203" charset="-122"/>
                <a:sym typeface="宋体" panose="02010600030101010101" pitchFamily="2" charset="-122"/>
              </a:rPr>
              <a:t>strlen( )</a:t>
            </a:r>
            <a:endParaRPr lang="en-US" altLang="zh-CN">
              <a:latin typeface="微软雅黑 Light" panose="020B0502040204020203" charset="-122"/>
              <a:ea typeface="微软雅黑 Light" panose="020B0502040204020203" charset="-122"/>
              <a:sym typeface="宋体" panose="02010600030101010101" pitchFamily="2"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sym typeface="宋体" panose="02010600030101010101" pitchFamily="2" charset="-122"/>
              </a:rPr>
              <a:t>格式： </a:t>
            </a:r>
            <a:r>
              <a:rPr lang="en-US" altLang="zh-CN">
                <a:latin typeface="微软雅黑 Light" panose="020B0502040204020203" charset="-122"/>
                <a:ea typeface="微软雅黑 Light" panose="020B0502040204020203" charset="-122"/>
                <a:sym typeface="宋体" panose="02010600030101010101" pitchFamily="2" charset="-122"/>
              </a:rPr>
              <a:t>strlen( </a:t>
            </a:r>
            <a:r>
              <a:rPr lang="zh-CN" altLang="en-US">
                <a:latin typeface="微软雅黑 Light" panose="020B0502040204020203" charset="-122"/>
                <a:ea typeface="微软雅黑 Light" panose="020B0502040204020203" charset="-122"/>
                <a:sym typeface="宋体" panose="02010600030101010101" pitchFamily="2" charset="-122"/>
              </a:rPr>
              <a:t>字符串</a:t>
            </a:r>
            <a:r>
              <a:rPr lang="en-US" altLang="zh-CN">
                <a:latin typeface="微软雅黑 Light" panose="020B0502040204020203" charset="-122"/>
                <a:ea typeface="微软雅黑 Light" panose="020B0502040204020203" charset="-122"/>
                <a:sym typeface="宋体" panose="02010600030101010101" pitchFamily="2" charset="-122"/>
              </a:rPr>
              <a:t> )</a:t>
            </a:r>
            <a:endParaRPr lang="en-US" altLang="zh-CN">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sym typeface="宋体" panose="02010600030101010101" pitchFamily="2" charset="-122"/>
              </a:rPr>
              <a:t>功能：计算字符串的长度，不包括结束标志</a:t>
            </a:r>
            <a:r>
              <a:rPr lang="en-US" altLang="zh-CN">
                <a:latin typeface="微软雅黑 Light" panose="020B0502040204020203" charset="-122"/>
                <a:ea typeface="微软雅黑 Light" panose="020B0502040204020203" charset="-122"/>
                <a:sym typeface="宋体" panose="02010600030101010101" pitchFamily="2" charset="-122"/>
              </a:rPr>
              <a:t>'\0'</a:t>
            </a:r>
            <a:r>
              <a:rPr lang="zh-CN" altLang="en-US">
                <a:latin typeface="微软雅黑 Light" panose="020B0502040204020203" charset="-122"/>
                <a:ea typeface="微软雅黑 Light" panose="020B0502040204020203" charset="-122"/>
                <a:sym typeface="宋体" panose="02010600030101010101" pitchFamily="2" charset="-122"/>
              </a:rPr>
              <a:t>。</a:t>
            </a:r>
            <a:endParaRPr lang="zh-CN" altLang="en-US">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endParaRPr lang="zh-CN" altLang="en-US">
              <a:latin typeface="微软雅黑 Light" panose="020B0502040204020203" charset="-122"/>
              <a:ea typeface="微软雅黑 Light" panose="020B0502040204020203" charset="-122"/>
            </a:endParaRPr>
          </a:p>
        </p:txBody>
      </p:sp>
      <p:sp>
        <p:nvSpPr>
          <p:cNvPr id="3" name="矩形 2"/>
          <p:cNvSpPr/>
          <p:nvPr/>
        </p:nvSpPr>
        <p:spPr>
          <a:xfrm>
            <a:off x="2311400" y="2414588"/>
            <a:ext cx="5746750" cy="3365500"/>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lnSpc>
                <a:spcPct val="150000"/>
              </a:lnSpc>
              <a:buSzTx/>
            </a:pPr>
            <a:r>
              <a:rPr lang="en-US" altLang="zh-CN">
                <a:latin typeface="Calibri" panose="020F0502020204030204" pitchFamily="34" charset="0"/>
                <a:ea typeface="宋体" panose="02010600030101010101" pitchFamily="2" charset="-122"/>
              </a:rPr>
              <a:t>#include&lt;stdio.h&gt;</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#include&lt;string.h&gt;</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int main( )</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char c1[]=”123456”;</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printf(“%d, %d\n”, strlen( c1 ), sizeof( c1 ));</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return 0;</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a:t>
            </a:r>
            <a:endParaRPr lang="en-US" altLang="zh-CN">
              <a:latin typeface="Calibri" panose="020F0502020204030204" pitchFamily="34" charset="0"/>
              <a:ea typeface="宋体" panose="02010600030101010101" pitchFamily="2" charset="-122"/>
            </a:endParaRPr>
          </a:p>
        </p:txBody>
      </p:sp>
      <p:sp>
        <p:nvSpPr>
          <p:cNvPr id="4" name="文本框 3"/>
          <p:cNvSpPr txBox="1"/>
          <p:nvPr/>
        </p:nvSpPr>
        <p:spPr>
          <a:xfrm>
            <a:off x="7600950" y="3971925"/>
            <a:ext cx="1874838" cy="552450"/>
          </a:xfrm>
          <a:prstGeom prst="rect">
            <a:avLst/>
          </a:prstGeom>
          <a:solidFill>
            <a:srgbClr val="33CCCC"/>
          </a:solidFill>
          <a:ln w="9525">
            <a:noFill/>
          </a:ln>
        </p:spPr>
        <p:txBody>
          <a:bodyPr wrap="none" anchor="t" anchorCtr="0">
            <a:spAutoFit/>
          </a:bodyPr>
          <a:p>
            <a:pPr>
              <a:lnSpc>
                <a:spcPct val="150000"/>
              </a:lnSpc>
            </a:pPr>
            <a:r>
              <a:rPr lang="zh-CN" altLang="en-US" sz="2000" dirty="0">
                <a:latin typeface="微软雅黑 Light" panose="020B0502040204020203" charset="-122"/>
                <a:ea typeface="微软雅黑 Light" panose="020B0502040204020203" charset="-122"/>
              </a:rPr>
              <a:t>输出结果：</a:t>
            </a:r>
            <a:r>
              <a:rPr lang="en-US" altLang="zh-CN" sz="2000">
                <a:latin typeface="Arial" panose="020B0604020202020204" pitchFamily="34" charset="0"/>
                <a:ea typeface="宋体" panose="02010600030101010101" pitchFamily="2" charset="-122"/>
              </a:rPr>
              <a:t>6, 7</a:t>
            </a:r>
            <a:endParaRPr lang="en-US" altLang="zh-CN" sz="2000">
              <a:latin typeface="Arial" panose="020B0604020202020204" pitchFamily="34" charset="0"/>
              <a:ea typeface="宋体" panose="02010600030101010101" pitchFamily="2" charset="-122"/>
            </a:endParaRPr>
          </a:p>
        </p:txBody>
      </p:sp>
      <p:sp>
        <p:nvSpPr>
          <p:cNvPr id="49160" name="矩形 49159"/>
          <p:cNvSpPr/>
          <p:nvPr/>
        </p:nvSpPr>
        <p:spPr>
          <a:xfrm>
            <a:off x="2151063" y="4948238"/>
            <a:ext cx="6065837" cy="1198562"/>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例  对于以下字符串，strlen(s)的值为：</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（1）char  s[10]={‘A’,‘\0’,‘B’,‘C’,‘\0’,‘D’};</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（2）char  s[ ]=“\t\v\\\0will\n”;</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（3）char  s[ ]=“\x69\082\n”; </a:t>
            </a:r>
            <a:endParaRPr lang="zh-CN" altLang="zh-CN">
              <a:latin typeface="Calibri" panose="020F0502020204030204" pitchFamily="34" charset="0"/>
              <a:ea typeface="宋体" panose="02010600030101010101" pitchFamily="2" charset="-122"/>
            </a:endParaRPr>
          </a:p>
        </p:txBody>
      </p:sp>
      <p:sp>
        <p:nvSpPr>
          <p:cNvPr id="6" name="文本框 5"/>
          <p:cNvSpPr txBox="1"/>
          <p:nvPr/>
        </p:nvSpPr>
        <p:spPr>
          <a:xfrm>
            <a:off x="7758113" y="5497513"/>
            <a:ext cx="2157412" cy="554037"/>
          </a:xfrm>
          <a:prstGeom prst="rect">
            <a:avLst/>
          </a:prstGeom>
          <a:solidFill>
            <a:srgbClr val="33CCCC"/>
          </a:solidFill>
          <a:ln w="9525">
            <a:noFill/>
          </a:ln>
        </p:spPr>
        <p:txBody>
          <a:bodyPr wrap="none" anchor="t" anchorCtr="0">
            <a:spAutoFit/>
          </a:bodyPr>
          <a:p>
            <a:pPr>
              <a:lnSpc>
                <a:spcPct val="150000"/>
              </a:lnSpc>
            </a:pPr>
            <a:r>
              <a:rPr lang="zh-CN" altLang="en-US" sz="2000" dirty="0">
                <a:latin typeface="微软雅黑 Light" panose="020B0502040204020203" charset="-122"/>
                <a:ea typeface="微软雅黑 Light" panose="020B0502040204020203" charset="-122"/>
              </a:rPr>
              <a:t>输出结果：</a:t>
            </a:r>
            <a:r>
              <a:rPr lang="en-US" altLang="zh-CN" sz="2000">
                <a:latin typeface="Arial" panose="020B0604020202020204" pitchFamily="34" charset="0"/>
                <a:ea typeface="宋体" panose="02010600030101010101" pitchFamily="2" charset="-122"/>
              </a:rPr>
              <a:t>1  3  1</a:t>
            </a:r>
            <a:endParaRPr lang="en-US" altLang="zh-CN" sz="2000">
              <a:latin typeface="Arial" panose="020B0604020202020204" pitchFamily="34" charset="0"/>
              <a:ea typeface="宋体" panose="02010600030101010101"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000" fill="hold">
                                          <p:stCondLst>
                                            <p:cond delay="0"/>
                                          </p:stCondLst>
                                        </p:cTn>
                                        <p:tgtEl>
                                          <p:spTgt spid="18434"/>
                                        </p:tgtEl>
                                        <p:attrNameLst>
                                          <p:attrName>style.visibility</p:attrName>
                                        </p:attrNameLst>
                                      </p:cBhvr>
                                      <p:to>
                                        <p:strVal val="visible"/>
                                      </p:to>
                                    </p:set>
                                    <p:animEffect transition="in" filter="box(out)">
                                      <p:cBhvr>
                                        <p:cTn id="7" dur="10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subTnLst>
                                    <p:audio>
                                      <p:cMediaNode>
                                        <p:cTn display="1"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ppt_x</p:attrName>
                                        </p:attrNameLst>
                                      </p:cBhvr>
                                      <p:tavLst>
                                        <p:tav tm="0">
                                          <p:val>
                                            <p:strVal val="0-#ppt_w/2"/>
                                          </p:val>
                                        </p:tav>
                                        <p:tav tm="100000">
                                          <p:val>
                                            <p:strVal val="#ppt_x"/>
                                          </p:val>
                                        </p:tav>
                                      </p:tavLst>
                                    </p:anim>
                                    <p:anim calcmode="lin" valueType="num">
                                      <p:cBhvr>
                                        <p:cTn id="18" dur="500" fill="hold"/>
                                        <p:tgtEl>
                                          <p:spTgt spid="4"/>
                                        </p:tgtEl>
                                        <p:attrNameLst>
                                          <p:attrName>ppt_y</p:attrName>
                                        </p:attrNameLst>
                                      </p:cBhvr>
                                      <p:tavLst>
                                        <p:tav tm="0">
                                          <p:val>
                                            <p:strVal val="#ppt_y"/>
                                          </p:val>
                                        </p:tav>
                                        <p:tav tm="100000">
                                          <p:val>
                                            <p:strVal val="#ppt_y"/>
                                          </p:val>
                                        </p:tav>
                                      </p:tavLst>
                                    </p:anim>
                                  </p:childTnLst>
                                  <p:subTnLst>
                                    <p:set>
                                      <p:cBhvr override="childStyle">
                                        <p:cTn dur="65" fill="hold" display="1" masterRel="nextClick" afterEffect="1"/>
                                        <p:tgtEl>
                                          <p:spTgt spid="4"/>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4" presetClass="entr" presetSubtype="32" fill="hold" grpId="0" nodeType="clickEffect">
                                  <p:stCondLst>
                                    <p:cond delay="0"/>
                                  </p:stCondLst>
                                  <p:childTnLst>
                                    <p:set>
                                      <p:cBhvr>
                                        <p:cTn id="22" dur="1" fill="hold">
                                          <p:stCondLst>
                                            <p:cond delay="0"/>
                                          </p:stCondLst>
                                        </p:cTn>
                                        <p:tgtEl>
                                          <p:spTgt spid="49160"/>
                                        </p:tgtEl>
                                        <p:attrNameLst>
                                          <p:attrName>style.visibility</p:attrName>
                                        </p:attrNameLst>
                                      </p:cBhvr>
                                      <p:to>
                                        <p:strVal val="visible"/>
                                      </p:to>
                                    </p:set>
                                    <p:animEffect transition="in" filter="box(out)">
                                      <p:cBhvr>
                                        <p:cTn id="23" dur="500"/>
                                        <p:tgtEl>
                                          <p:spTgt spid="49160"/>
                                        </p:tgtEl>
                                      </p:cBhvr>
                                    </p:animEffect>
                                  </p:childTnLst>
                                  <p:subTnLst>
                                    <p:audio>
                                      <p:cMediaNode>
                                        <p:cTn display="0" masterRel="sameClick">
                                          <p:stCondLst>
                                            <p:cond evt="begin" delay="0">
                                              <p:tn val="21"/>
                                            </p:cond>
                                          </p:stCondLst>
                                          <p:endCondLst>
                                            <p:cond evt="onStopAudio" delay="0">
                                              <p:tgtEl>
                                                <p:sldTgt/>
                                              </p:tgtEl>
                                            </p:cond>
                                          </p:endCondLst>
                                        </p:cTn>
                                        <p:tgtEl>
                                          <p:sndTgt r:embed="rId1" name="CAMERA.WAV"/>
                                        </p:tgtEl>
                                      </p:cMediaNode>
                                    </p:audio>
                                  </p:subTnLst>
                                </p:cTn>
                              </p:par>
                            </p:childTnLst>
                          </p:cTn>
                        </p:par>
                      </p:childTnLst>
                    </p:cTn>
                  </p:par>
                  <p:par>
                    <p:cTn id="24" fill="hold">
                      <p:stCondLst>
                        <p:cond delay="indefinite"/>
                      </p:stCondLst>
                      <p:childTnLst>
                        <p:par>
                          <p:cTn id="25" fill="hold">
                            <p:stCondLst>
                              <p:cond delay="0"/>
                            </p:stCondLst>
                            <p:childTnLst>
                              <p:par>
                                <p:cTn id="26" presetID="2" presetClass="entr" presetSubtype="8" fill="hold" grpId="0" nodeType="clickEffect">
                                  <p:stCondLst>
                                    <p:cond delay="0"/>
                                  </p:stCondLst>
                                  <p:childTnLst>
                                    <p:set>
                                      <p:cBhvr>
                                        <p:cTn id="27" dur="1" fill="hold">
                                          <p:stCondLst>
                                            <p:cond delay="0"/>
                                          </p:stCondLst>
                                        </p:cTn>
                                        <p:tgtEl>
                                          <p:spTgt spid="6"/>
                                        </p:tgtEl>
                                        <p:attrNameLst>
                                          <p:attrName>style.visibility</p:attrName>
                                        </p:attrNameLst>
                                      </p:cBhvr>
                                      <p:to>
                                        <p:strVal val="visible"/>
                                      </p:to>
                                    </p:set>
                                    <p:anim calcmode="lin" valueType="num">
                                      <p:cBhvr>
                                        <p:cTn id="28" dur="500" fill="hold"/>
                                        <p:tgtEl>
                                          <p:spTgt spid="6"/>
                                        </p:tgtEl>
                                        <p:attrNameLst>
                                          <p:attrName>ppt_x</p:attrName>
                                        </p:attrNameLst>
                                      </p:cBhvr>
                                      <p:tavLst>
                                        <p:tav tm="0">
                                          <p:val>
                                            <p:strVal val="0-#ppt_w/2"/>
                                          </p:val>
                                        </p:tav>
                                        <p:tav tm="100000">
                                          <p:val>
                                            <p:strVal val="#ppt_x"/>
                                          </p:val>
                                        </p:tav>
                                      </p:tavLst>
                                    </p:anim>
                                    <p:anim calcmode="lin" valueType="num">
                                      <p:cBhvr>
                                        <p:cTn id="29" dur="500" fill="hold"/>
                                        <p:tgtEl>
                                          <p:spTgt spid="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4" grpId="1"/>
      <p:bldP spid="3" grpId="0" bldLvl="0" animBg="1"/>
      <p:bldP spid="4" grpId="0" bldLvl="0" animBg="1"/>
      <p:bldP spid="49160" grpId="0" bldLvl="0" animBg="1"/>
      <p:bldP spid="6" grpId="0" bldLvl="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4289" name="矩形 23562"/>
          <p:cNvSpPr/>
          <p:nvPr/>
        </p:nvSpPr>
        <p:spPr>
          <a:xfrm>
            <a:off x="1868488" y="1377950"/>
            <a:ext cx="7907337" cy="4248150"/>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#include &lt;string.h&gt;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#include &lt;stdio.h&gt;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main()</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char str1[] = ”Hello!", str2[] = ”How are you?”,str[20];</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int len1,len2,len3;</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len1=strlen(str1);       len2=strlen(str2);</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if(strcmp(str1, str2)&gt;0)</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   strcpy(str,str1);      strcat(str,str2);   }      </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else  if (strcmp(str1, str2)&lt;0)</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   strcpy(str,str2);      strcat(str,str1);   }</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else    strcpy(str,str1);</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len3=strlen(str);</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puts(str);</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printf(”Len1=%d,Len2=%d,Len3=%d\n”,len1,len2,len3);</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23565" name="矩形 23564"/>
          <p:cNvSpPr/>
          <p:nvPr/>
        </p:nvSpPr>
        <p:spPr>
          <a:xfrm>
            <a:off x="6143625" y="5354638"/>
            <a:ext cx="2660650" cy="644525"/>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How  are  you?Hello!</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Len1=6,Len2=12,Len3=18</a:t>
            </a:r>
            <a:endParaRPr lang="zh-CN" altLang="zh-CN">
              <a:latin typeface="Calibri" panose="020F0502020204030204" pitchFamily="34" charset="0"/>
              <a:ea typeface="宋体" panose="02010600030101010101" pitchFamily="2" charset="-122"/>
            </a:endParaRPr>
          </a:p>
        </p:txBody>
      </p:sp>
      <p:grpSp>
        <p:nvGrpSpPr>
          <p:cNvPr id="524291" name="组合 23566"/>
          <p:cNvGrpSpPr/>
          <p:nvPr/>
        </p:nvGrpSpPr>
        <p:grpSpPr>
          <a:xfrm>
            <a:off x="9337675" y="6116638"/>
            <a:ext cx="1065213" cy="742950"/>
            <a:chOff x="4922" y="3853"/>
            <a:chExt cx="671" cy="468"/>
          </a:xfrm>
        </p:grpSpPr>
        <p:graphicFrame>
          <p:nvGraphicFramePr>
            <p:cNvPr id="524292" name="对象 23560">
              <a:hlinkClick r:id="" action="ppaction://ole?verb="/>
            </p:cNvPr>
            <p:cNvGraphicFramePr/>
            <p:nvPr/>
          </p:nvGraphicFramePr>
          <p:xfrm>
            <a:off x="5006" y="3853"/>
            <a:ext cx="570" cy="467"/>
          </p:xfrm>
          <a:graphic>
            <a:graphicData uri="http://schemas.openxmlformats.org/presentationml/2006/ole">
              <mc:AlternateContent xmlns:mc="http://schemas.openxmlformats.org/markup-compatibility/2006">
                <mc:Choice xmlns:v="urn:schemas-microsoft-com:vml" Requires="v">
                  <p:oleObj spid="_x0000_s3077" name="" r:id="rId1" imgW="571500" imgH="466725" progId="Package">
                    <p:embed/>
                  </p:oleObj>
                </mc:Choice>
                <mc:Fallback>
                  <p:oleObj name="" r:id="rId1" imgW="571500" imgH="466725" progId="Package">
                    <p:embed/>
                    <p:pic>
                      <p:nvPicPr>
                        <p:cNvPr id="0" name="图片 3076"/>
                        <p:cNvPicPr/>
                        <p:nvPr/>
                      </p:nvPicPr>
                      <p:blipFill>
                        <a:blip r:embed="rId2"/>
                        <a:stretch>
                          <a:fillRect/>
                        </a:stretch>
                      </p:blipFill>
                      <p:spPr>
                        <a:xfrm>
                          <a:off x="5006" y="3853"/>
                          <a:ext cx="570" cy="467"/>
                        </a:xfrm>
                        <a:prstGeom prst="rect">
                          <a:avLst/>
                        </a:prstGeom>
                        <a:noFill/>
                        <a:ln w="38100">
                          <a:noFill/>
                          <a:miter/>
                        </a:ln>
                      </p:spPr>
                    </p:pic>
                  </p:oleObj>
                </mc:Fallback>
              </mc:AlternateContent>
            </a:graphicData>
          </a:graphic>
        </p:graphicFrame>
        <p:sp>
          <p:nvSpPr>
            <p:cNvPr id="524293" name="文本框 23565"/>
            <p:cNvSpPr txBox="1"/>
            <p:nvPr/>
          </p:nvSpPr>
          <p:spPr>
            <a:xfrm>
              <a:off x="4922" y="4089"/>
              <a:ext cx="671" cy="232"/>
            </a:xfrm>
            <a:prstGeom prst="rect">
              <a:avLst/>
            </a:prstGeom>
            <a:noFill/>
            <a:ln w="9525">
              <a:noFill/>
            </a:ln>
          </p:spPr>
          <p:txBody>
            <a:bodyPr wrap="none" anchor="t" anchorCtr="0">
              <a:spAutoFit/>
            </a:bodyPr>
            <a:p>
              <a:r>
                <a:rPr lang="en-US" altLang="zh-CN">
                  <a:latin typeface="Times New Roman" panose="02020603050405020304" pitchFamily="18" charset="0"/>
                  <a:ea typeface="宋体" panose="02010600030101010101" pitchFamily="2" charset="-122"/>
                </a:rPr>
                <a:t>Ch6_23.c</a:t>
              </a:r>
              <a:endParaRPr lang="en-US" altLang="zh-CN">
                <a:latin typeface="Times New Roman" panose="02020603050405020304" pitchFamily="18" charset="0"/>
                <a:ea typeface="宋体" panose="02010600030101010101" pitchFamily="2" charset="-122"/>
              </a:endParaRPr>
            </a:p>
          </p:txBody>
        </p:sp>
      </p:grpSp>
      <p:sp>
        <p:nvSpPr>
          <p:cNvPr id="524294" name="标题 23569"/>
          <p:cNvSpPr>
            <a:spLocks noGrp="1"/>
          </p:cNvSpPr>
          <p:nvPr>
            <p:ph type="title" idx="4294967295"/>
          </p:nvPr>
        </p:nvSpPr>
        <p:spPr>
          <a:xfrm>
            <a:off x="1868488" y="627063"/>
            <a:ext cx="3783012" cy="582612"/>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例  </a:t>
            </a:r>
            <a:r>
              <a:rPr lang="en-US" altLang="zh-CN" sz="2400" err="1">
                <a:latin typeface="微软雅黑 Light" panose="020B0502040204020203" charset="-122"/>
                <a:ea typeface="微软雅黑 Light" panose="020B0502040204020203" charset="-122"/>
              </a:rPr>
              <a:t>strcmp</a:t>
            </a:r>
            <a:r>
              <a:rPr lang="zh-CN" altLang="en-US" sz="2400" err="1">
                <a:latin typeface="微软雅黑 Light" panose="020B0502040204020203" charset="-122"/>
                <a:ea typeface="微软雅黑 Light" panose="020B0502040204020203" charset="-122"/>
              </a:rPr>
              <a:t>与</a:t>
            </a:r>
            <a:r>
              <a:rPr lang="en-US" altLang="zh-CN" sz="2400" err="1">
                <a:latin typeface="微软雅黑 Light" panose="020B0502040204020203" charset="-122"/>
                <a:ea typeface="微软雅黑 Light" panose="020B0502040204020203" charset="-122"/>
              </a:rPr>
              <a:t>strlen</a:t>
            </a:r>
            <a:r>
              <a:rPr lang="zh-CN" altLang="en-US" sz="2400" dirty="0">
                <a:latin typeface="微软雅黑 Light" panose="020B0502040204020203" charset="-122"/>
                <a:ea typeface="微软雅黑 Light" panose="020B0502040204020203" charset="-122"/>
              </a:rPr>
              <a:t>举例</a:t>
            </a:r>
            <a:endParaRPr lang="zh-CN" altLang="en-US" dirty="0">
              <a:latin typeface="微软雅黑 Light" panose="020B0502040204020203" charset="-122"/>
              <a:ea typeface="微软雅黑 Light" panose="020B0502040204020203" charset="-122"/>
            </a:endParaRPr>
          </a:p>
        </p:txBody>
      </p:sp>
      <p:sp>
        <p:nvSpPr>
          <p:cNvPr id="524295" name="Text Box 5"/>
          <p:cNvSpPr txBox="1"/>
          <p:nvPr/>
        </p:nvSpPr>
        <p:spPr>
          <a:xfrm>
            <a:off x="965200" y="74613"/>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ransition>
    <p:random/>
    <p:sndAc>
      <p:stSnd>
        <p:snd r:embed="rId3"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23565"/>
                                        </p:tgtEl>
                                        <p:attrNameLst>
                                          <p:attrName>style.visibility</p:attrName>
                                        </p:attrNameLst>
                                      </p:cBhvr>
                                      <p:to>
                                        <p:strVal val="visible"/>
                                      </p:to>
                                    </p:set>
                                    <p:animEffect transition="in" filter="box(out)">
                                      <p:cBhvr>
                                        <p:cTn id="7" dur="500"/>
                                        <p:tgtEl>
                                          <p:spTgt spid="23565"/>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65" grpId="0" bldLvl="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5313" name="矩形 21509"/>
          <p:cNvSpPr/>
          <p:nvPr/>
        </p:nvSpPr>
        <p:spPr>
          <a:xfrm>
            <a:off x="3619500" y="6229350"/>
            <a:ext cx="476250" cy="323850"/>
          </a:xfrm>
          <a:prstGeom prst="rect">
            <a:avLst/>
          </a:prstGeom>
          <a:noFill/>
          <a:ln w="381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525314"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525315" name="标题 19466"/>
          <p:cNvSpPr>
            <a:spLocks noGrp="1"/>
          </p:cNvSpPr>
          <p:nvPr/>
        </p:nvSpPr>
        <p:spPr>
          <a:xfrm>
            <a:off x="1474788" y="717550"/>
            <a:ext cx="8001000" cy="630238"/>
          </a:xfrm>
          <a:prstGeom prst="rect">
            <a:avLst/>
          </a:prstGeom>
          <a:noFill/>
          <a:ln w="9525">
            <a:noFill/>
          </a:ln>
        </p:spPr>
        <p:txBody>
          <a:bodyPr anchor="b" anchorCtr="0"/>
          <a:p>
            <a:pPr>
              <a:lnSpc>
                <a:spcPct val="90000"/>
              </a:lnSpc>
            </a:pPr>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5</a:t>
            </a:r>
            <a:r>
              <a:rPr lang="zh-CN" altLang="en-US" sz="2400" dirty="0">
                <a:latin typeface="微软雅黑 Light" panose="020B0502040204020203" charset="-122"/>
                <a:ea typeface="微软雅黑 Light" panose="020B0502040204020203" charset="-122"/>
              </a:rPr>
              <a:t>）常用的字符串处理函数</a:t>
            </a:r>
            <a:endParaRPr lang="zh-CN" altLang="en-US" sz="4400" dirty="0">
              <a:latin typeface="微软雅黑 Light" panose="020B0502040204020203" charset="-122"/>
              <a:ea typeface="微软雅黑 Light" panose="020B0502040204020203" charset="-122"/>
            </a:endParaRPr>
          </a:p>
        </p:txBody>
      </p:sp>
      <p:sp>
        <p:nvSpPr>
          <p:cNvPr id="18434" name="矩形 18433"/>
          <p:cNvSpPr/>
          <p:nvPr/>
        </p:nvSpPr>
        <p:spPr>
          <a:xfrm>
            <a:off x="1301750" y="1249363"/>
            <a:ext cx="9321800" cy="1514475"/>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en-US" altLang="zh-CN">
                <a:latin typeface="微软雅黑 Light" panose="020B0502040204020203" charset="-122"/>
                <a:ea typeface="微软雅黑 Light" panose="020B0502040204020203" charset="-122"/>
              </a:rPr>
              <a:t>E. </a:t>
            </a:r>
            <a:r>
              <a:rPr lang="zh-CN" altLang="en-US">
                <a:latin typeface="微软雅黑 Light" panose="020B0502040204020203" charset="-122"/>
                <a:ea typeface="微软雅黑 Light" panose="020B0502040204020203" charset="-122"/>
              </a:rPr>
              <a:t>大写字母转小写字母函数</a:t>
            </a:r>
            <a:r>
              <a:rPr lang="en-US" altLang="zh-CN">
                <a:latin typeface="微软雅黑 Light" panose="020B0502040204020203" charset="-122"/>
                <a:ea typeface="微软雅黑 Light" panose="020B0502040204020203" charset="-122"/>
                <a:sym typeface="宋体" panose="02010600030101010101" pitchFamily="2" charset="-122"/>
              </a:rPr>
              <a:t>strlwr( )</a:t>
            </a:r>
            <a:endParaRPr lang="en-US" altLang="zh-CN">
              <a:latin typeface="微软雅黑 Light" panose="020B0502040204020203" charset="-122"/>
              <a:ea typeface="微软雅黑 Light" panose="020B0502040204020203" charset="-122"/>
              <a:sym typeface="宋体" panose="02010600030101010101" pitchFamily="2"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sym typeface="宋体" panose="02010600030101010101" pitchFamily="2" charset="-122"/>
              </a:rPr>
              <a:t>格式： </a:t>
            </a:r>
            <a:r>
              <a:rPr lang="en-US" altLang="zh-CN">
                <a:latin typeface="微软雅黑 Light" panose="020B0502040204020203" charset="-122"/>
                <a:ea typeface="微软雅黑 Light" panose="020B0502040204020203" charset="-122"/>
                <a:sym typeface="宋体" panose="02010600030101010101" pitchFamily="2" charset="-122"/>
              </a:rPr>
              <a:t>strlwr( </a:t>
            </a:r>
            <a:r>
              <a:rPr lang="zh-CN" altLang="en-US">
                <a:latin typeface="微软雅黑 Light" panose="020B0502040204020203" charset="-122"/>
                <a:ea typeface="微软雅黑 Light" panose="020B0502040204020203" charset="-122"/>
                <a:sym typeface="宋体" panose="02010600030101010101" pitchFamily="2" charset="-122"/>
              </a:rPr>
              <a:t>字符串</a:t>
            </a:r>
            <a:r>
              <a:rPr lang="en-US" altLang="zh-CN">
                <a:latin typeface="微软雅黑 Light" panose="020B0502040204020203" charset="-122"/>
                <a:ea typeface="微软雅黑 Light" panose="020B0502040204020203" charset="-122"/>
                <a:sym typeface="宋体" panose="02010600030101010101" pitchFamily="2" charset="-122"/>
              </a:rPr>
              <a:t> )</a:t>
            </a:r>
            <a:endParaRPr lang="en-US" altLang="zh-CN">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sym typeface="宋体" panose="02010600030101010101" pitchFamily="2" charset="-122"/>
              </a:rPr>
              <a:t>功能：将大写字母转换为小写字母。</a:t>
            </a:r>
            <a:endParaRPr lang="zh-CN" altLang="en-US">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endParaRPr lang="zh-CN" altLang="en-US">
              <a:latin typeface="微软雅黑 Light" panose="020B0502040204020203" charset="-122"/>
              <a:ea typeface="微软雅黑 Light" panose="020B0502040204020203" charset="-122"/>
            </a:endParaRPr>
          </a:p>
        </p:txBody>
      </p:sp>
      <p:sp>
        <p:nvSpPr>
          <p:cNvPr id="3" name="矩形 2"/>
          <p:cNvSpPr/>
          <p:nvPr/>
        </p:nvSpPr>
        <p:spPr>
          <a:xfrm>
            <a:off x="1677988" y="2106295"/>
            <a:ext cx="5746750" cy="3365500"/>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lnSpc>
                <a:spcPct val="150000"/>
              </a:lnSpc>
              <a:buSzTx/>
            </a:pPr>
            <a:r>
              <a:rPr lang="en-US" altLang="zh-CN">
                <a:latin typeface="Calibri" panose="020F0502020204030204" pitchFamily="34" charset="0"/>
                <a:ea typeface="宋体" panose="02010600030101010101" pitchFamily="2" charset="-122"/>
              </a:rPr>
              <a:t>#include&lt;stdio.h&gt;</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#include&lt;string.h&gt;</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int main( )</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char c1[]=”AaBbCc”;</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printf(“%s\n” , c1) ;</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printf(“%s\n”, strlwr( c1 ));</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return 0;</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a:t>
            </a:r>
            <a:endParaRPr lang="en-US" altLang="zh-CN">
              <a:latin typeface="Calibri" panose="020F0502020204030204" pitchFamily="34" charset="0"/>
              <a:ea typeface="宋体" panose="02010600030101010101" pitchFamily="2" charset="-122"/>
            </a:endParaRPr>
          </a:p>
        </p:txBody>
      </p:sp>
      <p:sp>
        <p:nvSpPr>
          <p:cNvPr id="4" name="文本框 3"/>
          <p:cNvSpPr txBox="1"/>
          <p:nvPr/>
        </p:nvSpPr>
        <p:spPr>
          <a:xfrm>
            <a:off x="7600950" y="3971925"/>
            <a:ext cx="2384425" cy="1014413"/>
          </a:xfrm>
          <a:prstGeom prst="rect">
            <a:avLst/>
          </a:prstGeom>
          <a:solidFill>
            <a:srgbClr val="33CCCC"/>
          </a:solidFill>
          <a:ln w="9525">
            <a:noFill/>
          </a:ln>
        </p:spPr>
        <p:txBody>
          <a:bodyPr wrap="none" anchor="t" anchorCtr="0">
            <a:spAutoFit/>
          </a:bodyPr>
          <a:p>
            <a:pPr>
              <a:lnSpc>
                <a:spcPct val="150000"/>
              </a:lnSpc>
            </a:pPr>
            <a:r>
              <a:rPr lang="zh-CN" altLang="en-US" sz="2000" dirty="0">
                <a:latin typeface="微软雅黑 Light" panose="020B0502040204020203" charset="-122"/>
                <a:ea typeface="微软雅黑 Light" panose="020B0502040204020203" charset="-122"/>
              </a:rPr>
              <a:t>输出结果：</a:t>
            </a:r>
            <a:r>
              <a:rPr lang="en-US" altLang="zh-CN" sz="2000">
                <a:latin typeface="Arial" panose="020B0604020202020204" pitchFamily="34" charset="0"/>
                <a:ea typeface="宋体" panose="02010600030101010101" pitchFamily="2" charset="-122"/>
              </a:rPr>
              <a:t>AaBbCc</a:t>
            </a:r>
            <a:endParaRPr lang="en-US" altLang="zh-CN" sz="2000">
              <a:latin typeface="Arial" panose="020B0604020202020204" pitchFamily="34" charset="0"/>
              <a:ea typeface="宋体" panose="02010600030101010101" pitchFamily="2" charset="-122"/>
            </a:endParaRPr>
          </a:p>
          <a:p>
            <a:pPr>
              <a:lnSpc>
                <a:spcPct val="150000"/>
              </a:lnSpc>
            </a:pPr>
            <a:r>
              <a:rPr lang="en-US" altLang="zh-CN" sz="2000">
                <a:latin typeface="Arial" panose="020B0604020202020204" pitchFamily="34" charset="0"/>
                <a:ea typeface="宋体" panose="02010600030101010101" pitchFamily="2" charset="-122"/>
              </a:rPr>
              <a:t>                  aabbcc</a:t>
            </a:r>
            <a:endParaRPr lang="en-US" altLang="zh-CN" sz="2000">
              <a:latin typeface="Arial" panose="020B0604020202020204" pitchFamily="34" charset="0"/>
              <a:ea typeface="宋体" panose="02010600030101010101"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000" fill="hold">
                                          <p:stCondLst>
                                            <p:cond delay="0"/>
                                          </p:stCondLst>
                                        </p:cTn>
                                        <p:tgtEl>
                                          <p:spTgt spid="18434"/>
                                        </p:tgtEl>
                                        <p:attrNameLst>
                                          <p:attrName>style.visibility</p:attrName>
                                        </p:attrNameLst>
                                      </p:cBhvr>
                                      <p:to>
                                        <p:strVal val="visible"/>
                                      </p:to>
                                    </p:set>
                                    <p:animEffect transition="in" filter="box(out)">
                                      <p:cBhvr>
                                        <p:cTn id="7" dur="10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subTnLst>
                                    <p:audio>
                                      <p:cMediaNode>
                                        <p:cTn display="1"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ppt_x</p:attrName>
                                        </p:attrNameLst>
                                      </p:cBhvr>
                                      <p:tavLst>
                                        <p:tav tm="0">
                                          <p:val>
                                            <p:strVal val="0-#ppt_w/2"/>
                                          </p:val>
                                        </p:tav>
                                        <p:tav tm="100000">
                                          <p:val>
                                            <p:strVal val="#ppt_x"/>
                                          </p:val>
                                        </p:tav>
                                      </p:tavLst>
                                    </p:anim>
                                    <p:anim calcmode="lin" valueType="num">
                                      <p:cBhvr>
                                        <p:cTn id="18" dur="500" fill="hold"/>
                                        <p:tgtEl>
                                          <p:spTgt spid="4"/>
                                        </p:tgtEl>
                                        <p:attrNameLst>
                                          <p:attrName>ppt_y</p:attrName>
                                        </p:attrNameLst>
                                      </p:cBhvr>
                                      <p:tavLst>
                                        <p:tav tm="0">
                                          <p:val>
                                            <p:strVal val="#ppt_y"/>
                                          </p:val>
                                        </p:tav>
                                        <p:tav tm="100000">
                                          <p:val>
                                            <p:strVal val="#ppt_y"/>
                                          </p:val>
                                        </p:tav>
                                      </p:tavLst>
                                    </p:anim>
                                  </p:childTnLst>
                                  <p:subTnLst>
                                    <p:set>
                                      <p:cBhvr override="childStyle">
                                        <p:cTn dur="65" fill="hold" display="1" masterRel="nextClick" afterEffect="1"/>
                                        <p:tgtEl>
                                          <p:spTgt spid="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4" grpId="1"/>
      <p:bldP spid="3" grpId="0" bldLvl="0" animBg="1"/>
      <p:bldP spid="4" grpId="0" bldLvl="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26337" name="矩形 21509"/>
          <p:cNvSpPr/>
          <p:nvPr/>
        </p:nvSpPr>
        <p:spPr>
          <a:xfrm>
            <a:off x="3619500" y="6229350"/>
            <a:ext cx="476250" cy="323850"/>
          </a:xfrm>
          <a:prstGeom prst="rect">
            <a:avLst/>
          </a:prstGeom>
          <a:noFill/>
          <a:ln w="38100">
            <a:noFill/>
          </a:ln>
        </p:spPr>
        <p:txBody>
          <a:bodyPr anchor="t" anchorCtr="0"/>
          <a:p>
            <a:endParaRPr lang="zh-CN" altLang="en-US">
              <a:latin typeface="Calibri" panose="020F0502020204030204" pitchFamily="34" charset="0"/>
              <a:ea typeface="宋体" panose="02010600030101010101" pitchFamily="2" charset="-122"/>
            </a:endParaRPr>
          </a:p>
        </p:txBody>
      </p:sp>
      <p:sp>
        <p:nvSpPr>
          <p:cNvPr id="526338" name="Text Box 5"/>
          <p:cNvSpPr txBox="1"/>
          <p:nvPr/>
        </p:nvSpPr>
        <p:spPr>
          <a:xfrm>
            <a:off x="728663" y="63500"/>
            <a:ext cx="10467975" cy="554038"/>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526339" name="标题 19466"/>
          <p:cNvSpPr>
            <a:spLocks noGrp="1"/>
          </p:cNvSpPr>
          <p:nvPr/>
        </p:nvSpPr>
        <p:spPr>
          <a:xfrm>
            <a:off x="1474788" y="717550"/>
            <a:ext cx="8001000" cy="630238"/>
          </a:xfrm>
          <a:prstGeom prst="rect">
            <a:avLst/>
          </a:prstGeom>
          <a:noFill/>
          <a:ln w="9525">
            <a:noFill/>
          </a:ln>
        </p:spPr>
        <p:txBody>
          <a:bodyPr anchor="b" anchorCtr="0"/>
          <a:p>
            <a:pPr>
              <a:lnSpc>
                <a:spcPct val="90000"/>
              </a:lnSpc>
            </a:pPr>
            <a:r>
              <a:rPr lang="zh-CN" altLang="en-US" sz="2400" dirty="0">
                <a:latin typeface="微软雅黑 Light" panose="020B0502040204020203" charset="-122"/>
                <a:ea typeface="微软雅黑 Light" panose="020B0502040204020203" charset="-122"/>
              </a:rPr>
              <a:t>（</a:t>
            </a:r>
            <a:r>
              <a:rPr lang="en-US" altLang="zh-CN" sz="2400" dirty="0">
                <a:latin typeface="微软雅黑 Light" panose="020B0502040204020203" charset="-122"/>
                <a:ea typeface="微软雅黑 Light" panose="020B0502040204020203" charset="-122"/>
              </a:rPr>
              <a:t>5</a:t>
            </a:r>
            <a:r>
              <a:rPr lang="zh-CN" altLang="en-US" sz="2400" dirty="0">
                <a:latin typeface="微软雅黑 Light" panose="020B0502040204020203" charset="-122"/>
                <a:ea typeface="微软雅黑 Light" panose="020B0502040204020203" charset="-122"/>
              </a:rPr>
              <a:t>）常用的字符串处理函数</a:t>
            </a:r>
            <a:endParaRPr lang="zh-CN" altLang="en-US" sz="4400" dirty="0">
              <a:latin typeface="微软雅黑 Light" panose="020B0502040204020203" charset="-122"/>
              <a:ea typeface="微软雅黑 Light" panose="020B0502040204020203" charset="-122"/>
            </a:endParaRPr>
          </a:p>
        </p:txBody>
      </p:sp>
      <p:sp>
        <p:nvSpPr>
          <p:cNvPr id="18434" name="矩形 18433"/>
          <p:cNvSpPr/>
          <p:nvPr/>
        </p:nvSpPr>
        <p:spPr>
          <a:xfrm>
            <a:off x="1301750" y="1249363"/>
            <a:ext cx="9321800" cy="1514475"/>
          </a:xfrm>
          <a:prstGeom prst="rect">
            <a:avLst/>
          </a:prstGeom>
          <a:noFill/>
          <a:ln w="9525">
            <a:noFill/>
          </a:ln>
        </p:spPr>
        <p:txBody>
          <a:bodyPr anchor="t" anchorCtr="0"/>
          <a:p>
            <a:pPr lvl="3" indent="0" eaLnBrk="0" hangingPunct="0">
              <a:lnSpc>
                <a:spcPct val="150000"/>
              </a:lnSpc>
              <a:buClr>
                <a:srgbClr val="FFCC00"/>
              </a:buClr>
              <a:buFont typeface="Wingdings" panose="05000000000000000000" pitchFamily="2" charset="2"/>
            </a:pPr>
            <a:r>
              <a:rPr lang="en-US" altLang="zh-CN">
                <a:latin typeface="微软雅黑 Light" panose="020B0502040204020203" charset="-122"/>
                <a:ea typeface="微软雅黑 Light" panose="020B0502040204020203" charset="-122"/>
              </a:rPr>
              <a:t>F. </a:t>
            </a:r>
            <a:r>
              <a:rPr lang="zh-CN" altLang="en-US">
                <a:latin typeface="微软雅黑 Light" panose="020B0502040204020203" charset="-122"/>
                <a:ea typeface="微软雅黑 Light" panose="020B0502040204020203" charset="-122"/>
              </a:rPr>
              <a:t>小写字母转大写字母函数</a:t>
            </a:r>
            <a:r>
              <a:rPr lang="en-US" altLang="zh-CN">
                <a:latin typeface="微软雅黑 Light" panose="020B0502040204020203" charset="-122"/>
                <a:ea typeface="微软雅黑 Light" panose="020B0502040204020203" charset="-122"/>
                <a:sym typeface="宋体" panose="02010600030101010101" pitchFamily="2" charset="-122"/>
              </a:rPr>
              <a:t>strupr( )</a:t>
            </a:r>
            <a:endParaRPr lang="en-US" altLang="zh-CN">
              <a:latin typeface="微软雅黑 Light" panose="020B0502040204020203" charset="-122"/>
              <a:ea typeface="微软雅黑 Light" panose="020B0502040204020203" charset="-122"/>
              <a:sym typeface="宋体" panose="02010600030101010101" pitchFamily="2"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sym typeface="宋体" panose="02010600030101010101" pitchFamily="2" charset="-122"/>
              </a:rPr>
              <a:t>格式： </a:t>
            </a:r>
            <a:r>
              <a:rPr lang="en-US" altLang="zh-CN">
                <a:latin typeface="微软雅黑 Light" panose="020B0502040204020203" charset="-122"/>
                <a:ea typeface="微软雅黑 Light" panose="020B0502040204020203" charset="-122"/>
                <a:sym typeface="宋体" panose="02010600030101010101" pitchFamily="2" charset="-122"/>
              </a:rPr>
              <a:t>str</a:t>
            </a:r>
            <a:r>
              <a:rPr lang="en-US" altLang="zh-CN">
                <a:latin typeface="微软雅黑 Light" panose="020B0502040204020203" charset="-122"/>
                <a:ea typeface="微软雅黑 Light" panose="020B0502040204020203" charset="-122"/>
                <a:sym typeface="宋体" panose="02010600030101010101" pitchFamily="2" charset="-122"/>
              </a:rPr>
              <a:t>upr( </a:t>
            </a:r>
            <a:r>
              <a:rPr lang="zh-CN" altLang="en-US">
                <a:latin typeface="微软雅黑 Light" panose="020B0502040204020203" charset="-122"/>
                <a:ea typeface="微软雅黑 Light" panose="020B0502040204020203" charset="-122"/>
                <a:sym typeface="宋体" panose="02010600030101010101" pitchFamily="2" charset="-122"/>
              </a:rPr>
              <a:t>字符串</a:t>
            </a:r>
            <a:r>
              <a:rPr lang="en-US" altLang="zh-CN">
                <a:latin typeface="微软雅黑 Light" panose="020B0502040204020203" charset="-122"/>
                <a:ea typeface="微软雅黑 Light" panose="020B0502040204020203" charset="-122"/>
                <a:sym typeface="宋体" panose="02010600030101010101" pitchFamily="2" charset="-122"/>
              </a:rPr>
              <a:t> )</a:t>
            </a:r>
            <a:endParaRPr lang="en-US" altLang="zh-CN">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r>
              <a:rPr lang="zh-CN" altLang="en-US">
                <a:latin typeface="微软雅黑 Light" panose="020B0502040204020203" charset="-122"/>
                <a:ea typeface="微软雅黑 Light" panose="020B0502040204020203" charset="-122"/>
                <a:sym typeface="宋体" panose="02010600030101010101" pitchFamily="2" charset="-122"/>
              </a:rPr>
              <a:t>功能：将小写字母转换为大写字母。</a:t>
            </a:r>
            <a:endParaRPr lang="zh-CN" altLang="en-US">
              <a:latin typeface="微软雅黑 Light" panose="020B0502040204020203" charset="-122"/>
              <a:ea typeface="微软雅黑 Light" panose="020B0502040204020203" charset="-122"/>
            </a:endParaRPr>
          </a:p>
          <a:p>
            <a:pPr lvl="3" indent="0" eaLnBrk="0" hangingPunct="0">
              <a:lnSpc>
                <a:spcPct val="150000"/>
              </a:lnSpc>
              <a:buClr>
                <a:srgbClr val="FFCC00"/>
              </a:buClr>
              <a:buFont typeface="Wingdings" panose="05000000000000000000" pitchFamily="2" charset="2"/>
            </a:pPr>
            <a:endParaRPr lang="zh-CN" altLang="en-US">
              <a:latin typeface="微软雅黑 Light" panose="020B0502040204020203" charset="-122"/>
              <a:ea typeface="微软雅黑 Light" panose="020B0502040204020203" charset="-122"/>
            </a:endParaRPr>
          </a:p>
        </p:txBody>
      </p:sp>
      <p:sp>
        <p:nvSpPr>
          <p:cNvPr id="3" name="矩形 2"/>
          <p:cNvSpPr/>
          <p:nvPr/>
        </p:nvSpPr>
        <p:spPr>
          <a:xfrm>
            <a:off x="1935163" y="2373313"/>
            <a:ext cx="5746750" cy="3365500"/>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lnSpc>
                <a:spcPct val="150000"/>
              </a:lnSpc>
              <a:buSzTx/>
            </a:pPr>
            <a:r>
              <a:rPr lang="en-US" altLang="zh-CN">
                <a:latin typeface="Calibri" panose="020F0502020204030204" pitchFamily="34" charset="0"/>
                <a:ea typeface="宋体" panose="02010600030101010101" pitchFamily="2" charset="-122"/>
              </a:rPr>
              <a:t>#include&lt;stdio.h&gt;</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#include&lt;string.h&gt;</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int main( )</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char c1[]=”AaBbCc”;</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printf(“%s\n” , c1) ;</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printf(“%s\n”, strupr( c1 ));</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return 0;</a:t>
            </a:r>
            <a:endParaRPr lang="en-US" altLang="zh-CN">
              <a:latin typeface="Calibri" panose="020F0502020204030204" pitchFamily="34" charset="0"/>
              <a:ea typeface="宋体" panose="02010600030101010101" pitchFamily="2" charset="-122"/>
            </a:endParaRPr>
          </a:p>
          <a:p>
            <a:pPr>
              <a:lnSpc>
                <a:spcPct val="150000"/>
              </a:lnSpc>
              <a:buSzTx/>
            </a:pPr>
            <a:r>
              <a:rPr lang="en-US" altLang="zh-CN">
                <a:latin typeface="Calibri" panose="020F0502020204030204" pitchFamily="34" charset="0"/>
                <a:ea typeface="宋体" panose="02010600030101010101" pitchFamily="2" charset="-122"/>
              </a:rPr>
              <a:t> }</a:t>
            </a:r>
            <a:endParaRPr lang="en-US" altLang="zh-CN">
              <a:latin typeface="Calibri" panose="020F0502020204030204" pitchFamily="34" charset="0"/>
              <a:ea typeface="宋体" panose="02010600030101010101" pitchFamily="2" charset="-122"/>
            </a:endParaRPr>
          </a:p>
        </p:txBody>
      </p:sp>
      <p:sp>
        <p:nvSpPr>
          <p:cNvPr id="4" name="文本框 3"/>
          <p:cNvSpPr txBox="1"/>
          <p:nvPr/>
        </p:nvSpPr>
        <p:spPr>
          <a:xfrm>
            <a:off x="7600950" y="3971925"/>
            <a:ext cx="2481263" cy="1014413"/>
          </a:xfrm>
          <a:prstGeom prst="rect">
            <a:avLst/>
          </a:prstGeom>
          <a:solidFill>
            <a:srgbClr val="33CCCC"/>
          </a:solidFill>
          <a:ln w="9525">
            <a:noFill/>
          </a:ln>
        </p:spPr>
        <p:txBody>
          <a:bodyPr wrap="none" anchor="t" anchorCtr="0">
            <a:spAutoFit/>
          </a:bodyPr>
          <a:p>
            <a:pPr>
              <a:lnSpc>
                <a:spcPct val="150000"/>
              </a:lnSpc>
            </a:pPr>
            <a:r>
              <a:rPr lang="zh-CN" altLang="en-US" sz="2000" dirty="0">
                <a:latin typeface="微软雅黑 Light" panose="020B0502040204020203" charset="-122"/>
                <a:ea typeface="微软雅黑 Light" panose="020B0502040204020203" charset="-122"/>
              </a:rPr>
              <a:t>输出结果：</a:t>
            </a:r>
            <a:r>
              <a:rPr lang="en-US" altLang="zh-CN" sz="2000">
                <a:latin typeface="Arial" panose="020B0604020202020204" pitchFamily="34" charset="0"/>
                <a:ea typeface="宋体" panose="02010600030101010101" pitchFamily="2" charset="-122"/>
              </a:rPr>
              <a:t>AaBbCc</a:t>
            </a:r>
            <a:endParaRPr lang="en-US" altLang="zh-CN" sz="2000">
              <a:latin typeface="Arial" panose="020B0604020202020204" pitchFamily="34" charset="0"/>
              <a:ea typeface="宋体" panose="02010600030101010101" pitchFamily="2" charset="-122"/>
            </a:endParaRPr>
          </a:p>
          <a:p>
            <a:pPr>
              <a:lnSpc>
                <a:spcPct val="150000"/>
              </a:lnSpc>
            </a:pPr>
            <a:r>
              <a:rPr lang="en-US" altLang="zh-CN" sz="2000">
                <a:latin typeface="Arial" panose="020B0604020202020204" pitchFamily="34" charset="0"/>
                <a:ea typeface="宋体" panose="02010600030101010101" pitchFamily="2" charset="-122"/>
              </a:rPr>
              <a:t>                  AABBCC</a:t>
            </a:r>
            <a:endParaRPr lang="en-US" altLang="zh-CN" sz="2000">
              <a:latin typeface="Arial" panose="020B0604020202020204" pitchFamily="34" charset="0"/>
              <a:ea typeface="宋体" panose="02010600030101010101"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000" fill="hold">
                                          <p:stCondLst>
                                            <p:cond delay="0"/>
                                          </p:stCondLst>
                                        </p:cTn>
                                        <p:tgtEl>
                                          <p:spTgt spid="18434"/>
                                        </p:tgtEl>
                                        <p:attrNameLst>
                                          <p:attrName>style.visibility</p:attrName>
                                        </p:attrNameLst>
                                      </p:cBhvr>
                                      <p:to>
                                        <p:strVal val="visible"/>
                                      </p:to>
                                    </p:set>
                                    <p:animEffect transition="in" filter="box(out)">
                                      <p:cBhvr>
                                        <p:cTn id="7" dur="1000"/>
                                        <p:tgtEl>
                                          <p:spTgt spid="1843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out)">
                                      <p:cBhvr>
                                        <p:cTn id="12" dur="500"/>
                                        <p:tgtEl>
                                          <p:spTgt spid="3"/>
                                        </p:tgtEl>
                                      </p:cBhvr>
                                    </p:animEffect>
                                  </p:childTnLst>
                                  <p:subTnLst>
                                    <p:audio>
                                      <p:cMediaNode>
                                        <p:cTn display="1" masterRel="sameClick">
                                          <p:stCondLst>
                                            <p:cond evt="begin" delay="0">
                                              <p:tn val="10"/>
                                            </p:cond>
                                          </p:stCondLst>
                                          <p:endCondLst>
                                            <p:cond evt="onStopAudio" delay="0">
                                              <p:tgtEl>
                                                <p:sldTgt/>
                                              </p:tgtEl>
                                            </p:cond>
                                          </p:endCondLst>
                                        </p:cTn>
                                        <p:tgtEl>
                                          <p:sndTgt r:embed="rId1" name="CAMERA.WAV"/>
                                        </p:tgtEl>
                                      </p:cMediaNode>
                                    </p:audio>
                                  </p:sub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0" nodeType="click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ppt_x</p:attrName>
                                        </p:attrNameLst>
                                      </p:cBhvr>
                                      <p:tavLst>
                                        <p:tav tm="0">
                                          <p:val>
                                            <p:strVal val="0-#ppt_w/2"/>
                                          </p:val>
                                        </p:tav>
                                        <p:tav tm="100000">
                                          <p:val>
                                            <p:strVal val="#ppt_x"/>
                                          </p:val>
                                        </p:tav>
                                      </p:tavLst>
                                    </p:anim>
                                    <p:anim calcmode="lin" valueType="num">
                                      <p:cBhvr>
                                        <p:cTn id="18" dur="500" fill="hold"/>
                                        <p:tgtEl>
                                          <p:spTgt spid="4"/>
                                        </p:tgtEl>
                                        <p:attrNameLst>
                                          <p:attrName>ppt_y</p:attrName>
                                        </p:attrNameLst>
                                      </p:cBhvr>
                                      <p:tavLst>
                                        <p:tav tm="0">
                                          <p:val>
                                            <p:strVal val="#ppt_y"/>
                                          </p:val>
                                        </p:tav>
                                        <p:tav tm="100000">
                                          <p:val>
                                            <p:strVal val="#ppt_y"/>
                                          </p:val>
                                        </p:tav>
                                      </p:tavLst>
                                    </p:anim>
                                  </p:childTnLst>
                                  <p:subTnLst>
                                    <p:set>
                                      <p:cBhvr override="childStyle">
                                        <p:cTn dur="65" fill="hold" display="1" masterRel="nextClick" afterEffect="1"/>
                                        <p:tgtEl>
                                          <p:spTgt spid="4"/>
                                        </p:tgtEl>
                                        <p:attrNameLst>
                                          <p:attrName>style.visibility</p:attrName>
                                        </p:attrNameLst>
                                      </p:cBhvr>
                                      <p:to>
                                        <p:strVal val="hidden"/>
                                      </p:to>
                                    </p:set>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4" grpId="0"/>
      <p:bldP spid="18434" grpId="1"/>
      <p:bldP spid="3" grpId="0" bldLvl="0" animBg="1"/>
      <p:bldP spid="4" grpId="0" bldLvl="0" animBg="1"/>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矩形 25601"/>
          <p:cNvSpPr/>
          <p:nvPr/>
        </p:nvSpPr>
        <p:spPr>
          <a:xfrm>
            <a:off x="1962150" y="285750"/>
            <a:ext cx="2895600" cy="533400"/>
          </a:xfrm>
          <a:prstGeom prst="rect">
            <a:avLst/>
          </a:prstGeom>
          <a:noFill/>
          <a:ln w="9525">
            <a:noFill/>
          </a:ln>
        </p:spPr>
        <p:txBody>
          <a:bodyPr anchor="t" anchorCtr="0"/>
          <a:p>
            <a:pPr lvl="1" indent="0" eaLnBrk="0" hangingPunct="0">
              <a:buClr>
                <a:schemeClr val="hlink"/>
              </a:buClr>
              <a:buFont typeface="Wingdings" panose="05000000000000000000" pitchFamily="2" charset="2"/>
              <a:buChar char="«"/>
            </a:pPr>
            <a:endParaRPr lang="zh-CN" altLang="zh-CN" dirty="0">
              <a:latin typeface="Times New Roman" panose="02020603050405020304" pitchFamily="18" charset="0"/>
              <a:ea typeface="隶书" panose="02010509060101010101" pitchFamily="49" charset="-122"/>
            </a:endParaRPr>
          </a:p>
        </p:txBody>
      </p:sp>
      <p:sp>
        <p:nvSpPr>
          <p:cNvPr id="25606" name="文本框 25605"/>
          <p:cNvSpPr txBox="1"/>
          <p:nvPr/>
        </p:nvSpPr>
        <p:spPr>
          <a:xfrm>
            <a:off x="3125788" y="819150"/>
            <a:ext cx="7337425" cy="644525"/>
          </a:xfrm>
          <a:prstGeom prst="rect">
            <a:avLst/>
          </a:prstGeom>
          <a:noFill/>
          <a:ln w="9525">
            <a:noFill/>
          </a:ln>
        </p:spPr>
        <p:txBody>
          <a:bodyPr wrap="none" anchor="t" anchorCtr="0">
            <a:spAutoFit/>
          </a:bodyPr>
          <a:p>
            <a:r>
              <a:rPr lang="zh-CN" altLang="en-US" dirty="0">
                <a:latin typeface="微软雅黑 Light" panose="020B0502040204020203" charset="-122"/>
                <a:ea typeface="微软雅黑 Light" panose="020B0502040204020203" charset="-122"/>
              </a:rPr>
              <a:t>例 编写程序，要求不使用字符串处理函数，计算字符串的长度，即统计</a:t>
            </a:r>
            <a:endParaRPr lang="zh-CN" altLang="en-US" dirty="0">
              <a:latin typeface="微软雅黑 Light" panose="020B0502040204020203" charset="-122"/>
              <a:ea typeface="微软雅黑 Light" panose="020B0502040204020203" charset="-122"/>
            </a:endParaRPr>
          </a:p>
          <a:p>
            <a:r>
              <a:rPr lang="zh-CN" altLang="en-US" dirty="0">
                <a:latin typeface="微软雅黑 Light" panose="020B0502040204020203" charset="-122"/>
                <a:ea typeface="微软雅黑 Light" panose="020B0502040204020203" charset="-122"/>
              </a:rPr>
              <a:t>     字符数组中第一个</a:t>
            </a:r>
            <a:r>
              <a:rPr lang="en-US" altLang="zh-CN" dirty="0">
                <a:latin typeface="微软雅黑 Light" panose="020B0502040204020203" charset="-122"/>
                <a:ea typeface="微软雅黑 Light" panose="020B0502040204020203" charset="-122"/>
              </a:rPr>
              <a:t>'\0'</a:t>
            </a:r>
            <a:r>
              <a:rPr lang="zh-CN" altLang="en-US" dirty="0">
                <a:latin typeface="微软雅黑 Light" panose="020B0502040204020203" charset="-122"/>
                <a:ea typeface="微软雅黑 Light" panose="020B0502040204020203" charset="-122"/>
              </a:rPr>
              <a:t>前面的字符个数，并输出该字符串。</a:t>
            </a:r>
            <a:endParaRPr lang="zh-CN" altLang="en-US" dirty="0">
              <a:latin typeface="微软雅黑 Light" panose="020B0502040204020203" charset="-122"/>
              <a:ea typeface="微软雅黑 Light" panose="020B0502040204020203" charset="-122"/>
            </a:endParaRPr>
          </a:p>
        </p:txBody>
      </p:sp>
      <p:sp>
        <p:nvSpPr>
          <p:cNvPr id="25647" name="矩形 25646"/>
          <p:cNvSpPr/>
          <p:nvPr/>
        </p:nvSpPr>
        <p:spPr>
          <a:xfrm>
            <a:off x="4084638" y="1716088"/>
            <a:ext cx="4597400" cy="3425825"/>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#include &lt;stdio.h&gt;</a:t>
            </a:r>
            <a:endParaRPr lang="zh-CN"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int  </a:t>
            </a:r>
            <a:r>
              <a:rPr lang="zh-CN" altLang="zh-CN">
                <a:latin typeface="Calibri" panose="020F0502020204030204" pitchFamily="34" charset="0"/>
                <a:ea typeface="宋体" panose="02010600030101010101" pitchFamily="2" charset="-122"/>
              </a:rPr>
              <a:t>main( )</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int </a:t>
            </a:r>
            <a:r>
              <a:rPr lang="en-US" altLang="zh-CN">
                <a:latin typeface="Calibri" panose="020F0502020204030204" pitchFamily="34" charset="0"/>
                <a:ea typeface="宋体" panose="02010600030101010101" pitchFamily="2" charset="-122"/>
              </a:rPr>
              <a:t>i, length</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char ch[80]=”China”</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for( </a:t>
            </a:r>
            <a:r>
              <a:rPr lang="en-US" altLang="zh-CN">
                <a:latin typeface="Calibri" panose="020F0502020204030204" pitchFamily="34" charset="0"/>
                <a:ea typeface="宋体" panose="02010600030101010101" pitchFamily="2" charset="-122"/>
              </a:rPr>
              <a:t>i=0 ;  ch[i] != '\0' ;  i++</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length=i;</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printf(“</a:t>
            </a:r>
            <a:r>
              <a:rPr lang="zh-CN" altLang="en-US">
                <a:latin typeface="Calibri" panose="020F0502020204030204" pitchFamily="34" charset="0"/>
                <a:ea typeface="宋体" panose="02010600030101010101" pitchFamily="2" charset="-122"/>
              </a:rPr>
              <a:t>字符串长度为：</a:t>
            </a:r>
            <a:r>
              <a:rPr lang="en-US" altLang="zh-CN">
                <a:latin typeface="Calibri" panose="020F0502020204030204" pitchFamily="34" charset="0"/>
                <a:ea typeface="宋体" panose="02010600030101010101" pitchFamily="2" charset="-122"/>
              </a:rPr>
              <a:t>%d\n”, length);</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puts( ch );;</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return 0;</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27364" name="标题 25650"/>
          <p:cNvSpPr>
            <a:spLocks noGrp="1"/>
          </p:cNvSpPr>
          <p:nvPr>
            <p:ph type="title" idx="4294967295"/>
          </p:nvPr>
        </p:nvSpPr>
        <p:spPr>
          <a:xfrm>
            <a:off x="1330325" y="647700"/>
            <a:ext cx="1466850" cy="606425"/>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应用举例</a:t>
            </a:r>
            <a:endParaRPr lang="zh-CN" altLang="en-US" dirty="0"/>
          </a:p>
        </p:txBody>
      </p:sp>
      <p:sp>
        <p:nvSpPr>
          <p:cNvPr id="527365" name="Text Box 5"/>
          <p:cNvSpPr txBox="1"/>
          <p:nvPr/>
        </p:nvSpPr>
        <p:spPr>
          <a:xfrm>
            <a:off x="728663" y="95250"/>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25602">
                                            <p:txEl>
                                              <p:charRg st="0" end="1"/>
                                            </p:txEl>
                                          </p:spTgt>
                                        </p:tgtEl>
                                        <p:attrNameLst>
                                          <p:attrName>style.visibility</p:attrName>
                                        </p:attrNameLst>
                                      </p:cBhvr>
                                      <p:to>
                                        <p:strVal val="visible"/>
                                      </p:to>
                                    </p:set>
                                    <p:anim calcmode="lin" valueType="num">
                                      <p:cBhvr>
                                        <p:cTn id="7" dur="500" fill="hold"/>
                                        <p:tgtEl>
                                          <p:spTgt spid="25602">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25602">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5606"/>
                                        </p:tgtEl>
                                        <p:attrNameLst>
                                          <p:attrName>style.visibility</p:attrName>
                                        </p:attrNameLst>
                                      </p:cBhvr>
                                      <p:to>
                                        <p:strVal val="visible"/>
                                      </p:to>
                                    </p:set>
                                    <p:animEffect transition="in" filter="blinds(horizontal)">
                                      <p:cBhvr>
                                        <p:cTn id="13" dur="500"/>
                                        <p:tgtEl>
                                          <p:spTgt spid="25606"/>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25647"/>
                                        </p:tgtEl>
                                        <p:attrNameLst>
                                          <p:attrName>style.visibility</p:attrName>
                                        </p:attrNameLst>
                                      </p:cBhvr>
                                      <p:to>
                                        <p:strVal val="visible"/>
                                      </p:to>
                                    </p:set>
                                    <p:animEffect transition="in" filter="box(out)">
                                      <p:cBhvr>
                                        <p:cTn id="18" dur="500"/>
                                        <p:tgtEl>
                                          <p:spTgt spid="25647"/>
                                        </p:tgtEl>
                                      </p:cBhvr>
                                    </p:animEffect>
                                  </p:childTnLst>
                                  <p:subTnLst>
                                    <p:audio>
                                      <p:cMediaNode>
                                        <p:cTn display="0" masterRel="sameClick">
                                          <p:stCondLst>
                                            <p:cond evt="begin" delay="0">
                                              <p:tn val="16"/>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uild="p"/>
      <p:bldP spid="25647" grpId="0" bldLvl="0" animBg="1"/>
      <p:bldP spid="25606" grpId="0"/>
      <p:bldP spid="25606" grpId="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矩形 25601"/>
          <p:cNvSpPr/>
          <p:nvPr/>
        </p:nvSpPr>
        <p:spPr>
          <a:xfrm>
            <a:off x="1962150" y="285750"/>
            <a:ext cx="2895600" cy="533400"/>
          </a:xfrm>
          <a:prstGeom prst="rect">
            <a:avLst/>
          </a:prstGeom>
          <a:noFill/>
          <a:ln w="9525">
            <a:noFill/>
          </a:ln>
        </p:spPr>
        <p:txBody>
          <a:bodyPr anchor="t" anchorCtr="0"/>
          <a:p>
            <a:pPr lvl="1" indent="0" eaLnBrk="0" hangingPunct="0">
              <a:buClr>
                <a:schemeClr val="hlink"/>
              </a:buClr>
              <a:buFont typeface="Wingdings" panose="05000000000000000000" pitchFamily="2" charset="2"/>
              <a:buChar char="«"/>
            </a:pPr>
            <a:endParaRPr lang="zh-CN" altLang="zh-CN" dirty="0">
              <a:latin typeface="Times New Roman" panose="02020603050405020304" pitchFamily="18" charset="0"/>
              <a:ea typeface="隶书" panose="02010509060101010101" pitchFamily="49" charset="-122"/>
            </a:endParaRPr>
          </a:p>
        </p:txBody>
      </p:sp>
      <p:sp>
        <p:nvSpPr>
          <p:cNvPr id="25606" name="文本框 25605"/>
          <p:cNvSpPr txBox="1"/>
          <p:nvPr/>
        </p:nvSpPr>
        <p:spPr>
          <a:xfrm>
            <a:off x="3125788" y="819150"/>
            <a:ext cx="4594225" cy="644525"/>
          </a:xfrm>
          <a:prstGeom prst="rect">
            <a:avLst/>
          </a:prstGeom>
          <a:noFill/>
          <a:ln w="9525">
            <a:noFill/>
          </a:ln>
        </p:spPr>
        <p:txBody>
          <a:bodyPr wrap="none" anchor="t" anchorCtr="0">
            <a:spAutoFit/>
          </a:bodyPr>
          <a:p>
            <a:r>
              <a:rPr lang="zh-CN" altLang="en-US" dirty="0">
                <a:latin typeface="微软雅黑 Light" panose="020B0502040204020203" charset="-122"/>
                <a:ea typeface="微软雅黑 Light" panose="020B0502040204020203" charset="-122"/>
              </a:rPr>
              <a:t>例 编写程序，删除一个字符串中某个字符。</a:t>
            </a:r>
            <a:endParaRPr lang="zh-CN" altLang="en-US" dirty="0">
              <a:latin typeface="微软雅黑 Light" panose="020B0502040204020203" charset="-122"/>
              <a:ea typeface="微软雅黑 Light" panose="020B0502040204020203" charset="-122"/>
            </a:endParaRPr>
          </a:p>
          <a:p>
            <a:r>
              <a:rPr lang="zh-CN" altLang="en-US" dirty="0">
                <a:latin typeface="微软雅黑 Light" panose="020B0502040204020203" charset="-122"/>
                <a:ea typeface="微软雅黑 Light" panose="020B0502040204020203" charset="-122"/>
              </a:rPr>
              <a:t> </a:t>
            </a:r>
            <a:endParaRPr lang="zh-CN" altLang="en-US" dirty="0">
              <a:latin typeface="微软雅黑 Light" panose="020B0502040204020203" charset="-122"/>
              <a:ea typeface="微软雅黑 Light" panose="020B0502040204020203" charset="-122"/>
            </a:endParaRPr>
          </a:p>
        </p:txBody>
      </p:sp>
      <p:sp>
        <p:nvSpPr>
          <p:cNvPr id="25647" name="矩形 25646"/>
          <p:cNvSpPr/>
          <p:nvPr/>
        </p:nvSpPr>
        <p:spPr>
          <a:xfrm>
            <a:off x="4005263" y="1206500"/>
            <a:ext cx="4597400" cy="4959350"/>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#include &lt;stdio.h&gt;</a:t>
            </a:r>
            <a:endParaRPr lang="zh-CN"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#incluce &lt;string.h&gt;</a:t>
            </a:r>
            <a:endParaRPr lang="zh-CN"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int  </a:t>
            </a:r>
            <a:r>
              <a:rPr lang="zh-CN" altLang="zh-CN">
                <a:latin typeface="Calibri" panose="020F0502020204030204" pitchFamily="34" charset="0"/>
                <a:ea typeface="宋体" panose="02010600030101010101" pitchFamily="2" charset="-122"/>
              </a:rPr>
              <a:t>main( )</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int i</a:t>
            </a:r>
            <a:r>
              <a:rPr lang="en-US" altLang="zh-CN">
                <a:latin typeface="Calibri" panose="020F0502020204030204" pitchFamily="34" charset="0"/>
                <a:ea typeface="宋体" panose="02010600030101010101" pitchFamily="2" charset="-122"/>
              </a:rPr>
              <a:t> , j=0</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char ch[ ]= “this is a string. “ , c</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puts(ch);</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printf(“</a:t>
            </a:r>
            <a:r>
              <a:rPr lang="zh-CN" altLang="en-US">
                <a:latin typeface="Calibri" panose="020F0502020204030204" pitchFamily="34" charset="0"/>
                <a:ea typeface="宋体" panose="02010600030101010101" pitchFamily="2" charset="-122"/>
              </a:rPr>
              <a:t>请输入一个字符：</a:t>
            </a:r>
            <a:r>
              <a:rPr lang="en-US" altLang="zh-CN">
                <a:latin typeface="Calibri" panose="020F0502020204030204" pitchFamily="34" charset="0"/>
                <a:ea typeface="宋体" panose="02010600030101010101" pitchFamily="2" charset="-122"/>
              </a:rPr>
              <a:t>”);</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str[i]='\0';</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printf(”</a:t>
            </a:r>
            <a:r>
              <a:rPr lang="zh-CN" altLang="en-US">
                <a:latin typeface="Calibri" panose="020F0502020204030204" pitchFamily="34" charset="0"/>
                <a:ea typeface="宋体" panose="02010600030101010101" pitchFamily="2" charset="-122"/>
              </a:rPr>
              <a:t>输入一个字符：</a:t>
            </a:r>
            <a:r>
              <a:rPr lang="en-US" altLang="zh-CN">
                <a:latin typeface="Calibri" panose="020F0502020204030204" pitchFamily="34" charset="0"/>
                <a:ea typeface="宋体" panose="02010600030101010101" pitchFamily="2" charset="-122"/>
              </a:rPr>
              <a:t>”);</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c= getchar( );</a:t>
            </a:r>
            <a:endParaRPr lang="en-US"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for( </a:t>
            </a:r>
            <a:r>
              <a:rPr lang="en-US" altLang="zh-CN">
                <a:latin typeface="Calibri" panose="020F0502020204030204" pitchFamily="34" charset="0"/>
                <a:ea typeface="宋体" panose="02010600030101010101" pitchFamily="2" charset="-122"/>
              </a:rPr>
              <a:t>i=0;  ch[i] != '\0' ;  i++</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if( ch[i]!=c )</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ch[ j++ ]= ch[i];</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ch[j]='\0';</a:t>
            </a:r>
            <a:endParaRPr lang="en-US"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printf(“%s\n”, ch);</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return 0;</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28388" name="标题 25650"/>
          <p:cNvSpPr>
            <a:spLocks noGrp="1"/>
          </p:cNvSpPr>
          <p:nvPr>
            <p:ph type="title" idx="4294967295"/>
          </p:nvPr>
        </p:nvSpPr>
        <p:spPr>
          <a:xfrm>
            <a:off x="1330325" y="647700"/>
            <a:ext cx="1466850" cy="606425"/>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应用举例</a:t>
            </a:r>
            <a:endParaRPr lang="zh-CN" altLang="en-US" dirty="0"/>
          </a:p>
        </p:txBody>
      </p:sp>
      <p:sp>
        <p:nvSpPr>
          <p:cNvPr id="528389" name="Text Box 5"/>
          <p:cNvSpPr txBox="1"/>
          <p:nvPr/>
        </p:nvSpPr>
        <p:spPr>
          <a:xfrm>
            <a:off x="728663" y="95250"/>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25602">
                                            <p:txEl>
                                              <p:charRg st="0" end="1"/>
                                            </p:txEl>
                                          </p:spTgt>
                                        </p:tgtEl>
                                        <p:attrNameLst>
                                          <p:attrName>style.visibility</p:attrName>
                                        </p:attrNameLst>
                                      </p:cBhvr>
                                      <p:to>
                                        <p:strVal val="visible"/>
                                      </p:to>
                                    </p:set>
                                    <p:anim calcmode="lin" valueType="num">
                                      <p:cBhvr>
                                        <p:cTn id="7" dur="500" fill="hold"/>
                                        <p:tgtEl>
                                          <p:spTgt spid="25602">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25602">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5606"/>
                                        </p:tgtEl>
                                        <p:attrNameLst>
                                          <p:attrName>style.visibility</p:attrName>
                                        </p:attrNameLst>
                                      </p:cBhvr>
                                      <p:to>
                                        <p:strVal val="visible"/>
                                      </p:to>
                                    </p:set>
                                    <p:animEffect transition="in" filter="blinds(horizontal)">
                                      <p:cBhvr>
                                        <p:cTn id="13" dur="500"/>
                                        <p:tgtEl>
                                          <p:spTgt spid="25606"/>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25647"/>
                                        </p:tgtEl>
                                        <p:attrNameLst>
                                          <p:attrName>style.visibility</p:attrName>
                                        </p:attrNameLst>
                                      </p:cBhvr>
                                      <p:to>
                                        <p:strVal val="visible"/>
                                      </p:to>
                                    </p:set>
                                    <p:animEffect transition="in" filter="box(out)">
                                      <p:cBhvr>
                                        <p:cTn id="18" dur="500"/>
                                        <p:tgtEl>
                                          <p:spTgt spid="25647"/>
                                        </p:tgtEl>
                                      </p:cBhvr>
                                    </p:animEffect>
                                  </p:childTnLst>
                                  <p:subTnLst>
                                    <p:audio>
                                      <p:cMediaNode>
                                        <p:cTn display="0" masterRel="sameClick">
                                          <p:stCondLst>
                                            <p:cond evt="begin" delay="0">
                                              <p:tn val="16"/>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uild="p"/>
      <p:bldP spid="25647" grpId="0" bldLvl="0" animBg="1"/>
      <p:bldP spid="25606" grpId="0"/>
      <p:bldP spid="25606" grpId="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矩形 25601"/>
          <p:cNvSpPr/>
          <p:nvPr/>
        </p:nvSpPr>
        <p:spPr>
          <a:xfrm>
            <a:off x="1962150" y="285750"/>
            <a:ext cx="2895600" cy="533400"/>
          </a:xfrm>
          <a:prstGeom prst="rect">
            <a:avLst/>
          </a:prstGeom>
          <a:noFill/>
          <a:ln w="9525">
            <a:noFill/>
          </a:ln>
        </p:spPr>
        <p:txBody>
          <a:bodyPr anchor="t" anchorCtr="0"/>
          <a:p>
            <a:pPr lvl="1" indent="0" eaLnBrk="0" hangingPunct="0">
              <a:buClr>
                <a:schemeClr val="hlink"/>
              </a:buClr>
              <a:buFont typeface="Wingdings" panose="05000000000000000000" pitchFamily="2" charset="2"/>
              <a:buChar char="«"/>
            </a:pPr>
            <a:endParaRPr lang="zh-CN" altLang="zh-CN" dirty="0">
              <a:latin typeface="Times New Roman" panose="02020603050405020304" pitchFamily="18" charset="0"/>
              <a:ea typeface="隶书" panose="02010509060101010101" pitchFamily="49" charset="-122"/>
            </a:endParaRPr>
          </a:p>
        </p:txBody>
      </p:sp>
      <p:sp>
        <p:nvSpPr>
          <p:cNvPr id="25606" name="文本框 25605"/>
          <p:cNvSpPr txBox="1"/>
          <p:nvPr/>
        </p:nvSpPr>
        <p:spPr>
          <a:xfrm>
            <a:off x="3125788" y="819150"/>
            <a:ext cx="8505825" cy="644525"/>
          </a:xfrm>
          <a:prstGeom prst="rect">
            <a:avLst/>
          </a:prstGeom>
          <a:noFill/>
          <a:ln w="9525">
            <a:noFill/>
          </a:ln>
        </p:spPr>
        <p:txBody>
          <a:bodyPr wrap="none" anchor="t" anchorCtr="0">
            <a:spAutoFit/>
          </a:bodyPr>
          <a:p>
            <a:r>
              <a:rPr lang="zh-CN" altLang="en-US" dirty="0">
                <a:latin typeface="微软雅黑 Light" panose="020B0502040204020203" charset="-122"/>
                <a:ea typeface="微软雅黑 Light" panose="020B0502040204020203" charset="-122"/>
              </a:rPr>
              <a:t>例 编写程序，输入一个以回车符结束的字符串（少于</a:t>
            </a:r>
            <a:r>
              <a:rPr lang="en-US" altLang="zh-CN" dirty="0">
                <a:latin typeface="微软雅黑 Light" panose="020B0502040204020203" charset="-122"/>
                <a:ea typeface="微软雅黑 Light" panose="020B0502040204020203" charset="-122"/>
              </a:rPr>
              <a:t>80</a:t>
            </a:r>
            <a:r>
              <a:rPr lang="zh-CN" altLang="en-US" dirty="0">
                <a:latin typeface="微软雅黑 Light" panose="020B0502040204020203" charset="-122"/>
                <a:ea typeface="微软雅黑 Light" panose="020B0502040204020203" charset="-122"/>
              </a:rPr>
              <a:t>个字符），再输入一个字符</a:t>
            </a:r>
            <a:endParaRPr lang="zh-CN" altLang="en-US" dirty="0">
              <a:latin typeface="微软雅黑 Light" panose="020B0502040204020203" charset="-122"/>
              <a:ea typeface="微软雅黑 Light" panose="020B0502040204020203" charset="-122"/>
            </a:endParaRPr>
          </a:p>
          <a:p>
            <a:r>
              <a:rPr lang="zh-CN" altLang="en-US" dirty="0">
                <a:latin typeface="微软雅黑 Light" panose="020B0502040204020203" charset="-122"/>
                <a:ea typeface="微软雅黑 Light" panose="020B0502040204020203" charset="-122"/>
              </a:rPr>
              <a:t>     统计并输出该字符在字符串中出现的次数，然后再输出该字符串。</a:t>
            </a:r>
            <a:endParaRPr lang="zh-CN" altLang="en-US" dirty="0">
              <a:latin typeface="微软雅黑 Light" panose="020B0502040204020203" charset="-122"/>
              <a:ea typeface="微软雅黑 Light" panose="020B0502040204020203" charset="-122"/>
            </a:endParaRPr>
          </a:p>
        </p:txBody>
      </p:sp>
      <p:sp>
        <p:nvSpPr>
          <p:cNvPr id="25647" name="矩形 25646"/>
          <p:cNvSpPr/>
          <p:nvPr/>
        </p:nvSpPr>
        <p:spPr>
          <a:xfrm>
            <a:off x="3916363" y="930275"/>
            <a:ext cx="4597400" cy="5651500"/>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#include &lt;stdio.h&gt;</a:t>
            </a:r>
            <a:endParaRPr lang="zh-CN"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int  </a:t>
            </a:r>
            <a:r>
              <a:rPr lang="zh-CN" altLang="zh-CN">
                <a:latin typeface="Calibri" panose="020F0502020204030204" pitchFamily="34" charset="0"/>
                <a:ea typeface="宋体" panose="02010600030101010101" pitchFamily="2" charset="-122"/>
              </a:rPr>
              <a:t>main( )</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int i</a:t>
            </a:r>
            <a:r>
              <a:rPr lang="en-US" altLang="zh-CN">
                <a:latin typeface="Calibri" panose="020F0502020204030204" pitchFamily="34" charset="0"/>
                <a:ea typeface="宋体" panose="02010600030101010101" pitchFamily="2" charset="-122"/>
              </a:rPr>
              <a:t>=0 , count</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char str[80], ch</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printf( “</a:t>
            </a:r>
            <a:r>
              <a:rPr lang="zh-CN" altLang="en-US">
                <a:latin typeface="Calibri" panose="020F0502020204030204" pitchFamily="34" charset="0"/>
                <a:ea typeface="宋体" panose="02010600030101010101" pitchFamily="2" charset="-122"/>
              </a:rPr>
              <a:t>请输入一串字符：</a:t>
            </a:r>
            <a:r>
              <a:rPr lang="en-US" altLang="zh-CN">
                <a:latin typeface="Calibri" panose="020F0502020204030204" pitchFamily="34" charset="0"/>
                <a:ea typeface="宋体" panose="02010600030101010101" pitchFamily="2" charset="-122"/>
              </a:rPr>
              <a:t>”);</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while( ( str[i]=getchar( ) )!='\n' )</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i++;</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str[i]='\0';</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printf(”</a:t>
            </a:r>
            <a:r>
              <a:rPr lang="zh-CN" altLang="en-US">
                <a:latin typeface="Calibri" panose="020F0502020204030204" pitchFamily="34" charset="0"/>
                <a:ea typeface="宋体" panose="02010600030101010101" pitchFamily="2" charset="-122"/>
              </a:rPr>
              <a:t>输入一个字符：</a:t>
            </a:r>
            <a:r>
              <a:rPr lang="en-US" altLang="zh-CN">
                <a:latin typeface="Calibri" panose="020F0502020204030204" pitchFamily="34" charset="0"/>
                <a:ea typeface="宋体" panose="02010600030101010101" pitchFamily="2" charset="-122"/>
              </a:rPr>
              <a:t>”);</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ch= getchar( );</a:t>
            </a:r>
            <a:endParaRPr lang="en-US"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for( </a:t>
            </a:r>
            <a:r>
              <a:rPr lang="en-US" altLang="zh-CN">
                <a:latin typeface="Calibri" panose="020F0502020204030204" pitchFamily="34" charset="0"/>
                <a:ea typeface="宋体" panose="02010600030101010101" pitchFamily="2" charset="-122"/>
              </a:rPr>
              <a:t>i=0 , count=0;  str[i] != '\0' ;  i++</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if( ch[i]==ch )</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count++;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printf(“</a:t>
            </a:r>
            <a:r>
              <a:rPr lang="zh-CN" altLang="en-US">
                <a:latin typeface="Calibri" panose="020F0502020204030204" pitchFamily="34" charset="0"/>
                <a:ea typeface="宋体" panose="02010600030101010101" pitchFamily="2" charset="-122"/>
              </a:rPr>
              <a:t>字符</a:t>
            </a:r>
            <a:r>
              <a:rPr lang="en-US" altLang="zh-CN">
                <a:latin typeface="Calibri" panose="020F0502020204030204" pitchFamily="34" charset="0"/>
                <a:ea typeface="宋体" panose="02010600030101010101" pitchFamily="2" charset="-122"/>
              </a:rPr>
              <a:t>%c</a:t>
            </a:r>
            <a:r>
              <a:rPr lang="zh-CN" altLang="en-US">
                <a:latin typeface="Calibri" panose="020F0502020204030204" pitchFamily="34" charset="0"/>
                <a:ea typeface="宋体" panose="02010600030101010101" pitchFamily="2" charset="-122"/>
              </a:rPr>
              <a:t>出现了</a:t>
            </a:r>
            <a:r>
              <a:rPr lang="en-US" altLang="zh-CN">
                <a:latin typeface="Calibri" panose="020F0502020204030204" pitchFamily="34" charset="0"/>
                <a:ea typeface="宋体" panose="02010600030101010101" pitchFamily="2" charset="-122"/>
              </a:rPr>
              <a:t>%d</a:t>
            </a:r>
            <a:r>
              <a:rPr lang="zh-CN" altLang="en-US">
                <a:latin typeface="Calibri" panose="020F0502020204030204" pitchFamily="34" charset="0"/>
                <a:ea typeface="宋体" panose="02010600030101010101" pitchFamily="2" charset="-122"/>
              </a:rPr>
              <a:t>次</a:t>
            </a:r>
            <a:r>
              <a:rPr lang="en-US" altLang="zh-CN">
                <a:latin typeface="Calibri" panose="020F0502020204030204" pitchFamily="34" charset="0"/>
                <a:ea typeface="宋体" panose="02010600030101010101" pitchFamily="2" charset="-122"/>
              </a:rPr>
              <a:t>\n”, ch ,count);</a:t>
            </a:r>
            <a:endParaRPr lang="en-US"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for( i=0 ; str[i]!='\0'; i++)</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putchar( str[i]);</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printf(“\n”);</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return 0;</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29412" name="标题 25650"/>
          <p:cNvSpPr>
            <a:spLocks noGrp="1"/>
          </p:cNvSpPr>
          <p:nvPr>
            <p:ph type="title" idx="4294967295"/>
          </p:nvPr>
        </p:nvSpPr>
        <p:spPr>
          <a:xfrm>
            <a:off x="1330325" y="647700"/>
            <a:ext cx="1466850" cy="606425"/>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应用举例</a:t>
            </a:r>
            <a:endParaRPr lang="zh-CN" altLang="en-US" dirty="0"/>
          </a:p>
        </p:txBody>
      </p:sp>
      <p:sp>
        <p:nvSpPr>
          <p:cNvPr id="529413" name="Text Box 5"/>
          <p:cNvSpPr txBox="1"/>
          <p:nvPr/>
        </p:nvSpPr>
        <p:spPr>
          <a:xfrm>
            <a:off x="728663" y="95250"/>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25602">
                                            <p:txEl>
                                              <p:charRg st="0" end="1"/>
                                            </p:txEl>
                                          </p:spTgt>
                                        </p:tgtEl>
                                        <p:attrNameLst>
                                          <p:attrName>style.visibility</p:attrName>
                                        </p:attrNameLst>
                                      </p:cBhvr>
                                      <p:to>
                                        <p:strVal val="visible"/>
                                      </p:to>
                                    </p:set>
                                    <p:anim calcmode="lin" valueType="num">
                                      <p:cBhvr>
                                        <p:cTn id="7" dur="500" fill="hold"/>
                                        <p:tgtEl>
                                          <p:spTgt spid="25602">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25602">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5606"/>
                                        </p:tgtEl>
                                        <p:attrNameLst>
                                          <p:attrName>style.visibility</p:attrName>
                                        </p:attrNameLst>
                                      </p:cBhvr>
                                      <p:to>
                                        <p:strVal val="visible"/>
                                      </p:to>
                                    </p:set>
                                    <p:animEffect transition="in" filter="blinds(horizontal)">
                                      <p:cBhvr>
                                        <p:cTn id="13" dur="500"/>
                                        <p:tgtEl>
                                          <p:spTgt spid="25606"/>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25647"/>
                                        </p:tgtEl>
                                        <p:attrNameLst>
                                          <p:attrName>style.visibility</p:attrName>
                                        </p:attrNameLst>
                                      </p:cBhvr>
                                      <p:to>
                                        <p:strVal val="visible"/>
                                      </p:to>
                                    </p:set>
                                    <p:animEffect transition="in" filter="box(out)">
                                      <p:cBhvr>
                                        <p:cTn id="18" dur="500"/>
                                        <p:tgtEl>
                                          <p:spTgt spid="25647"/>
                                        </p:tgtEl>
                                      </p:cBhvr>
                                    </p:animEffect>
                                  </p:childTnLst>
                                  <p:subTnLst>
                                    <p:audio>
                                      <p:cMediaNode>
                                        <p:cTn display="0" masterRel="sameClick">
                                          <p:stCondLst>
                                            <p:cond evt="begin" delay="0">
                                              <p:tn val="16"/>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uild="p"/>
      <p:bldP spid="25647" grpId="0" bldLvl="0" animBg="1"/>
      <p:bldP spid="25606" grpId="0"/>
      <p:bldP spid="25606" grpId="1"/>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矩形 25601"/>
          <p:cNvSpPr/>
          <p:nvPr/>
        </p:nvSpPr>
        <p:spPr>
          <a:xfrm>
            <a:off x="1962150" y="285750"/>
            <a:ext cx="2895600" cy="533400"/>
          </a:xfrm>
          <a:prstGeom prst="rect">
            <a:avLst/>
          </a:prstGeom>
          <a:noFill/>
          <a:ln w="9525">
            <a:noFill/>
          </a:ln>
        </p:spPr>
        <p:txBody>
          <a:bodyPr anchor="t" anchorCtr="0"/>
          <a:p>
            <a:pPr lvl="1" indent="0" eaLnBrk="0" hangingPunct="0">
              <a:buClr>
                <a:schemeClr val="hlink"/>
              </a:buClr>
              <a:buFont typeface="Wingdings" panose="05000000000000000000" pitchFamily="2" charset="2"/>
              <a:buChar char="«"/>
            </a:pPr>
            <a:endParaRPr lang="zh-CN" altLang="zh-CN" dirty="0">
              <a:latin typeface="Times New Roman" panose="02020603050405020304" pitchFamily="18" charset="0"/>
              <a:ea typeface="隶书" panose="02010509060101010101" pitchFamily="49" charset="-122"/>
            </a:endParaRPr>
          </a:p>
        </p:txBody>
      </p:sp>
      <p:sp>
        <p:nvSpPr>
          <p:cNvPr id="25606" name="文本框 25605"/>
          <p:cNvSpPr txBox="1"/>
          <p:nvPr/>
        </p:nvSpPr>
        <p:spPr>
          <a:xfrm>
            <a:off x="3125788" y="819150"/>
            <a:ext cx="7337425" cy="644525"/>
          </a:xfrm>
          <a:prstGeom prst="rect">
            <a:avLst/>
          </a:prstGeom>
          <a:noFill/>
          <a:ln w="9525">
            <a:noFill/>
          </a:ln>
        </p:spPr>
        <p:txBody>
          <a:bodyPr wrap="none" anchor="t" anchorCtr="0">
            <a:spAutoFit/>
          </a:bodyPr>
          <a:p>
            <a:r>
              <a:rPr lang="zh-CN" altLang="en-US" dirty="0">
                <a:latin typeface="微软雅黑 Light" panose="020B0502040204020203" charset="-122"/>
                <a:ea typeface="微软雅黑 Light" panose="020B0502040204020203" charset="-122"/>
              </a:rPr>
              <a:t>例 输入一个字符串，判断是否为回文串。所谓回文串，是指一个字符串</a:t>
            </a:r>
            <a:endParaRPr lang="zh-CN" altLang="en-US" dirty="0">
              <a:latin typeface="微软雅黑 Light" panose="020B0502040204020203" charset="-122"/>
              <a:ea typeface="微软雅黑 Light" panose="020B0502040204020203" charset="-122"/>
            </a:endParaRPr>
          </a:p>
          <a:p>
            <a:r>
              <a:rPr lang="zh-CN" altLang="en-US" dirty="0">
                <a:latin typeface="微软雅黑 Light" panose="020B0502040204020203" charset="-122"/>
                <a:ea typeface="微软雅黑 Light" panose="020B0502040204020203" charset="-122"/>
              </a:rPr>
              <a:t>     顺读和反读是一样的，如</a:t>
            </a:r>
            <a:r>
              <a:rPr lang="en-US" altLang="zh-CN" dirty="0">
                <a:latin typeface="微软雅黑 Light" panose="020B0502040204020203" charset="-122"/>
                <a:ea typeface="微软雅黑 Light" panose="020B0502040204020203" charset="-122"/>
              </a:rPr>
              <a:t>”523325”</a:t>
            </a:r>
            <a:r>
              <a:rPr lang="zh-CN" altLang="en-US" dirty="0">
                <a:latin typeface="微软雅黑 Light" panose="020B0502040204020203" charset="-122"/>
                <a:ea typeface="微软雅黑 Light" panose="020B0502040204020203" charset="-122"/>
              </a:rPr>
              <a:t>和</a:t>
            </a:r>
            <a:r>
              <a:rPr lang="en-US" altLang="zh-CN" dirty="0">
                <a:latin typeface="微软雅黑 Light" panose="020B0502040204020203" charset="-122"/>
                <a:ea typeface="微软雅黑 Light" panose="020B0502040204020203" charset="-122"/>
              </a:rPr>
              <a:t>”abcba”</a:t>
            </a:r>
            <a:r>
              <a:rPr lang="zh-CN" altLang="en-US" dirty="0">
                <a:latin typeface="微软雅黑 Light" panose="020B0502040204020203" charset="-122"/>
                <a:ea typeface="微软雅黑 Light" panose="020B0502040204020203" charset="-122"/>
              </a:rPr>
              <a:t>都是回文串。</a:t>
            </a:r>
            <a:endParaRPr lang="zh-CN" altLang="en-US" dirty="0">
              <a:latin typeface="微软雅黑 Light" panose="020B0502040204020203" charset="-122"/>
              <a:ea typeface="微软雅黑 Light" panose="020B0502040204020203" charset="-122"/>
            </a:endParaRPr>
          </a:p>
        </p:txBody>
      </p:sp>
      <p:sp>
        <p:nvSpPr>
          <p:cNvPr id="530435" name="标题 25650"/>
          <p:cNvSpPr>
            <a:spLocks noGrp="1"/>
          </p:cNvSpPr>
          <p:nvPr>
            <p:ph type="title" idx="4294967295"/>
          </p:nvPr>
        </p:nvSpPr>
        <p:spPr>
          <a:xfrm>
            <a:off x="1330325" y="647700"/>
            <a:ext cx="1466850" cy="606425"/>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应用举例</a:t>
            </a:r>
            <a:endParaRPr lang="zh-CN" altLang="en-US" dirty="0"/>
          </a:p>
        </p:txBody>
      </p:sp>
      <p:sp>
        <p:nvSpPr>
          <p:cNvPr id="530436" name="Text Box 5"/>
          <p:cNvSpPr txBox="1"/>
          <p:nvPr/>
        </p:nvSpPr>
        <p:spPr>
          <a:xfrm>
            <a:off x="728663" y="95250"/>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
        <p:nvSpPr>
          <p:cNvPr id="2" name="矩形 54354"/>
          <p:cNvSpPr/>
          <p:nvPr/>
        </p:nvSpPr>
        <p:spPr>
          <a:xfrm>
            <a:off x="2209800" y="2254250"/>
            <a:ext cx="7981950" cy="2349500"/>
          </a:xfrm>
          <a:prstGeom prst="rect">
            <a:avLst/>
          </a:prstGeom>
          <a:solidFill>
            <a:srgbClr val="C4EFFF"/>
          </a:solidFill>
          <a:ln w="25400" cap="flat" cmpd="sng">
            <a:solidFill>
              <a:schemeClr val="accent1"/>
            </a:solidFill>
            <a:prstDash val="solid"/>
            <a:miter/>
            <a:headEnd type="none" w="med" len="med"/>
            <a:tailEnd type="none" w="med" len="med"/>
          </a:ln>
        </p:spPr>
        <p:txBody>
          <a:bodyPr anchor="t" anchorCtr="0"/>
          <a:p>
            <a:pPr>
              <a:buSzTx/>
            </a:pPr>
            <a:endParaRPr lang="zh-CN" altLang="en-US">
              <a:latin typeface="Calibri" panose="020F0502020204030204" pitchFamily="34" charset="0"/>
              <a:ea typeface="宋体" panose="02010600030101010101" pitchFamily="2" charset="-122"/>
            </a:endParaRPr>
          </a:p>
        </p:txBody>
      </p:sp>
      <p:sp>
        <p:nvSpPr>
          <p:cNvPr id="530438" name="文本框 54274"/>
          <p:cNvSpPr txBox="1"/>
          <p:nvPr/>
        </p:nvSpPr>
        <p:spPr>
          <a:xfrm>
            <a:off x="4460875" y="3244850"/>
            <a:ext cx="309563" cy="398463"/>
          </a:xfrm>
          <a:prstGeom prst="rect">
            <a:avLst/>
          </a:prstGeom>
          <a:noFill/>
          <a:ln w="9525">
            <a:noFill/>
          </a:ln>
        </p:spPr>
        <p:txBody>
          <a:bodyPr wrap="none" anchor="t" anchorCtr="0">
            <a:spAutoFit/>
          </a:bodyPr>
          <a:p>
            <a:endParaRPr lang="zh-CN" altLang="zh-CN" sz="2000" dirty="0">
              <a:solidFill>
                <a:schemeClr val="bg2"/>
              </a:solidFill>
              <a:latin typeface="Times New Roman" panose="02020603050405020304" pitchFamily="18" charset="0"/>
              <a:ea typeface="宋体" panose="02010600030101010101" pitchFamily="2" charset="-122"/>
            </a:endParaRPr>
          </a:p>
        </p:txBody>
      </p:sp>
      <p:grpSp>
        <p:nvGrpSpPr>
          <p:cNvPr id="65" name="组合 64"/>
          <p:cNvGrpSpPr/>
          <p:nvPr/>
        </p:nvGrpSpPr>
        <p:grpSpPr>
          <a:xfrm>
            <a:off x="3954463" y="2768600"/>
            <a:ext cx="5176837" cy="874713"/>
            <a:chOff x="5764" y="2979"/>
            <a:chExt cx="8155" cy="1375"/>
          </a:xfrm>
        </p:grpSpPr>
        <p:sp>
          <p:nvSpPr>
            <p:cNvPr id="530440" name="文本框 65"/>
            <p:cNvSpPr txBox="1"/>
            <p:nvPr/>
          </p:nvSpPr>
          <p:spPr>
            <a:xfrm>
              <a:off x="5764" y="3727"/>
              <a:ext cx="8155" cy="627"/>
            </a:xfrm>
            <a:prstGeom prst="rect">
              <a:avLst/>
            </a:prstGeom>
            <a:noFill/>
            <a:ln w="9525">
              <a:noFill/>
            </a:ln>
          </p:spPr>
          <p:txBody>
            <a:bodyPr wrap="none" anchor="t" anchorCtr="0">
              <a:spAutoFit/>
            </a:bodyPr>
            <a:p>
              <a:r>
                <a:rPr lang="zh-CN" altLang="en-US" sz="2000" dirty="0">
                  <a:solidFill>
                    <a:schemeClr val="accent1"/>
                  </a:solidFill>
                  <a:latin typeface="微软雅黑 Light" panose="020B0502040204020203" charset="-122"/>
                  <a:ea typeface="微软雅黑 Light" panose="020B0502040204020203" charset="-122"/>
                </a:rPr>
                <a:t>数组：</a:t>
              </a:r>
              <a:r>
                <a:rPr lang="zh-CN" altLang="en-US" sz="2000" dirty="0">
                  <a:solidFill>
                    <a:schemeClr val="accent1"/>
                  </a:solidFill>
                  <a:latin typeface="Times New Roman" panose="02020603050405020304" pitchFamily="18" charset="0"/>
                  <a:ea typeface="宋体" panose="02010600030101010101" pitchFamily="2" charset="-122"/>
                </a:rPr>
                <a:t>   </a:t>
              </a:r>
              <a:r>
                <a:rPr lang="en-US" altLang="zh-CN" sz="2000">
                  <a:solidFill>
                    <a:schemeClr val="accent1"/>
                  </a:solidFill>
                  <a:latin typeface="Times New Roman" panose="02020603050405020304" pitchFamily="18" charset="0"/>
                  <a:ea typeface="宋体" panose="02010600030101010101" pitchFamily="2" charset="-122"/>
                </a:rPr>
                <a:t>[ 5         2         3         3         2        5    ]</a:t>
              </a:r>
              <a:endParaRPr lang="en-US" altLang="zh-CN" sz="2000">
                <a:solidFill>
                  <a:schemeClr val="accent1"/>
                </a:solidFill>
                <a:latin typeface="Times New Roman" panose="02020603050405020304" pitchFamily="18" charset="0"/>
                <a:ea typeface="宋体" panose="02010600030101010101" pitchFamily="2" charset="-122"/>
              </a:endParaRPr>
            </a:p>
          </p:txBody>
        </p:sp>
        <p:grpSp>
          <p:nvGrpSpPr>
            <p:cNvPr id="530441" name="组合 66"/>
            <p:cNvGrpSpPr/>
            <p:nvPr/>
          </p:nvGrpSpPr>
          <p:grpSpPr>
            <a:xfrm>
              <a:off x="7209" y="2979"/>
              <a:ext cx="6312" cy="628"/>
              <a:chOff x="7209" y="2979"/>
              <a:chExt cx="6312" cy="628"/>
            </a:xfrm>
          </p:grpSpPr>
          <p:sp>
            <p:nvSpPr>
              <p:cNvPr id="530442" name="文本框 67"/>
              <p:cNvSpPr txBox="1"/>
              <p:nvPr/>
            </p:nvSpPr>
            <p:spPr>
              <a:xfrm>
                <a:off x="7209"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a[0]</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530443" name="文本框 68"/>
              <p:cNvSpPr txBox="1"/>
              <p:nvPr/>
            </p:nvSpPr>
            <p:spPr>
              <a:xfrm>
                <a:off x="8309"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a[1]</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530444" name="文本框 69"/>
              <p:cNvSpPr txBox="1"/>
              <p:nvPr/>
            </p:nvSpPr>
            <p:spPr>
              <a:xfrm>
                <a:off x="9370"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a[2]</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530445" name="文本框 70"/>
              <p:cNvSpPr txBox="1"/>
              <p:nvPr/>
            </p:nvSpPr>
            <p:spPr>
              <a:xfrm>
                <a:off x="10503"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a[3]</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530446" name="文本框 71"/>
              <p:cNvSpPr txBox="1"/>
              <p:nvPr/>
            </p:nvSpPr>
            <p:spPr>
              <a:xfrm>
                <a:off x="11655"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a[4]</a:t>
                </a:r>
                <a:endParaRPr lang="en-US" altLang="zh-CN" sz="2000">
                  <a:solidFill>
                    <a:srgbClr val="C00000"/>
                  </a:solidFill>
                  <a:latin typeface="Times New Roman" panose="02020603050405020304" pitchFamily="18" charset="0"/>
                  <a:ea typeface="宋体" panose="02010600030101010101" pitchFamily="2" charset="-122"/>
                </a:endParaRPr>
              </a:p>
            </p:txBody>
          </p:sp>
          <p:sp>
            <p:nvSpPr>
              <p:cNvPr id="530447" name="文本框 72"/>
              <p:cNvSpPr txBox="1"/>
              <p:nvPr/>
            </p:nvSpPr>
            <p:spPr>
              <a:xfrm>
                <a:off x="12589" y="2979"/>
                <a:ext cx="932" cy="628"/>
              </a:xfrm>
              <a:prstGeom prst="rect">
                <a:avLst/>
              </a:prstGeom>
              <a:noFill/>
              <a:ln w="9525">
                <a:noFill/>
              </a:ln>
            </p:spPr>
            <p:txBody>
              <a:bodyPr wrap="none" anchor="t" anchorCtr="0">
                <a:spAutoFit/>
              </a:bodyPr>
              <a:p>
                <a:r>
                  <a:rPr lang="en-US" altLang="zh-CN" sz="2000">
                    <a:solidFill>
                      <a:srgbClr val="C00000"/>
                    </a:solidFill>
                    <a:latin typeface="Times New Roman" panose="02020603050405020304" pitchFamily="18" charset="0"/>
                    <a:ea typeface="宋体" panose="02010600030101010101" pitchFamily="2" charset="-122"/>
                  </a:rPr>
                  <a:t>a[5]</a:t>
                </a:r>
                <a:endParaRPr lang="en-US" altLang="zh-CN" sz="2000">
                  <a:solidFill>
                    <a:srgbClr val="C00000"/>
                  </a:solidFill>
                  <a:latin typeface="Times New Roman" panose="02020603050405020304" pitchFamily="18" charset="0"/>
                  <a:ea typeface="宋体" panose="02010600030101010101" pitchFamily="2" charset="-122"/>
                </a:endParaRPr>
              </a:p>
            </p:txBody>
          </p:sp>
        </p:grpSp>
      </p:grpSp>
      <p:grpSp>
        <p:nvGrpSpPr>
          <p:cNvPr id="5" name="组合 4"/>
          <p:cNvGrpSpPr/>
          <p:nvPr/>
        </p:nvGrpSpPr>
        <p:grpSpPr>
          <a:xfrm>
            <a:off x="4946650" y="3567113"/>
            <a:ext cx="460375" cy="874712"/>
            <a:chOff x="7791" y="5618"/>
            <a:chExt cx="724" cy="1377"/>
          </a:xfrm>
        </p:grpSpPr>
        <p:sp>
          <p:nvSpPr>
            <p:cNvPr id="530449" name="直接连接符 54280"/>
            <p:cNvSpPr/>
            <p:nvPr/>
          </p:nvSpPr>
          <p:spPr>
            <a:xfrm flipV="1">
              <a:off x="8138" y="5617"/>
              <a:ext cx="0" cy="632"/>
            </a:xfrm>
            <a:prstGeom prst="line">
              <a:avLst/>
            </a:prstGeom>
            <a:ln w="9525" cap="flat" cmpd="sng">
              <a:solidFill>
                <a:srgbClr val="669900"/>
              </a:solidFill>
              <a:prstDash val="solid"/>
              <a:round/>
              <a:headEnd type="none" w="med" len="med"/>
              <a:tailEnd type="triangle" w="med" len="med"/>
            </a:ln>
          </p:spPr>
        </p:sp>
        <p:sp>
          <p:nvSpPr>
            <p:cNvPr id="530450" name="文本框 2"/>
            <p:cNvSpPr txBox="1"/>
            <p:nvPr/>
          </p:nvSpPr>
          <p:spPr>
            <a:xfrm>
              <a:off x="7791" y="6415"/>
              <a:ext cx="724" cy="580"/>
            </a:xfrm>
            <a:prstGeom prst="rect">
              <a:avLst/>
            </a:prstGeom>
            <a:noFill/>
            <a:ln w="12700">
              <a:noFill/>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p:spPr>
          <p:txBody>
            <a:bodyPr wrap="square" anchor="ctr" anchorCtr="0">
              <a:spAutoFit/>
              <a:flatTx/>
            </a:bodyPr>
            <a:p>
              <a:pPr algn="ctr"/>
              <a:r>
                <a:rPr lang="en-US" altLang="zh-CN" dirty="0">
                  <a:solidFill>
                    <a:srgbClr val="669900"/>
                  </a:solidFill>
                  <a:latin typeface="Times New Roman" panose="02020603050405020304" pitchFamily="18" charset="0"/>
                  <a:ea typeface="宋体" panose="02010600030101010101" pitchFamily="2" charset="-122"/>
                </a:rPr>
                <a:t>i</a:t>
              </a:r>
              <a:endParaRPr lang="en-US" altLang="zh-CN" dirty="0">
                <a:solidFill>
                  <a:srgbClr val="669900"/>
                </a:solidFill>
                <a:latin typeface="Times New Roman" panose="02020603050405020304" pitchFamily="18" charset="0"/>
                <a:ea typeface="宋体" panose="02010600030101010101" pitchFamily="2" charset="-122"/>
              </a:endParaRPr>
            </a:p>
          </p:txBody>
        </p:sp>
      </p:grpSp>
      <p:grpSp>
        <p:nvGrpSpPr>
          <p:cNvPr id="6" name="组合 5"/>
          <p:cNvGrpSpPr/>
          <p:nvPr/>
        </p:nvGrpSpPr>
        <p:grpSpPr>
          <a:xfrm>
            <a:off x="8420100" y="3567113"/>
            <a:ext cx="449263" cy="769937"/>
            <a:chOff x="13259" y="5618"/>
            <a:chExt cx="708" cy="1212"/>
          </a:xfrm>
        </p:grpSpPr>
        <p:sp>
          <p:nvSpPr>
            <p:cNvPr id="530452" name="直接连接符 54280"/>
            <p:cNvSpPr/>
            <p:nvPr/>
          </p:nvSpPr>
          <p:spPr>
            <a:xfrm flipV="1">
              <a:off x="13626" y="5618"/>
              <a:ext cx="2" cy="632"/>
            </a:xfrm>
            <a:prstGeom prst="line">
              <a:avLst/>
            </a:prstGeom>
            <a:ln w="9525" cap="flat" cmpd="sng">
              <a:solidFill>
                <a:srgbClr val="C00000"/>
              </a:solidFill>
              <a:prstDash val="solid"/>
              <a:round/>
              <a:headEnd type="none" w="med" len="med"/>
              <a:tailEnd type="triangle" w="med" len="med"/>
            </a:ln>
          </p:spPr>
        </p:sp>
        <p:sp>
          <p:nvSpPr>
            <p:cNvPr id="530453" name="文本框 3"/>
            <p:cNvSpPr txBox="1"/>
            <p:nvPr/>
          </p:nvSpPr>
          <p:spPr>
            <a:xfrm>
              <a:off x="13259" y="6250"/>
              <a:ext cx="708" cy="580"/>
            </a:xfrm>
            <a:prstGeom prst="rect">
              <a:avLst/>
            </a:prstGeom>
            <a:noFill/>
            <a:ln w="12700">
              <a:noFill/>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p:spPr>
          <p:txBody>
            <a:bodyPr wrap="square" anchor="ctr" anchorCtr="0">
              <a:spAutoFit/>
              <a:flatTx/>
            </a:bodyPr>
            <a:p>
              <a:pPr algn="ctr"/>
              <a:r>
                <a:rPr lang="en-US" altLang="zh-CN" dirty="0">
                  <a:solidFill>
                    <a:srgbClr val="C00000"/>
                  </a:solidFill>
                  <a:latin typeface="Times New Roman" panose="02020603050405020304" pitchFamily="18" charset="0"/>
                  <a:ea typeface="宋体" panose="02010600030101010101" pitchFamily="2" charset="-122"/>
                </a:rPr>
                <a:t>j</a:t>
              </a:r>
              <a:endParaRPr lang="en-US" altLang="zh-CN" dirty="0">
                <a:solidFill>
                  <a:srgbClr val="C00000"/>
                </a:solidFill>
                <a:latin typeface="Times New Roman" panose="02020603050405020304" pitchFamily="18" charset="0"/>
                <a:ea typeface="宋体" panose="02010600030101010101" pitchFamily="2" charset="-122"/>
              </a:endParaRPr>
            </a:p>
          </p:txBody>
        </p:sp>
      </p:grpSp>
      <p:grpSp>
        <p:nvGrpSpPr>
          <p:cNvPr id="8" name="组合 7"/>
          <p:cNvGrpSpPr/>
          <p:nvPr/>
        </p:nvGrpSpPr>
        <p:grpSpPr>
          <a:xfrm>
            <a:off x="5702300" y="3557588"/>
            <a:ext cx="460375" cy="874712"/>
            <a:chOff x="7791" y="5618"/>
            <a:chExt cx="724" cy="1377"/>
          </a:xfrm>
        </p:grpSpPr>
        <p:sp>
          <p:nvSpPr>
            <p:cNvPr id="530455" name="直接连接符 54280"/>
            <p:cNvSpPr/>
            <p:nvPr/>
          </p:nvSpPr>
          <p:spPr>
            <a:xfrm flipV="1">
              <a:off x="8138" y="5618"/>
              <a:ext cx="0" cy="632"/>
            </a:xfrm>
            <a:prstGeom prst="line">
              <a:avLst/>
            </a:prstGeom>
            <a:ln w="9525" cap="flat" cmpd="sng">
              <a:solidFill>
                <a:srgbClr val="669900"/>
              </a:solidFill>
              <a:prstDash val="solid"/>
              <a:round/>
              <a:headEnd type="none" w="med" len="med"/>
              <a:tailEnd type="triangle" w="med" len="med"/>
            </a:ln>
          </p:spPr>
        </p:sp>
        <p:sp>
          <p:nvSpPr>
            <p:cNvPr id="530456" name="文本框 9"/>
            <p:cNvSpPr txBox="1"/>
            <p:nvPr/>
          </p:nvSpPr>
          <p:spPr>
            <a:xfrm>
              <a:off x="7791" y="6415"/>
              <a:ext cx="724" cy="580"/>
            </a:xfrm>
            <a:prstGeom prst="rect">
              <a:avLst/>
            </a:prstGeom>
            <a:noFill/>
            <a:ln w="12700">
              <a:noFill/>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p:spPr>
          <p:txBody>
            <a:bodyPr wrap="square" anchor="ctr" anchorCtr="0">
              <a:spAutoFit/>
              <a:flatTx/>
            </a:bodyPr>
            <a:p>
              <a:pPr algn="ctr"/>
              <a:r>
                <a:rPr lang="en-US" altLang="zh-CN" dirty="0">
                  <a:solidFill>
                    <a:srgbClr val="669900"/>
                  </a:solidFill>
                  <a:latin typeface="Times New Roman" panose="02020603050405020304" pitchFamily="18" charset="0"/>
                  <a:ea typeface="宋体" panose="02010600030101010101" pitchFamily="2" charset="-122"/>
                </a:rPr>
                <a:t>i</a:t>
              </a:r>
              <a:endParaRPr lang="en-US" altLang="zh-CN" dirty="0">
                <a:solidFill>
                  <a:srgbClr val="669900"/>
                </a:solidFill>
                <a:latin typeface="Times New Roman" panose="02020603050405020304" pitchFamily="18" charset="0"/>
                <a:ea typeface="宋体" panose="02010600030101010101" pitchFamily="2" charset="-122"/>
              </a:endParaRPr>
            </a:p>
          </p:txBody>
        </p:sp>
      </p:grpSp>
      <p:grpSp>
        <p:nvGrpSpPr>
          <p:cNvPr id="11" name="组合 10"/>
          <p:cNvGrpSpPr/>
          <p:nvPr/>
        </p:nvGrpSpPr>
        <p:grpSpPr>
          <a:xfrm>
            <a:off x="7766050" y="3567113"/>
            <a:ext cx="449263" cy="769937"/>
            <a:chOff x="13259" y="5618"/>
            <a:chExt cx="708" cy="1212"/>
          </a:xfrm>
        </p:grpSpPr>
        <p:sp>
          <p:nvSpPr>
            <p:cNvPr id="530458" name="直接连接符 54280"/>
            <p:cNvSpPr/>
            <p:nvPr/>
          </p:nvSpPr>
          <p:spPr>
            <a:xfrm flipV="1">
              <a:off x="13626" y="5618"/>
              <a:ext cx="2" cy="632"/>
            </a:xfrm>
            <a:prstGeom prst="line">
              <a:avLst/>
            </a:prstGeom>
            <a:ln w="9525" cap="flat" cmpd="sng">
              <a:solidFill>
                <a:srgbClr val="C00000"/>
              </a:solidFill>
              <a:prstDash val="solid"/>
              <a:round/>
              <a:headEnd type="none" w="med" len="med"/>
              <a:tailEnd type="triangle" w="med" len="med"/>
            </a:ln>
          </p:spPr>
        </p:sp>
        <p:sp>
          <p:nvSpPr>
            <p:cNvPr id="530459" name="文本框 12"/>
            <p:cNvSpPr txBox="1"/>
            <p:nvPr/>
          </p:nvSpPr>
          <p:spPr>
            <a:xfrm>
              <a:off x="13259" y="6250"/>
              <a:ext cx="708" cy="580"/>
            </a:xfrm>
            <a:prstGeom prst="rect">
              <a:avLst/>
            </a:prstGeom>
            <a:noFill/>
            <a:ln w="12700">
              <a:noFill/>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p:spPr>
          <p:txBody>
            <a:bodyPr wrap="square" anchor="ctr" anchorCtr="0">
              <a:spAutoFit/>
              <a:flatTx/>
            </a:bodyPr>
            <a:p>
              <a:pPr algn="ctr"/>
              <a:r>
                <a:rPr lang="en-US" altLang="zh-CN" dirty="0">
                  <a:solidFill>
                    <a:srgbClr val="C00000"/>
                  </a:solidFill>
                  <a:latin typeface="Times New Roman" panose="02020603050405020304" pitchFamily="18" charset="0"/>
                  <a:ea typeface="宋体" panose="02010600030101010101" pitchFamily="2" charset="-122"/>
                </a:rPr>
                <a:t>j</a:t>
              </a:r>
              <a:endParaRPr lang="en-US" altLang="zh-CN" dirty="0">
                <a:solidFill>
                  <a:srgbClr val="C00000"/>
                </a:solidFill>
                <a:latin typeface="Times New Roman" panose="02020603050405020304" pitchFamily="18" charset="0"/>
                <a:ea typeface="宋体" panose="02010600030101010101" pitchFamily="2" charset="-122"/>
              </a:endParaRPr>
            </a:p>
          </p:txBody>
        </p:sp>
      </p:grpSp>
      <p:grpSp>
        <p:nvGrpSpPr>
          <p:cNvPr id="14" name="组合 13"/>
          <p:cNvGrpSpPr/>
          <p:nvPr/>
        </p:nvGrpSpPr>
        <p:grpSpPr>
          <a:xfrm>
            <a:off x="6375400" y="3567113"/>
            <a:ext cx="460375" cy="874712"/>
            <a:chOff x="7791" y="5618"/>
            <a:chExt cx="724" cy="1377"/>
          </a:xfrm>
        </p:grpSpPr>
        <p:sp>
          <p:nvSpPr>
            <p:cNvPr id="530461" name="直接连接符 54280"/>
            <p:cNvSpPr/>
            <p:nvPr/>
          </p:nvSpPr>
          <p:spPr>
            <a:xfrm flipV="1">
              <a:off x="8138" y="5618"/>
              <a:ext cx="0" cy="632"/>
            </a:xfrm>
            <a:prstGeom prst="line">
              <a:avLst/>
            </a:prstGeom>
            <a:ln w="9525" cap="flat" cmpd="sng">
              <a:solidFill>
                <a:srgbClr val="669900"/>
              </a:solidFill>
              <a:prstDash val="solid"/>
              <a:round/>
              <a:headEnd type="none" w="med" len="med"/>
              <a:tailEnd type="triangle" w="med" len="med"/>
            </a:ln>
          </p:spPr>
        </p:sp>
        <p:sp>
          <p:nvSpPr>
            <p:cNvPr id="530462" name="文本框 15"/>
            <p:cNvSpPr txBox="1"/>
            <p:nvPr/>
          </p:nvSpPr>
          <p:spPr>
            <a:xfrm>
              <a:off x="7791" y="6415"/>
              <a:ext cx="724" cy="580"/>
            </a:xfrm>
            <a:prstGeom prst="rect">
              <a:avLst/>
            </a:prstGeom>
            <a:noFill/>
            <a:ln w="12700">
              <a:noFill/>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p:spPr>
          <p:txBody>
            <a:bodyPr wrap="square" anchor="ctr" anchorCtr="0">
              <a:spAutoFit/>
              <a:flatTx/>
            </a:bodyPr>
            <a:p>
              <a:pPr algn="ctr"/>
              <a:r>
                <a:rPr lang="en-US" altLang="zh-CN" dirty="0">
                  <a:solidFill>
                    <a:srgbClr val="669900"/>
                  </a:solidFill>
                  <a:latin typeface="Times New Roman" panose="02020603050405020304" pitchFamily="18" charset="0"/>
                  <a:ea typeface="宋体" panose="02010600030101010101" pitchFamily="2" charset="-122"/>
                </a:rPr>
                <a:t>i</a:t>
              </a:r>
              <a:endParaRPr lang="en-US" altLang="zh-CN" dirty="0">
                <a:solidFill>
                  <a:srgbClr val="669900"/>
                </a:solidFill>
                <a:latin typeface="Times New Roman" panose="02020603050405020304" pitchFamily="18" charset="0"/>
                <a:ea typeface="宋体" panose="02010600030101010101" pitchFamily="2" charset="-122"/>
              </a:endParaRPr>
            </a:p>
          </p:txBody>
        </p:sp>
      </p:grpSp>
      <p:grpSp>
        <p:nvGrpSpPr>
          <p:cNvPr id="17" name="组合 16"/>
          <p:cNvGrpSpPr/>
          <p:nvPr/>
        </p:nvGrpSpPr>
        <p:grpSpPr>
          <a:xfrm>
            <a:off x="7034213" y="3567113"/>
            <a:ext cx="449262" cy="769937"/>
            <a:chOff x="13259" y="5618"/>
            <a:chExt cx="708" cy="1212"/>
          </a:xfrm>
        </p:grpSpPr>
        <p:sp>
          <p:nvSpPr>
            <p:cNvPr id="530464" name="直接连接符 54280"/>
            <p:cNvSpPr/>
            <p:nvPr/>
          </p:nvSpPr>
          <p:spPr>
            <a:xfrm flipV="1">
              <a:off x="13626" y="5618"/>
              <a:ext cx="2" cy="632"/>
            </a:xfrm>
            <a:prstGeom prst="line">
              <a:avLst/>
            </a:prstGeom>
            <a:ln w="9525" cap="flat" cmpd="sng">
              <a:solidFill>
                <a:srgbClr val="C00000"/>
              </a:solidFill>
              <a:prstDash val="solid"/>
              <a:round/>
              <a:headEnd type="none" w="med" len="med"/>
              <a:tailEnd type="triangle" w="med" len="med"/>
            </a:ln>
          </p:spPr>
        </p:sp>
        <p:sp>
          <p:nvSpPr>
            <p:cNvPr id="530465" name="文本框 18"/>
            <p:cNvSpPr txBox="1"/>
            <p:nvPr/>
          </p:nvSpPr>
          <p:spPr>
            <a:xfrm>
              <a:off x="13259" y="6250"/>
              <a:ext cx="708" cy="580"/>
            </a:xfrm>
            <a:prstGeom prst="rect">
              <a:avLst/>
            </a:prstGeom>
            <a:noFill/>
            <a:ln w="12700">
              <a:noFill/>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p:spPr>
          <p:txBody>
            <a:bodyPr wrap="square" anchor="ctr" anchorCtr="0">
              <a:spAutoFit/>
              <a:flatTx/>
            </a:bodyPr>
            <a:p>
              <a:pPr algn="ctr"/>
              <a:r>
                <a:rPr lang="en-US" altLang="zh-CN" dirty="0">
                  <a:solidFill>
                    <a:srgbClr val="C00000"/>
                  </a:solidFill>
                  <a:latin typeface="Times New Roman" panose="02020603050405020304" pitchFamily="18" charset="0"/>
                  <a:ea typeface="宋体" panose="02010600030101010101" pitchFamily="2" charset="-122"/>
                </a:rPr>
                <a:t>j</a:t>
              </a:r>
              <a:endParaRPr lang="en-US" altLang="zh-CN" dirty="0">
                <a:solidFill>
                  <a:srgbClr val="C00000"/>
                </a:solidFill>
                <a:latin typeface="Times New Roman" panose="02020603050405020304" pitchFamily="18" charset="0"/>
                <a:ea typeface="宋体" panose="02010600030101010101" pitchFamily="2" charset="-122"/>
              </a:endParaRPr>
            </a:p>
          </p:txBody>
        </p:sp>
      </p:gr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25602">
                                            <p:txEl>
                                              <p:charRg st="0" end="1"/>
                                            </p:txEl>
                                          </p:spTgt>
                                        </p:tgtEl>
                                        <p:attrNameLst>
                                          <p:attrName>style.visibility</p:attrName>
                                        </p:attrNameLst>
                                      </p:cBhvr>
                                      <p:to>
                                        <p:strVal val="visible"/>
                                      </p:to>
                                    </p:set>
                                    <p:anim calcmode="lin" valueType="num">
                                      <p:cBhvr>
                                        <p:cTn id="7" dur="500" fill="hold"/>
                                        <p:tgtEl>
                                          <p:spTgt spid="25602">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25602">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5606"/>
                                        </p:tgtEl>
                                        <p:attrNameLst>
                                          <p:attrName>style.visibility</p:attrName>
                                        </p:attrNameLst>
                                      </p:cBhvr>
                                      <p:to>
                                        <p:strVal val="visible"/>
                                      </p:to>
                                    </p:set>
                                    <p:animEffect transition="in" filter="blinds(horizontal)">
                                      <p:cBhvr>
                                        <p:cTn id="13" dur="500"/>
                                        <p:tgtEl>
                                          <p:spTgt spid="25606"/>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000" fill="hold">
                                          <p:stCondLst>
                                            <p:cond delay="0"/>
                                          </p:stCondLst>
                                        </p:cTn>
                                        <p:tgtEl>
                                          <p:spTgt spid="2"/>
                                        </p:tgtEl>
                                        <p:attrNameLst>
                                          <p:attrName>style.visibility</p:attrName>
                                        </p:attrNameLst>
                                      </p:cBhvr>
                                      <p:to>
                                        <p:strVal val="visible"/>
                                      </p:to>
                                    </p:set>
                                    <p:animEffect transition="in" filter="box(out)">
                                      <p:cBhvr>
                                        <p:cTn id="18" dur="1000"/>
                                        <p:tgtEl>
                                          <p:spTgt spid="2"/>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32" fill="hold" nodeType="clickEffect">
                                  <p:stCondLst>
                                    <p:cond delay="0"/>
                                  </p:stCondLst>
                                  <p:childTnLst>
                                    <p:set>
                                      <p:cBhvr>
                                        <p:cTn id="22" dur="1000" fill="hold">
                                          <p:stCondLst>
                                            <p:cond delay="0"/>
                                          </p:stCondLst>
                                        </p:cTn>
                                        <p:tgtEl>
                                          <p:spTgt spid="65"/>
                                        </p:tgtEl>
                                        <p:attrNameLst>
                                          <p:attrName>style.visibility</p:attrName>
                                        </p:attrNameLst>
                                      </p:cBhvr>
                                      <p:to>
                                        <p:strVal val="visible"/>
                                      </p:to>
                                    </p:set>
                                    <p:animEffect transition="in" filter="box(out)">
                                      <p:cBhvr>
                                        <p:cTn id="23" dur="1000"/>
                                        <p:tgtEl>
                                          <p:spTgt spid="65"/>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5"/>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nodeType="clickEffect">
                                  <p:stCondLst>
                                    <p:cond delay="0"/>
                                  </p:stCondLst>
                                  <p:childTnLst>
                                    <p:set>
                                      <p:cBhvr>
                                        <p:cTn id="35" dur="1" fill="hold">
                                          <p:stCondLst>
                                            <p:cond delay="0"/>
                                          </p:stCondLst>
                                        </p:cTn>
                                        <p:tgtEl>
                                          <p:spTgt spid="8"/>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14"/>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uild="p"/>
      <p:bldP spid="25606" grpId="0"/>
      <p:bldP spid="25606" grpId="1"/>
      <p:bldP spid="2" grpId="0" animBg="1"/>
      <p:bldP spid="2" grpId="1"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矩形 25601"/>
          <p:cNvSpPr/>
          <p:nvPr/>
        </p:nvSpPr>
        <p:spPr>
          <a:xfrm>
            <a:off x="1962150" y="285750"/>
            <a:ext cx="2895600" cy="533400"/>
          </a:xfrm>
          <a:prstGeom prst="rect">
            <a:avLst/>
          </a:prstGeom>
          <a:noFill/>
          <a:ln w="9525">
            <a:noFill/>
          </a:ln>
        </p:spPr>
        <p:txBody>
          <a:bodyPr anchor="t" anchorCtr="0"/>
          <a:p>
            <a:pPr lvl="1" indent="0" eaLnBrk="0" hangingPunct="0">
              <a:buClr>
                <a:schemeClr val="hlink"/>
              </a:buClr>
              <a:buFont typeface="Wingdings" panose="05000000000000000000" pitchFamily="2" charset="2"/>
              <a:buChar char="«"/>
            </a:pPr>
            <a:endParaRPr lang="zh-CN" altLang="zh-CN" dirty="0">
              <a:latin typeface="Times New Roman" panose="02020603050405020304" pitchFamily="18" charset="0"/>
              <a:ea typeface="隶书" panose="02010509060101010101" pitchFamily="49" charset="-122"/>
            </a:endParaRPr>
          </a:p>
        </p:txBody>
      </p:sp>
      <p:sp>
        <p:nvSpPr>
          <p:cNvPr id="25606" name="文本框 25605"/>
          <p:cNvSpPr txBox="1"/>
          <p:nvPr/>
        </p:nvSpPr>
        <p:spPr>
          <a:xfrm>
            <a:off x="3125788" y="819150"/>
            <a:ext cx="7337425" cy="644525"/>
          </a:xfrm>
          <a:prstGeom prst="rect">
            <a:avLst/>
          </a:prstGeom>
          <a:noFill/>
          <a:ln w="9525">
            <a:noFill/>
          </a:ln>
        </p:spPr>
        <p:txBody>
          <a:bodyPr wrap="none" anchor="t" anchorCtr="0">
            <a:spAutoFit/>
          </a:bodyPr>
          <a:p>
            <a:r>
              <a:rPr lang="zh-CN" altLang="en-US" dirty="0">
                <a:latin typeface="微软雅黑 Light" panose="020B0502040204020203" charset="-122"/>
                <a:ea typeface="微软雅黑 Light" panose="020B0502040204020203" charset="-122"/>
              </a:rPr>
              <a:t>例 输入一个字符串，判断是否为回文串。所谓回文串，是指一个字符串</a:t>
            </a:r>
            <a:endParaRPr lang="zh-CN" altLang="en-US" dirty="0">
              <a:latin typeface="微软雅黑 Light" panose="020B0502040204020203" charset="-122"/>
              <a:ea typeface="微软雅黑 Light" panose="020B0502040204020203" charset="-122"/>
            </a:endParaRPr>
          </a:p>
          <a:p>
            <a:r>
              <a:rPr lang="zh-CN" altLang="en-US" dirty="0">
                <a:latin typeface="微软雅黑 Light" panose="020B0502040204020203" charset="-122"/>
                <a:ea typeface="微软雅黑 Light" panose="020B0502040204020203" charset="-122"/>
              </a:rPr>
              <a:t>     顺读和反读是一样的，如</a:t>
            </a:r>
            <a:r>
              <a:rPr lang="en-US" altLang="zh-CN" dirty="0">
                <a:latin typeface="微软雅黑 Light" panose="020B0502040204020203" charset="-122"/>
                <a:ea typeface="微软雅黑 Light" panose="020B0502040204020203" charset="-122"/>
              </a:rPr>
              <a:t>”523325”</a:t>
            </a:r>
            <a:r>
              <a:rPr lang="zh-CN" altLang="en-US" dirty="0">
                <a:latin typeface="微软雅黑 Light" panose="020B0502040204020203" charset="-122"/>
                <a:ea typeface="微软雅黑 Light" panose="020B0502040204020203" charset="-122"/>
              </a:rPr>
              <a:t>和</a:t>
            </a:r>
            <a:r>
              <a:rPr lang="en-US" altLang="zh-CN" dirty="0">
                <a:latin typeface="微软雅黑 Light" panose="020B0502040204020203" charset="-122"/>
                <a:ea typeface="微软雅黑 Light" panose="020B0502040204020203" charset="-122"/>
              </a:rPr>
              <a:t>”abcba”</a:t>
            </a:r>
            <a:r>
              <a:rPr lang="zh-CN" altLang="en-US" dirty="0">
                <a:latin typeface="微软雅黑 Light" panose="020B0502040204020203" charset="-122"/>
                <a:ea typeface="微软雅黑 Light" panose="020B0502040204020203" charset="-122"/>
              </a:rPr>
              <a:t>都是回文串。</a:t>
            </a:r>
            <a:endParaRPr lang="zh-CN" altLang="en-US" dirty="0">
              <a:latin typeface="微软雅黑 Light" panose="020B0502040204020203" charset="-122"/>
              <a:ea typeface="微软雅黑 Light" panose="020B0502040204020203" charset="-122"/>
            </a:endParaRPr>
          </a:p>
        </p:txBody>
      </p:sp>
      <p:sp>
        <p:nvSpPr>
          <p:cNvPr id="25647" name="矩形 25646"/>
          <p:cNvSpPr/>
          <p:nvPr/>
        </p:nvSpPr>
        <p:spPr>
          <a:xfrm>
            <a:off x="3797300" y="1463675"/>
            <a:ext cx="4597400" cy="4881563"/>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#include &lt;stdio.h&gt;</a:t>
            </a:r>
            <a:endParaRPr lang="zh-CN"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#include &lt;string.h&gt;</a:t>
            </a:r>
            <a:endParaRPr lang="zh-CN"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int  </a:t>
            </a:r>
            <a:r>
              <a:rPr lang="zh-CN" altLang="zh-CN">
                <a:latin typeface="Calibri" panose="020F0502020204030204" pitchFamily="34" charset="0"/>
                <a:ea typeface="宋体" panose="02010600030101010101" pitchFamily="2" charset="-122"/>
              </a:rPr>
              <a:t>main( )</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char s[10]</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int i , j , n</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printf( “</a:t>
            </a:r>
            <a:r>
              <a:rPr lang="zh-CN" altLang="en-US">
                <a:latin typeface="Calibri" panose="020F0502020204030204" pitchFamily="34" charset="0"/>
                <a:ea typeface="宋体" panose="02010600030101010101" pitchFamily="2" charset="-122"/>
              </a:rPr>
              <a:t>请输入一串字符：</a:t>
            </a:r>
            <a:r>
              <a:rPr lang="en-US" altLang="zh-CN">
                <a:latin typeface="Calibri" panose="020F0502020204030204" pitchFamily="34" charset="0"/>
                <a:ea typeface="宋体" panose="02010600030101010101" pitchFamily="2" charset="-122"/>
              </a:rPr>
              <a:t>”);</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gets(s);</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n=strlen(s );</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a:t>
            </a:r>
            <a:r>
              <a:rPr lang="zh-CN" altLang="zh-CN">
                <a:latin typeface="Calibri" panose="020F0502020204030204" pitchFamily="34" charset="0"/>
                <a:ea typeface="宋体" panose="02010600030101010101" pitchFamily="2" charset="-122"/>
              </a:rPr>
              <a:t> for( </a:t>
            </a:r>
            <a:r>
              <a:rPr lang="en-US" altLang="zh-CN">
                <a:latin typeface="Calibri" panose="020F0502020204030204" pitchFamily="34" charset="0"/>
                <a:ea typeface="宋体" panose="02010600030101010101" pitchFamily="2" charset="-122"/>
              </a:rPr>
              <a:t>i=0 , j=n-1;  i&lt;j ;  i++, j--</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if( s[i]!=s[j] )</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break;</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if( i&lt;j )</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printf(“</a:t>
            </a:r>
            <a:r>
              <a:rPr lang="zh-CN" altLang="en-US">
                <a:latin typeface="Calibri" panose="020F0502020204030204" pitchFamily="34" charset="0"/>
                <a:ea typeface="宋体" panose="02010600030101010101" pitchFamily="2" charset="-122"/>
              </a:rPr>
              <a:t>不是回文串</a:t>
            </a:r>
            <a:r>
              <a:rPr lang="en-US" altLang="zh-CN">
                <a:latin typeface="Calibri" panose="020F0502020204030204" pitchFamily="34" charset="0"/>
                <a:ea typeface="宋体" panose="02010600030101010101" pitchFamily="2" charset="-122"/>
              </a:rPr>
              <a:t>\n”);</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else</a:t>
            </a:r>
            <a:endParaRPr lang="en-US"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      printf(“</a:t>
            </a:r>
            <a:r>
              <a:rPr lang="zh-CN" altLang="en-US">
                <a:latin typeface="Calibri" panose="020F0502020204030204" pitchFamily="34" charset="0"/>
                <a:ea typeface="宋体" panose="02010600030101010101" pitchFamily="2" charset="-122"/>
              </a:rPr>
              <a:t>是回文串</a:t>
            </a:r>
            <a:r>
              <a:rPr lang="en-US" altLang="zh-CN">
                <a:latin typeface="Calibri" panose="020F0502020204030204" pitchFamily="34" charset="0"/>
                <a:ea typeface="宋体" panose="02010600030101010101" pitchFamily="2" charset="-122"/>
              </a:rPr>
              <a:t>\n”);</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a:t>
            </a: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return 0;</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31460" name="标题 25650"/>
          <p:cNvSpPr>
            <a:spLocks noGrp="1"/>
          </p:cNvSpPr>
          <p:nvPr>
            <p:ph type="title" idx="4294967295"/>
          </p:nvPr>
        </p:nvSpPr>
        <p:spPr>
          <a:xfrm>
            <a:off x="1330325" y="647700"/>
            <a:ext cx="1466850" cy="606425"/>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应用举例</a:t>
            </a:r>
            <a:endParaRPr lang="zh-CN" altLang="en-US" dirty="0"/>
          </a:p>
        </p:txBody>
      </p:sp>
      <p:sp>
        <p:nvSpPr>
          <p:cNvPr id="531461" name="Text Box 5"/>
          <p:cNvSpPr txBox="1"/>
          <p:nvPr/>
        </p:nvSpPr>
        <p:spPr>
          <a:xfrm>
            <a:off x="728663" y="95250"/>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25602">
                                            <p:txEl>
                                              <p:charRg st="0" end="1"/>
                                            </p:txEl>
                                          </p:spTgt>
                                        </p:tgtEl>
                                        <p:attrNameLst>
                                          <p:attrName>style.visibility</p:attrName>
                                        </p:attrNameLst>
                                      </p:cBhvr>
                                      <p:to>
                                        <p:strVal val="visible"/>
                                      </p:to>
                                    </p:set>
                                    <p:anim calcmode="lin" valueType="num">
                                      <p:cBhvr>
                                        <p:cTn id="7" dur="500" fill="hold"/>
                                        <p:tgtEl>
                                          <p:spTgt spid="25602">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25602">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5606"/>
                                        </p:tgtEl>
                                        <p:attrNameLst>
                                          <p:attrName>style.visibility</p:attrName>
                                        </p:attrNameLst>
                                      </p:cBhvr>
                                      <p:to>
                                        <p:strVal val="visible"/>
                                      </p:to>
                                    </p:set>
                                    <p:animEffect transition="in" filter="blinds(horizontal)">
                                      <p:cBhvr>
                                        <p:cTn id="13" dur="500"/>
                                        <p:tgtEl>
                                          <p:spTgt spid="25606"/>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25647"/>
                                        </p:tgtEl>
                                        <p:attrNameLst>
                                          <p:attrName>style.visibility</p:attrName>
                                        </p:attrNameLst>
                                      </p:cBhvr>
                                      <p:to>
                                        <p:strVal val="visible"/>
                                      </p:to>
                                    </p:set>
                                    <p:animEffect transition="in" filter="box(out)">
                                      <p:cBhvr>
                                        <p:cTn id="18" dur="500"/>
                                        <p:tgtEl>
                                          <p:spTgt spid="25647"/>
                                        </p:tgtEl>
                                      </p:cBhvr>
                                    </p:animEffect>
                                  </p:childTnLst>
                                  <p:subTnLst>
                                    <p:audio>
                                      <p:cMediaNode>
                                        <p:cTn display="0" masterRel="sameClick">
                                          <p:stCondLst>
                                            <p:cond evt="begin" delay="0">
                                              <p:tn val="16"/>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uild="p"/>
      <p:bldP spid="25647" grpId="0" bldLvl="0" animBg="1"/>
      <p:bldP spid="25606" grpId="0"/>
      <p:bldP spid="25606" grpId="1"/>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矩形 25601"/>
          <p:cNvSpPr/>
          <p:nvPr/>
        </p:nvSpPr>
        <p:spPr>
          <a:xfrm>
            <a:off x="1962150" y="285750"/>
            <a:ext cx="2895600" cy="533400"/>
          </a:xfrm>
          <a:prstGeom prst="rect">
            <a:avLst/>
          </a:prstGeom>
          <a:noFill/>
          <a:ln w="9525">
            <a:noFill/>
          </a:ln>
        </p:spPr>
        <p:txBody>
          <a:bodyPr anchor="t" anchorCtr="0"/>
          <a:p>
            <a:pPr lvl="1" indent="0" eaLnBrk="0" hangingPunct="0">
              <a:buClr>
                <a:schemeClr val="hlink"/>
              </a:buClr>
              <a:buFont typeface="Wingdings" panose="05000000000000000000" pitchFamily="2" charset="2"/>
              <a:buChar char="«"/>
            </a:pPr>
            <a:endParaRPr lang="zh-CN" altLang="zh-CN" dirty="0">
              <a:latin typeface="Times New Roman" panose="02020603050405020304" pitchFamily="18" charset="0"/>
              <a:ea typeface="隶书" panose="02010509060101010101" pitchFamily="49" charset="-122"/>
            </a:endParaRPr>
          </a:p>
        </p:txBody>
      </p:sp>
      <p:sp>
        <p:nvSpPr>
          <p:cNvPr id="25606" name="文本框 25605"/>
          <p:cNvSpPr txBox="1"/>
          <p:nvPr/>
        </p:nvSpPr>
        <p:spPr>
          <a:xfrm>
            <a:off x="3125788" y="819150"/>
            <a:ext cx="4137025" cy="644525"/>
          </a:xfrm>
          <a:prstGeom prst="rect">
            <a:avLst/>
          </a:prstGeom>
          <a:noFill/>
          <a:ln w="9525">
            <a:noFill/>
          </a:ln>
        </p:spPr>
        <p:txBody>
          <a:bodyPr wrap="none" anchor="t" anchorCtr="0">
            <a:spAutoFit/>
          </a:bodyPr>
          <a:p>
            <a:r>
              <a:rPr lang="zh-CN" altLang="en-US" dirty="0">
                <a:latin typeface="微软雅黑 Light" panose="020B0502040204020203" charset="-122"/>
                <a:ea typeface="微软雅黑 Light" panose="020B0502040204020203" charset="-122"/>
              </a:rPr>
              <a:t>例 编写程序，实现两个字符串的连接。</a:t>
            </a:r>
            <a:endParaRPr lang="zh-CN" altLang="en-US" dirty="0">
              <a:latin typeface="微软雅黑 Light" panose="020B0502040204020203" charset="-122"/>
              <a:ea typeface="微软雅黑 Light" panose="020B0502040204020203" charset="-122"/>
            </a:endParaRPr>
          </a:p>
          <a:p>
            <a:r>
              <a:rPr lang="zh-CN" altLang="en-US" dirty="0">
                <a:latin typeface="微软雅黑 Light" panose="020B0502040204020203" charset="-122"/>
                <a:ea typeface="微软雅黑 Light" panose="020B0502040204020203" charset="-122"/>
              </a:rPr>
              <a:t>     </a:t>
            </a:r>
            <a:endParaRPr lang="zh-CN" altLang="en-US" dirty="0">
              <a:latin typeface="微软雅黑 Light" panose="020B0502040204020203" charset="-122"/>
              <a:ea typeface="微软雅黑 Light" panose="020B0502040204020203" charset="-122"/>
            </a:endParaRPr>
          </a:p>
        </p:txBody>
      </p:sp>
      <p:sp>
        <p:nvSpPr>
          <p:cNvPr id="25647" name="矩形 25646"/>
          <p:cNvSpPr/>
          <p:nvPr/>
        </p:nvSpPr>
        <p:spPr>
          <a:xfrm>
            <a:off x="3797300" y="1463675"/>
            <a:ext cx="4597400" cy="4881563"/>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#include &lt;stdio.h&gt;</a:t>
            </a:r>
            <a:endParaRPr lang="zh-CN"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#include &lt;string.h&gt;</a:t>
            </a:r>
            <a:endParaRPr lang="zh-CN"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int  </a:t>
            </a:r>
            <a:r>
              <a:rPr lang="zh-CN" altLang="zh-CN">
                <a:latin typeface="Calibri" panose="020F0502020204030204" pitchFamily="34" charset="0"/>
                <a:ea typeface="宋体" panose="02010600030101010101" pitchFamily="2" charset="-122"/>
              </a:rPr>
              <a:t>main( )</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int i , n</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char s1[20] , s2[20]</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printf( “</a:t>
            </a:r>
            <a:r>
              <a:rPr lang="zh-CN" altLang="en-US">
                <a:latin typeface="Calibri" panose="020F0502020204030204" pitchFamily="34" charset="0"/>
                <a:ea typeface="宋体" panose="02010600030101010101" pitchFamily="2" charset="-122"/>
              </a:rPr>
              <a:t>请输入第</a:t>
            </a:r>
            <a:r>
              <a:rPr lang="en-US" altLang="zh-CN">
                <a:latin typeface="Calibri" panose="020F0502020204030204" pitchFamily="34" charset="0"/>
                <a:ea typeface="宋体" panose="02010600030101010101" pitchFamily="2" charset="-122"/>
              </a:rPr>
              <a:t>1</a:t>
            </a:r>
            <a:r>
              <a:rPr lang="zh-CN" altLang="en-US">
                <a:latin typeface="Calibri" panose="020F0502020204030204" pitchFamily="34" charset="0"/>
                <a:ea typeface="宋体" panose="02010600030101010101" pitchFamily="2" charset="-122"/>
              </a:rPr>
              <a:t>个字符串：</a:t>
            </a:r>
            <a:r>
              <a:rPr lang="en-US" altLang="zh-CN">
                <a:latin typeface="Calibri" panose="020F0502020204030204" pitchFamily="34" charset="0"/>
                <a:ea typeface="宋体" panose="02010600030101010101" pitchFamily="2" charset="-122"/>
              </a:rPr>
              <a:t>”);</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gets(s1);</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printf( “</a:t>
            </a:r>
            <a:r>
              <a:rPr lang="zh-CN" altLang="en-US">
                <a:latin typeface="Calibri" panose="020F0502020204030204" pitchFamily="34" charset="0"/>
                <a:ea typeface="宋体" panose="02010600030101010101" pitchFamily="2" charset="-122"/>
              </a:rPr>
              <a:t>请输入第</a:t>
            </a:r>
            <a:r>
              <a:rPr lang="en-US" altLang="zh-CN">
                <a:latin typeface="Calibri" panose="020F0502020204030204" pitchFamily="34" charset="0"/>
                <a:ea typeface="宋体" panose="02010600030101010101" pitchFamily="2" charset="-122"/>
              </a:rPr>
              <a:t>2</a:t>
            </a:r>
            <a:r>
              <a:rPr lang="zh-CN" altLang="en-US">
                <a:latin typeface="Calibri" panose="020F0502020204030204" pitchFamily="34" charset="0"/>
                <a:ea typeface="宋体" panose="02010600030101010101" pitchFamily="2" charset="-122"/>
              </a:rPr>
              <a:t>个字符串：</a:t>
            </a:r>
            <a:r>
              <a:rPr lang="en-US" altLang="zh-CN">
                <a:latin typeface="Calibri" panose="020F0502020204030204" pitchFamily="34" charset="0"/>
                <a:ea typeface="宋体" panose="02010600030101010101" pitchFamily="2" charset="-122"/>
              </a:rPr>
              <a:t>”);</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gets(s2);</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n=strlen(s );</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a:t>
            </a:r>
            <a:r>
              <a:rPr lang="zh-CN" altLang="zh-CN">
                <a:latin typeface="Calibri" panose="020F0502020204030204" pitchFamily="34" charset="0"/>
                <a:ea typeface="宋体" panose="02010600030101010101" pitchFamily="2" charset="-122"/>
              </a:rPr>
              <a:t> for( </a:t>
            </a:r>
            <a:r>
              <a:rPr lang="en-US" altLang="zh-CN">
                <a:latin typeface="Calibri" panose="020F0502020204030204" pitchFamily="34" charset="0"/>
                <a:ea typeface="宋体" panose="02010600030101010101" pitchFamily="2" charset="-122"/>
              </a:rPr>
              <a:t>i=0 ;  s2[i]!='\0';  i++</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s1[n+i]=s2[i];  </a:t>
            </a:r>
            <a:r>
              <a:rPr lang="zh-CN" altLang="zh-CN">
                <a:latin typeface="Calibri" panose="020F0502020204030204" pitchFamily="34" charset="0"/>
                <a:ea typeface="宋体" panose="02010600030101010101" pitchFamily="2" charset="-122"/>
              </a:rPr>
              <a:t>       </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s1[n+i] ='\0';</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printf(“</a:t>
            </a:r>
            <a:r>
              <a:rPr lang="zh-CN" altLang="en-US">
                <a:latin typeface="Calibri" panose="020F0502020204030204" pitchFamily="34" charset="0"/>
                <a:ea typeface="宋体" panose="02010600030101010101" pitchFamily="2" charset="-122"/>
              </a:rPr>
              <a:t>两个字符串连接以后：</a:t>
            </a:r>
            <a:r>
              <a:rPr lang="en-US" altLang="zh-CN">
                <a:latin typeface="Calibri" panose="020F0502020204030204" pitchFamily="34" charset="0"/>
                <a:ea typeface="宋体" panose="02010600030101010101" pitchFamily="2" charset="-122"/>
              </a:rPr>
              <a:t>\n”);</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puts(s1);</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a:t>
            </a:r>
            <a:r>
              <a:rPr lang="zh-CN" altLang="zh-CN">
                <a:latin typeface="Calibri" panose="020F0502020204030204" pitchFamily="34" charset="0"/>
                <a:ea typeface="宋体" panose="02010600030101010101" pitchFamily="2" charset="-122"/>
              </a:rPr>
              <a:t> </a:t>
            </a:r>
            <a:r>
              <a:rPr lang="en-US" altLang="zh-CN">
                <a:latin typeface="Calibri" panose="020F0502020204030204" pitchFamily="34" charset="0"/>
                <a:ea typeface="宋体" panose="02010600030101010101" pitchFamily="2" charset="-122"/>
              </a:rPr>
              <a:t>return 0;</a:t>
            </a:r>
            <a:endParaRPr lang="en-US" altLang="zh-CN">
              <a:latin typeface="Calibri" panose="020F0502020204030204" pitchFamily="34" charset="0"/>
              <a:ea typeface="宋体" panose="02010600030101010101" pitchFamily="2" charset="-122"/>
            </a:endParaRPr>
          </a:p>
          <a:p>
            <a:pPr>
              <a:buSzTx/>
            </a:pPr>
            <a:r>
              <a:rPr lang="en-US" altLang="zh-CN">
                <a:latin typeface="Calibri" panose="020F0502020204030204" pitchFamily="34" charset="0"/>
                <a:ea typeface="宋体" panose="02010600030101010101" pitchFamily="2" charset="-122"/>
              </a:rPr>
              <a:t> </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32484" name="标题 25650"/>
          <p:cNvSpPr>
            <a:spLocks noGrp="1"/>
          </p:cNvSpPr>
          <p:nvPr>
            <p:ph type="title" idx="4294967295"/>
          </p:nvPr>
        </p:nvSpPr>
        <p:spPr>
          <a:xfrm>
            <a:off x="1330325" y="647700"/>
            <a:ext cx="1466850" cy="606425"/>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应用举例</a:t>
            </a:r>
            <a:endParaRPr lang="zh-CN" altLang="en-US" dirty="0"/>
          </a:p>
        </p:txBody>
      </p:sp>
      <p:sp>
        <p:nvSpPr>
          <p:cNvPr id="532485" name="Text Box 5"/>
          <p:cNvSpPr txBox="1"/>
          <p:nvPr/>
        </p:nvSpPr>
        <p:spPr>
          <a:xfrm>
            <a:off x="728663" y="95250"/>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25602">
                                            <p:txEl>
                                              <p:charRg st="0" end="1"/>
                                            </p:txEl>
                                          </p:spTgt>
                                        </p:tgtEl>
                                        <p:attrNameLst>
                                          <p:attrName>style.visibility</p:attrName>
                                        </p:attrNameLst>
                                      </p:cBhvr>
                                      <p:to>
                                        <p:strVal val="visible"/>
                                      </p:to>
                                    </p:set>
                                    <p:anim calcmode="lin" valueType="num">
                                      <p:cBhvr>
                                        <p:cTn id="7" dur="500" fill="hold"/>
                                        <p:tgtEl>
                                          <p:spTgt spid="25602">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25602">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25606"/>
                                        </p:tgtEl>
                                        <p:attrNameLst>
                                          <p:attrName>style.visibility</p:attrName>
                                        </p:attrNameLst>
                                      </p:cBhvr>
                                      <p:to>
                                        <p:strVal val="visible"/>
                                      </p:to>
                                    </p:set>
                                    <p:animEffect transition="in" filter="blinds(horizontal)">
                                      <p:cBhvr>
                                        <p:cTn id="13" dur="500"/>
                                        <p:tgtEl>
                                          <p:spTgt spid="25606"/>
                                        </p:tgtEl>
                                      </p:cBhvr>
                                    </p:animEffect>
                                  </p:childTnLst>
                                </p:cTn>
                              </p:par>
                            </p:childTnLst>
                          </p:cTn>
                        </p:par>
                      </p:childTnLst>
                    </p:cTn>
                  </p:par>
                  <p:par>
                    <p:cTn id="14" fill="hold">
                      <p:stCondLst>
                        <p:cond delay="indefinite"/>
                      </p:stCondLst>
                      <p:childTnLst>
                        <p:par>
                          <p:cTn id="15" fill="hold">
                            <p:stCondLst>
                              <p:cond delay="0"/>
                            </p:stCondLst>
                            <p:childTnLst>
                              <p:par>
                                <p:cTn id="16" presetID="4" presetClass="entr" presetSubtype="32" fill="hold" grpId="0" nodeType="clickEffect">
                                  <p:stCondLst>
                                    <p:cond delay="0"/>
                                  </p:stCondLst>
                                  <p:childTnLst>
                                    <p:set>
                                      <p:cBhvr>
                                        <p:cTn id="17" dur="1" fill="hold">
                                          <p:stCondLst>
                                            <p:cond delay="0"/>
                                          </p:stCondLst>
                                        </p:cTn>
                                        <p:tgtEl>
                                          <p:spTgt spid="25647"/>
                                        </p:tgtEl>
                                        <p:attrNameLst>
                                          <p:attrName>style.visibility</p:attrName>
                                        </p:attrNameLst>
                                      </p:cBhvr>
                                      <p:to>
                                        <p:strVal val="visible"/>
                                      </p:to>
                                    </p:set>
                                    <p:animEffect transition="in" filter="box(out)">
                                      <p:cBhvr>
                                        <p:cTn id="18" dur="500"/>
                                        <p:tgtEl>
                                          <p:spTgt spid="25647"/>
                                        </p:tgtEl>
                                      </p:cBhvr>
                                    </p:animEffect>
                                  </p:childTnLst>
                                  <p:subTnLst>
                                    <p:audio>
                                      <p:cMediaNode>
                                        <p:cTn display="0" masterRel="sameClick">
                                          <p:stCondLst>
                                            <p:cond evt="begin" delay="0">
                                              <p:tn val="16"/>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uild="p"/>
      <p:bldP spid="25647" grpId="0" bldLvl="0" animBg="1"/>
      <p:bldP spid="25606" grpId="0"/>
      <p:bldP spid="25606" grpId="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5602" name="矩形 25601"/>
          <p:cNvSpPr/>
          <p:nvPr/>
        </p:nvSpPr>
        <p:spPr>
          <a:xfrm>
            <a:off x="1962150" y="285750"/>
            <a:ext cx="2895600" cy="533400"/>
          </a:xfrm>
          <a:prstGeom prst="rect">
            <a:avLst/>
          </a:prstGeom>
          <a:noFill/>
          <a:ln w="9525">
            <a:noFill/>
          </a:ln>
        </p:spPr>
        <p:txBody>
          <a:bodyPr anchor="t" anchorCtr="0"/>
          <a:p>
            <a:pPr lvl="1" indent="0" eaLnBrk="0" hangingPunct="0">
              <a:buClr>
                <a:schemeClr val="hlink"/>
              </a:buClr>
              <a:buFont typeface="Wingdings" panose="05000000000000000000" pitchFamily="2" charset="2"/>
              <a:buChar char="«"/>
            </a:pPr>
            <a:endParaRPr lang="zh-CN" altLang="zh-CN" dirty="0">
              <a:latin typeface="Times New Roman" panose="02020603050405020304" pitchFamily="18" charset="0"/>
              <a:ea typeface="隶书" panose="02010509060101010101" pitchFamily="49" charset="-122"/>
            </a:endParaRPr>
          </a:p>
        </p:txBody>
      </p:sp>
      <p:sp>
        <p:nvSpPr>
          <p:cNvPr id="25606" name="文本框 25605"/>
          <p:cNvSpPr txBox="1"/>
          <p:nvPr/>
        </p:nvSpPr>
        <p:spPr>
          <a:xfrm>
            <a:off x="3125788" y="819150"/>
            <a:ext cx="4433887" cy="368300"/>
          </a:xfrm>
          <a:prstGeom prst="rect">
            <a:avLst/>
          </a:prstGeom>
          <a:noFill/>
          <a:ln w="9525">
            <a:noFill/>
          </a:ln>
        </p:spPr>
        <p:txBody>
          <a:bodyPr wrap="none" anchor="t" anchorCtr="0">
            <a:spAutoFit/>
          </a:bodyPr>
          <a:p>
            <a:r>
              <a:rPr lang="zh-CN" altLang="en-US" dirty="0">
                <a:latin typeface="微软雅黑 Light" panose="020B0502040204020203" charset="-122"/>
                <a:ea typeface="微软雅黑 Light" panose="020B0502040204020203" charset="-122"/>
              </a:rPr>
              <a:t>例  输入一行字符，统计其中有多少个单词</a:t>
            </a:r>
            <a:endParaRPr lang="zh-CN" altLang="en-US" dirty="0">
              <a:latin typeface="微软雅黑 Light" panose="020B0502040204020203" charset="-122"/>
              <a:ea typeface="微软雅黑 Light" panose="020B0502040204020203" charset="-122"/>
            </a:endParaRPr>
          </a:p>
        </p:txBody>
      </p:sp>
      <p:grpSp>
        <p:nvGrpSpPr>
          <p:cNvPr id="25648" name="组合 25647"/>
          <p:cNvGrpSpPr/>
          <p:nvPr/>
        </p:nvGrpSpPr>
        <p:grpSpPr>
          <a:xfrm>
            <a:off x="1928813" y="1476375"/>
            <a:ext cx="3863975" cy="4232275"/>
            <a:chOff x="363" y="972"/>
            <a:chExt cx="2434" cy="2666"/>
          </a:xfrm>
        </p:grpSpPr>
        <p:sp>
          <p:nvSpPr>
            <p:cNvPr id="533508" name="矩形 25611"/>
            <p:cNvSpPr/>
            <p:nvPr/>
          </p:nvSpPr>
          <p:spPr>
            <a:xfrm>
              <a:off x="385" y="972"/>
              <a:ext cx="2399" cy="2666"/>
            </a:xfrm>
            <a:prstGeom prst="rect">
              <a:avLst/>
            </a:prstGeom>
            <a:noFill/>
            <a:ln w="9525" cap="flat" cmpd="sng">
              <a:solidFill>
                <a:schemeClr val="tx1"/>
              </a:solidFill>
              <a:prstDash val="solid"/>
              <a:miter/>
              <a:headEnd type="none" w="med" len="med"/>
              <a:tailEnd type="none" w="med" len="med"/>
            </a:ln>
          </p:spPr>
          <p:txBody>
            <a:bodyPr anchor="t" anchorCtr="0"/>
            <a:p>
              <a:endParaRPr lang="zh-CN" altLang="en-US">
                <a:latin typeface="Calibri" panose="020F0502020204030204" pitchFamily="34" charset="0"/>
                <a:ea typeface="宋体" panose="02010600030101010101" pitchFamily="2" charset="-122"/>
              </a:endParaRPr>
            </a:p>
          </p:txBody>
        </p:sp>
        <p:sp>
          <p:nvSpPr>
            <p:cNvPr id="533509" name="直接连接符 25612"/>
            <p:cNvSpPr/>
            <p:nvPr/>
          </p:nvSpPr>
          <p:spPr>
            <a:xfrm>
              <a:off x="385" y="1283"/>
              <a:ext cx="2387" cy="0"/>
            </a:xfrm>
            <a:prstGeom prst="line">
              <a:avLst/>
            </a:prstGeom>
            <a:ln w="9525" cap="flat" cmpd="sng">
              <a:solidFill>
                <a:schemeClr val="tx1"/>
              </a:solidFill>
              <a:prstDash val="solid"/>
              <a:round/>
              <a:headEnd type="none" w="med" len="med"/>
              <a:tailEnd type="none" w="med" len="med"/>
            </a:ln>
          </p:spPr>
        </p:sp>
        <p:sp>
          <p:nvSpPr>
            <p:cNvPr id="533510" name="直接连接符 25613"/>
            <p:cNvSpPr/>
            <p:nvPr/>
          </p:nvSpPr>
          <p:spPr>
            <a:xfrm>
              <a:off x="385" y="1561"/>
              <a:ext cx="2388" cy="0"/>
            </a:xfrm>
            <a:prstGeom prst="line">
              <a:avLst/>
            </a:prstGeom>
            <a:ln w="9525" cap="flat" cmpd="sng">
              <a:solidFill>
                <a:schemeClr val="tx1"/>
              </a:solidFill>
              <a:prstDash val="solid"/>
              <a:round/>
              <a:headEnd type="none" w="med" len="med"/>
              <a:tailEnd type="none" w="med" len="med"/>
            </a:ln>
          </p:spPr>
        </p:sp>
        <p:sp>
          <p:nvSpPr>
            <p:cNvPr id="533511" name="直接连接符 25614"/>
            <p:cNvSpPr/>
            <p:nvPr/>
          </p:nvSpPr>
          <p:spPr>
            <a:xfrm>
              <a:off x="604" y="1850"/>
              <a:ext cx="2180" cy="2"/>
            </a:xfrm>
            <a:prstGeom prst="line">
              <a:avLst/>
            </a:prstGeom>
            <a:ln w="9525" cap="flat" cmpd="sng">
              <a:solidFill>
                <a:schemeClr val="tx1"/>
              </a:solidFill>
              <a:prstDash val="solid"/>
              <a:round/>
              <a:headEnd type="none" w="med" len="med"/>
              <a:tailEnd type="none" w="med" len="med"/>
            </a:ln>
          </p:spPr>
        </p:sp>
        <p:sp>
          <p:nvSpPr>
            <p:cNvPr id="533512" name="直接连接符 25615"/>
            <p:cNvSpPr/>
            <p:nvPr/>
          </p:nvSpPr>
          <p:spPr>
            <a:xfrm>
              <a:off x="604" y="1850"/>
              <a:ext cx="0" cy="1467"/>
            </a:xfrm>
            <a:prstGeom prst="line">
              <a:avLst/>
            </a:prstGeom>
            <a:ln w="9525" cap="flat" cmpd="sng">
              <a:solidFill>
                <a:schemeClr val="tx1"/>
              </a:solidFill>
              <a:prstDash val="solid"/>
              <a:round/>
              <a:headEnd type="none" w="med" len="med"/>
              <a:tailEnd type="none" w="med" len="med"/>
            </a:ln>
          </p:spPr>
        </p:sp>
        <p:sp>
          <p:nvSpPr>
            <p:cNvPr id="533513" name="直接连接符 25616"/>
            <p:cNvSpPr/>
            <p:nvPr/>
          </p:nvSpPr>
          <p:spPr>
            <a:xfrm flipV="1">
              <a:off x="615" y="2183"/>
              <a:ext cx="2168" cy="12"/>
            </a:xfrm>
            <a:prstGeom prst="line">
              <a:avLst/>
            </a:prstGeom>
            <a:ln w="9525" cap="flat" cmpd="sng">
              <a:solidFill>
                <a:schemeClr val="tx1"/>
              </a:solidFill>
              <a:prstDash val="solid"/>
              <a:round/>
              <a:headEnd type="none" w="med" len="med"/>
              <a:tailEnd type="none" w="med" len="med"/>
            </a:ln>
          </p:spPr>
        </p:sp>
        <p:sp>
          <p:nvSpPr>
            <p:cNvPr id="533514" name="直接连接符 25617"/>
            <p:cNvSpPr/>
            <p:nvPr/>
          </p:nvSpPr>
          <p:spPr>
            <a:xfrm>
              <a:off x="604" y="1850"/>
              <a:ext cx="749" cy="357"/>
            </a:xfrm>
            <a:prstGeom prst="line">
              <a:avLst/>
            </a:prstGeom>
            <a:ln w="9525" cap="flat" cmpd="sng">
              <a:solidFill>
                <a:schemeClr val="tx1"/>
              </a:solidFill>
              <a:prstDash val="solid"/>
              <a:round/>
              <a:headEnd type="none" w="med" len="med"/>
              <a:tailEnd type="none" w="med" len="med"/>
            </a:ln>
          </p:spPr>
        </p:sp>
        <p:sp>
          <p:nvSpPr>
            <p:cNvPr id="533515" name="直接连接符 25618"/>
            <p:cNvSpPr/>
            <p:nvPr/>
          </p:nvSpPr>
          <p:spPr>
            <a:xfrm flipV="1">
              <a:off x="1339" y="1850"/>
              <a:ext cx="1458" cy="357"/>
            </a:xfrm>
            <a:prstGeom prst="line">
              <a:avLst/>
            </a:prstGeom>
            <a:ln w="9525" cap="flat" cmpd="sng">
              <a:solidFill>
                <a:schemeClr val="tx1"/>
              </a:solidFill>
              <a:prstDash val="solid"/>
              <a:round/>
              <a:headEnd type="none" w="med" len="med"/>
              <a:tailEnd type="none" w="med" len="med"/>
            </a:ln>
          </p:spPr>
        </p:sp>
        <p:sp>
          <p:nvSpPr>
            <p:cNvPr id="533516" name="直接连接符 25619"/>
            <p:cNvSpPr/>
            <p:nvPr/>
          </p:nvSpPr>
          <p:spPr>
            <a:xfrm flipH="1">
              <a:off x="1352" y="2207"/>
              <a:ext cx="0" cy="789"/>
            </a:xfrm>
            <a:prstGeom prst="line">
              <a:avLst/>
            </a:prstGeom>
            <a:ln w="9525" cap="flat" cmpd="sng">
              <a:solidFill>
                <a:schemeClr val="tx1"/>
              </a:solidFill>
              <a:prstDash val="solid"/>
              <a:round/>
              <a:headEnd type="none" w="med" len="med"/>
              <a:tailEnd type="none" w="med" len="med"/>
            </a:ln>
          </p:spPr>
        </p:sp>
        <p:sp>
          <p:nvSpPr>
            <p:cNvPr id="533517" name="直接连接符 25620"/>
            <p:cNvSpPr/>
            <p:nvPr/>
          </p:nvSpPr>
          <p:spPr>
            <a:xfrm>
              <a:off x="1328" y="2504"/>
              <a:ext cx="1445" cy="0"/>
            </a:xfrm>
            <a:prstGeom prst="line">
              <a:avLst/>
            </a:prstGeom>
            <a:ln w="9525" cap="flat" cmpd="sng">
              <a:solidFill>
                <a:schemeClr val="tx1"/>
              </a:solidFill>
              <a:prstDash val="solid"/>
              <a:round/>
              <a:headEnd type="none" w="med" len="med"/>
              <a:tailEnd type="none" w="med" len="med"/>
            </a:ln>
          </p:spPr>
        </p:sp>
        <p:sp>
          <p:nvSpPr>
            <p:cNvPr id="533518" name="直接连接符 25621"/>
            <p:cNvSpPr/>
            <p:nvPr/>
          </p:nvSpPr>
          <p:spPr>
            <a:xfrm>
              <a:off x="1352" y="2195"/>
              <a:ext cx="887" cy="320"/>
            </a:xfrm>
            <a:prstGeom prst="line">
              <a:avLst/>
            </a:prstGeom>
            <a:ln w="9525" cap="flat" cmpd="sng">
              <a:solidFill>
                <a:schemeClr val="tx1"/>
              </a:solidFill>
              <a:prstDash val="solid"/>
              <a:round/>
              <a:headEnd type="none" w="med" len="med"/>
              <a:tailEnd type="none" w="med" len="med"/>
            </a:ln>
          </p:spPr>
        </p:sp>
        <p:sp>
          <p:nvSpPr>
            <p:cNvPr id="533519" name="直接连接符 25622"/>
            <p:cNvSpPr/>
            <p:nvPr/>
          </p:nvSpPr>
          <p:spPr>
            <a:xfrm flipV="1">
              <a:off x="2239" y="2183"/>
              <a:ext cx="534" cy="321"/>
            </a:xfrm>
            <a:prstGeom prst="line">
              <a:avLst/>
            </a:prstGeom>
            <a:ln w="9525" cap="flat" cmpd="sng">
              <a:solidFill>
                <a:schemeClr val="tx1"/>
              </a:solidFill>
              <a:prstDash val="solid"/>
              <a:round/>
              <a:headEnd type="none" w="med" len="med"/>
              <a:tailEnd type="none" w="med" len="med"/>
            </a:ln>
          </p:spPr>
        </p:sp>
        <p:sp>
          <p:nvSpPr>
            <p:cNvPr id="533520" name="直接连接符 25623"/>
            <p:cNvSpPr/>
            <p:nvPr/>
          </p:nvSpPr>
          <p:spPr>
            <a:xfrm>
              <a:off x="2217" y="2504"/>
              <a:ext cx="0" cy="456"/>
            </a:xfrm>
            <a:prstGeom prst="line">
              <a:avLst/>
            </a:prstGeom>
            <a:ln w="9525" cap="flat" cmpd="sng">
              <a:solidFill>
                <a:schemeClr val="tx1"/>
              </a:solidFill>
              <a:prstDash val="solid"/>
              <a:round/>
              <a:headEnd type="none" w="med" len="med"/>
              <a:tailEnd type="none" w="med" len="med"/>
            </a:ln>
          </p:spPr>
        </p:sp>
        <p:sp>
          <p:nvSpPr>
            <p:cNvPr id="533521" name="直接连接符 25624"/>
            <p:cNvSpPr/>
            <p:nvPr/>
          </p:nvSpPr>
          <p:spPr>
            <a:xfrm>
              <a:off x="593" y="2995"/>
              <a:ext cx="2203" cy="0"/>
            </a:xfrm>
            <a:prstGeom prst="line">
              <a:avLst/>
            </a:prstGeom>
            <a:ln w="9525" cap="flat" cmpd="sng">
              <a:solidFill>
                <a:schemeClr val="tx1"/>
              </a:solidFill>
              <a:prstDash val="solid"/>
              <a:round/>
              <a:headEnd type="none" w="med" len="med"/>
              <a:tailEnd type="none" w="med" len="med"/>
            </a:ln>
          </p:spPr>
        </p:sp>
        <p:sp>
          <p:nvSpPr>
            <p:cNvPr id="533522" name="直接连接符 25625"/>
            <p:cNvSpPr/>
            <p:nvPr/>
          </p:nvSpPr>
          <p:spPr>
            <a:xfrm>
              <a:off x="397" y="3305"/>
              <a:ext cx="2388" cy="0"/>
            </a:xfrm>
            <a:prstGeom prst="line">
              <a:avLst/>
            </a:prstGeom>
            <a:ln w="9525" cap="flat" cmpd="sng">
              <a:solidFill>
                <a:schemeClr val="tx1"/>
              </a:solidFill>
              <a:prstDash val="solid"/>
              <a:round/>
              <a:headEnd type="none" w="med" len="med"/>
              <a:tailEnd type="none" w="med" len="med"/>
            </a:ln>
          </p:spPr>
        </p:sp>
        <p:sp>
          <p:nvSpPr>
            <p:cNvPr id="533523" name="文本框 25627"/>
            <p:cNvSpPr txBox="1"/>
            <p:nvPr/>
          </p:nvSpPr>
          <p:spPr>
            <a:xfrm>
              <a:off x="436" y="1013"/>
              <a:ext cx="1640" cy="251"/>
            </a:xfrm>
            <a:prstGeom prst="rect">
              <a:avLst/>
            </a:prstGeom>
            <a:noFill/>
            <a:ln w="9525">
              <a:noFill/>
            </a:ln>
          </p:spPr>
          <p:txBody>
            <a:bodyPr wrap="none" anchor="t" anchorCtr="0">
              <a:spAutoFit/>
            </a:bodyPr>
            <a:p>
              <a:r>
                <a:rPr lang="zh-CN" altLang="en-US" sz="2000" dirty="0">
                  <a:latin typeface="Times New Roman" panose="02020603050405020304" pitchFamily="18" charset="0"/>
                  <a:ea typeface="宋体" panose="02010600030101010101" pitchFamily="2" charset="-122"/>
                </a:rPr>
                <a:t>输入一字符串给 </a:t>
              </a:r>
              <a:r>
                <a:rPr lang="en-US" altLang="zh-CN" sz="2000">
                  <a:latin typeface="Times New Roman" panose="02020603050405020304" pitchFamily="18" charset="0"/>
                  <a:ea typeface="宋体" panose="02010600030101010101" pitchFamily="2" charset="-122"/>
                </a:rPr>
                <a:t>string </a:t>
              </a:r>
              <a:endParaRPr lang="en-US" altLang="zh-CN" sz="2000">
                <a:latin typeface="Times New Roman" panose="02020603050405020304" pitchFamily="18" charset="0"/>
                <a:ea typeface="宋体" panose="02010600030101010101" pitchFamily="2" charset="-122"/>
              </a:endParaRPr>
            </a:p>
          </p:txBody>
        </p:sp>
        <p:sp>
          <p:nvSpPr>
            <p:cNvPr id="533524" name="文本框 25628"/>
            <p:cNvSpPr txBox="1"/>
            <p:nvPr/>
          </p:nvSpPr>
          <p:spPr>
            <a:xfrm>
              <a:off x="427" y="1301"/>
              <a:ext cx="1564"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i=0    num=0   word=0</a:t>
              </a:r>
              <a:endParaRPr lang="en-US" altLang="zh-CN" sz="2000">
                <a:latin typeface="Times New Roman" panose="02020603050405020304" pitchFamily="18" charset="0"/>
                <a:ea typeface="宋体" panose="02010600030101010101" pitchFamily="2" charset="-122"/>
              </a:endParaRPr>
            </a:p>
          </p:txBody>
        </p:sp>
        <p:sp>
          <p:nvSpPr>
            <p:cNvPr id="533525" name="文本框 25629"/>
            <p:cNvSpPr txBox="1"/>
            <p:nvPr/>
          </p:nvSpPr>
          <p:spPr>
            <a:xfrm>
              <a:off x="363" y="1600"/>
              <a:ext cx="1539" cy="251"/>
            </a:xfrm>
            <a:prstGeom prst="rect">
              <a:avLst/>
            </a:prstGeom>
            <a:noFill/>
            <a:ln w="9525">
              <a:noFill/>
            </a:ln>
          </p:spPr>
          <p:txBody>
            <a:bodyPr wrap="none" anchor="t" anchorCtr="0">
              <a:spAutoFit/>
            </a:bodyPr>
            <a:p>
              <a:r>
                <a:rPr lang="zh-CN" altLang="en-US" sz="2000" dirty="0">
                  <a:latin typeface="Times New Roman" panose="02020603050405020304" pitchFamily="18" charset="0"/>
                  <a:ea typeface="宋体" panose="02010600030101010101" pitchFamily="2" charset="-122"/>
                </a:rPr>
                <a:t>当</a:t>
              </a:r>
              <a:r>
                <a:rPr lang="en-US" altLang="zh-CN" sz="2000">
                  <a:latin typeface="Times New Roman" panose="02020603050405020304" pitchFamily="18" charset="0"/>
                  <a:ea typeface="宋体" panose="02010600030101010101" pitchFamily="2" charset="-122"/>
                </a:rPr>
                <a:t>((c=string[i])!=‘\0’)</a:t>
              </a:r>
              <a:endParaRPr lang="en-US" altLang="zh-CN" sz="2000">
                <a:latin typeface="Times New Roman" panose="02020603050405020304" pitchFamily="18" charset="0"/>
                <a:ea typeface="宋体" panose="02010600030101010101" pitchFamily="2" charset="-122"/>
              </a:endParaRPr>
            </a:p>
          </p:txBody>
        </p:sp>
        <p:sp>
          <p:nvSpPr>
            <p:cNvPr id="533526" name="文本框 25630"/>
            <p:cNvSpPr txBox="1"/>
            <p:nvPr/>
          </p:nvSpPr>
          <p:spPr>
            <a:xfrm>
              <a:off x="1006" y="1854"/>
              <a:ext cx="597" cy="251"/>
            </a:xfrm>
            <a:prstGeom prst="rect">
              <a:avLst/>
            </a:prstGeom>
            <a:noFill/>
            <a:ln w="9525">
              <a:noFill/>
            </a:ln>
          </p:spPr>
          <p:txBody>
            <a:bodyPr wrap="none" anchor="t" anchorCtr="0">
              <a:spAutoFit/>
            </a:bodyPr>
            <a:p>
              <a:r>
                <a:rPr lang="en-US" altLang="zh-CN" sz="2000" dirty="0">
                  <a:latin typeface="Times New Roman" panose="02020603050405020304" pitchFamily="18" charset="0"/>
                  <a:ea typeface="宋体" panose="02010600030101010101" pitchFamily="2" charset="-122"/>
                </a:rPr>
                <a:t>c=</a:t>
              </a:r>
              <a:r>
                <a:rPr lang="zh-CN" altLang="en-US" sz="2000" dirty="0">
                  <a:latin typeface="Times New Roman" panose="02020603050405020304" pitchFamily="18" charset="0"/>
                  <a:ea typeface="宋体" panose="02010600030101010101" pitchFamily="2" charset="-122"/>
                </a:rPr>
                <a:t>空格</a:t>
              </a:r>
              <a:endParaRPr lang="zh-CN" altLang="en-US" sz="2000" dirty="0">
                <a:latin typeface="Times New Roman" panose="02020603050405020304" pitchFamily="18" charset="0"/>
                <a:ea typeface="宋体" panose="02010600030101010101" pitchFamily="2" charset="-122"/>
              </a:endParaRPr>
            </a:p>
          </p:txBody>
        </p:sp>
        <p:sp>
          <p:nvSpPr>
            <p:cNvPr id="533527" name="文本框 25631"/>
            <p:cNvSpPr txBox="1"/>
            <p:nvPr/>
          </p:nvSpPr>
          <p:spPr>
            <a:xfrm>
              <a:off x="635" y="1946"/>
              <a:ext cx="275" cy="251"/>
            </a:xfrm>
            <a:prstGeom prst="rect">
              <a:avLst/>
            </a:prstGeom>
            <a:noFill/>
            <a:ln w="9525">
              <a:noFill/>
            </a:ln>
          </p:spPr>
          <p:txBody>
            <a:bodyPr wrap="none" anchor="t" anchorCtr="0">
              <a:spAutoFit/>
            </a:bodyPr>
            <a:p>
              <a:r>
                <a:rPr lang="zh-CN" altLang="en-US" sz="2000" dirty="0">
                  <a:latin typeface="Times New Roman" panose="02020603050405020304" pitchFamily="18" charset="0"/>
                  <a:ea typeface="宋体" panose="02010600030101010101" pitchFamily="2" charset="-122"/>
                </a:rPr>
                <a:t>真</a:t>
              </a:r>
              <a:endParaRPr lang="zh-CN" altLang="en-US" sz="2000" dirty="0">
                <a:latin typeface="Times New Roman" panose="02020603050405020304" pitchFamily="18" charset="0"/>
                <a:ea typeface="宋体" panose="02010600030101010101" pitchFamily="2" charset="-122"/>
              </a:endParaRPr>
            </a:p>
          </p:txBody>
        </p:sp>
        <p:sp>
          <p:nvSpPr>
            <p:cNvPr id="533528" name="文本框 25632"/>
            <p:cNvSpPr txBox="1"/>
            <p:nvPr/>
          </p:nvSpPr>
          <p:spPr>
            <a:xfrm>
              <a:off x="1343" y="2252"/>
              <a:ext cx="275" cy="251"/>
            </a:xfrm>
            <a:prstGeom prst="rect">
              <a:avLst/>
            </a:prstGeom>
            <a:noFill/>
            <a:ln w="9525">
              <a:noFill/>
            </a:ln>
          </p:spPr>
          <p:txBody>
            <a:bodyPr wrap="none" anchor="t" anchorCtr="0">
              <a:spAutoFit/>
            </a:bodyPr>
            <a:p>
              <a:r>
                <a:rPr lang="zh-CN" altLang="en-US" sz="2000" dirty="0">
                  <a:latin typeface="Times New Roman" panose="02020603050405020304" pitchFamily="18" charset="0"/>
                  <a:ea typeface="宋体" panose="02010600030101010101" pitchFamily="2" charset="-122"/>
                </a:rPr>
                <a:t>真</a:t>
              </a:r>
              <a:endParaRPr lang="zh-CN" altLang="en-US" sz="2000" dirty="0">
                <a:latin typeface="Times New Roman" panose="02020603050405020304" pitchFamily="18" charset="0"/>
                <a:ea typeface="宋体" panose="02010600030101010101" pitchFamily="2" charset="-122"/>
              </a:endParaRPr>
            </a:p>
          </p:txBody>
        </p:sp>
        <p:sp>
          <p:nvSpPr>
            <p:cNvPr id="533529" name="文本框 25633"/>
            <p:cNvSpPr txBox="1"/>
            <p:nvPr/>
          </p:nvSpPr>
          <p:spPr>
            <a:xfrm>
              <a:off x="2162" y="1948"/>
              <a:ext cx="275" cy="251"/>
            </a:xfrm>
            <a:prstGeom prst="rect">
              <a:avLst/>
            </a:prstGeom>
            <a:noFill/>
            <a:ln w="9525">
              <a:noFill/>
            </a:ln>
          </p:spPr>
          <p:txBody>
            <a:bodyPr wrap="none" anchor="t" anchorCtr="0">
              <a:spAutoFit/>
            </a:bodyPr>
            <a:p>
              <a:r>
                <a:rPr lang="zh-CN" altLang="en-US" sz="2000" dirty="0">
                  <a:latin typeface="Times New Roman" panose="02020603050405020304" pitchFamily="18" charset="0"/>
                  <a:ea typeface="宋体" panose="02010600030101010101" pitchFamily="2" charset="-122"/>
                </a:rPr>
                <a:t>假</a:t>
              </a:r>
              <a:endParaRPr lang="zh-CN" altLang="en-US" sz="2000" dirty="0">
                <a:latin typeface="Times New Roman" panose="02020603050405020304" pitchFamily="18" charset="0"/>
                <a:ea typeface="宋体" panose="02010600030101010101" pitchFamily="2" charset="-122"/>
              </a:endParaRPr>
            </a:p>
          </p:txBody>
        </p:sp>
        <p:sp>
          <p:nvSpPr>
            <p:cNvPr id="533530" name="文本框 25634"/>
            <p:cNvSpPr txBox="1"/>
            <p:nvPr/>
          </p:nvSpPr>
          <p:spPr>
            <a:xfrm>
              <a:off x="2488" y="2262"/>
              <a:ext cx="275" cy="251"/>
            </a:xfrm>
            <a:prstGeom prst="rect">
              <a:avLst/>
            </a:prstGeom>
            <a:noFill/>
            <a:ln w="9525">
              <a:noFill/>
            </a:ln>
          </p:spPr>
          <p:txBody>
            <a:bodyPr wrap="none" anchor="t" anchorCtr="0">
              <a:spAutoFit/>
            </a:bodyPr>
            <a:p>
              <a:r>
                <a:rPr lang="zh-CN" altLang="en-US" sz="2000" dirty="0">
                  <a:latin typeface="Times New Roman" panose="02020603050405020304" pitchFamily="18" charset="0"/>
                  <a:ea typeface="宋体" panose="02010600030101010101" pitchFamily="2" charset="-122"/>
                </a:rPr>
                <a:t>假</a:t>
              </a:r>
              <a:endParaRPr lang="zh-CN" altLang="en-US" sz="2000" dirty="0">
                <a:latin typeface="Times New Roman" panose="02020603050405020304" pitchFamily="18" charset="0"/>
                <a:ea typeface="宋体" panose="02010600030101010101" pitchFamily="2" charset="-122"/>
              </a:endParaRPr>
            </a:p>
          </p:txBody>
        </p:sp>
        <p:sp>
          <p:nvSpPr>
            <p:cNvPr id="533531" name="文本框 25635"/>
            <p:cNvSpPr txBox="1"/>
            <p:nvPr/>
          </p:nvSpPr>
          <p:spPr>
            <a:xfrm>
              <a:off x="739" y="2457"/>
              <a:ext cx="614"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word=0</a:t>
              </a:r>
              <a:endParaRPr lang="en-US" altLang="zh-CN" sz="2000">
                <a:latin typeface="Times New Roman" panose="02020603050405020304" pitchFamily="18" charset="0"/>
                <a:ea typeface="宋体" panose="02010600030101010101" pitchFamily="2" charset="-122"/>
              </a:endParaRPr>
            </a:p>
          </p:txBody>
        </p:sp>
        <p:sp>
          <p:nvSpPr>
            <p:cNvPr id="533532" name="文本框 25636"/>
            <p:cNvSpPr txBox="1"/>
            <p:nvPr/>
          </p:nvSpPr>
          <p:spPr>
            <a:xfrm>
              <a:off x="1312" y="2521"/>
              <a:ext cx="945" cy="445"/>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word=1</a:t>
              </a:r>
              <a:endParaRPr lang="en-US" altLang="zh-CN" sz="2000">
                <a:latin typeface="Times New Roman" panose="02020603050405020304" pitchFamily="18" charset="0"/>
                <a:ea typeface="宋体" panose="02010600030101010101" pitchFamily="2" charset="-122"/>
              </a:endParaRPr>
            </a:p>
            <a:p>
              <a:r>
                <a:rPr lang="en-US" altLang="zh-CN" sz="2000">
                  <a:latin typeface="Times New Roman" panose="02020603050405020304" pitchFamily="18" charset="0"/>
                  <a:ea typeface="宋体" panose="02010600030101010101" pitchFamily="2" charset="-122"/>
                </a:rPr>
                <a:t>num=num+1</a:t>
              </a:r>
              <a:endParaRPr lang="en-US" altLang="zh-CN" sz="2000">
                <a:latin typeface="Times New Roman" panose="02020603050405020304" pitchFamily="18" charset="0"/>
                <a:ea typeface="宋体" panose="02010600030101010101" pitchFamily="2" charset="-122"/>
              </a:endParaRPr>
            </a:p>
          </p:txBody>
        </p:sp>
        <p:sp>
          <p:nvSpPr>
            <p:cNvPr id="533533" name="文本框 25637"/>
            <p:cNvSpPr txBox="1"/>
            <p:nvPr/>
          </p:nvSpPr>
          <p:spPr>
            <a:xfrm>
              <a:off x="1446" y="3023"/>
              <a:ext cx="465"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i=i+1</a:t>
              </a:r>
              <a:endParaRPr lang="en-US" altLang="zh-CN" sz="2000">
                <a:latin typeface="Times New Roman" panose="02020603050405020304" pitchFamily="18" charset="0"/>
                <a:ea typeface="宋体" panose="02010600030101010101" pitchFamily="2" charset="-122"/>
              </a:endParaRPr>
            </a:p>
          </p:txBody>
        </p:sp>
        <p:sp>
          <p:nvSpPr>
            <p:cNvPr id="533534" name="文本框 25638"/>
            <p:cNvSpPr txBox="1"/>
            <p:nvPr/>
          </p:nvSpPr>
          <p:spPr>
            <a:xfrm>
              <a:off x="1141" y="3321"/>
              <a:ext cx="880" cy="251"/>
            </a:xfrm>
            <a:prstGeom prst="rect">
              <a:avLst/>
            </a:prstGeom>
            <a:noFill/>
            <a:ln w="9525">
              <a:noFill/>
            </a:ln>
          </p:spPr>
          <p:txBody>
            <a:bodyPr wrap="none" anchor="t" anchorCtr="0">
              <a:spAutoFit/>
            </a:bodyPr>
            <a:p>
              <a:r>
                <a:rPr lang="zh-CN" altLang="en-US" sz="2000" dirty="0">
                  <a:latin typeface="Times New Roman" panose="02020603050405020304" pitchFamily="18" charset="0"/>
                  <a:ea typeface="宋体" panose="02010600030101010101" pitchFamily="2" charset="-122"/>
                </a:rPr>
                <a:t>输出：</a:t>
              </a:r>
              <a:r>
                <a:rPr lang="en-US" altLang="zh-CN" sz="2000">
                  <a:latin typeface="Times New Roman" panose="02020603050405020304" pitchFamily="18" charset="0"/>
                  <a:ea typeface="宋体" panose="02010600030101010101" pitchFamily="2" charset="-122"/>
                </a:rPr>
                <a:t>num</a:t>
              </a:r>
              <a:endParaRPr lang="en-US" altLang="zh-CN" sz="2000">
                <a:latin typeface="Times New Roman" panose="02020603050405020304" pitchFamily="18" charset="0"/>
                <a:ea typeface="宋体" panose="02010600030101010101" pitchFamily="2" charset="-122"/>
              </a:endParaRPr>
            </a:p>
          </p:txBody>
        </p:sp>
        <p:sp>
          <p:nvSpPr>
            <p:cNvPr id="533535" name="文本框 25640"/>
            <p:cNvSpPr txBox="1"/>
            <p:nvPr/>
          </p:nvSpPr>
          <p:spPr>
            <a:xfrm>
              <a:off x="1870" y="2178"/>
              <a:ext cx="705" cy="251"/>
            </a:xfrm>
            <a:prstGeom prst="rect">
              <a:avLst/>
            </a:prstGeom>
            <a:noFill/>
            <a:ln w="9525">
              <a:noFill/>
            </a:ln>
          </p:spPr>
          <p:txBody>
            <a:bodyPr wrap="none" anchor="t" anchorCtr="0">
              <a:spAutoFit/>
            </a:bodyPr>
            <a:p>
              <a:r>
                <a:rPr lang="en-US" altLang="zh-CN" sz="2000">
                  <a:latin typeface="Times New Roman" panose="02020603050405020304" pitchFamily="18" charset="0"/>
                  <a:ea typeface="宋体" panose="02010600030101010101" pitchFamily="2" charset="-122"/>
                </a:rPr>
                <a:t>word==0</a:t>
              </a:r>
              <a:endParaRPr lang="en-US" altLang="zh-CN" sz="2000">
                <a:latin typeface="Times New Roman" panose="02020603050405020304" pitchFamily="18" charset="0"/>
                <a:ea typeface="宋体" panose="02010600030101010101" pitchFamily="2" charset="-122"/>
              </a:endParaRPr>
            </a:p>
          </p:txBody>
        </p:sp>
      </p:grpSp>
      <p:sp>
        <p:nvSpPr>
          <p:cNvPr id="25647" name="矩形 25646"/>
          <p:cNvSpPr/>
          <p:nvPr/>
        </p:nvSpPr>
        <p:spPr>
          <a:xfrm>
            <a:off x="6088063" y="1808163"/>
            <a:ext cx="4597400" cy="3692525"/>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#include &lt;stdio.h&gt;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main()</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char string[81];</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int i,num=0,word=0;</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char c;</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gets(string);</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for(i=0;(c=string[i])!='\0';i++)</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if(c==' ')  word=0;</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else if(word==0)</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   word=1;  num++;   }</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printf("There are %d words  \</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in the line\n",num);</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sp>
        <p:nvSpPr>
          <p:cNvPr id="533537" name="标题 25650"/>
          <p:cNvSpPr>
            <a:spLocks noGrp="1"/>
          </p:cNvSpPr>
          <p:nvPr>
            <p:ph type="title" idx="4294967295"/>
          </p:nvPr>
        </p:nvSpPr>
        <p:spPr>
          <a:xfrm>
            <a:off x="1330325" y="647700"/>
            <a:ext cx="1466850" cy="606425"/>
          </a:xfrm>
          <a:prstGeom prst="rect">
            <a:avLst/>
          </a:prstGeom>
          <a:noFill/>
          <a:ln w="9525">
            <a:noFill/>
          </a:ln>
        </p:spPr>
        <p:txBody>
          <a:bodyPr anchor="b" anchorCtr="0"/>
          <a:p>
            <a:r>
              <a:rPr lang="zh-CN" altLang="en-US" sz="2400" dirty="0">
                <a:latin typeface="微软雅黑 Light" panose="020B0502040204020203" charset="-122"/>
                <a:ea typeface="微软雅黑 Light" panose="020B0502040204020203" charset="-122"/>
              </a:rPr>
              <a:t>应用举例</a:t>
            </a:r>
            <a:endParaRPr lang="zh-CN" altLang="en-US" dirty="0"/>
          </a:p>
        </p:txBody>
      </p:sp>
      <p:sp>
        <p:nvSpPr>
          <p:cNvPr id="533538" name="Text Box 5"/>
          <p:cNvSpPr txBox="1"/>
          <p:nvPr/>
        </p:nvSpPr>
        <p:spPr>
          <a:xfrm>
            <a:off x="728663" y="95250"/>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ransition>
    <p:random/>
    <p:sndAc>
      <p:stSnd>
        <p:snd r:embed="rId1" name="CAMERA.WAV"/>
      </p:st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nodePh="1">
                                  <p:stCondLst>
                                    <p:cond delay="0"/>
                                  </p:stCondLst>
                                  <p:endCondLst>
                                    <p:cond evt="begin" delay="0">
                                      <p:tn val="5"/>
                                    </p:cond>
                                  </p:endCondLst>
                                  <p:childTnLst>
                                    <p:set>
                                      <p:cBhvr>
                                        <p:cTn id="6" dur="1" fill="hold">
                                          <p:stCondLst>
                                            <p:cond delay="0"/>
                                          </p:stCondLst>
                                        </p:cTn>
                                        <p:tgtEl>
                                          <p:spTgt spid="25602">
                                            <p:txEl>
                                              <p:charRg st="0" end="1"/>
                                            </p:txEl>
                                          </p:spTgt>
                                        </p:tgtEl>
                                        <p:attrNameLst>
                                          <p:attrName>style.visibility</p:attrName>
                                        </p:attrNameLst>
                                      </p:cBhvr>
                                      <p:to>
                                        <p:strVal val="visible"/>
                                      </p:to>
                                    </p:set>
                                    <p:anim calcmode="lin" valueType="num">
                                      <p:cBhvr>
                                        <p:cTn id="7" dur="500" fill="hold"/>
                                        <p:tgtEl>
                                          <p:spTgt spid="25602">
                                            <p:txEl>
                                              <p:charRg st="0" end="1"/>
                                            </p:txEl>
                                          </p:spTgt>
                                        </p:tgtEl>
                                        <p:attrNameLst>
                                          <p:attrName>ppt_x</p:attrName>
                                        </p:attrNameLst>
                                      </p:cBhvr>
                                      <p:tavLst>
                                        <p:tav tm="0">
                                          <p:val>
                                            <p:strVal val="0-#ppt_w/2"/>
                                          </p:val>
                                        </p:tav>
                                        <p:tav tm="100000">
                                          <p:val>
                                            <p:strVal val="#ppt_x"/>
                                          </p:val>
                                        </p:tav>
                                      </p:tavLst>
                                    </p:anim>
                                    <p:anim calcmode="lin" valueType="num">
                                      <p:cBhvr>
                                        <p:cTn id="8" dur="500" fill="hold"/>
                                        <p:tgtEl>
                                          <p:spTgt spid="25602">
                                            <p:txEl>
                                              <p:charRg st="0" end="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p:cTn id="12" dur="1" fill="hold">
                                          <p:stCondLst>
                                            <p:cond delay="0"/>
                                          </p:stCondLst>
                                        </p:cTn>
                                        <p:tgtEl>
                                          <p:spTgt spid="25606">
                                            <p:txEl>
                                              <p:charRg st="0" end="21"/>
                                            </p:txEl>
                                          </p:spTgt>
                                        </p:tgtEl>
                                        <p:attrNameLst>
                                          <p:attrName>style.visibility</p:attrName>
                                        </p:attrNameLst>
                                      </p:cBhvr>
                                      <p:to>
                                        <p:strVal val="visible"/>
                                      </p:to>
                                    </p:set>
                                    <p:anim calcmode="lin" valueType="num">
                                      <p:cBhvr>
                                        <p:cTn id="13" dur="500" fill="hold"/>
                                        <p:tgtEl>
                                          <p:spTgt spid="25606">
                                            <p:txEl>
                                              <p:charRg st="0" end="21"/>
                                            </p:txEl>
                                          </p:spTgt>
                                        </p:tgtEl>
                                        <p:attrNameLst>
                                          <p:attrName>ppt_x</p:attrName>
                                        </p:attrNameLst>
                                      </p:cBhvr>
                                      <p:tavLst>
                                        <p:tav tm="0">
                                          <p:val>
                                            <p:strVal val="0-#ppt_w/2"/>
                                          </p:val>
                                        </p:tav>
                                        <p:tav tm="100000">
                                          <p:val>
                                            <p:strVal val="#ppt_x"/>
                                          </p:val>
                                        </p:tav>
                                      </p:tavLst>
                                    </p:anim>
                                    <p:anim calcmode="lin" valueType="num">
                                      <p:cBhvr>
                                        <p:cTn id="14" dur="500" fill="hold"/>
                                        <p:tgtEl>
                                          <p:spTgt spid="25606">
                                            <p:txEl>
                                              <p:charRg st="0" end="21"/>
                                            </p:txEl>
                                          </p:spTgt>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1"/>
                                            </p:cond>
                                          </p:stCondLst>
                                          <p:endCondLst>
                                            <p:cond evt="onStopAudio" delay="0">
                                              <p:tgtEl>
                                                <p:sldTgt/>
                                              </p:tgtEl>
                                            </p:cond>
                                          </p:endCondLst>
                                        </p:cTn>
                                        <p:tgtEl>
                                          <p:sndTgt r:embed="rId2" name="WHOOSH.WAV"/>
                                        </p:tgtEl>
                                      </p:cMediaNode>
                                    </p:audio>
                                  </p:subTnLst>
                                </p:cTn>
                              </p:par>
                            </p:childTnLst>
                          </p:cTn>
                        </p:par>
                      </p:childTnLst>
                    </p:cTn>
                  </p:par>
                  <p:par>
                    <p:cTn id="15" fill="hold">
                      <p:stCondLst>
                        <p:cond delay="indefinite"/>
                      </p:stCondLst>
                      <p:childTnLst>
                        <p:par>
                          <p:cTn id="16" fill="hold">
                            <p:stCondLst>
                              <p:cond delay="0"/>
                            </p:stCondLst>
                            <p:childTnLst>
                              <p:par>
                                <p:cTn id="17" presetID="4" presetClass="entr" presetSubtype="32" fill="hold" nodeType="clickEffect">
                                  <p:stCondLst>
                                    <p:cond delay="0"/>
                                  </p:stCondLst>
                                  <p:childTnLst>
                                    <p:set>
                                      <p:cBhvr>
                                        <p:cTn id="18" dur="1" fill="hold">
                                          <p:stCondLst>
                                            <p:cond delay="0"/>
                                          </p:stCondLst>
                                        </p:cTn>
                                        <p:tgtEl>
                                          <p:spTgt spid="25648"/>
                                        </p:tgtEl>
                                        <p:attrNameLst>
                                          <p:attrName>style.visibility</p:attrName>
                                        </p:attrNameLst>
                                      </p:cBhvr>
                                      <p:to>
                                        <p:strVal val="visible"/>
                                      </p:to>
                                    </p:set>
                                    <p:animEffect transition="in" filter="box(out)">
                                      <p:cBhvr>
                                        <p:cTn id="19" dur="500"/>
                                        <p:tgtEl>
                                          <p:spTgt spid="25648"/>
                                        </p:tgtEl>
                                      </p:cBhvr>
                                    </p:animEffect>
                                  </p:childTnLst>
                                  <p:subTnLst>
                                    <p:audio>
                                      <p:cMediaNode>
                                        <p:cTn display="0" masterRel="sameClick">
                                          <p:stCondLst>
                                            <p:cond evt="begin" delay="0">
                                              <p:tn val="17"/>
                                            </p:cond>
                                          </p:stCondLst>
                                          <p:endCondLst>
                                            <p:cond evt="onStopAudio" delay="0">
                                              <p:tgtEl>
                                                <p:sldTgt/>
                                              </p:tgtEl>
                                            </p:cond>
                                          </p:endCondLst>
                                        </p:cTn>
                                        <p:tgtEl>
                                          <p:sndTgt r:embed="rId1" name="CAMERA.WAV"/>
                                        </p:tgtEl>
                                      </p:cMediaNode>
                                    </p:audio>
                                  </p:subTnLst>
                                </p:cTn>
                              </p:par>
                            </p:childTnLst>
                          </p:cTn>
                        </p:par>
                      </p:childTnLst>
                    </p:cTn>
                  </p:par>
                  <p:par>
                    <p:cTn id="20" fill="hold">
                      <p:stCondLst>
                        <p:cond delay="indefinite"/>
                      </p:stCondLst>
                      <p:childTnLst>
                        <p:par>
                          <p:cTn id="21" fill="hold">
                            <p:stCondLst>
                              <p:cond delay="0"/>
                            </p:stCondLst>
                            <p:childTnLst>
                              <p:par>
                                <p:cTn id="22" presetID="4" presetClass="entr" presetSubtype="32" fill="hold" grpId="0" nodeType="clickEffect">
                                  <p:stCondLst>
                                    <p:cond delay="0"/>
                                  </p:stCondLst>
                                  <p:childTnLst>
                                    <p:set>
                                      <p:cBhvr>
                                        <p:cTn id="23" dur="1" fill="hold">
                                          <p:stCondLst>
                                            <p:cond delay="0"/>
                                          </p:stCondLst>
                                        </p:cTn>
                                        <p:tgtEl>
                                          <p:spTgt spid="25647"/>
                                        </p:tgtEl>
                                        <p:attrNameLst>
                                          <p:attrName>style.visibility</p:attrName>
                                        </p:attrNameLst>
                                      </p:cBhvr>
                                      <p:to>
                                        <p:strVal val="visible"/>
                                      </p:to>
                                    </p:set>
                                    <p:animEffect transition="in" filter="box(out)">
                                      <p:cBhvr>
                                        <p:cTn id="24" dur="500"/>
                                        <p:tgtEl>
                                          <p:spTgt spid="25647"/>
                                        </p:tgtEl>
                                      </p:cBhvr>
                                    </p:animEffect>
                                  </p:childTnLst>
                                  <p:subTnLst>
                                    <p:audio>
                                      <p:cMediaNode>
                                        <p:cTn display="0" masterRel="sameClick">
                                          <p:stCondLst>
                                            <p:cond evt="begin" delay="0">
                                              <p:tn val="22"/>
                                            </p:cond>
                                          </p:stCondLst>
                                          <p:endCondLst>
                                            <p:cond evt="onStopAudio" delay="0">
                                              <p:tgtEl>
                                                <p:sldTgt/>
                                              </p:tgtEl>
                                            </p:cond>
                                          </p:endCondLst>
                                        </p:cTn>
                                        <p:tgtEl>
                                          <p:sndTgt r:embed="rId1"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build="p"/>
      <p:bldP spid="25606" grpId="0" build="p"/>
      <p:bldP spid="25647" grpId="0" bldLvl="0" animBg="1"/>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45203" name="组合 45202"/>
          <p:cNvGrpSpPr/>
          <p:nvPr/>
        </p:nvGrpSpPr>
        <p:grpSpPr>
          <a:xfrm>
            <a:off x="1611313" y="876300"/>
            <a:ext cx="8942387" cy="1624013"/>
            <a:chOff x="185" y="463"/>
            <a:chExt cx="5633" cy="1023"/>
          </a:xfrm>
        </p:grpSpPr>
        <p:sp>
          <p:nvSpPr>
            <p:cNvPr id="534530" name="文本框 45057"/>
            <p:cNvSpPr txBox="1"/>
            <p:nvPr/>
          </p:nvSpPr>
          <p:spPr>
            <a:xfrm>
              <a:off x="185" y="851"/>
              <a:ext cx="1166" cy="251"/>
            </a:xfrm>
            <a:prstGeom prst="rect">
              <a:avLst/>
            </a:prstGeom>
            <a:noFill/>
            <a:ln w="9525">
              <a:noFill/>
            </a:ln>
          </p:spPr>
          <p:txBody>
            <a:bodyPr wrap="none" anchor="t" anchorCtr="0">
              <a:spAutoFit/>
            </a:bodyPr>
            <a:p>
              <a:r>
                <a:rPr lang="zh-CN" altLang="en-US" sz="2000" dirty="0">
                  <a:solidFill>
                    <a:schemeClr val="accent1"/>
                  </a:solidFill>
                  <a:latin typeface="Times New Roman" panose="02020603050405020304" pitchFamily="18" charset="0"/>
                  <a:ea typeface="宋体" panose="02010600030101010101" pitchFamily="2" charset="-122"/>
                </a:rPr>
                <a:t>当前字符</a:t>
              </a:r>
              <a:r>
                <a:rPr lang="en-US" altLang="zh-CN" sz="2000" dirty="0">
                  <a:solidFill>
                    <a:schemeClr val="accent1"/>
                  </a:solidFill>
                  <a:latin typeface="Times New Roman" panose="02020603050405020304" pitchFamily="18" charset="0"/>
                  <a:ea typeface="宋体" panose="02010600030101010101" pitchFamily="2" charset="-122"/>
                </a:rPr>
                <a:t>=</a:t>
              </a:r>
              <a:r>
                <a:rPr lang="zh-CN" altLang="en-US" sz="2000" dirty="0">
                  <a:solidFill>
                    <a:schemeClr val="accent1"/>
                  </a:solidFill>
                  <a:latin typeface="Times New Roman" panose="02020603050405020304" pitchFamily="18" charset="0"/>
                  <a:ea typeface="宋体" panose="02010600030101010101" pitchFamily="2" charset="-122"/>
                </a:rPr>
                <a:t>空格</a:t>
              </a:r>
              <a:endParaRPr lang="zh-CN" altLang="en-US" sz="2000" dirty="0">
                <a:solidFill>
                  <a:schemeClr val="accent1"/>
                </a:solidFill>
                <a:latin typeface="Times New Roman" panose="02020603050405020304" pitchFamily="18" charset="0"/>
                <a:ea typeface="宋体" panose="02010600030101010101" pitchFamily="2" charset="-122"/>
              </a:endParaRPr>
            </a:p>
          </p:txBody>
        </p:sp>
        <p:sp>
          <p:nvSpPr>
            <p:cNvPr id="534531" name="直接连接符 45058"/>
            <p:cNvSpPr/>
            <p:nvPr/>
          </p:nvSpPr>
          <p:spPr>
            <a:xfrm flipV="1">
              <a:off x="1288" y="579"/>
              <a:ext cx="645" cy="400"/>
            </a:xfrm>
            <a:prstGeom prst="line">
              <a:avLst/>
            </a:prstGeom>
            <a:ln w="9525" cap="flat" cmpd="sng">
              <a:solidFill>
                <a:srgbClr val="025AA2"/>
              </a:solidFill>
              <a:prstDash val="solid"/>
              <a:round/>
              <a:headEnd type="none" w="med" len="med"/>
              <a:tailEnd type="none" w="med" len="med"/>
            </a:ln>
          </p:spPr>
        </p:sp>
        <p:sp>
          <p:nvSpPr>
            <p:cNvPr id="534532" name="直接连接符 45059"/>
            <p:cNvSpPr/>
            <p:nvPr/>
          </p:nvSpPr>
          <p:spPr>
            <a:xfrm>
              <a:off x="1288" y="979"/>
              <a:ext cx="401" cy="200"/>
            </a:xfrm>
            <a:prstGeom prst="line">
              <a:avLst/>
            </a:prstGeom>
            <a:ln w="9525" cap="flat" cmpd="sng">
              <a:solidFill>
                <a:srgbClr val="025AA2"/>
              </a:solidFill>
              <a:prstDash val="solid"/>
              <a:round/>
              <a:headEnd type="none" w="med" len="med"/>
              <a:tailEnd type="none" w="med" len="med"/>
            </a:ln>
          </p:spPr>
        </p:sp>
        <p:sp>
          <p:nvSpPr>
            <p:cNvPr id="534533" name="直接连接符 45060"/>
            <p:cNvSpPr/>
            <p:nvPr/>
          </p:nvSpPr>
          <p:spPr>
            <a:xfrm>
              <a:off x="1933" y="579"/>
              <a:ext cx="255" cy="0"/>
            </a:xfrm>
            <a:prstGeom prst="line">
              <a:avLst/>
            </a:prstGeom>
            <a:ln w="9525" cap="flat" cmpd="sng">
              <a:solidFill>
                <a:srgbClr val="025AA2"/>
              </a:solidFill>
              <a:prstDash val="solid"/>
              <a:round/>
              <a:headEnd type="none" w="med" len="med"/>
              <a:tailEnd type="none" w="med" len="med"/>
            </a:ln>
          </p:spPr>
        </p:sp>
        <p:sp>
          <p:nvSpPr>
            <p:cNvPr id="534534" name="文本框 45061"/>
            <p:cNvSpPr txBox="1"/>
            <p:nvPr/>
          </p:nvSpPr>
          <p:spPr>
            <a:xfrm>
              <a:off x="1374" y="596"/>
              <a:ext cx="275" cy="251"/>
            </a:xfrm>
            <a:prstGeom prst="rect">
              <a:avLst/>
            </a:prstGeom>
            <a:noFill/>
            <a:ln w="9525">
              <a:noFill/>
            </a:ln>
          </p:spPr>
          <p:txBody>
            <a:bodyPr wrap="none" anchor="t" anchorCtr="0">
              <a:spAutoFit/>
            </a:bodyPr>
            <a:p>
              <a:r>
                <a:rPr lang="zh-CN" altLang="en-US" sz="2000" dirty="0">
                  <a:solidFill>
                    <a:schemeClr val="accent1"/>
                  </a:solidFill>
                  <a:latin typeface="Times New Roman" panose="02020603050405020304" pitchFamily="18" charset="0"/>
                  <a:ea typeface="宋体" panose="02010600030101010101" pitchFamily="2" charset="-122"/>
                </a:rPr>
                <a:t>是</a:t>
              </a:r>
              <a:endParaRPr lang="zh-CN" altLang="en-US" sz="2000" dirty="0">
                <a:solidFill>
                  <a:schemeClr val="accent1"/>
                </a:solidFill>
                <a:latin typeface="Times New Roman" panose="02020603050405020304" pitchFamily="18" charset="0"/>
                <a:ea typeface="宋体" panose="02010600030101010101" pitchFamily="2" charset="-122"/>
              </a:endParaRPr>
            </a:p>
          </p:txBody>
        </p:sp>
        <p:sp>
          <p:nvSpPr>
            <p:cNvPr id="534535" name="文本框 45062"/>
            <p:cNvSpPr txBox="1"/>
            <p:nvPr/>
          </p:nvSpPr>
          <p:spPr>
            <a:xfrm>
              <a:off x="1389" y="1102"/>
              <a:ext cx="275" cy="251"/>
            </a:xfrm>
            <a:prstGeom prst="rect">
              <a:avLst/>
            </a:prstGeom>
            <a:noFill/>
            <a:ln w="9525">
              <a:noFill/>
            </a:ln>
          </p:spPr>
          <p:txBody>
            <a:bodyPr wrap="none" anchor="t" anchorCtr="0">
              <a:spAutoFit/>
            </a:bodyPr>
            <a:p>
              <a:r>
                <a:rPr lang="zh-CN" altLang="en-US" sz="2000" dirty="0">
                  <a:solidFill>
                    <a:schemeClr val="accent1"/>
                  </a:solidFill>
                  <a:latin typeface="Times New Roman" panose="02020603050405020304" pitchFamily="18" charset="0"/>
                  <a:ea typeface="宋体" panose="02010600030101010101" pitchFamily="2" charset="-122"/>
                </a:rPr>
                <a:t>否</a:t>
              </a:r>
              <a:endParaRPr lang="zh-CN" altLang="en-US" sz="2000" dirty="0">
                <a:solidFill>
                  <a:schemeClr val="accent1"/>
                </a:solidFill>
                <a:latin typeface="Times New Roman" panose="02020603050405020304" pitchFamily="18" charset="0"/>
                <a:ea typeface="宋体" panose="02010600030101010101" pitchFamily="2" charset="-122"/>
              </a:endParaRPr>
            </a:p>
          </p:txBody>
        </p:sp>
        <p:sp>
          <p:nvSpPr>
            <p:cNvPr id="534536" name="文本框 45063"/>
            <p:cNvSpPr txBox="1"/>
            <p:nvPr/>
          </p:nvSpPr>
          <p:spPr>
            <a:xfrm>
              <a:off x="2130" y="463"/>
              <a:ext cx="2699" cy="251"/>
            </a:xfrm>
            <a:prstGeom prst="rect">
              <a:avLst/>
            </a:prstGeom>
            <a:noFill/>
            <a:ln w="9525">
              <a:noFill/>
            </a:ln>
          </p:spPr>
          <p:txBody>
            <a:bodyPr wrap="none" anchor="t" anchorCtr="0">
              <a:spAutoFit/>
            </a:bodyPr>
            <a:p>
              <a:r>
                <a:rPr lang="zh-CN" altLang="en-US" sz="2000" dirty="0">
                  <a:solidFill>
                    <a:schemeClr val="accent1"/>
                  </a:solidFill>
                  <a:latin typeface="Times New Roman" panose="02020603050405020304" pitchFamily="18" charset="0"/>
                  <a:ea typeface="宋体" panose="02010600030101010101" pitchFamily="2" charset="-122"/>
                </a:rPr>
                <a:t>未出现新单词，使</a:t>
              </a:r>
              <a:r>
                <a:rPr lang="en-US" altLang="zh-CN" sz="2000" dirty="0">
                  <a:solidFill>
                    <a:schemeClr val="accent1"/>
                  </a:solidFill>
                  <a:latin typeface="Times New Roman" panose="02020603050405020304" pitchFamily="18" charset="0"/>
                  <a:ea typeface="宋体" panose="02010600030101010101" pitchFamily="2" charset="-122"/>
                </a:rPr>
                <a:t>word=0,num</a:t>
              </a:r>
              <a:r>
                <a:rPr lang="zh-CN" altLang="en-US" sz="2000" dirty="0">
                  <a:solidFill>
                    <a:schemeClr val="accent1"/>
                  </a:solidFill>
                  <a:latin typeface="Times New Roman" panose="02020603050405020304" pitchFamily="18" charset="0"/>
                  <a:ea typeface="宋体" panose="02010600030101010101" pitchFamily="2" charset="-122"/>
                </a:rPr>
                <a:t>不累加</a:t>
              </a:r>
              <a:endParaRPr lang="zh-CN" altLang="en-US" sz="2000" dirty="0">
                <a:solidFill>
                  <a:schemeClr val="accent1"/>
                </a:solidFill>
                <a:latin typeface="Times New Roman" panose="02020603050405020304" pitchFamily="18" charset="0"/>
                <a:ea typeface="宋体" panose="02010600030101010101" pitchFamily="2" charset="-122"/>
              </a:endParaRPr>
            </a:p>
          </p:txBody>
        </p:sp>
        <p:sp>
          <p:nvSpPr>
            <p:cNvPr id="534537" name="直接连接符 45064"/>
            <p:cNvSpPr/>
            <p:nvPr/>
          </p:nvSpPr>
          <p:spPr>
            <a:xfrm>
              <a:off x="1687" y="1190"/>
              <a:ext cx="167" cy="0"/>
            </a:xfrm>
            <a:prstGeom prst="line">
              <a:avLst/>
            </a:prstGeom>
            <a:ln w="9525" cap="flat" cmpd="sng">
              <a:solidFill>
                <a:srgbClr val="025AA2"/>
              </a:solidFill>
              <a:prstDash val="solid"/>
              <a:round/>
              <a:headEnd type="none" w="med" len="med"/>
              <a:tailEnd type="none" w="med" len="med"/>
            </a:ln>
          </p:spPr>
        </p:sp>
        <p:sp>
          <p:nvSpPr>
            <p:cNvPr id="534538" name="直接连接符 45065"/>
            <p:cNvSpPr/>
            <p:nvPr/>
          </p:nvSpPr>
          <p:spPr>
            <a:xfrm flipV="1">
              <a:off x="1854" y="1001"/>
              <a:ext cx="189" cy="189"/>
            </a:xfrm>
            <a:prstGeom prst="line">
              <a:avLst/>
            </a:prstGeom>
            <a:ln w="9525" cap="flat" cmpd="sng">
              <a:solidFill>
                <a:srgbClr val="025AA2"/>
              </a:solidFill>
              <a:prstDash val="solid"/>
              <a:round/>
              <a:headEnd type="none" w="med" len="med"/>
              <a:tailEnd type="none" w="med" len="med"/>
            </a:ln>
          </p:spPr>
        </p:sp>
        <p:sp>
          <p:nvSpPr>
            <p:cNvPr id="534539" name="直接连接符 45066"/>
            <p:cNvSpPr/>
            <p:nvPr/>
          </p:nvSpPr>
          <p:spPr>
            <a:xfrm>
              <a:off x="1854" y="1190"/>
              <a:ext cx="177" cy="178"/>
            </a:xfrm>
            <a:prstGeom prst="line">
              <a:avLst/>
            </a:prstGeom>
            <a:ln w="9525" cap="flat" cmpd="sng">
              <a:solidFill>
                <a:srgbClr val="025AA2"/>
              </a:solidFill>
              <a:prstDash val="solid"/>
              <a:round/>
              <a:headEnd type="none" w="med" len="med"/>
              <a:tailEnd type="none" w="med" len="med"/>
            </a:ln>
          </p:spPr>
        </p:sp>
        <p:sp>
          <p:nvSpPr>
            <p:cNvPr id="534540" name="直接连接符 45067"/>
            <p:cNvSpPr/>
            <p:nvPr/>
          </p:nvSpPr>
          <p:spPr>
            <a:xfrm>
              <a:off x="2032" y="1001"/>
              <a:ext cx="66" cy="0"/>
            </a:xfrm>
            <a:prstGeom prst="line">
              <a:avLst/>
            </a:prstGeom>
            <a:ln w="9525" cap="flat" cmpd="sng">
              <a:solidFill>
                <a:srgbClr val="025AA2"/>
              </a:solidFill>
              <a:prstDash val="solid"/>
              <a:round/>
              <a:headEnd type="none" w="med" len="med"/>
              <a:tailEnd type="none" w="med" len="med"/>
            </a:ln>
          </p:spPr>
        </p:sp>
        <p:sp>
          <p:nvSpPr>
            <p:cNvPr id="534541" name="直接连接符 45068"/>
            <p:cNvSpPr/>
            <p:nvPr/>
          </p:nvSpPr>
          <p:spPr>
            <a:xfrm>
              <a:off x="2032" y="1368"/>
              <a:ext cx="66" cy="0"/>
            </a:xfrm>
            <a:prstGeom prst="line">
              <a:avLst/>
            </a:prstGeom>
            <a:ln w="9525" cap="flat" cmpd="sng">
              <a:solidFill>
                <a:srgbClr val="025AA2"/>
              </a:solidFill>
              <a:prstDash val="solid"/>
              <a:round/>
              <a:headEnd type="none" w="med" len="med"/>
              <a:tailEnd type="none" w="med" len="med"/>
            </a:ln>
          </p:spPr>
        </p:sp>
        <p:sp>
          <p:nvSpPr>
            <p:cNvPr id="534542" name="文本框 45069"/>
            <p:cNvSpPr txBox="1"/>
            <p:nvPr/>
          </p:nvSpPr>
          <p:spPr>
            <a:xfrm>
              <a:off x="2108" y="839"/>
              <a:ext cx="2811" cy="445"/>
            </a:xfrm>
            <a:prstGeom prst="rect">
              <a:avLst/>
            </a:prstGeom>
            <a:noFill/>
            <a:ln w="9525">
              <a:noFill/>
            </a:ln>
          </p:spPr>
          <p:txBody>
            <a:bodyPr wrap="none" anchor="t" anchorCtr="0">
              <a:spAutoFit/>
            </a:bodyPr>
            <a:p>
              <a:r>
                <a:rPr lang="zh-CN" altLang="en-US" sz="2000" dirty="0">
                  <a:solidFill>
                    <a:schemeClr val="accent1"/>
                  </a:solidFill>
                  <a:latin typeface="Times New Roman" panose="02020603050405020304" pitchFamily="18" charset="0"/>
                  <a:ea typeface="宋体" panose="02010600030101010101" pitchFamily="2" charset="-122"/>
                </a:rPr>
                <a:t>前一字符为空格</a:t>
              </a:r>
              <a:r>
                <a:rPr lang="en-US" altLang="zh-CN" sz="2000">
                  <a:solidFill>
                    <a:schemeClr val="accent1"/>
                  </a:solidFill>
                  <a:latin typeface="Times New Roman" panose="02020603050405020304" pitchFamily="18" charset="0"/>
                  <a:ea typeface="宋体" panose="02010600030101010101" pitchFamily="2" charset="-122"/>
                </a:rPr>
                <a:t>(word=</a:t>
              </a:r>
              <a:r>
                <a:rPr lang="en-US" altLang="zh-CN" sz="2000" dirty="0">
                  <a:solidFill>
                    <a:schemeClr val="accent1"/>
                  </a:solidFill>
                  <a:latin typeface="Times New Roman" panose="02020603050405020304" pitchFamily="18" charset="0"/>
                  <a:ea typeface="宋体" panose="02010600030101010101" pitchFamily="2" charset="-122"/>
                </a:rPr>
                <a:t>=0),</a:t>
              </a:r>
              <a:r>
                <a:rPr lang="zh-CN" altLang="en-US" sz="2000" dirty="0">
                  <a:solidFill>
                    <a:schemeClr val="accent1"/>
                  </a:solidFill>
                  <a:latin typeface="Times New Roman" panose="02020603050405020304" pitchFamily="18" charset="0"/>
                  <a:ea typeface="宋体" panose="02010600030101010101" pitchFamily="2" charset="-122"/>
                </a:rPr>
                <a:t>新单词出现</a:t>
              </a:r>
              <a:r>
                <a:rPr lang="en-US" altLang="zh-CN" sz="2000">
                  <a:solidFill>
                    <a:schemeClr val="accent1"/>
                  </a:solidFill>
                  <a:latin typeface="Times New Roman" panose="02020603050405020304" pitchFamily="18" charset="0"/>
                  <a:ea typeface="宋体" panose="02010600030101010101" pitchFamily="2" charset="-122"/>
                </a:rPr>
                <a:t>,</a:t>
              </a:r>
              <a:endParaRPr lang="en-US" altLang="zh-CN" sz="2000">
                <a:solidFill>
                  <a:schemeClr val="accent1"/>
                </a:solidFill>
                <a:latin typeface="Times New Roman" panose="02020603050405020304" pitchFamily="18" charset="0"/>
                <a:ea typeface="宋体" panose="02010600030101010101" pitchFamily="2" charset="-122"/>
              </a:endParaRPr>
            </a:p>
            <a:p>
              <a:r>
                <a:rPr lang="en-US" altLang="zh-CN" sz="2000" dirty="0">
                  <a:solidFill>
                    <a:schemeClr val="accent1"/>
                  </a:solidFill>
                  <a:latin typeface="Times New Roman" panose="02020603050405020304" pitchFamily="18" charset="0"/>
                  <a:ea typeface="宋体" panose="02010600030101010101" pitchFamily="2" charset="-122"/>
                </a:rPr>
                <a:t>word=1,num</a:t>
              </a:r>
              <a:r>
                <a:rPr lang="zh-CN" altLang="en-US" sz="2000" dirty="0">
                  <a:solidFill>
                    <a:schemeClr val="accent1"/>
                  </a:solidFill>
                  <a:latin typeface="Times New Roman" panose="02020603050405020304" pitchFamily="18" charset="0"/>
                  <a:ea typeface="宋体" panose="02010600030101010101" pitchFamily="2" charset="-122"/>
                </a:rPr>
                <a:t>加</a:t>
              </a:r>
              <a:r>
                <a:rPr lang="en-US" altLang="zh-CN" sz="2000">
                  <a:solidFill>
                    <a:schemeClr val="accent1"/>
                  </a:solidFill>
                  <a:latin typeface="Times New Roman" panose="02020603050405020304" pitchFamily="18" charset="0"/>
                  <a:ea typeface="宋体" panose="02010600030101010101" pitchFamily="2" charset="-122"/>
                </a:rPr>
                <a:t>1</a:t>
              </a:r>
              <a:endParaRPr lang="en-US" altLang="zh-CN" sz="2000">
                <a:solidFill>
                  <a:schemeClr val="accent1"/>
                </a:solidFill>
                <a:latin typeface="Times New Roman" panose="02020603050405020304" pitchFamily="18" charset="0"/>
                <a:ea typeface="宋体" panose="02010600030101010101" pitchFamily="2" charset="-122"/>
              </a:endParaRPr>
            </a:p>
          </p:txBody>
        </p:sp>
        <p:sp>
          <p:nvSpPr>
            <p:cNvPr id="534543" name="文本框 45070"/>
            <p:cNvSpPr txBox="1"/>
            <p:nvPr/>
          </p:nvSpPr>
          <p:spPr>
            <a:xfrm>
              <a:off x="2077" y="1235"/>
              <a:ext cx="3741" cy="251"/>
            </a:xfrm>
            <a:prstGeom prst="rect">
              <a:avLst/>
            </a:prstGeom>
            <a:noFill/>
            <a:ln w="9525">
              <a:noFill/>
            </a:ln>
          </p:spPr>
          <p:txBody>
            <a:bodyPr wrap="square" anchor="t" anchorCtr="0">
              <a:spAutoFit/>
            </a:bodyPr>
            <a:p>
              <a:r>
                <a:rPr lang="zh-CN" altLang="en-US" sz="2000" dirty="0">
                  <a:solidFill>
                    <a:schemeClr val="accent1"/>
                  </a:solidFill>
                  <a:latin typeface="Times New Roman" panose="02020603050405020304" pitchFamily="18" charset="0"/>
                  <a:ea typeface="宋体" panose="02010600030101010101" pitchFamily="2" charset="-122"/>
                </a:rPr>
                <a:t>前一字符为非空格</a:t>
              </a:r>
              <a:r>
                <a:rPr lang="en-US" altLang="zh-CN" sz="2000" dirty="0">
                  <a:solidFill>
                    <a:schemeClr val="accent1"/>
                  </a:solidFill>
                  <a:latin typeface="Times New Roman" panose="02020603050405020304" pitchFamily="18" charset="0"/>
                  <a:ea typeface="宋体" panose="02010600030101010101" pitchFamily="2" charset="-122"/>
                </a:rPr>
                <a:t>(word==1),</a:t>
              </a:r>
              <a:r>
                <a:rPr lang="zh-CN" altLang="en-US" sz="2000" dirty="0">
                  <a:solidFill>
                    <a:schemeClr val="accent1"/>
                  </a:solidFill>
                  <a:latin typeface="Times New Roman" panose="02020603050405020304" pitchFamily="18" charset="0"/>
                  <a:ea typeface="宋体" panose="02010600030101010101" pitchFamily="2" charset="-122"/>
                </a:rPr>
                <a:t>未出现新单词</a:t>
              </a:r>
              <a:r>
                <a:rPr lang="en-US" altLang="zh-CN" sz="2000" dirty="0">
                  <a:solidFill>
                    <a:schemeClr val="accent1"/>
                  </a:solidFill>
                  <a:latin typeface="Times New Roman" panose="02020603050405020304" pitchFamily="18" charset="0"/>
                  <a:ea typeface="宋体" panose="02010600030101010101" pitchFamily="2" charset="-122"/>
                </a:rPr>
                <a:t>,num</a:t>
              </a:r>
              <a:r>
                <a:rPr lang="zh-CN" altLang="en-US" sz="2000" dirty="0">
                  <a:solidFill>
                    <a:schemeClr val="accent1"/>
                  </a:solidFill>
                  <a:latin typeface="Times New Roman" panose="02020603050405020304" pitchFamily="18" charset="0"/>
                  <a:ea typeface="宋体" panose="02010600030101010101" pitchFamily="2" charset="-122"/>
                </a:rPr>
                <a:t>不变</a:t>
              </a:r>
              <a:endParaRPr lang="zh-CN" altLang="en-US" sz="2000" dirty="0">
                <a:solidFill>
                  <a:schemeClr val="accent1"/>
                </a:solidFill>
                <a:latin typeface="Times New Roman" panose="02020603050405020304" pitchFamily="18" charset="0"/>
                <a:ea typeface="宋体" panose="02010600030101010101" pitchFamily="2" charset="-122"/>
              </a:endParaRPr>
            </a:p>
          </p:txBody>
        </p:sp>
      </p:grpSp>
      <p:grpSp>
        <p:nvGrpSpPr>
          <p:cNvPr id="45118" name="组合 45117"/>
          <p:cNvGrpSpPr/>
          <p:nvPr/>
        </p:nvGrpSpPr>
        <p:grpSpPr>
          <a:xfrm>
            <a:off x="4159250" y="3825875"/>
            <a:ext cx="455613" cy="2690813"/>
            <a:chOff x="1708" y="2217"/>
            <a:chExt cx="287" cy="1695"/>
          </a:xfrm>
        </p:grpSpPr>
        <p:sp>
          <p:nvSpPr>
            <p:cNvPr id="534545" name="文本框 45118"/>
            <p:cNvSpPr txBox="1"/>
            <p:nvPr/>
          </p:nvSpPr>
          <p:spPr>
            <a:xfrm>
              <a:off x="1708" y="2217"/>
              <a:ext cx="275" cy="251"/>
            </a:xfrm>
            <a:prstGeom prst="rect">
              <a:avLst/>
            </a:prstGeom>
            <a:noFill/>
            <a:ln w="9525">
              <a:noFill/>
            </a:ln>
          </p:spPr>
          <p:txBody>
            <a:bodyPr wrap="non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否</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46" name="文本框 45119"/>
            <p:cNvSpPr txBox="1"/>
            <p:nvPr/>
          </p:nvSpPr>
          <p:spPr>
            <a:xfrm>
              <a:off x="1753" y="2583"/>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0</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47" name="文本框 45120"/>
            <p:cNvSpPr txBox="1"/>
            <p:nvPr/>
          </p:nvSpPr>
          <p:spPr>
            <a:xfrm>
              <a:off x="1720" y="2961"/>
              <a:ext cx="275" cy="251"/>
            </a:xfrm>
            <a:prstGeom prst="rect">
              <a:avLst/>
            </a:prstGeom>
            <a:noFill/>
            <a:ln w="9525">
              <a:noFill/>
            </a:ln>
          </p:spPr>
          <p:txBody>
            <a:bodyPr wrap="non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是</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48" name="文本框 45121"/>
            <p:cNvSpPr txBox="1"/>
            <p:nvPr/>
          </p:nvSpPr>
          <p:spPr>
            <a:xfrm>
              <a:off x="1743" y="3328"/>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49" name="文本框 45122"/>
            <p:cNvSpPr txBox="1"/>
            <p:nvPr/>
          </p:nvSpPr>
          <p:spPr>
            <a:xfrm>
              <a:off x="1743" y="3661"/>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grpSp>
      <p:grpSp>
        <p:nvGrpSpPr>
          <p:cNvPr id="45124" name="组合 45123"/>
          <p:cNvGrpSpPr/>
          <p:nvPr/>
        </p:nvGrpSpPr>
        <p:grpSpPr>
          <a:xfrm>
            <a:off x="4594225" y="3835400"/>
            <a:ext cx="455613" cy="2690813"/>
            <a:chOff x="1708" y="2217"/>
            <a:chExt cx="287" cy="1695"/>
          </a:xfrm>
        </p:grpSpPr>
        <p:sp>
          <p:nvSpPr>
            <p:cNvPr id="534551" name="文本框 45124"/>
            <p:cNvSpPr txBox="1"/>
            <p:nvPr/>
          </p:nvSpPr>
          <p:spPr>
            <a:xfrm>
              <a:off x="1708" y="2217"/>
              <a:ext cx="275" cy="251"/>
            </a:xfrm>
            <a:prstGeom prst="rect">
              <a:avLst/>
            </a:prstGeom>
            <a:noFill/>
            <a:ln w="9525">
              <a:noFill/>
            </a:ln>
          </p:spPr>
          <p:txBody>
            <a:bodyPr wrap="non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是</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52" name="文本框 45125"/>
            <p:cNvSpPr txBox="1"/>
            <p:nvPr/>
          </p:nvSpPr>
          <p:spPr>
            <a:xfrm>
              <a:off x="1753" y="2583"/>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53" name="文本框 45126"/>
            <p:cNvSpPr txBox="1"/>
            <p:nvPr/>
          </p:nvSpPr>
          <p:spPr>
            <a:xfrm>
              <a:off x="1720" y="2961"/>
              <a:ext cx="275" cy="251"/>
            </a:xfrm>
            <a:prstGeom prst="rect">
              <a:avLst/>
            </a:prstGeom>
            <a:noFill/>
            <a:ln w="9525">
              <a:noFill/>
            </a:ln>
          </p:spPr>
          <p:txBody>
            <a:bodyPr wrap="non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未</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54" name="文本框 45127"/>
            <p:cNvSpPr txBox="1"/>
            <p:nvPr/>
          </p:nvSpPr>
          <p:spPr>
            <a:xfrm>
              <a:off x="1743" y="3328"/>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0</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55" name="文本框 45128"/>
            <p:cNvSpPr txBox="1"/>
            <p:nvPr/>
          </p:nvSpPr>
          <p:spPr>
            <a:xfrm>
              <a:off x="1743" y="3661"/>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grpSp>
      <p:grpSp>
        <p:nvGrpSpPr>
          <p:cNvPr id="45130" name="组合 45129"/>
          <p:cNvGrpSpPr/>
          <p:nvPr/>
        </p:nvGrpSpPr>
        <p:grpSpPr>
          <a:xfrm>
            <a:off x="5100638" y="3844925"/>
            <a:ext cx="433387" cy="2690813"/>
            <a:chOff x="1708" y="2217"/>
            <a:chExt cx="287" cy="1695"/>
          </a:xfrm>
        </p:grpSpPr>
        <p:sp>
          <p:nvSpPr>
            <p:cNvPr id="534557" name="文本框 45130"/>
            <p:cNvSpPr txBox="1"/>
            <p:nvPr/>
          </p:nvSpPr>
          <p:spPr>
            <a:xfrm>
              <a:off x="1708" y="2217"/>
              <a:ext cx="275" cy="251"/>
            </a:xfrm>
            <a:prstGeom prst="rect">
              <a:avLst/>
            </a:prstGeom>
            <a:noFill/>
            <a:ln w="9525">
              <a:noFill/>
            </a:ln>
          </p:spPr>
          <p:txBody>
            <a:bodyPr wrap="squar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否</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58" name="文本框 45131"/>
            <p:cNvSpPr txBox="1"/>
            <p:nvPr/>
          </p:nvSpPr>
          <p:spPr>
            <a:xfrm>
              <a:off x="1753" y="2583"/>
              <a:ext cx="195" cy="251"/>
            </a:xfrm>
            <a:prstGeom prst="rect">
              <a:avLst/>
            </a:prstGeom>
            <a:noFill/>
            <a:ln w="9525">
              <a:noFill/>
            </a:ln>
          </p:spPr>
          <p:txBody>
            <a:bodyPr wrap="square" anchor="t" anchorCtr="0">
              <a:spAutoFit/>
            </a:bodyPr>
            <a:p>
              <a:r>
                <a:rPr lang="en-US" altLang="zh-CN" sz="2000">
                  <a:solidFill>
                    <a:srgbClr val="FF3300"/>
                  </a:solidFill>
                  <a:latin typeface="Times New Roman" panose="02020603050405020304" pitchFamily="18" charset="0"/>
                  <a:ea typeface="宋体" panose="02010600030101010101" pitchFamily="2" charset="-122"/>
                </a:rPr>
                <a:t>0</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59" name="文本框 45132"/>
            <p:cNvSpPr txBox="1"/>
            <p:nvPr/>
          </p:nvSpPr>
          <p:spPr>
            <a:xfrm>
              <a:off x="1720" y="2961"/>
              <a:ext cx="275" cy="251"/>
            </a:xfrm>
            <a:prstGeom prst="rect">
              <a:avLst/>
            </a:prstGeom>
            <a:noFill/>
            <a:ln w="9525">
              <a:noFill/>
            </a:ln>
          </p:spPr>
          <p:txBody>
            <a:bodyPr wrap="squar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是</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60" name="文本框 45133"/>
            <p:cNvSpPr txBox="1"/>
            <p:nvPr/>
          </p:nvSpPr>
          <p:spPr>
            <a:xfrm>
              <a:off x="1743" y="3328"/>
              <a:ext cx="195" cy="251"/>
            </a:xfrm>
            <a:prstGeom prst="rect">
              <a:avLst/>
            </a:prstGeom>
            <a:noFill/>
            <a:ln w="9525">
              <a:noFill/>
            </a:ln>
          </p:spPr>
          <p:txBody>
            <a:bodyPr wrap="squar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61" name="文本框 45134"/>
            <p:cNvSpPr txBox="1"/>
            <p:nvPr/>
          </p:nvSpPr>
          <p:spPr>
            <a:xfrm>
              <a:off x="1743" y="3661"/>
              <a:ext cx="195" cy="251"/>
            </a:xfrm>
            <a:prstGeom prst="rect">
              <a:avLst/>
            </a:prstGeom>
            <a:noFill/>
            <a:ln w="9525">
              <a:noFill/>
            </a:ln>
          </p:spPr>
          <p:txBody>
            <a:bodyPr wrap="square" anchor="t" anchorCtr="0">
              <a:spAutoFit/>
            </a:bodyPr>
            <a:p>
              <a:r>
                <a:rPr lang="en-US" altLang="zh-CN" sz="2000">
                  <a:solidFill>
                    <a:srgbClr val="FF3300"/>
                  </a:solidFill>
                  <a:latin typeface="Times New Roman" panose="02020603050405020304" pitchFamily="18" charset="0"/>
                  <a:ea typeface="宋体" panose="02010600030101010101" pitchFamily="2" charset="-122"/>
                </a:rPr>
                <a:t>2</a:t>
              </a:r>
              <a:endParaRPr lang="en-US" altLang="zh-CN" sz="2000">
                <a:solidFill>
                  <a:srgbClr val="FF3300"/>
                </a:solidFill>
                <a:latin typeface="Times New Roman" panose="02020603050405020304" pitchFamily="18" charset="0"/>
                <a:ea typeface="宋体" panose="02010600030101010101" pitchFamily="2" charset="-122"/>
              </a:endParaRPr>
            </a:p>
          </p:txBody>
        </p:sp>
      </p:grpSp>
      <p:grpSp>
        <p:nvGrpSpPr>
          <p:cNvPr id="45136" name="组合 45135"/>
          <p:cNvGrpSpPr/>
          <p:nvPr/>
        </p:nvGrpSpPr>
        <p:grpSpPr>
          <a:xfrm>
            <a:off x="5567363" y="3844925"/>
            <a:ext cx="423862" cy="2690813"/>
            <a:chOff x="1708" y="2217"/>
            <a:chExt cx="287" cy="1695"/>
          </a:xfrm>
        </p:grpSpPr>
        <p:sp>
          <p:nvSpPr>
            <p:cNvPr id="534563" name="文本框 45136"/>
            <p:cNvSpPr txBox="1"/>
            <p:nvPr/>
          </p:nvSpPr>
          <p:spPr>
            <a:xfrm>
              <a:off x="1708" y="2217"/>
              <a:ext cx="275" cy="251"/>
            </a:xfrm>
            <a:prstGeom prst="rect">
              <a:avLst/>
            </a:prstGeom>
            <a:noFill/>
            <a:ln w="9525">
              <a:noFill/>
            </a:ln>
          </p:spPr>
          <p:txBody>
            <a:bodyPr wrap="squar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否</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64" name="文本框 45137"/>
            <p:cNvSpPr txBox="1"/>
            <p:nvPr/>
          </p:nvSpPr>
          <p:spPr>
            <a:xfrm>
              <a:off x="1753" y="2583"/>
              <a:ext cx="195" cy="251"/>
            </a:xfrm>
            <a:prstGeom prst="rect">
              <a:avLst/>
            </a:prstGeom>
            <a:noFill/>
            <a:ln w="9525">
              <a:noFill/>
            </a:ln>
          </p:spPr>
          <p:txBody>
            <a:bodyPr wrap="squar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65" name="文本框 45138"/>
            <p:cNvSpPr txBox="1"/>
            <p:nvPr/>
          </p:nvSpPr>
          <p:spPr>
            <a:xfrm>
              <a:off x="1720" y="2961"/>
              <a:ext cx="275" cy="251"/>
            </a:xfrm>
            <a:prstGeom prst="rect">
              <a:avLst/>
            </a:prstGeom>
            <a:noFill/>
            <a:ln w="9525">
              <a:noFill/>
            </a:ln>
          </p:spPr>
          <p:txBody>
            <a:bodyPr wrap="squar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未</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66" name="文本框 45139"/>
            <p:cNvSpPr txBox="1"/>
            <p:nvPr/>
          </p:nvSpPr>
          <p:spPr>
            <a:xfrm>
              <a:off x="1743" y="3328"/>
              <a:ext cx="195" cy="251"/>
            </a:xfrm>
            <a:prstGeom prst="rect">
              <a:avLst/>
            </a:prstGeom>
            <a:noFill/>
            <a:ln w="9525">
              <a:noFill/>
            </a:ln>
          </p:spPr>
          <p:txBody>
            <a:bodyPr wrap="squar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67" name="文本框 45140"/>
            <p:cNvSpPr txBox="1"/>
            <p:nvPr/>
          </p:nvSpPr>
          <p:spPr>
            <a:xfrm>
              <a:off x="1743" y="3661"/>
              <a:ext cx="195" cy="251"/>
            </a:xfrm>
            <a:prstGeom prst="rect">
              <a:avLst/>
            </a:prstGeom>
            <a:noFill/>
            <a:ln w="9525">
              <a:noFill/>
            </a:ln>
          </p:spPr>
          <p:txBody>
            <a:bodyPr wrap="square" anchor="t" anchorCtr="0">
              <a:spAutoFit/>
            </a:bodyPr>
            <a:p>
              <a:r>
                <a:rPr lang="en-US" altLang="zh-CN" sz="2000">
                  <a:solidFill>
                    <a:srgbClr val="FF3300"/>
                  </a:solidFill>
                  <a:latin typeface="Times New Roman" panose="02020603050405020304" pitchFamily="18" charset="0"/>
                  <a:ea typeface="宋体" panose="02010600030101010101" pitchFamily="2" charset="-122"/>
                </a:rPr>
                <a:t>2</a:t>
              </a:r>
              <a:endParaRPr lang="en-US" altLang="zh-CN" sz="2000">
                <a:solidFill>
                  <a:srgbClr val="FF3300"/>
                </a:solidFill>
                <a:latin typeface="Times New Roman" panose="02020603050405020304" pitchFamily="18" charset="0"/>
                <a:ea typeface="宋体" panose="02010600030101010101" pitchFamily="2" charset="-122"/>
              </a:endParaRPr>
            </a:p>
          </p:txBody>
        </p:sp>
      </p:grpSp>
      <p:grpSp>
        <p:nvGrpSpPr>
          <p:cNvPr id="45142" name="组合 45141"/>
          <p:cNvGrpSpPr/>
          <p:nvPr/>
        </p:nvGrpSpPr>
        <p:grpSpPr>
          <a:xfrm>
            <a:off x="6034088" y="3844925"/>
            <a:ext cx="344487" cy="2690813"/>
            <a:chOff x="1708" y="2217"/>
            <a:chExt cx="287" cy="1695"/>
          </a:xfrm>
        </p:grpSpPr>
        <p:sp>
          <p:nvSpPr>
            <p:cNvPr id="534569" name="文本框 45142"/>
            <p:cNvSpPr txBox="1"/>
            <p:nvPr/>
          </p:nvSpPr>
          <p:spPr>
            <a:xfrm>
              <a:off x="1708" y="2217"/>
              <a:ext cx="275" cy="251"/>
            </a:xfrm>
            <a:prstGeom prst="rect">
              <a:avLst/>
            </a:prstGeom>
            <a:noFill/>
            <a:ln w="9525">
              <a:noFill/>
            </a:ln>
          </p:spPr>
          <p:txBody>
            <a:bodyPr wrap="squar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是</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70" name="文本框 45143"/>
            <p:cNvSpPr txBox="1"/>
            <p:nvPr/>
          </p:nvSpPr>
          <p:spPr>
            <a:xfrm>
              <a:off x="1753" y="2583"/>
              <a:ext cx="195" cy="251"/>
            </a:xfrm>
            <a:prstGeom prst="rect">
              <a:avLst/>
            </a:prstGeom>
            <a:noFill/>
            <a:ln w="9525">
              <a:noFill/>
            </a:ln>
          </p:spPr>
          <p:txBody>
            <a:bodyPr wrap="squar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71" name="文本框 45144"/>
            <p:cNvSpPr txBox="1"/>
            <p:nvPr/>
          </p:nvSpPr>
          <p:spPr>
            <a:xfrm>
              <a:off x="1720" y="2961"/>
              <a:ext cx="275" cy="251"/>
            </a:xfrm>
            <a:prstGeom prst="rect">
              <a:avLst/>
            </a:prstGeom>
            <a:noFill/>
            <a:ln w="9525">
              <a:noFill/>
            </a:ln>
          </p:spPr>
          <p:txBody>
            <a:bodyPr wrap="squar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未</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72" name="文本框 45145"/>
            <p:cNvSpPr txBox="1"/>
            <p:nvPr/>
          </p:nvSpPr>
          <p:spPr>
            <a:xfrm>
              <a:off x="1743" y="3328"/>
              <a:ext cx="195" cy="251"/>
            </a:xfrm>
            <a:prstGeom prst="rect">
              <a:avLst/>
            </a:prstGeom>
            <a:noFill/>
            <a:ln w="9525">
              <a:noFill/>
            </a:ln>
          </p:spPr>
          <p:txBody>
            <a:bodyPr wrap="square" anchor="t" anchorCtr="0">
              <a:spAutoFit/>
            </a:bodyPr>
            <a:p>
              <a:r>
                <a:rPr lang="en-US" altLang="zh-CN" sz="2000">
                  <a:solidFill>
                    <a:srgbClr val="FF3300"/>
                  </a:solidFill>
                  <a:latin typeface="Times New Roman" panose="02020603050405020304" pitchFamily="18" charset="0"/>
                  <a:ea typeface="宋体" panose="02010600030101010101" pitchFamily="2" charset="-122"/>
                </a:rPr>
                <a:t>0</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73" name="文本框 45146"/>
            <p:cNvSpPr txBox="1"/>
            <p:nvPr/>
          </p:nvSpPr>
          <p:spPr>
            <a:xfrm>
              <a:off x="1743" y="3661"/>
              <a:ext cx="195" cy="251"/>
            </a:xfrm>
            <a:prstGeom prst="rect">
              <a:avLst/>
            </a:prstGeom>
            <a:noFill/>
            <a:ln w="9525">
              <a:noFill/>
            </a:ln>
          </p:spPr>
          <p:txBody>
            <a:bodyPr wrap="square" anchor="t" anchorCtr="0">
              <a:spAutoFit/>
            </a:bodyPr>
            <a:p>
              <a:r>
                <a:rPr lang="en-US" altLang="zh-CN" sz="2000">
                  <a:solidFill>
                    <a:srgbClr val="FF3300"/>
                  </a:solidFill>
                  <a:latin typeface="Times New Roman" panose="02020603050405020304" pitchFamily="18" charset="0"/>
                  <a:ea typeface="宋体" panose="02010600030101010101" pitchFamily="2" charset="-122"/>
                </a:rPr>
                <a:t>2</a:t>
              </a:r>
              <a:endParaRPr lang="en-US" altLang="zh-CN" sz="2000">
                <a:solidFill>
                  <a:srgbClr val="FF3300"/>
                </a:solidFill>
                <a:latin typeface="Times New Roman" panose="02020603050405020304" pitchFamily="18" charset="0"/>
                <a:ea typeface="宋体" panose="02010600030101010101" pitchFamily="2" charset="-122"/>
              </a:endParaRPr>
            </a:p>
          </p:txBody>
        </p:sp>
      </p:grpSp>
      <p:grpSp>
        <p:nvGrpSpPr>
          <p:cNvPr id="45148" name="组合 45147"/>
          <p:cNvGrpSpPr/>
          <p:nvPr/>
        </p:nvGrpSpPr>
        <p:grpSpPr>
          <a:xfrm>
            <a:off x="6473825" y="3835400"/>
            <a:ext cx="463550" cy="2690813"/>
            <a:chOff x="1708" y="2217"/>
            <a:chExt cx="287" cy="1695"/>
          </a:xfrm>
        </p:grpSpPr>
        <p:sp>
          <p:nvSpPr>
            <p:cNvPr id="534575" name="文本框 45148"/>
            <p:cNvSpPr txBox="1"/>
            <p:nvPr/>
          </p:nvSpPr>
          <p:spPr>
            <a:xfrm>
              <a:off x="1708" y="2217"/>
              <a:ext cx="275" cy="251"/>
            </a:xfrm>
            <a:prstGeom prst="rect">
              <a:avLst/>
            </a:prstGeom>
            <a:noFill/>
            <a:ln w="9525">
              <a:noFill/>
            </a:ln>
          </p:spPr>
          <p:txBody>
            <a:bodyPr wrap="squar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否</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76" name="文本框 45149"/>
            <p:cNvSpPr txBox="1"/>
            <p:nvPr/>
          </p:nvSpPr>
          <p:spPr>
            <a:xfrm>
              <a:off x="1753" y="2583"/>
              <a:ext cx="195" cy="251"/>
            </a:xfrm>
            <a:prstGeom prst="rect">
              <a:avLst/>
            </a:prstGeom>
            <a:noFill/>
            <a:ln w="9525">
              <a:noFill/>
            </a:ln>
          </p:spPr>
          <p:txBody>
            <a:bodyPr wrap="square" anchor="t" anchorCtr="0">
              <a:spAutoFit/>
            </a:bodyPr>
            <a:p>
              <a:r>
                <a:rPr lang="en-US" altLang="zh-CN" sz="2000">
                  <a:solidFill>
                    <a:srgbClr val="FF3300"/>
                  </a:solidFill>
                  <a:latin typeface="Times New Roman" panose="02020603050405020304" pitchFamily="18" charset="0"/>
                  <a:ea typeface="宋体" panose="02010600030101010101" pitchFamily="2" charset="-122"/>
                </a:rPr>
                <a:t>0</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77" name="文本框 45150"/>
            <p:cNvSpPr txBox="1"/>
            <p:nvPr/>
          </p:nvSpPr>
          <p:spPr>
            <a:xfrm>
              <a:off x="1720" y="2961"/>
              <a:ext cx="275" cy="251"/>
            </a:xfrm>
            <a:prstGeom prst="rect">
              <a:avLst/>
            </a:prstGeom>
            <a:noFill/>
            <a:ln w="9525">
              <a:noFill/>
            </a:ln>
          </p:spPr>
          <p:txBody>
            <a:bodyPr wrap="squar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是</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78" name="文本框 45151"/>
            <p:cNvSpPr txBox="1"/>
            <p:nvPr/>
          </p:nvSpPr>
          <p:spPr>
            <a:xfrm>
              <a:off x="1743" y="3328"/>
              <a:ext cx="195" cy="251"/>
            </a:xfrm>
            <a:prstGeom prst="rect">
              <a:avLst/>
            </a:prstGeom>
            <a:noFill/>
            <a:ln w="9525">
              <a:noFill/>
            </a:ln>
          </p:spPr>
          <p:txBody>
            <a:bodyPr wrap="squar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79" name="文本框 45152"/>
            <p:cNvSpPr txBox="1"/>
            <p:nvPr/>
          </p:nvSpPr>
          <p:spPr>
            <a:xfrm>
              <a:off x="1743" y="3661"/>
              <a:ext cx="195" cy="251"/>
            </a:xfrm>
            <a:prstGeom prst="rect">
              <a:avLst/>
            </a:prstGeom>
            <a:noFill/>
            <a:ln w="9525">
              <a:noFill/>
            </a:ln>
          </p:spPr>
          <p:txBody>
            <a:bodyPr wrap="square" anchor="t" anchorCtr="0">
              <a:spAutoFit/>
            </a:bodyPr>
            <a:p>
              <a:r>
                <a:rPr lang="en-US" altLang="zh-CN" sz="2000">
                  <a:solidFill>
                    <a:srgbClr val="FF3300"/>
                  </a:solidFill>
                  <a:latin typeface="Times New Roman" panose="02020603050405020304" pitchFamily="18" charset="0"/>
                  <a:ea typeface="宋体" panose="02010600030101010101" pitchFamily="2" charset="-122"/>
                </a:rPr>
                <a:t>3</a:t>
              </a:r>
              <a:endParaRPr lang="en-US" altLang="zh-CN" sz="2000">
                <a:solidFill>
                  <a:srgbClr val="FF3300"/>
                </a:solidFill>
                <a:latin typeface="Times New Roman" panose="02020603050405020304" pitchFamily="18" charset="0"/>
                <a:ea typeface="宋体" panose="02010600030101010101" pitchFamily="2" charset="-122"/>
              </a:endParaRPr>
            </a:p>
          </p:txBody>
        </p:sp>
      </p:grpSp>
      <p:grpSp>
        <p:nvGrpSpPr>
          <p:cNvPr id="45154" name="组合 45153"/>
          <p:cNvGrpSpPr/>
          <p:nvPr/>
        </p:nvGrpSpPr>
        <p:grpSpPr>
          <a:xfrm>
            <a:off x="6951663" y="3835400"/>
            <a:ext cx="455612" cy="2690813"/>
            <a:chOff x="1708" y="2217"/>
            <a:chExt cx="287" cy="1695"/>
          </a:xfrm>
        </p:grpSpPr>
        <p:sp>
          <p:nvSpPr>
            <p:cNvPr id="534581" name="文本框 45154"/>
            <p:cNvSpPr txBox="1"/>
            <p:nvPr/>
          </p:nvSpPr>
          <p:spPr>
            <a:xfrm>
              <a:off x="1708" y="2217"/>
              <a:ext cx="275" cy="251"/>
            </a:xfrm>
            <a:prstGeom prst="rect">
              <a:avLst/>
            </a:prstGeom>
            <a:noFill/>
            <a:ln w="9525">
              <a:noFill/>
            </a:ln>
          </p:spPr>
          <p:txBody>
            <a:bodyPr wrap="non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是</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82" name="文本框 45155"/>
            <p:cNvSpPr txBox="1"/>
            <p:nvPr/>
          </p:nvSpPr>
          <p:spPr>
            <a:xfrm>
              <a:off x="1753" y="2583"/>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83" name="文本框 45156"/>
            <p:cNvSpPr txBox="1"/>
            <p:nvPr/>
          </p:nvSpPr>
          <p:spPr>
            <a:xfrm>
              <a:off x="1720" y="2961"/>
              <a:ext cx="275" cy="251"/>
            </a:xfrm>
            <a:prstGeom prst="rect">
              <a:avLst/>
            </a:prstGeom>
            <a:noFill/>
            <a:ln w="9525">
              <a:noFill/>
            </a:ln>
          </p:spPr>
          <p:txBody>
            <a:bodyPr wrap="non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未</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84" name="文本框 45157"/>
            <p:cNvSpPr txBox="1"/>
            <p:nvPr/>
          </p:nvSpPr>
          <p:spPr>
            <a:xfrm>
              <a:off x="1743" y="3328"/>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0</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85" name="文本框 45158"/>
            <p:cNvSpPr txBox="1"/>
            <p:nvPr/>
          </p:nvSpPr>
          <p:spPr>
            <a:xfrm>
              <a:off x="1743" y="3661"/>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3</a:t>
              </a:r>
              <a:endParaRPr lang="en-US" altLang="zh-CN" sz="2000">
                <a:solidFill>
                  <a:srgbClr val="FF3300"/>
                </a:solidFill>
                <a:latin typeface="Times New Roman" panose="02020603050405020304" pitchFamily="18" charset="0"/>
                <a:ea typeface="宋体" panose="02010600030101010101" pitchFamily="2" charset="-122"/>
              </a:endParaRPr>
            </a:p>
          </p:txBody>
        </p:sp>
      </p:grpSp>
      <p:grpSp>
        <p:nvGrpSpPr>
          <p:cNvPr id="45160" name="组合 45159"/>
          <p:cNvGrpSpPr/>
          <p:nvPr/>
        </p:nvGrpSpPr>
        <p:grpSpPr>
          <a:xfrm>
            <a:off x="7427913" y="3835400"/>
            <a:ext cx="455612" cy="2690813"/>
            <a:chOff x="1708" y="2217"/>
            <a:chExt cx="287" cy="1695"/>
          </a:xfrm>
        </p:grpSpPr>
        <p:sp>
          <p:nvSpPr>
            <p:cNvPr id="534587" name="文本框 45160"/>
            <p:cNvSpPr txBox="1"/>
            <p:nvPr/>
          </p:nvSpPr>
          <p:spPr>
            <a:xfrm>
              <a:off x="1708" y="2217"/>
              <a:ext cx="275" cy="251"/>
            </a:xfrm>
            <a:prstGeom prst="rect">
              <a:avLst/>
            </a:prstGeom>
            <a:noFill/>
            <a:ln w="9525">
              <a:noFill/>
            </a:ln>
          </p:spPr>
          <p:txBody>
            <a:bodyPr wrap="non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否</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88" name="文本框 45161"/>
            <p:cNvSpPr txBox="1"/>
            <p:nvPr/>
          </p:nvSpPr>
          <p:spPr>
            <a:xfrm>
              <a:off x="1753" y="2583"/>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0</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89" name="文本框 45162"/>
            <p:cNvSpPr txBox="1"/>
            <p:nvPr/>
          </p:nvSpPr>
          <p:spPr>
            <a:xfrm>
              <a:off x="1720" y="2961"/>
              <a:ext cx="275" cy="251"/>
            </a:xfrm>
            <a:prstGeom prst="rect">
              <a:avLst/>
            </a:prstGeom>
            <a:noFill/>
            <a:ln w="9525">
              <a:noFill/>
            </a:ln>
          </p:spPr>
          <p:txBody>
            <a:bodyPr wrap="non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是</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90" name="文本框 45163"/>
            <p:cNvSpPr txBox="1"/>
            <p:nvPr/>
          </p:nvSpPr>
          <p:spPr>
            <a:xfrm>
              <a:off x="1743" y="3328"/>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91" name="文本框 45164"/>
            <p:cNvSpPr txBox="1"/>
            <p:nvPr/>
          </p:nvSpPr>
          <p:spPr>
            <a:xfrm>
              <a:off x="1743" y="3661"/>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4</a:t>
              </a:r>
              <a:endParaRPr lang="en-US" altLang="zh-CN" sz="2000">
                <a:solidFill>
                  <a:srgbClr val="FF3300"/>
                </a:solidFill>
                <a:latin typeface="Times New Roman" panose="02020603050405020304" pitchFamily="18" charset="0"/>
                <a:ea typeface="宋体" panose="02010600030101010101" pitchFamily="2" charset="-122"/>
              </a:endParaRPr>
            </a:p>
          </p:txBody>
        </p:sp>
      </p:grpSp>
      <p:grpSp>
        <p:nvGrpSpPr>
          <p:cNvPr id="45166" name="组合 45165"/>
          <p:cNvGrpSpPr/>
          <p:nvPr/>
        </p:nvGrpSpPr>
        <p:grpSpPr>
          <a:xfrm>
            <a:off x="7902575" y="3835400"/>
            <a:ext cx="455613" cy="2690813"/>
            <a:chOff x="1708" y="2217"/>
            <a:chExt cx="287" cy="1695"/>
          </a:xfrm>
        </p:grpSpPr>
        <p:sp>
          <p:nvSpPr>
            <p:cNvPr id="534593" name="文本框 45166"/>
            <p:cNvSpPr txBox="1"/>
            <p:nvPr/>
          </p:nvSpPr>
          <p:spPr>
            <a:xfrm>
              <a:off x="1708" y="2217"/>
              <a:ext cx="275" cy="251"/>
            </a:xfrm>
            <a:prstGeom prst="rect">
              <a:avLst/>
            </a:prstGeom>
            <a:noFill/>
            <a:ln w="9525">
              <a:noFill/>
            </a:ln>
          </p:spPr>
          <p:txBody>
            <a:bodyPr wrap="non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否</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94" name="文本框 45167"/>
            <p:cNvSpPr txBox="1"/>
            <p:nvPr/>
          </p:nvSpPr>
          <p:spPr>
            <a:xfrm>
              <a:off x="1753" y="2583"/>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95" name="文本框 45168"/>
            <p:cNvSpPr txBox="1"/>
            <p:nvPr/>
          </p:nvSpPr>
          <p:spPr>
            <a:xfrm>
              <a:off x="1720" y="2961"/>
              <a:ext cx="275" cy="251"/>
            </a:xfrm>
            <a:prstGeom prst="rect">
              <a:avLst/>
            </a:prstGeom>
            <a:noFill/>
            <a:ln w="9525">
              <a:noFill/>
            </a:ln>
          </p:spPr>
          <p:txBody>
            <a:bodyPr wrap="non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未</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596" name="文本框 45169"/>
            <p:cNvSpPr txBox="1"/>
            <p:nvPr/>
          </p:nvSpPr>
          <p:spPr>
            <a:xfrm>
              <a:off x="1743" y="3328"/>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597" name="文本框 45170"/>
            <p:cNvSpPr txBox="1"/>
            <p:nvPr/>
          </p:nvSpPr>
          <p:spPr>
            <a:xfrm>
              <a:off x="1743" y="3661"/>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4</a:t>
              </a:r>
              <a:endParaRPr lang="en-US" altLang="zh-CN" sz="2000">
                <a:solidFill>
                  <a:srgbClr val="FF3300"/>
                </a:solidFill>
                <a:latin typeface="Times New Roman" panose="02020603050405020304" pitchFamily="18" charset="0"/>
                <a:ea typeface="宋体" panose="02010600030101010101" pitchFamily="2" charset="-122"/>
              </a:endParaRPr>
            </a:p>
          </p:txBody>
        </p:sp>
      </p:grpSp>
      <p:grpSp>
        <p:nvGrpSpPr>
          <p:cNvPr id="45184" name="组合 45183"/>
          <p:cNvGrpSpPr/>
          <p:nvPr/>
        </p:nvGrpSpPr>
        <p:grpSpPr>
          <a:xfrm>
            <a:off x="8372475" y="3825875"/>
            <a:ext cx="455613" cy="2690813"/>
            <a:chOff x="1708" y="2217"/>
            <a:chExt cx="287" cy="1695"/>
          </a:xfrm>
        </p:grpSpPr>
        <p:sp>
          <p:nvSpPr>
            <p:cNvPr id="534599" name="文本框 45184"/>
            <p:cNvSpPr txBox="1"/>
            <p:nvPr/>
          </p:nvSpPr>
          <p:spPr>
            <a:xfrm>
              <a:off x="1708" y="2217"/>
              <a:ext cx="275" cy="251"/>
            </a:xfrm>
            <a:prstGeom prst="rect">
              <a:avLst/>
            </a:prstGeom>
            <a:noFill/>
            <a:ln w="9525">
              <a:noFill/>
            </a:ln>
          </p:spPr>
          <p:txBody>
            <a:bodyPr wrap="non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否</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600" name="文本框 45185"/>
            <p:cNvSpPr txBox="1"/>
            <p:nvPr/>
          </p:nvSpPr>
          <p:spPr>
            <a:xfrm>
              <a:off x="1753" y="2583"/>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601" name="文本框 45186"/>
            <p:cNvSpPr txBox="1"/>
            <p:nvPr/>
          </p:nvSpPr>
          <p:spPr>
            <a:xfrm>
              <a:off x="1720" y="2961"/>
              <a:ext cx="275" cy="251"/>
            </a:xfrm>
            <a:prstGeom prst="rect">
              <a:avLst/>
            </a:prstGeom>
            <a:noFill/>
            <a:ln w="9525">
              <a:noFill/>
            </a:ln>
          </p:spPr>
          <p:txBody>
            <a:bodyPr wrap="non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未</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602" name="文本框 45187"/>
            <p:cNvSpPr txBox="1"/>
            <p:nvPr/>
          </p:nvSpPr>
          <p:spPr>
            <a:xfrm>
              <a:off x="1743" y="3328"/>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603" name="文本框 45188"/>
            <p:cNvSpPr txBox="1"/>
            <p:nvPr/>
          </p:nvSpPr>
          <p:spPr>
            <a:xfrm>
              <a:off x="1743" y="3661"/>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4</a:t>
              </a:r>
              <a:endParaRPr lang="en-US" altLang="zh-CN" sz="2000">
                <a:solidFill>
                  <a:srgbClr val="FF3300"/>
                </a:solidFill>
                <a:latin typeface="Times New Roman" panose="02020603050405020304" pitchFamily="18" charset="0"/>
                <a:ea typeface="宋体" panose="02010600030101010101" pitchFamily="2" charset="-122"/>
              </a:endParaRPr>
            </a:p>
          </p:txBody>
        </p:sp>
      </p:grpSp>
      <p:grpSp>
        <p:nvGrpSpPr>
          <p:cNvPr id="45190" name="组合 45189"/>
          <p:cNvGrpSpPr/>
          <p:nvPr/>
        </p:nvGrpSpPr>
        <p:grpSpPr>
          <a:xfrm>
            <a:off x="8785225" y="3819525"/>
            <a:ext cx="455613" cy="2690813"/>
            <a:chOff x="1708" y="2217"/>
            <a:chExt cx="287" cy="1695"/>
          </a:xfrm>
        </p:grpSpPr>
        <p:sp>
          <p:nvSpPr>
            <p:cNvPr id="534605" name="文本框 45190"/>
            <p:cNvSpPr txBox="1"/>
            <p:nvPr/>
          </p:nvSpPr>
          <p:spPr>
            <a:xfrm>
              <a:off x="1708" y="2217"/>
              <a:ext cx="275" cy="251"/>
            </a:xfrm>
            <a:prstGeom prst="rect">
              <a:avLst/>
            </a:prstGeom>
            <a:noFill/>
            <a:ln w="9525">
              <a:noFill/>
            </a:ln>
          </p:spPr>
          <p:txBody>
            <a:bodyPr wrap="non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否</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606" name="文本框 45191"/>
            <p:cNvSpPr txBox="1"/>
            <p:nvPr/>
          </p:nvSpPr>
          <p:spPr>
            <a:xfrm>
              <a:off x="1753" y="2583"/>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607" name="文本框 45192"/>
            <p:cNvSpPr txBox="1"/>
            <p:nvPr/>
          </p:nvSpPr>
          <p:spPr>
            <a:xfrm>
              <a:off x="1720" y="2961"/>
              <a:ext cx="275" cy="251"/>
            </a:xfrm>
            <a:prstGeom prst="rect">
              <a:avLst/>
            </a:prstGeom>
            <a:noFill/>
            <a:ln w="9525">
              <a:noFill/>
            </a:ln>
          </p:spPr>
          <p:txBody>
            <a:bodyPr wrap="none" anchor="t" anchorCtr="0">
              <a:spAutoFit/>
            </a:bodyPr>
            <a:p>
              <a:r>
                <a:rPr lang="zh-CN" altLang="en-US" sz="2000" dirty="0">
                  <a:solidFill>
                    <a:srgbClr val="FF3300"/>
                  </a:solidFill>
                  <a:latin typeface="Times New Roman" panose="02020603050405020304" pitchFamily="18" charset="0"/>
                  <a:ea typeface="宋体" panose="02010600030101010101" pitchFamily="2" charset="-122"/>
                </a:rPr>
                <a:t>未</a:t>
              </a:r>
              <a:endParaRPr lang="zh-CN" altLang="en-US" sz="2000" dirty="0">
                <a:solidFill>
                  <a:srgbClr val="FF3300"/>
                </a:solidFill>
                <a:latin typeface="Times New Roman" panose="02020603050405020304" pitchFamily="18" charset="0"/>
                <a:ea typeface="宋体" panose="02010600030101010101" pitchFamily="2" charset="-122"/>
              </a:endParaRPr>
            </a:p>
          </p:txBody>
        </p:sp>
        <p:sp>
          <p:nvSpPr>
            <p:cNvPr id="534608" name="文本框 45193"/>
            <p:cNvSpPr txBox="1"/>
            <p:nvPr/>
          </p:nvSpPr>
          <p:spPr>
            <a:xfrm>
              <a:off x="1743" y="3328"/>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1</a:t>
              </a:r>
              <a:endParaRPr lang="en-US" altLang="zh-CN" sz="2000">
                <a:solidFill>
                  <a:srgbClr val="FF3300"/>
                </a:solidFill>
                <a:latin typeface="Times New Roman" panose="02020603050405020304" pitchFamily="18" charset="0"/>
                <a:ea typeface="宋体" panose="02010600030101010101" pitchFamily="2" charset="-122"/>
              </a:endParaRPr>
            </a:p>
          </p:txBody>
        </p:sp>
        <p:sp>
          <p:nvSpPr>
            <p:cNvPr id="534609" name="文本框 45194"/>
            <p:cNvSpPr txBox="1"/>
            <p:nvPr/>
          </p:nvSpPr>
          <p:spPr>
            <a:xfrm>
              <a:off x="1743" y="3661"/>
              <a:ext cx="195" cy="251"/>
            </a:xfrm>
            <a:prstGeom prst="rect">
              <a:avLst/>
            </a:prstGeom>
            <a:noFill/>
            <a:ln w="9525">
              <a:noFill/>
            </a:ln>
          </p:spPr>
          <p:txBody>
            <a:bodyPr wrap="none" anchor="t" anchorCtr="0">
              <a:spAutoFit/>
            </a:bodyPr>
            <a:p>
              <a:r>
                <a:rPr lang="en-US" altLang="zh-CN" sz="2000">
                  <a:solidFill>
                    <a:srgbClr val="FF3300"/>
                  </a:solidFill>
                  <a:latin typeface="Times New Roman" panose="02020603050405020304" pitchFamily="18" charset="0"/>
                  <a:ea typeface="宋体" panose="02010600030101010101" pitchFamily="2" charset="-122"/>
                </a:rPr>
                <a:t>4</a:t>
              </a:r>
              <a:endParaRPr lang="en-US" altLang="zh-CN" sz="2000">
                <a:solidFill>
                  <a:srgbClr val="FF3300"/>
                </a:solidFill>
                <a:latin typeface="Times New Roman" panose="02020603050405020304" pitchFamily="18" charset="0"/>
                <a:ea typeface="宋体" panose="02010600030101010101" pitchFamily="2" charset="-122"/>
              </a:endParaRPr>
            </a:p>
          </p:txBody>
        </p:sp>
      </p:grpSp>
      <p:grpSp>
        <p:nvGrpSpPr>
          <p:cNvPr id="45204" name="组合 45203"/>
          <p:cNvGrpSpPr/>
          <p:nvPr/>
        </p:nvGrpSpPr>
        <p:grpSpPr>
          <a:xfrm>
            <a:off x="2414588" y="2709863"/>
            <a:ext cx="7853362" cy="4221162"/>
            <a:chOff x="620" y="1474"/>
            <a:chExt cx="4947" cy="2659"/>
          </a:xfrm>
        </p:grpSpPr>
        <p:sp>
          <p:nvSpPr>
            <p:cNvPr id="534611" name="直接连接符 45080"/>
            <p:cNvSpPr/>
            <p:nvPr/>
          </p:nvSpPr>
          <p:spPr>
            <a:xfrm>
              <a:off x="2275" y="1789"/>
              <a:ext cx="0" cy="2166"/>
            </a:xfrm>
            <a:prstGeom prst="line">
              <a:avLst/>
            </a:prstGeom>
            <a:ln w="9525" cap="flat" cmpd="sng">
              <a:solidFill>
                <a:schemeClr val="accent2"/>
              </a:solidFill>
              <a:prstDash val="solid"/>
              <a:round/>
              <a:headEnd type="none" w="med" len="med"/>
              <a:tailEnd type="none" w="med" len="med"/>
            </a:ln>
          </p:spPr>
        </p:sp>
        <p:sp>
          <p:nvSpPr>
            <p:cNvPr id="534612" name="文本框 45091"/>
            <p:cNvSpPr txBox="1"/>
            <p:nvPr/>
          </p:nvSpPr>
          <p:spPr>
            <a:xfrm>
              <a:off x="753" y="1474"/>
              <a:ext cx="1601" cy="232"/>
            </a:xfrm>
            <a:prstGeom prst="rect">
              <a:avLst/>
            </a:prstGeom>
            <a:noFill/>
            <a:ln w="9525">
              <a:noFill/>
            </a:ln>
          </p:spPr>
          <p:txBody>
            <a:bodyPr wrap="none" anchor="t" anchorCtr="0">
              <a:spAutoFit/>
            </a:bodyPr>
            <a:p>
              <a:r>
                <a:rPr lang="zh-CN" altLang="en-US" dirty="0">
                  <a:solidFill>
                    <a:schemeClr val="accent1"/>
                  </a:solidFill>
                  <a:latin typeface="Times New Roman" panose="02020603050405020304" pitchFamily="18" charset="0"/>
                  <a:ea typeface="宋体" panose="02010600030101010101" pitchFamily="2" charset="-122"/>
                </a:rPr>
                <a:t>例 输入：</a:t>
              </a:r>
              <a:r>
                <a:rPr lang="en-US" altLang="zh-CN">
                  <a:solidFill>
                    <a:srgbClr val="0000FF"/>
                  </a:solidFill>
                  <a:latin typeface="Times New Roman" panose="02020603050405020304" pitchFamily="18" charset="0"/>
                  <a:ea typeface="宋体" panose="02010600030101010101" pitchFamily="2" charset="-122"/>
                </a:rPr>
                <a:t>I </a:t>
              </a:r>
              <a:r>
                <a:rPr lang="en-US" altLang="zh-CN">
                  <a:solidFill>
                    <a:srgbClr val="0000FF"/>
                  </a:solidFill>
                  <a:latin typeface="Times New Roman" panose="02020603050405020304" pitchFamily="18" charset="0"/>
                  <a:ea typeface="宋体" panose="02010600030101010101" pitchFamily="2" charset="-122"/>
                  <a:sym typeface="Wingdings 3" panose="05040102010807070707" pitchFamily="18" charset="2"/>
                </a:rPr>
                <a:t></a:t>
              </a:r>
              <a:r>
                <a:rPr lang="en-US" altLang="zh-CN">
                  <a:solidFill>
                    <a:srgbClr val="0000FF"/>
                  </a:solidFill>
                  <a:latin typeface="Times New Roman" panose="02020603050405020304" pitchFamily="18" charset="0"/>
                  <a:ea typeface="宋体" panose="02010600030101010101" pitchFamily="2" charset="-122"/>
                </a:rPr>
                <a:t>am </a:t>
              </a:r>
              <a:r>
                <a:rPr lang="en-US" altLang="zh-CN">
                  <a:solidFill>
                    <a:srgbClr val="0000FF"/>
                  </a:solidFill>
                  <a:latin typeface="Times New Roman" panose="02020603050405020304" pitchFamily="18" charset="0"/>
                  <a:ea typeface="宋体" panose="02010600030101010101" pitchFamily="2" charset="-122"/>
                  <a:sym typeface="Wingdings 3" panose="05040102010807070707" pitchFamily="18" charset="2"/>
                </a:rPr>
                <a:t></a:t>
              </a:r>
              <a:r>
                <a:rPr lang="en-US" altLang="zh-CN">
                  <a:solidFill>
                    <a:srgbClr val="0000FF"/>
                  </a:solidFill>
                  <a:latin typeface="Times New Roman" panose="02020603050405020304" pitchFamily="18" charset="0"/>
                  <a:ea typeface="宋体" panose="02010600030101010101" pitchFamily="2" charset="-122"/>
                </a:rPr>
                <a:t>a </a:t>
              </a:r>
              <a:r>
                <a:rPr lang="en-US" altLang="zh-CN">
                  <a:solidFill>
                    <a:srgbClr val="0000FF"/>
                  </a:solidFill>
                  <a:latin typeface="Times New Roman" panose="02020603050405020304" pitchFamily="18" charset="0"/>
                  <a:ea typeface="宋体" panose="02010600030101010101" pitchFamily="2" charset="-122"/>
                  <a:sym typeface="Wingdings 3" panose="05040102010807070707" pitchFamily="18" charset="2"/>
                </a:rPr>
                <a:t></a:t>
              </a:r>
              <a:r>
                <a:rPr lang="en-US" altLang="zh-CN">
                  <a:solidFill>
                    <a:srgbClr val="0000FF"/>
                  </a:solidFill>
                  <a:latin typeface="Times New Roman" panose="02020603050405020304" pitchFamily="18" charset="0"/>
                  <a:ea typeface="宋体" panose="02010600030101010101" pitchFamily="2" charset="-122"/>
                </a:rPr>
                <a:t>boy.</a:t>
              </a:r>
              <a:r>
                <a:rPr lang="en-US" altLang="zh-CN">
                  <a:solidFill>
                    <a:schemeClr val="bg2"/>
                  </a:solidFill>
                  <a:latin typeface="Times New Roman" panose="02020603050405020304" pitchFamily="18" charset="0"/>
                  <a:ea typeface="宋体" panose="02010600030101010101" pitchFamily="2" charset="-122"/>
                </a:rPr>
                <a:t> </a:t>
              </a:r>
              <a:endParaRPr lang="en-US" altLang="zh-CN">
                <a:solidFill>
                  <a:schemeClr val="bg2"/>
                </a:solidFill>
                <a:latin typeface="Times New Roman" panose="02020603050405020304" pitchFamily="18" charset="0"/>
                <a:ea typeface="宋体" panose="02010600030101010101" pitchFamily="2" charset="-122"/>
              </a:endParaRPr>
            </a:p>
          </p:txBody>
        </p:sp>
        <p:sp>
          <p:nvSpPr>
            <p:cNvPr id="534613" name="矩形 45072"/>
            <p:cNvSpPr/>
            <p:nvPr/>
          </p:nvSpPr>
          <p:spPr>
            <a:xfrm>
              <a:off x="622" y="1783"/>
              <a:ext cx="4257" cy="2178"/>
            </a:xfrm>
            <a:prstGeom prst="rect">
              <a:avLst/>
            </a:prstGeom>
            <a:noFill/>
            <a:ln w="25400" cap="flat" cmpd="sng">
              <a:solidFill>
                <a:srgbClr val="0070C0"/>
              </a:solidFill>
              <a:prstDash val="solid"/>
              <a:miter/>
              <a:headEnd type="none" w="med" len="med"/>
              <a:tailEnd type="none" w="med" len="med"/>
            </a:ln>
          </p:spPr>
          <p:txBody>
            <a:bodyPr anchor="t" anchorCtr="0"/>
            <a:p>
              <a:endParaRPr lang="zh-CN" altLang="en-US">
                <a:latin typeface="Calibri" panose="020F0502020204030204" pitchFamily="34" charset="0"/>
                <a:ea typeface="宋体" panose="02010600030101010101" pitchFamily="2" charset="-122"/>
              </a:endParaRPr>
            </a:p>
          </p:txBody>
        </p:sp>
        <p:sp>
          <p:nvSpPr>
            <p:cNvPr id="534614" name="直接连接符 45073"/>
            <p:cNvSpPr/>
            <p:nvPr/>
          </p:nvSpPr>
          <p:spPr>
            <a:xfrm flipV="1">
              <a:off x="622" y="2133"/>
              <a:ext cx="4247" cy="1"/>
            </a:xfrm>
            <a:prstGeom prst="line">
              <a:avLst/>
            </a:prstGeom>
            <a:ln w="9525" cap="flat" cmpd="sng">
              <a:solidFill>
                <a:schemeClr val="accent2"/>
              </a:solidFill>
              <a:prstDash val="solid"/>
              <a:round/>
              <a:headEnd type="none" w="med" len="med"/>
              <a:tailEnd type="none" w="med" len="med"/>
            </a:ln>
          </p:spPr>
        </p:sp>
        <p:sp>
          <p:nvSpPr>
            <p:cNvPr id="534615" name="直接连接符 45074"/>
            <p:cNvSpPr/>
            <p:nvPr/>
          </p:nvSpPr>
          <p:spPr>
            <a:xfrm flipV="1">
              <a:off x="622" y="2501"/>
              <a:ext cx="4247" cy="1"/>
            </a:xfrm>
            <a:prstGeom prst="line">
              <a:avLst/>
            </a:prstGeom>
            <a:ln w="9525" cap="flat" cmpd="sng">
              <a:solidFill>
                <a:schemeClr val="accent2"/>
              </a:solidFill>
              <a:prstDash val="solid"/>
              <a:round/>
              <a:headEnd type="none" w="med" len="med"/>
              <a:tailEnd type="none" w="med" len="med"/>
            </a:ln>
          </p:spPr>
        </p:sp>
        <p:sp>
          <p:nvSpPr>
            <p:cNvPr id="534616" name="直接连接符 45075"/>
            <p:cNvSpPr/>
            <p:nvPr/>
          </p:nvSpPr>
          <p:spPr>
            <a:xfrm flipV="1">
              <a:off x="622" y="2869"/>
              <a:ext cx="4247" cy="1"/>
            </a:xfrm>
            <a:prstGeom prst="line">
              <a:avLst/>
            </a:prstGeom>
            <a:ln w="9525" cap="flat" cmpd="sng">
              <a:solidFill>
                <a:schemeClr val="accent1"/>
              </a:solidFill>
              <a:prstDash val="solid"/>
              <a:round/>
              <a:headEnd type="none" w="med" len="med"/>
              <a:tailEnd type="none" w="med" len="med"/>
            </a:ln>
          </p:spPr>
        </p:sp>
        <p:sp>
          <p:nvSpPr>
            <p:cNvPr id="534617" name="直接连接符 45076"/>
            <p:cNvSpPr/>
            <p:nvPr/>
          </p:nvSpPr>
          <p:spPr>
            <a:xfrm flipV="1">
              <a:off x="622" y="3237"/>
              <a:ext cx="4247" cy="1"/>
            </a:xfrm>
            <a:prstGeom prst="line">
              <a:avLst/>
            </a:prstGeom>
            <a:ln w="9525" cap="flat" cmpd="sng">
              <a:solidFill>
                <a:schemeClr val="accent2"/>
              </a:solidFill>
              <a:prstDash val="solid"/>
              <a:round/>
              <a:headEnd type="none" w="med" len="med"/>
              <a:tailEnd type="none" w="med" len="med"/>
            </a:ln>
          </p:spPr>
        </p:sp>
        <p:sp>
          <p:nvSpPr>
            <p:cNvPr id="534618" name="直接连接符 45077"/>
            <p:cNvSpPr/>
            <p:nvPr/>
          </p:nvSpPr>
          <p:spPr>
            <a:xfrm flipV="1">
              <a:off x="622" y="3606"/>
              <a:ext cx="4247" cy="1"/>
            </a:xfrm>
            <a:prstGeom prst="line">
              <a:avLst/>
            </a:prstGeom>
            <a:ln w="9525" cap="flat" cmpd="sng">
              <a:solidFill>
                <a:schemeClr val="accent2"/>
              </a:solidFill>
              <a:prstDash val="solid"/>
              <a:round/>
              <a:headEnd type="none" w="med" len="med"/>
              <a:tailEnd type="none" w="med" len="med"/>
            </a:ln>
          </p:spPr>
        </p:sp>
        <p:sp>
          <p:nvSpPr>
            <p:cNvPr id="534619" name="直接连接符 45078"/>
            <p:cNvSpPr/>
            <p:nvPr/>
          </p:nvSpPr>
          <p:spPr>
            <a:xfrm>
              <a:off x="1695" y="1783"/>
              <a:ext cx="0" cy="2166"/>
            </a:xfrm>
            <a:prstGeom prst="line">
              <a:avLst/>
            </a:prstGeom>
            <a:ln w="9525" cap="flat" cmpd="sng">
              <a:solidFill>
                <a:schemeClr val="accent2"/>
              </a:solidFill>
              <a:prstDash val="solid"/>
              <a:round/>
              <a:headEnd type="none" w="med" len="med"/>
              <a:tailEnd type="none" w="med" len="med"/>
            </a:ln>
          </p:spPr>
        </p:sp>
        <p:sp>
          <p:nvSpPr>
            <p:cNvPr id="534620" name="直接连接符 45079"/>
            <p:cNvSpPr/>
            <p:nvPr/>
          </p:nvSpPr>
          <p:spPr>
            <a:xfrm>
              <a:off x="1982" y="1789"/>
              <a:ext cx="0" cy="2166"/>
            </a:xfrm>
            <a:prstGeom prst="line">
              <a:avLst/>
            </a:prstGeom>
            <a:ln w="9525" cap="flat" cmpd="sng">
              <a:solidFill>
                <a:schemeClr val="accent2"/>
              </a:solidFill>
              <a:prstDash val="solid"/>
              <a:round/>
              <a:headEnd type="none" w="med" len="med"/>
              <a:tailEnd type="none" w="med" len="med"/>
            </a:ln>
          </p:spPr>
        </p:sp>
        <p:sp>
          <p:nvSpPr>
            <p:cNvPr id="534621" name="直接连接符 45081"/>
            <p:cNvSpPr/>
            <p:nvPr/>
          </p:nvSpPr>
          <p:spPr>
            <a:xfrm>
              <a:off x="2568" y="1789"/>
              <a:ext cx="0" cy="2166"/>
            </a:xfrm>
            <a:prstGeom prst="line">
              <a:avLst/>
            </a:prstGeom>
            <a:ln w="9525" cap="flat" cmpd="sng">
              <a:solidFill>
                <a:schemeClr val="accent2"/>
              </a:solidFill>
              <a:prstDash val="solid"/>
              <a:round/>
              <a:headEnd type="none" w="med" len="med"/>
              <a:tailEnd type="none" w="med" len="med"/>
            </a:ln>
          </p:spPr>
        </p:sp>
        <p:sp>
          <p:nvSpPr>
            <p:cNvPr id="534622" name="直接连接符 45082"/>
            <p:cNvSpPr/>
            <p:nvPr/>
          </p:nvSpPr>
          <p:spPr>
            <a:xfrm>
              <a:off x="2861" y="1789"/>
              <a:ext cx="0" cy="2166"/>
            </a:xfrm>
            <a:prstGeom prst="line">
              <a:avLst/>
            </a:prstGeom>
            <a:ln w="9525" cap="flat" cmpd="sng">
              <a:solidFill>
                <a:schemeClr val="accent2"/>
              </a:solidFill>
              <a:prstDash val="solid"/>
              <a:round/>
              <a:headEnd type="none" w="med" len="med"/>
              <a:tailEnd type="none" w="med" len="med"/>
            </a:ln>
          </p:spPr>
        </p:sp>
        <p:sp>
          <p:nvSpPr>
            <p:cNvPr id="534623" name="直接连接符 45083"/>
            <p:cNvSpPr/>
            <p:nvPr/>
          </p:nvSpPr>
          <p:spPr>
            <a:xfrm>
              <a:off x="3154" y="1789"/>
              <a:ext cx="0" cy="2166"/>
            </a:xfrm>
            <a:prstGeom prst="line">
              <a:avLst/>
            </a:prstGeom>
            <a:ln w="9525" cap="flat" cmpd="sng">
              <a:solidFill>
                <a:schemeClr val="accent2"/>
              </a:solidFill>
              <a:prstDash val="solid"/>
              <a:round/>
              <a:headEnd type="none" w="med" len="med"/>
              <a:tailEnd type="none" w="med" len="med"/>
            </a:ln>
          </p:spPr>
        </p:sp>
        <p:sp>
          <p:nvSpPr>
            <p:cNvPr id="534624" name="直接连接符 45084"/>
            <p:cNvSpPr/>
            <p:nvPr/>
          </p:nvSpPr>
          <p:spPr>
            <a:xfrm>
              <a:off x="3447" y="1789"/>
              <a:ext cx="0" cy="2166"/>
            </a:xfrm>
            <a:prstGeom prst="line">
              <a:avLst/>
            </a:prstGeom>
            <a:ln w="9525" cap="flat" cmpd="sng">
              <a:solidFill>
                <a:schemeClr val="accent2"/>
              </a:solidFill>
              <a:prstDash val="solid"/>
              <a:round/>
              <a:headEnd type="none" w="med" len="med"/>
              <a:tailEnd type="none" w="med" len="med"/>
            </a:ln>
          </p:spPr>
        </p:sp>
        <p:sp>
          <p:nvSpPr>
            <p:cNvPr id="534625" name="直接连接符 45085"/>
            <p:cNvSpPr/>
            <p:nvPr/>
          </p:nvSpPr>
          <p:spPr>
            <a:xfrm>
              <a:off x="3724" y="1783"/>
              <a:ext cx="0" cy="2166"/>
            </a:xfrm>
            <a:prstGeom prst="line">
              <a:avLst/>
            </a:prstGeom>
            <a:ln w="9525" cap="flat" cmpd="sng">
              <a:solidFill>
                <a:schemeClr val="accent2"/>
              </a:solidFill>
              <a:prstDash val="solid"/>
              <a:round/>
              <a:headEnd type="none" w="med" len="med"/>
              <a:tailEnd type="none" w="med" len="med"/>
            </a:ln>
          </p:spPr>
        </p:sp>
        <p:sp>
          <p:nvSpPr>
            <p:cNvPr id="534626" name="直接连接符 45086"/>
            <p:cNvSpPr/>
            <p:nvPr/>
          </p:nvSpPr>
          <p:spPr>
            <a:xfrm>
              <a:off x="4033" y="1789"/>
              <a:ext cx="0" cy="2166"/>
            </a:xfrm>
            <a:prstGeom prst="line">
              <a:avLst/>
            </a:prstGeom>
            <a:ln w="9525" cap="flat" cmpd="sng">
              <a:solidFill>
                <a:schemeClr val="accent2"/>
              </a:solidFill>
              <a:prstDash val="solid"/>
              <a:round/>
              <a:headEnd type="none" w="med" len="med"/>
              <a:tailEnd type="none" w="med" len="med"/>
            </a:ln>
          </p:spPr>
        </p:sp>
        <p:sp>
          <p:nvSpPr>
            <p:cNvPr id="534627" name="直接连接符 45087"/>
            <p:cNvSpPr/>
            <p:nvPr/>
          </p:nvSpPr>
          <p:spPr>
            <a:xfrm>
              <a:off x="4326" y="1783"/>
              <a:ext cx="0" cy="2166"/>
            </a:xfrm>
            <a:prstGeom prst="line">
              <a:avLst/>
            </a:prstGeom>
            <a:ln w="9525" cap="flat" cmpd="sng">
              <a:solidFill>
                <a:schemeClr val="accent2"/>
              </a:solidFill>
              <a:prstDash val="solid"/>
              <a:round/>
              <a:headEnd type="none" w="med" len="med"/>
              <a:tailEnd type="none" w="med" len="med"/>
            </a:ln>
          </p:spPr>
        </p:sp>
        <p:sp>
          <p:nvSpPr>
            <p:cNvPr id="534628" name="直接连接符 45088"/>
            <p:cNvSpPr/>
            <p:nvPr/>
          </p:nvSpPr>
          <p:spPr>
            <a:xfrm>
              <a:off x="4619" y="1789"/>
              <a:ext cx="0" cy="2166"/>
            </a:xfrm>
            <a:prstGeom prst="line">
              <a:avLst/>
            </a:prstGeom>
            <a:ln w="9525" cap="flat" cmpd="sng">
              <a:solidFill>
                <a:schemeClr val="accent2"/>
              </a:solidFill>
              <a:prstDash val="solid"/>
              <a:round/>
              <a:headEnd type="none" w="med" len="med"/>
              <a:tailEnd type="none" w="med" len="med"/>
            </a:ln>
          </p:spPr>
        </p:sp>
        <p:sp>
          <p:nvSpPr>
            <p:cNvPr id="534629" name="文本框 45092"/>
            <p:cNvSpPr txBox="1"/>
            <p:nvPr/>
          </p:nvSpPr>
          <p:spPr>
            <a:xfrm>
              <a:off x="753" y="1833"/>
              <a:ext cx="755" cy="251"/>
            </a:xfrm>
            <a:prstGeom prst="rect">
              <a:avLst/>
            </a:prstGeom>
            <a:noFill/>
            <a:ln w="9525">
              <a:noFill/>
            </a:ln>
          </p:spPr>
          <p:txBody>
            <a:bodyPr wrap="none" anchor="t" anchorCtr="0">
              <a:spAutoFit/>
            </a:bodyPr>
            <a:p>
              <a:r>
                <a:rPr lang="zh-CN" altLang="en-US" sz="2000" dirty="0">
                  <a:solidFill>
                    <a:schemeClr val="accent1"/>
                  </a:solidFill>
                  <a:latin typeface="Times New Roman" panose="02020603050405020304" pitchFamily="18" charset="0"/>
                  <a:ea typeface="宋体" panose="02010600030101010101" pitchFamily="2" charset="-122"/>
                </a:rPr>
                <a:t>当前字符</a:t>
              </a:r>
              <a:endParaRPr lang="zh-CN" altLang="en-US" sz="2000" dirty="0">
                <a:solidFill>
                  <a:schemeClr val="accent1"/>
                </a:solidFill>
                <a:latin typeface="Times New Roman" panose="02020603050405020304" pitchFamily="18" charset="0"/>
                <a:ea typeface="宋体" panose="02010600030101010101" pitchFamily="2" charset="-122"/>
              </a:endParaRPr>
            </a:p>
          </p:txBody>
        </p:sp>
        <p:sp>
          <p:nvSpPr>
            <p:cNvPr id="534630" name="文本框 45093"/>
            <p:cNvSpPr txBox="1"/>
            <p:nvPr/>
          </p:nvSpPr>
          <p:spPr>
            <a:xfrm>
              <a:off x="731" y="2173"/>
              <a:ext cx="755" cy="251"/>
            </a:xfrm>
            <a:prstGeom prst="rect">
              <a:avLst/>
            </a:prstGeom>
            <a:noFill/>
            <a:ln w="9525">
              <a:noFill/>
            </a:ln>
          </p:spPr>
          <p:txBody>
            <a:bodyPr wrap="none" anchor="t" anchorCtr="0">
              <a:spAutoFit/>
            </a:bodyPr>
            <a:p>
              <a:pPr>
                <a:buSzTx/>
              </a:pPr>
              <a:r>
                <a:rPr lang="zh-CN" altLang="en-US" sz="2000" dirty="0">
                  <a:solidFill>
                    <a:schemeClr val="accent1"/>
                  </a:solidFill>
                  <a:latin typeface="Times New Roman" panose="02020603050405020304" pitchFamily="18" charset="0"/>
                  <a:ea typeface="宋体" panose="02010600030101010101" pitchFamily="2" charset="-122"/>
                </a:rPr>
                <a:t>是否空格</a:t>
              </a:r>
              <a:endParaRPr lang="zh-CN" altLang="en-US" sz="2000" dirty="0">
                <a:solidFill>
                  <a:schemeClr val="accent1"/>
                </a:solidFill>
                <a:latin typeface="Times New Roman" panose="02020603050405020304" pitchFamily="18" charset="0"/>
                <a:ea typeface="宋体" panose="02010600030101010101" pitchFamily="2" charset="-122"/>
              </a:endParaRPr>
            </a:p>
          </p:txBody>
        </p:sp>
        <p:sp>
          <p:nvSpPr>
            <p:cNvPr id="534631" name="文本框 45094"/>
            <p:cNvSpPr txBox="1"/>
            <p:nvPr/>
          </p:nvSpPr>
          <p:spPr>
            <a:xfrm>
              <a:off x="709" y="2550"/>
              <a:ext cx="764" cy="251"/>
            </a:xfrm>
            <a:prstGeom prst="rect">
              <a:avLst/>
            </a:prstGeom>
            <a:noFill/>
            <a:ln w="9525">
              <a:noFill/>
            </a:ln>
          </p:spPr>
          <p:txBody>
            <a:bodyPr wrap="none" anchor="t" anchorCtr="0">
              <a:spAutoFit/>
            </a:bodyPr>
            <a:p>
              <a:pPr>
                <a:buSzTx/>
              </a:pPr>
              <a:r>
                <a:rPr lang="zh-CN" altLang="en-US" sz="2000" dirty="0">
                  <a:solidFill>
                    <a:schemeClr val="accent1"/>
                  </a:solidFill>
                  <a:latin typeface="Times New Roman" panose="02020603050405020304" pitchFamily="18" charset="0"/>
                  <a:ea typeface="宋体" panose="02010600030101010101" pitchFamily="2" charset="-122"/>
                </a:rPr>
                <a:t>word原值</a:t>
              </a:r>
              <a:endParaRPr lang="zh-CN" altLang="en-US" sz="2000" dirty="0">
                <a:solidFill>
                  <a:schemeClr val="accent1"/>
                </a:solidFill>
                <a:latin typeface="Times New Roman" panose="02020603050405020304" pitchFamily="18" charset="0"/>
                <a:ea typeface="宋体" panose="02010600030101010101" pitchFamily="2" charset="-122"/>
              </a:endParaRPr>
            </a:p>
          </p:txBody>
        </p:sp>
        <p:sp>
          <p:nvSpPr>
            <p:cNvPr id="534632" name="文本框 45095"/>
            <p:cNvSpPr txBox="1"/>
            <p:nvPr/>
          </p:nvSpPr>
          <p:spPr>
            <a:xfrm>
              <a:off x="620" y="2917"/>
              <a:ext cx="1075" cy="251"/>
            </a:xfrm>
            <a:prstGeom prst="rect">
              <a:avLst/>
            </a:prstGeom>
            <a:noFill/>
            <a:ln w="9525">
              <a:noFill/>
            </a:ln>
          </p:spPr>
          <p:txBody>
            <a:bodyPr wrap="none" anchor="t" anchorCtr="0">
              <a:spAutoFit/>
            </a:bodyPr>
            <a:p>
              <a:pPr>
                <a:buSzTx/>
              </a:pPr>
              <a:r>
                <a:rPr lang="zh-CN" altLang="en-US" sz="2000" dirty="0">
                  <a:solidFill>
                    <a:schemeClr val="accent1"/>
                  </a:solidFill>
                  <a:latin typeface="Times New Roman" panose="02020603050405020304" pitchFamily="18" charset="0"/>
                  <a:ea typeface="宋体" panose="02010600030101010101" pitchFamily="2" charset="-122"/>
                </a:rPr>
                <a:t>新单词开始否</a:t>
              </a:r>
              <a:endParaRPr lang="zh-CN" altLang="en-US" sz="2000" dirty="0">
                <a:solidFill>
                  <a:schemeClr val="accent1"/>
                </a:solidFill>
                <a:latin typeface="Times New Roman" panose="02020603050405020304" pitchFamily="18" charset="0"/>
                <a:ea typeface="宋体" panose="02010600030101010101" pitchFamily="2" charset="-122"/>
              </a:endParaRPr>
            </a:p>
          </p:txBody>
        </p:sp>
        <p:sp>
          <p:nvSpPr>
            <p:cNvPr id="534633" name="文本框 45096"/>
            <p:cNvSpPr txBox="1"/>
            <p:nvPr/>
          </p:nvSpPr>
          <p:spPr>
            <a:xfrm>
              <a:off x="720" y="3273"/>
              <a:ext cx="764" cy="251"/>
            </a:xfrm>
            <a:prstGeom prst="rect">
              <a:avLst/>
            </a:prstGeom>
            <a:noFill/>
            <a:ln w="9525">
              <a:noFill/>
            </a:ln>
          </p:spPr>
          <p:txBody>
            <a:bodyPr wrap="none" anchor="t" anchorCtr="0">
              <a:spAutoFit/>
            </a:bodyPr>
            <a:p>
              <a:pPr>
                <a:buSzTx/>
              </a:pPr>
              <a:r>
                <a:rPr lang="zh-CN" altLang="en-US" sz="2000" dirty="0">
                  <a:solidFill>
                    <a:schemeClr val="accent1"/>
                  </a:solidFill>
                  <a:latin typeface="Times New Roman" panose="02020603050405020304" pitchFamily="18" charset="0"/>
                  <a:ea typeface="宋体" panose="02010600030101010101" pitchFamily="2" charset="-122"/>
                </a:rPr>
                <a:t>word新值</a:t>
              </a:r>
              <a:endParaRPr lang="zh-CN" altLang="en-US" sz="2000" dirty="0">
                <a:solidFill>
                  <a:schemeClr val="accent1"/>
                </a:solidFill>
                <a:latin typeface="Times New Roman" panose="02020603050405020304" pitchFamily="18" charset="0"/>
                <a:ea typeface="宋体" panose="02010600030101010101" pitchFamily="2" charset="-122"/>
              </a:endParaRPr>
            </a:p>
          </p:txBody>
        </p:sp>
        <p:sp>
          <p:nvSpPr>
            <p:cNvPr id="534634" name="文本框 45097"/>
            <p:cNvSpPr txBox="1"/>
            <p:nvPr/>
          </p:nvSpPr>
          <p:spPr>
            <a:xfrm>
              <a:off x="787" y="3672"/>
              <a:ext cx="560" cy="251"/>
            </a:xfrm>
            <a:prstGeom prst="rect">
              <a:avLst/>
            </a:prstGeom>
            <a:noFill/>
            <a:ln w="9525">
              <a:noFill/>
            </a:ln>
          </p:spPr>
          <p:txBody>
            <a:bodyPr wrap="none" anchor="t" anchorCtr="0">
              <a:spAutoFit/>
            </a:bodyPr>
            <a:p>
              <a:pPr>
                <a:buSzTx/>
              </a:pPr>
              <a:r>
                <a:rPr lang="zh-CN" altLang="en-US" sz="2000" dirty="0">
                  <a:solidFill>
                    <a:schemeClr val="accent1"/>
                  </a:solidFill>
                  <a:latin typeface="Times New Roman" panose="02020603050405020304" pitchFamily="18" charset="0"/>
                  <a:ea typeface="宋体" panose="02010600030101010101" pitchFamily="2" charset="-122"/>
                </a:rPr>
                <a:t>num值</a:t>
              </a:r>
              <a:endParaRPr lang="zh-CN" altLang="en-US" sz="2000" dirty="0">
                <a:solidFill>
                  <a:schemeClr val="accent1"/>
                </a:solidFill>
                <a:latin typeface="Times New Roman" panose="02020603050405020304" pitchFamily="18" charset="0"/>
                <a:ea typeface="宋体" panose="02010600030101010101" pitchFamily="2" charset="-122"/>
              </a:endParaRPr>
            </a:p>
          </p:txBody>
        </p:sp>
        <p:sp>
          <p:nvSpPr>
            <p:cNvPr id="534635" name="文本框 45099"/>
            <p:cNvSpPr txBox="1"/>
            <p:nvPr/>
          </p:nvSpPr>
          <p:spPr>
            <a:xfrm>
              <a:off x="2016" y="1844"/>
              <a:ext cx="202" cy="251"/>
            </a:xfrm>
            <a:prstGeom prst="rect">
              <a:avLst/>
            </a:prstGeom>
            <a:noFill/>
            <a:ln w="9525">
              <a:noFill/>
            </a:ln>
          </p:spPr>
          <p:txBody>
            <a:bodyPr wrap="none" anchor="t" anchorCtr="0">
              <a:spAutoFit/>
            </a:bodyPr>
            <a:p>
              <a:r>
                <a:rPr lang="en-US" altLang="zh-CN" sz="2000" dirty="0">
                  <a:solidFill>
                    <a:srgbClr val="0000FF"/>
                  </a:solidFill>
                  <a:latin typeface="Times New Roman" panose="02020603050405020304" pitchFamily="18" charset="0"/>
                  <a:ea typeface="宋体" panose="02010600030101010101" pitchFamily="2" charset="-122"/>
                  <a:sym typeface="Wingdings 3" panose="05040102010807070707" pitchFamily="18" charset="2"/>
                </a:rPr>
                <a:t></a:t>
              </a:r>
              <a:endParaRPr lang="en-US" altLang="zh-CN" sz="2000" dirty="0">
                <a:solidFill>
                  <a:srgbClr val="0000FF"/>
                </a:solidFill>
                <a:latin typeface="Times New Roman" panose="02020603050405020304" pitchFamily="18" charset="0"/>
                <a:ea typeface="宋体" panose="02010600030101010101" pitchFamily="2" charset="-122"/>
              </a:endParaRPr>
            </a:p>
          </p:txBody>
        </p:sp>
        <p:sp>
          <p:nvSpPr>
            <p:cNvPr id="534636" name="文本框 45100"/>
            <p:cNvSpPr txBox="1"/>
            <p:nvPr/>
          </p:nvSpPr>
          <p:spPr>
            <a:xfrm>
              <a:off x="2915" y="1844"/>
              <a:ext cx="202" cy="251"/>
            </a:xfrm>
            <a:prstGeom prst="rect">
              <a:avLst/>
            </a:prstGeom>
            <a:noFill/>
            <a:ln w="9525">
              <a:noFill/>
            </a:ln>
          </p:spPr>
          <p:txBody>
            <a:bodyPr wrap="none" anchor="t" anchorCtr="0">
              <a:spAutoFit/>
            </a:bodyPr>
            <a:p>
              <a:r>
                <a:rPr lang="en-US" altLang="zh-CN" sz="2000" dirty="0">
                  <a:solidFill>
                    <a:srgbClr val="0000FF"/>
                  </a:solidFill>
                  <a:latin typeface="Times New Roman" panose="02020603050405020304" pitchFamily="18" charset="0"/>
                  <a:ea typeface="宋体" panose="02010600030101010101" pitchFamily="2" charset="-122"/>
                  <a:sym typeface="Wingdings 3" panose="05040102010807070707" pitchFamily="18" charset="2"/>
                </a:rPr>
                <a:t></a:t>
              </a:r>
              <a:endParaRPr lang="en-US" altLang="zh-CN" sz="2000" dirty="0">
                <a:solidFill>
                  <a:srgbClr val="0000FF"/>
                </a:solidFill>
                <a:latin typeface="Times New Roman" panose="02020603050405020304" pitchFamily="18" charset="0"/>
                <a:ea typeface="宋体" panose="02010600030101010101" pitchFamily="2" charset="-122"/>
              </a:endParaRPr>
            </a:p>
          </p:txBody>
        </p:sp>
        <p:sp>
          <p:nvSpPr>
            <p:cNvPr id="534637" name="文本框 45101"/>
            <p:cNvSpPr txBox="1"/>
            <p:nvPr/>
          </p:nvSpPr>
          <p:spPr>
            <a:xfrm>
              <a:off x="3494" y="1833"/>
              <a:ext cx="202" cy="251"/>
            </a:xfrm>
            <a:prstGeom prst="rect">
              <a:avLst/>
            </a:prstGeom>
            <a:noFill/>
            <a:ln w="9525">
              <a:noFill/>
            </a:ln>
          </p:spPr>
          <p:txBody>
            <a:bodyPr wrap="none" anchor="t" anchorCtr="0">
              <a:spAutoFit/>
            </a:bodyPr>
            <a:p>
              <a:r>
                <a:rPr lang="en-US" altLang="zh-CN" sz="2000" dirty="0">
                  <a:solidFill>
                    <a:srgbClr val="0000FF"/>
                  </a:solidFill>
                  <a:latin typeface="Times New Roman" panose="02020603050405020304" pitchFamily="18" charset="0"/>
                  <a:ea typeface="宋体" panose="02010600030101010101" pitchFamily="2" charset="-122"/>
                  <a:sym typeface="Wingdings 3" panose="05040102010807070707" pitchFamily="18" charset="2"/>
                </a:rPr>
                <a:t></a:t>
              </a:r>
              <a:endParaRPr lang="en-US" altLang="zh-CN" sz="2000" dirty="0">
                <a:solidFill>
                  <a:srgbClr val="0000FF"/>
                </a:solidFill>
                <a:latin typeface="Times New Roman" panose="02020603050405020304" pitchFamily="18" charset="0"/>
                <a:ea typeface="宋体" panose="02010600030101010101" pitchFamily="2" charset="-122"/>
              </a:endParaRPr>
            </a:p>
          </p:txBody>
        </p:sp>
        <p:sp>
          <p:nvSpPr>
            <p:cNvPr id="534638" name="文本框 45103"/>
            <p:cNvSpPr txBox="1"/>
            <p:nvPr/>
          </p:nvSpPr>
          <p:spPr>
            <a:xfrm>
              <a:off x="1753" y="1861"/>
              <a:ext cx="168" cy="251"/>
            </a:xfrm>
            <a:prstGeom prst="rect">
              <a:avLst/>
            </a:prstGeom>
            <a:noFill/>
            <a:ln w="9525">
              <a:noFill/>
            </a:ln>
          </p:spPr>
          <p:txBody>
            <a:bodyPr wrap="none" anchor="t" anchorCtr="0">
              <a:spAutoFit/>
            </a:bodyPr>
            <a:p>
              <a:r>
                <a:rPr lang="en-US" altLang="zh-CN" sz="2000">
                  <a:solidFill>
                    <a:srgbClr val="0000FF"/>
                  </a:solidFill>
                  <a:latin typeface="Times New Roman" panose="02020603050405020304" pitchFamily="18" charset="0"/>
                  <a:ea typeface="宋体" panose="02010600030101010101" pitchFamily="2" charset="-122"/>
                </a:rPr>
                <a:t>I</a:t>
              </a:r>
              <a:endParaRPr lang="en-US" altLang="zh-CN" sz="2000">
                <a:solidFill>
                  <a:srgbClr val="0000FF"/>
                </a:solidFill>
                <a:latin typeface="Times New Roman" panose="02020603050405020304" pitchFamily="18" charset="0"/>
                <a:ea typeface="宋体" panose="02010600030101010101" pitchFamily="2" charset="-122"/>
              </a:endParaRPr>
            </a:p>
          </p:txBody>
        </p:sp>
        <p:sp>
          <p:nvSpPr>
            <p:cNvPr id="534639" name="文本框 45104"/>
            <p:cNvSpPr txBox="1"/>
            <p:nvPr/>
          </p:nvSpPr>
          <p:spPr>
            <a:xfrm>
              <a:off x="2343" y="1862"/>
              <a:ext cx="186" cy="251"/>
            </a:xfrm>
            <a:prstGeom prst="rect">
              <a:avLst/>
            </a:prstGeom>
            <a:noFill/>
            <a:ln w="9525">
              <a:noFill/>
            </a:ln>
          </p:spPr>
          <p:txBody>
            <a:bodyPr wrap="none" anchor="t" anchorCtr="0">
              <a:spAutoFit/>
            </a:bodyPr>
            <a:p>
              <a:r>
                <a:rPr lang="en-US" altLang="zh-CN" sz="2000">
                  <a:solidFill>
                    <a:srgbClr val="0000FF"/>
                  </a:solidFill>
                  <a:latin typeface="Times New Roman" panose="02020603050405020304" pitchFamily="18" charset="0"/>
                  <a:ea typeface="宋体" panose="02010600030101010101" pitchFamily="2" charset="-122"/>
                </a:rPr>
                <a:t>a</a:t>
              </a:r>
              <a:endParaRPr lang="en-US" altLang="zh-CN" sz="2000">
                <a:solidFill>
                  <a:srgbClr val="0000FF"/>
                </a:solidFill>
                <a:latin typeface="Times New Roman" panose="02020603050405020304" pitchFamily="18" charset="0"/>
                <a:ea typeface="宋体" panose="02010600030101010101" pitchFamily="2" charset="-122"/>
              </a:endParaRPr>
            </a:p>
          </p:txBody>
        </p:sp>
        <p:sp>
          <p:nvSpPr>
            <p:cNvPr id="534640" name="文本框 45105"/>
            <p:cNvSpPr txBox="1"/>
            <p:nvPr/>
          </p:nvSpPr>
          <p:spPr>
            <a:xfrm>
              <a:off x="2586" y="1850"/>
              <a:ext cx="240" cy="251"/>
            </a:xfrm>
            <a:prstGeom prst="rect">
              <a:avLst/>
            </a:prstGeom>
            <a:noFill/>
            <a:ln w="9525">
              <a:noFill/>
            </a:ln>
          </p:spPr>
          <p:txBody>
            <a:bodyPr wrap="none" anchor="t" anchorCtr="0">
              <a:spAutoFit/>
            </a:bodyPr>
            <a:p>
              <a:r>
                <a:rPr lang="en-US" altLang="zh-CN" sz="2000">
                  <a:solidFill>
                    <a:srgbClr val="0000FF"/>
                  </a:solidFill>
                  <a:latin typeface="Times New Roman" panose="02020603050405020304" pitchFamily="18" charset="0"/>
                  <a:ea typeface="宋体" panose="02010600030101010101" pitchFamily="2" charset="-122"/>
                </a:rPr>
                <a:t>m</a:t>
              </a:r>
              <a:endParaRPr lang="en-US" altLang="zh-CN" sz="2000">
                <a:solidFill>
                  <a:srgbClr val="0000FF"/>
                </a:solidFill>
                <a:latin typeface="Times New Roman" panose="02020603050405020304" pitchFamily="18" charset="0"/>
                <a:ea typeface="宋体" panose="02010600030101010101" pitchFamily="2" charset="-122"/>
              </a:endParaRPr>
            </a:p>
          </p:txBody>
        </p:sp>
        <p:sp>
          <p:nvSpPr>
            <p:cNvPr id="534641" name="文本框 45106"/>
            <p:cNvSpPr txBox="1"/>
            <p:nvPr/>
          </p:nvSpPr>
          <p:spPr>
            <a:xfrm>
              <a:off x="3209" y="1872"/>
              <a:ext cx="186" cy="251"/>
            </a:xfrm>
            <a:prstGeom prst="rect">
              <a:avLst/>
            </a:prstGeom>
            <a:noFill/>
            <a:ln w="9525">
              <a:noFill/>
            </a:ln>
          </p:spPr>
          <p:txBody>
            <a:bodyPr wrap="none" anchor="t" anchorCtr="0">
              <a:spAutoFit/>
            </a:bodyPr>
            <a:p>
              <a:r>
                <a:rPr lang="en-US" altLang="zh-CN" sz="2000">
                  <a:solidFill>
                    <a:srgbClr val="0000FF"/>
                  </a:solidFill>
                  <a:latin typeface="Times New Roman" panose="02020603050405020304" pitchFamily="18" charset="0"/>
                  <a:ea typeface="宋体" panose="02010600030101010101" pitchFamily="2" charset="-122"/>
                </a:rPr>
                <a:t>a</a:t>
              </a:r>
              <a:endParaRPr lang="en-US" altLang="zh-CN" sz="2000">
                <a:solidFill>
                  <a:srgbClr val="0000FF"/>
                </a:solidFill>
                <a:latin typeface="Times New Roman" panose="02020603050405020304" pitchFamily="18" charset="0"/>
                <a:ea typeface="宋体" panose="02010600030101010101" pitchFamily="2" charset="-122"/>
              </a:endParaRPr>
            </a:p>
          </p:txBody>
        </p:sp>
        <p:sp>
          <p:nvSpPr>
            <p:cNvPr id="534642" name="文本框 45107"/>
            <p:cNvSpPr txBox="1"/>
            <p:nvPr/>
          </p:nvSpPr>
          <p:spPr>
            <a:xfrm>
              <a:off x="3798" y="1851"/>
              <a:ext cx="195" cy="251"/>
            </a:xfrm>
            <a:prstGeom prst="rect">
              <a:avLst/>
            </a:prstGeom>
            <a:noFill/>
            <a:ln w="9525">
              <a:noFill/>
            </a:ln>
          </p:spPr>
          <p:txBody>
            <a:bodyPr wrap="none" anchor="t" anchorCtr="0">
              <a:spAutoFit/>
            </a:bodyPr>
            <a:p>
              <a:r>
                <a:rPr lang="en-US" altLang="zh-CN" sz="2000">
                  <a:solidFill>
                    <a:srgbClr val="0000FF"/>
                  </a:solidFill>
                  <a:latin typeface="Times New Roman" panose="02020603050405020304" pitchFamily="18" charset="0"/>
                  <a:ea typeface="宋体" panose="02010600030101010101" pitchFamily="2" charset="-122"/>
                </a:rPr>
                <a:t>b</a:t>
              </a:r>
              <a:endParaRPr lang="en-US" altLang="zh-CN" sz="2000">
                <a:solidFill>
                  <a:srgbClr val="0000FF"/>
                </a:solidFill>
                <a:latin typeface="Times New Roman" panose="02020603050405020304" pitchFamily="18" charset="0"/>
                <a:ea typeface="宋体" panose="02010600030101010101" pitchFamily="2" charset="-122"/>
              </a:endParaRPr>
            </a:p>
          </p:txBody>
        </p:sp>
        <p:sp>
          <p:nvSpPr>
            <p:cNvPr id="534643" name="文本框 45108"/>
            <p:cNvSpPr txBox="1"/>
            <p:nvPr/>
          </p:nvSpPr>
          <p:spPr>
            <a:xfrm>
              <a:off x="4076" y="1850"/>
              <a:ext cx="195" cy="251"/>
            </a:xfrm>
            <a:prstGeom prst="rect">
              <a:avLst/>
            </a:prstGeom>
            <a:noFill/>
            <a:ln w="9525">
              <a:noFill/>
            </a:ln>
          </p:spPr>
          <p:txBody>
            <a:bodyPr wrap="none" anchor="t" anchorCtr="0">
              <a:spAutoFit/>
            </a:bodyPr>
            <a:p>
              <a:r>
                <a:rPr lang="en-US" altLang="zh-CN" sz="2000">
                  <a:solidFill>
                    <a:srgbClr val="0000FF"/>
                  </a:solidFill>
                  <a:latin typeface="Times New Roman" panose="02020603050405020304" pitchFamily="18" charset="0"/>
                  <a:ea typeface="宋体" panose="02010600030101010101" pitchFamily="2" charset="-122"/>
                </a:rPr>
                <a:t>o</a:t>
              </a:r>
              <a:endParaRPr lang="en-US" altLang="zh-CN" sz="2000">
                <a:solidFill>
                  <a:srgbClr val="0000FF"/>
                </a:solidFill>
                <a:latin typeface="Times New Roman" panose="02020603050405020304" pitchFamily="18" charset="0"/>
                <a:ea typeface="宋体" panose="02010600030101010101" pitchFamily="2" charset="-122"/>
              </a:endParaRPr>
            </a:p>
          </p:txBody>
        </p:sp>
        <p:sp>
          <p:nvSpPr>
            <p:cNvPr id="534644" name="文本框 45109"/>
            <p:cNvSpPr txBox="1"/>
            <p:nvPr/>
          </p:nvSpPr>
          <p:spPr>
            <a:xfrm>
              <a:off x="4387" y="1861"/>
              <a:ext cx="195" cy="251"/>
            </a:xfrm>
            <a:prstGeom prst="rect">
              <a:avLst/>
            </a:prstGeom>
            <a:noFill/>
            <a:ln w="9525">
              <a:noFill/>
            </a:ln>
          </p:spPr>
          <p:txBody>
            <a:bodyPr wrap="none" anchor="t" anchorCtr="0">
              <a:spAutoFit/>
            </a:bodyPr>
            <a:p>
              <a:r>
                <a:rPr lang="en-US" altLang="zh-CN" sz="2000">
                  <a:solidFill>
                    <a:srgbClr val="0000FF"/>
                  </a:solidFill>
                  <a:latin typeface="Times New Roman" panose="02020603050405020304" pitchFamily="18" charset="0"/>
                  <a:ea typeface="宋体" panose="02010600030101010101" pitchFamily="2" charset="-122"/>
                </a:rPr>
                <a:t>y</a:t>
              </a:r>
              <a:endParaRPr lang="en-US" altLang="zh-CN" sz="2000">
                <a:solidFill>
                  <a:srgbClr val="0000FF"/>
                </a:solidFill>
                <a:latin typeface="Times New Roman" panose="02020603050405020304" pitchFamily="18" charset="0"/>
                <a:ea typeface="宋体" panose="02010600030101010101" pitchFamily="2" charset="-122"/>
              </a:endParaRPr>
            </a:p>
          </p:txBody>
        </p:sp>
        <p:sp>
          <p:nvSpPr>
            <p:cNvPr id="534645" name="文本框 45110"/>
            <p:cNvSpPr txBox="1"/>
            <p:nvPr/>
          </p:nvSpPr>
          <p:spPr>
            <a:xfrm>
              <a:off x="4710" y="1873"/>
              <a:ext cx="155" cy="251"/>
            </a:xfrm>
            <a:prstGeom prst="rect">
              <a:avLst/>
            </a:prstGeom>
            <a:noFill/>
            <a:ln w="9525">
              <a:noFill/>
            </a:ln>
          </p:spPr>
          <p:txBody>
            <a:bodyPr wrap="none" anchor="t" anchorCtr="0">
              <a:spAutoFit/>
            </a:bodyPr>
            <a:p>
              <a:r>
                <a:rPr lang="en-US" altLang="zh-CN" sz="2000">
                  <a:solidFill>
                    <a:srgbClr val="0000FF"/>
                  </a:solidFill>
                  <a:latin typeface="Times New Roman" panose="02020603050405020304" pitchFamily="18" charset="0"/>
                  <a:ea typeface="宋体" panose="02010600030101010101" pitchFamily="2" charset="-122"/>
                </a:rPr>
                <a:t>.</a:t>
              </a:r>
              <a:endParaRPr lang="en-US" altLang="zh-CN" sz="2000">
                <a:solidFill>
                  <a:srgbClr val="0000FF"/>
                </a:solidFill>
                <a:latin typeface="Times New Roman" panose="02020603050405020304" pitchFamily="18" charset="0"/>
                <a:ea typeface="宋体" panose="02010600030101010101" pitchFamily="2" charset="-122"/>
              </a:endParaRPr>
            </a:p>
          </p:txBody>
        </p:sp>
        <p:sp>
          <p:nvSpPr>
            <p:cNvPr id="534646" name="动作按钮: 后退或前一项 45198">
              <a:hlinkClick r:id="" action="ppaction://hlinkshowjump?jump=previousslide"/>
            </p:cNvPr>
            <p:cNvSpPr/>
            <p:nvPr/>
          </p:nvSpPr>
          <p:spPr>
            <a:xfrm>
              <a:off x="5278" y="3911"/>
              <a:ext cx="289" cy="222"/>
            </a:xfrm>
            <a:prstGeom prst="actionButtonBackPrevious">
              <a:avLst/>
            </a:prstGeom>
            <a:noFill/>
            <a:ln w="9525" cap="flat" cmpd="sng">
              <a:solidFill>
                <a:schemeClr val="tx1"/>
              </a:solidFill>
              <a:prstDash val="solid"/>
              <a:miter/>
              <a:headEnd type="none" w="med" len="med"/>
              <a:tailEnd type="none" w="med" len="med"/>
            </a:ln>
          </p:spPr>
          <p:txBody>
            <a:bodyPr anchor="t" anchorCtr="0"/>
            <a:p>
              <a:endParaRPr lang="zh-CN" altLang="en-US">
                <a:latin typeface="Calibri" panose="020F0502020204030204" pitchFamily="34" charset="0"/>
                <a:ea typeface="宋体" panose="02010600030101010101" pitchFamily="2" charset="-122"/>
              </a:endParaRPr>
            </a:p>
          </p:txBody>
        </p:sp>
      </p:grpSp>
      <p:sp>
        <p:nvSpPr>
          <p:cNvPr id="534647" name="标题 45207"/>
          <p:cNvSpPr>
            <a:spLocks noGrp="1"/>
          </p:cNvSpPr>
          <p:nvPr>
            <p:ph type="title" idx="4294967295"/>
          </p:nvPr>
        </p:nvSpPr>
        <p:spPr>
          <a:xfrm>
            <a:off x="1317625" y="676275"/>
            <a:ext cx="2160588" cy="638175"/>
          </a:xfrm>
          <a:prstGeom prst="rect">
            <a:avLst/>
          </a:prstGeom>
          <a:noFill/>
          <a:ln w="9525">
            <a:noFill/>
          </a:ln>
        </p:spPr>
        <p:txBody>
          <a:bodyPr anchor="b" anchorCtr="0"/>
          <a:p>
            <a:r>
              <a:rPr lang="zh-CN" altLang="en-US" sz="2000" dirty="0">
                <a:solidFill>
                  <a:srgbClr val="C00000"/>
                </a:solidFill>
                <a:latin typeface="微软雅黑 Light" panose="020B0502040204020203" charset="-122"/>
                <a:ea typeface="微软雅黑 Light" panose="020B0502040204020203" charset="-122"/>
              </a:rPr>
              <a:t>例子图解</a:t>
            </a:r>
            <a:endParaRPr lang="zh-CN" altLang="en-US" sz="2000" dirty="0">
              <a:solidFill>
                <a:srgbClr val="C00000"/>
              </a:solidFill>
              <a:latin typeface="微软雅黑 Light" panose="020B0502040204020203" charset="-122"/>
              <a:ea typeface="微软雅黑 Light" panose="020B0502040204020203" charset="-122"/>
            </a:endParaRPr>
          </a:p>
        </p:txBody>
      </p:sp>
      <p:grpSp>
        <p:nvGrpSpPr>
          <p:cNvPr id="534648" name="组合 45208"/>
          <p:cNvGrpSpPr/>
          <p:nvPr/>
        </p:nvGrpSpPr>
        <p:grpSpPr>
          <a:xfrm>
            <a:off x="9620250" y="6343650"/>
            <a:ext cx="1047750" cy="514350"/>
            <a:chOff x="4944" y="3816"/>
            <a:chExt cx="660" cy="324"/>
          </a:xfrm>
        </p:grpSpPr>
        <p:sp>
          <p:nvSpPr>
            <p:cNvPr id="534649" name="圆角矩形 45209">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534650" name="组合 45210"/>
            <p:cNvGrpSpPr/>
            <p:nvPr/>
          </p:nvGrpSpPr>
          <p:grpSpPr>
            <a:xfrm>
              <a:off x="5034" y="3846"/>
              <a:ext cx="450" cy="240"/>
              <a:chOff x="4530" y="3822"/>
              <a:chExt cx="450" cy="240"/>
            </a:xfrm>
          </p:grpSpPr>
          <p:sp>
            <p:nvSpPr>
              <p:cNvPr id="534651" name="任意多边形 45211">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534652" name="椭圆 45212"/>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534653" name="椭圆 45213"/>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534654" name="Text Box 5"/>
          <p:cNvSpPr txBox="1"/>
          <p:nvPr/>
        </p:nvSpPr>
        <p:spPr>
          <a:xfrm>
            <a:off x="719138" y="20638"/>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45203"/>
                                        </p:tgtEl>
                                        <p:attrNameLst>
                                          <p:attrName>style.visibility</p:attrName>
                                        </p:attrNameLst>
                                      </p:cBhvr>
                                      <p:to>
                                        <p:strVal val="visible"/>
                                      </p:to>
                                    </p:set>
                                    <p:animEffect transition="in" filter="box(out)">
                                      <p:cBhvr>
                                        <p:cTn id="7" dur="500"/>
                                        <p:tgtEl>
                                          <p:spTgt spid="4520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45204"/>
                                        </p:tgtEl>
                                        <p:attrNameLst>
                                          <p:attrName>style.visibility</p:attrName>
                                        </p:attrNameLst>
                                      </p:cBhvr>
                                      <p:to>
                                        <p:strVal val="visible"/>
                                      </p:to>
                                    </p:set>
                                    <p:animEffect transition="in" filter="box(out)">
                                      <p:cBhvr>
                                        <p:cTn id="12" dur="500"/>
                                        <p:tgtEl>
                                          <p:spTgt spid="45204"/>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45118"/>
                                        </p:tgtEl>
                                        <p:attrNameLst>
                                          <p:attrName>style.visibility</p:attrName>
                                        </p:attrNameLst>
                                      </p:cBhvr>
                                      <p:to>
                                        <p:strVal val="visible"/>
                                      </p:to>
                                    </p:set>
                                    <p:animEffect transition="in" filter="box(out)">
                                      <p:cBhvr>
                                        <p:cTn id="17" dur="500"/>
                                        <p:tgtEl>
                                          <p:spTgt spid="45118"/>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45124"/>
                                        </p:tgtEl>
                                        <p:attrNameLst>
                                          <p:attrName>style.visibility</p:attrName>
                                        </p:attrNameLst>
                                      </p:cBhvr>
                                      <p:to>
                                        <p:strVal val="visible"/>
                                      </p:to>
                                    </p:set>
                                    <p:animEffect transition="in" filter="box(out)">
                                      <p:cBhvr>
                                        <p:cTn id="22" dur="500"/>
                                        <p:tgtEl>
                                          <p:spTgt spid="45124"/>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nodeType="clickEffect">
                                  <p:stCondLst>
                                    <p:cond delay="0"/>
                                  </p:stCondLst>
                                  <p:childTnLst>
                                    <p:set>
                                      <p:cBhvr>
                                        <p:cTn id="26" dur="1" fill="hold">
                                          <p:stCondLst>
                                            <p:cond delay="0"/>
                                          </p:stCondLst>
                                        </p:cTn>
                                        <p:tgtEl>
                                          <p:spTgt spid="45130"/>
                                        </p:tgtEl>
                                        <p:attrNameLst>
                                          <p:attrName>style.visibility</p:attrName>
                                        </p:attrNameLst>
                                      </p:cBhvr>
                                      <p:to>
                                        <p:strVal val="visible"/>
                                      </p:to>
                                    </p:set>
                                    <p:animEffect transition="in" filter="box(out)">
                                      <p:cBhvr>
                                        <p:cTn id="27" dur="500"/>
                                        <p:tgtEl>
                                          <p:spTgt spid="45130"/>
                                        </p:tgtEl>
                                      </p:cBhvr>
                                    </p:animEffect>
                                  </p:childTnLst>
                                  <p:subTnLs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45136"/>
                                        </p:tgtEl>
                                        <p:attrNameLst>
                                          <p:attrName>style.visibility</p:attrName>
                                        </p:attrNameLst>
                                      </p:cBhvr>
                                      <p:to>
                                        <p:strVal val="visible"/>
                                      </p:to>
                                    </p:set>
                                    <p:animEffect transition="in" filter="box(out)">
                                      <p:cBhvr>
                                        <p:cTn id="32" dur="500"/>
                                        <p:tgtEl>
                                          <p:spTgt spid="45136"/>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45142"/>
                                        </p:tgtEl>
                                        <p:attrNameLst>
                                          <p:attrName>style.visibility</p:attrName>
                                        </p:attrNameLst>
                                      </p:cBhvr>
                                      <p:to>
                                        <p:strVal val="visible"/>
                                      </p:to>
                                    </p:set>
                                    <p:animEffect transition="in" filter="box(out)">
                                      <p:cBhvr>
                                        <p:cTn id="37" dur="500"/>
                                        <p:tgtEl>
                                          <p:spTgt spid="45142"/>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par>
                    <p:cTn id="38" fill="hold">
                      <p:stCondLst>
                        <p:cond delay="indefinite"/>
                      </p:stCondLst>
                      <p:childTnLst>
                        <p:par>
                          <p:cTn id="39" fill="hold">
                            <p:stCondLst>
                              <p:cond delay="0"/>
                            </p:stCondLst>
                            <p:childTnLst>
                              <p:par>
                                <p:cTn id="40" presetID="4" presetClass="entr" presetSubtype="32" fill="hold" nodeType="clickEffect">
                                  <p:stCondLst>
                                    <p:cond delay="0"/>
                                  </p:stCondLst>
                                  <p:childTnLst>
                                    <p:set>
                                      <p:cBhvr>
                                        <p:cTn id="41" dur="1" fill="hold">
                                          <p:stCondLst>
                                            <p:cond delay="0"/>
                                          </p:stCondLst>
                                        </p:cTn>
                                        <p:tgtEl>
                                          <p:spTgt spid="45148"/>
                                        </p:tgtEl>
                                        <p:attrNameLst>
                                          <p:attrName>style.visibility</p:attrName>
                                        </p:attrNameLst>
                                      </p:cBhvr>
                                      <p:to>
                                        <p:strVal val="visible"/>
                                      </p:to>
                                    </p:set>
                                    <p:animEffect transition="in" filter="box(out)">
                                      <p:cBhvr>
                                        <p:cTn id="42" dur="500"/>
                                        <p:tgtEl>
                                          <p:spTgt spid="45148"/>
                                        </p:tgtEl>
                                      </p:cBhvr>
                                    </p:animEffect>
                                  </p:childTnLst>
                                  <p:subTnLst>
                                    <p:audio>
                                      <p:cMediaNode>
                                        <p:cTn display="0" masterRel="sameClick">
                                          <p:stCondLst>
                                            <p:cond evt="begin" delay="0">
                                              <p:tn val="40"/>
                                            </p:cond>
                                          </p:stCondLst>
                                          <p:endCondLst>
                                            <p:cond evt="onStopAudio" delay="0">
                                              <p:tgtEl>
                                                <p:sldTgt/>
                                              </p:tgtEl>
                                            </p:cond>
                                          </p:endCondLst>
                                        </p:cTn>
                                        <p:tgtEl>
                                          <p:sndTgt r:embed="rId2" name="CAMERA.WAV"/>
                                        </p:tgtEl>
                                      </p:cMediaNode>
                                    </p:audio>
                                  </p:subTnLst>
                                </p:cTn>
                              </p:par>
                            </p:childTnLst>
                          </p:cTn>
                        </p:par>
                      </p:childTnLst>
                    </p:cTn>
                  </p:par>
                  <p:par>
                    <p:cTn id="43" fill="hold">
                      <p:stCondLst>
                        <p:cond delay="indefinite"/>
                      </p:stCondLst>
                      <p:childTnLst>
                        <p:par>
                          <p:cTn id="44" fill="hold">
                            <p:stCondLst>
                              <p:cond delay="0"/>
                            </p:stCondLst>
                            <p:childTnLst>
                              <p:par>
                                <p:cTn id="45" presetID="4" presetClass="entr" presetSubtype="32" fill="hold" nodeType="clickEffect">
                                  <p:stCondLst>
                                    <p:cond delay="0"/>
                                  </p:stCondLst>
                                  <p:childTnLst>
                                    <p:set>
                                      <p:cBhvr>
                                        <p:cTn id="46" dur="1" fill="hold">
                                          <p:stCondLst>
                                            <p:cond delay="0"/>
                                          </p:stCondLst>
                                        </p:cTn>
                                        <p:tgtEl>
                                          <p:spTgt spid="45154"/>
                                        </p:tgtEl>
                                        <p:attrNameLst>
                                          <p:attrName>style.visibility</p:attrName>
                                        </p:attrNameLst>
                                      </p:cBhvr>
                                      <p:to>
                                        <p:strVal val="visible"/>
                                      </p:to>
                                    </p:set>
                                    <p:animEffect transition="in" filter="box(out)">
                                      <p:cBhvr>
                                        <p:cTn id="47" dur="500"/>
                                        <p:tgtEl>
                                          <p:spTgt spid="45154"/>
                                        </p:tgtEl>
                                      </p:cBhvr>
                                    </p:animEffect>
                                  </p:childTnLst>
                                  <p:subTnLst>
                                    <p:audio>
                                      <p:cMediaNode>
                                        <p:cTn display="0" masterRel="sameClick">
                                          <p:stCondLst>
                                            <p:cond evt="begin" delay="0">
                                              <p:tn val="45"/>
                                            </p:cond>
                                          </p:stCondLst>
                                          <p:endCondLst>
                                            <p:cond evt="onStopAudio" delay="0">
                                              <p:tgtEl>
                                                <p:sldTgt/>
                                              </p:tgtEl>
                                            </p:cond>
                                          </p:endCondLst>
                                        </p:cTn>
                                        <p:tgtEl>
                                          <p:sndTgt r:embed="rId2" name="CAMERA.WAV"/>
                                        </p:tgtEl>
                                      </p:cMediaNode>
                                    </p:audio>
                                  </p:subTnLst>
                                </p:cTn>
                              </p:par>
                            </p:childTnLst>
                          </p:cTn>
                        </p:par>
                      </p:childTnLst>
                    </p:cTn>
                  </p:par>
                  <p:par>
                    <p:cTn id="48" fill="hold">
                      <p:stCondLst>
                        <p:cond delay="indefinite"/>
                      </p:stCondLst>
                      <p:childTnLst>
                        <p:par>
                          <p:cTn id="49" fill="hold">
                            <p:stCondLst>
                              <p:cond delay="0"/>
                            </p:stCondLst>
                            <p:childTnLst>
                              <p:par>
                                <p:cTn id="50" presetID="4" presetClass="entr" presetSubtype="32" fill="hold" nodeType="clickEffect">
                                  <p:stCondLst>
                                    <p:cond delay="0"/>
                                  </p:stCondLst>
                                  <p:childTnLst>
                                    <p:set>
                                      <p:cBhvr>
                                        <p:cTn id="51" dur="1" fill="hold">
                                          <p:stCondLst>
                                            <p:cond delay="0"/>
                                          </p:stCondLst>
                                        </p:cTn>
                                        <p:tgtEl>
                                          <p:spTgt spid="45160"/>
                                        </p:tgtEl>
                                        <p:attrNameLst>
                                          <p:attrName>style.visibility</p:attrName>
                                        </p:attrNameLst>
                                      </p:cBhvr>
                                      <p:to>
                                        <p:strVal val="visible"/>
                                      </p:to>
                                    </p:set>
                                    <p:animEffect transition="in" filter="box(out)">
                                      <p:cBhvr>
                                        <p:cTn id="52" dur="500"/>
                                        <p:tgtEl>
                                          <p:spTgt spid="45160"/>
                                        </p:tgtEl>
                                      </p:cBhvr>
                                    </p:animEffect>
                                  </p:childTnLst>
                                  <p:subTnLst>
                                    <p:audio>
                                      <p:cMediaNode>
                                        <p:cTn display="0" masterRel="sameClick">
                                          <p:stCondLst>
                                            <p:cond evt="begin" delay="0">
                                              <p:tn val="50"/>
                                            </p:cond>
                                          </p:stCondLst>
                                          <p:endCondLst>
                                            <p:cond evt="onStopAudio" delay="0">
                                              <p:tgtEl>
                                                <p:sldTgt/>
                                              </p:tgtEl>
                                            </p:cond>
                                          </p:endCondLst>
                                        </p:cTn>
                                        <p:tgtEl>
                                          <p:sndTgt r:embed="rId2" name="CAMERA.WAV"/>
                                        </p:tgtEl>
                                      </p:cMediaNode>
                                    </p:audio>
                                  </p:subTnLst>
                                </p:cTn>
                              </p:par>
                            </p:childTnLst>
                          </p:cTn>
                        </p:par>
                      </p:childTnLst>
                    </p:cTn>
                  </p:par>
                  <p:par>
                    <p:cTn id="53" fill="hold">
                      <p:stCondLst>
                        <p:cond delay="indefinite"/>
                      </p:stCondLst>
                      <p:childTnLst>
                        <p:par>
                          <p:cTn id="54" fill="hold">
                            <p:stCondLst>
                              <p:cond delay="0"/>
                            </p:stCondLst>
                            <p:childTnLst>
                              <p:par>
                                <p:cTn id="55" presetID="4" presetClass="entr" presetSubtype="32" fill="hold" nodeType="clickEffect">
                                  <p:stCondLst>
                                    <p:cond delay="0"/>
                                  </p:stCondLst>
                                  <p:childTnLst>
                                    <p:set>
                                      <p:cBhvr>
                                        <p:cTn id="56" dur="1" fill="hold">
                                          <p:stCondLst>
                                            <p:cond delay="0"/>
                                          </p:stCondLst>
                                        </p:cTn>
                                        <p:tgtEl>
                                          <p:spTgt spid="45166"/>
                                        </p:tgtEl>
                                        <p:attrNameLst>
                                          <p:attrName>style.visibility</p:attrName>
                                        </p:attrNameLst>
                                      </p:cBhvr>
                                      <p:to>
                                        <p:strVal val="visible"/>
                                      </p:to>
                                    </p:set>
                                    <p:animEffect transition="in" filter="box(out)">
                                      <p:cBhvr>
                                        <p:cTn id="57" dur="500"/>
                                        <p:tgtEl>
                                          <p:spTgt spid="45166"/>
                                        </p:tgtEl>
                                      </p:cBhvr>
                                    </p:animEffect>
                                  </p:childTnLst>
                                  <p:subTnLst>
                                    <p:audio>
                                      <p:cMediaNode>
                                        <p:cTn display="0" masterRel="sameClick">
                                          <p:stCondLst>
                                            <p:cond evt="begin" delay="0">
                                              <p:tn val="55"/>
                                            </p:cond>
                                          </p:stCondLst>
                                          <p:endCondLst>
                                            <p:cond evt="onStopAudio" delay="0">
                                              <p:tgtEl>
                                                <p:sldTgt/>
                                              </p:tgtEl>
                                            </p:cond>
                                          </p:endCondLst>
                                        </p:cTn>
                                        <p:tgtEl>
                                          <p:sndTgt r:embed="rId2" name="CAMERA.WAV"/>
                                        </p:tgtEl>
                                      </p:cMediaNode>
                                    </p:audio>
                                  </p:subTnLst>
                                </p:cTn>
                              </p:par>
                            </p:childTnLst>
                          </p:cTn>
                        </p:par>
                      </p:childTnLst>
                    </p:cTn>
                  </p:par>
                  <p:par>
                    <p:cTn id="58" fill="hold">
                      <p:stCondLst>
                        <p:cond delay="indefinite"/>
                      </p:stCondLst>
                      <p:childTnLst>
                        <p:par>
                          <p:cTn id="59" fill="hold">
                            <p:stCondLst>
                              <p:cond delay="0"/>
                            </p:stCondLst>
                            <p:childTnLst>
                              <p:par>
                                <p:cTn id="60" presetID="4" presetClass="entr" presetSubtype="32" fill="hold" nodeType="clickEffect">
                                  <p:stCondLst>
                                    <p:cond delay="0"/>
                                  </p:stCondLst>
                                  <p:childTnLst>
                                    <p:set>
                                      <p:cBhvr>
                                        <p:cTn id="61" dur="1" fill="hold">
                                          <p:stCondLst>
                                            <p:cond delay="0"/>
                                          </p:stCondLst>
                                        </p:cTn>
                                        <p:tgtEl>
                                          <p:spTgt spid="45184"/>
                                        </p:tgtEl>
                                        <p:attrNameLst>
                                          <p:attrName>style.visibility</p:attrName>
                                        </p:attrNameLst>
                                      </p:cBhvr>
                                      <p:to>
                                        <p:strVal val="visible"/>
                                      </p:to>
                                    </p:set>
                                    <p:animEffect transition="in" filter="box(out)">
                                      <p:cBhvr>
                                        <p:cTn id="62" dur="500"/>
                                        <p:tgtEl>
                                          <p:spTgt spid="45184"/>
                                        </p:tgtEl>
                                      </p:cBhvr>
                                    </p:animEffect>
                                  </p:childTnLst>
                                  <p:subTnLst>
                                    <p:audio>
                                      <p:cMediaNode>
                                        <p:cTn display="0" masterRel="sameClick">
                                          <p:stCondLst>
                                            <p:cond evt="begin" delay="0">
                                              <p:tn val="60"/>
                                            </p:cond>
                                          </p:stCondLst>
                                          <p:endCondLst>
                                            <p:cond evt="onStopAudio" delay="0">
                                              <p:tgtEl>
                                                <p:sldTgt/>
                                              </p:tgtEl>
                                            </p:cond>
                                          </p:endCondLst>
                                        </p:cTn>
                                        <p:tgtEl>
                                          <p:sndTgt r:embed="rId2" name="CAMERA.WAV"/>
                                        </p:tgtEl>
                                      </p:cMediaNode>
                                    </p:audio>
                                  </p:subTnLst>
                                </p:cTn>
                              </p:par>
                            </p:childTnLst>
                          </p:cTn>
                        </p:par>
                      </p:childTnLst>
                    </p:cTn>
                  </p:par>
                  <p:par>
                    <p:cTn id="63" fill="hold">
                      <p:stCondLst>
                        <p:cond delay="indefinite"/>
                      </p:stCondLst>
                      <p:childTnLst>
                        <p:par>
                          <p:cTn id="64" fill="hold">
                            <p:stCondLst>
                              <p:cond delay="0"/>
                            </p:stCondLst>
                            <p:childTnLst>
                              <p:par>
                                <p:cTn id="65" presetID="4" presetClass="entr" presetSubtype="32" fill="hold" nodeType="clickEffect">
                                  <p:stCondLst>
                                    <p:cond delay="0"/>
                                  </p:stCondLst>
                                  <p:childTnLst>
                                    <p:set>
                                      <p:cBhvr>
                                        <p:cTn id="66" dur="1" fill="hold">
                                          <p:stCondLst>
                                            <p:cond delay="0"/>
                                          </p:stCondLst>
                                        </p:cTn>
                                        <p:tgtEl>
                                          <p:spTgt spid="45190"/>
                                        </p:tgtEl>
                                        <p:attrNameLst>
                                          <p:attrName>style.visibility</p:attrName>
                                        </p:attrNameLst>
                                      </p:cBhvr>
                                      <p:to>
                                        <p:strVal val="visible"/>
                                      </p:to>
                                    </p:set>
                                    <p:animEffect transition="in" filter="box(out)">
                                      <p:cBhvr>
                                        <p:cTn id="67" dur="500"/>
                                        <p:tgtEl>
                                          <p:spTgt spid="45190"/>
                                        </p:tgtEl>
                                      </p:cBhvr>
                                    </p:animEffect>
                                  </p:childTnLst>
                                  <p:subTnLst>
                                    <p:audio>
                                      <p:cMediaNode>
                                        <p:cTn display="0" masterRel="sameClick">
                                          <p:stCondLst>
                                            <p:cond evt="begin" delay="0">
                                              <p:tn val="6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66603" name="组合 66602"/>
          <p:cNvGrpSpPr/>
          <p:nvPr/>
        </p:nvGrpSpPr>
        <p:grpSpPr>
          <a:xfrm>
            <a:off x="4637088" y="263525"/>
            <a:ext cx="4770437" cy="866775"/>
            <a:chOff x="447" y="289"/>
            <a:chExt cx="3005" cy="546"/>
          </a:xfrm>
        </p:grpSpPr>
        <p:sp>
          <p:nvSpPr>
            <p:cNvPr id="535554" name="文本框 66562"/>
            <p:cNvSpPr txBox="1"/>
            <p:nvPr/>
          </p:nvSpPr>
          <p:spPr>
            <a:xfrm>
              <a:off x="447" y="289"/>
              <a:ext cx="193" cy="233"/>
            </a:xfrm>
            <a:prstGeom prst="rect">
              <a:avLst/>
            </a:prstGeom>
            <a:noFill/>
            <a:ln w="9525">
              <a:noFill/>
            </a:ln>
          </p:spPr>
          <p:txBody>
            <a:bodyPr wrap="none" lIns="90000" tIns="46800" rIns="90000" bIns="46800" anchor="t" anchorCtr="0">
              <a:spAutoFit/>
            </a:bodyPr>
            <a:p>
              <a:endParaRPr lang="zh-CN" altLang="zh-CN" b="1" dirty="0">
                <a:solidFill>
                  <a:schemeClr val="bg2"/>
                </a:solidFill>
                <a:latin typeface="Times New Roman" panose="02020603050405020304" pitchFamily="18" charset="0"/>
                <a:ea typeface="宋体" panose="02010600030101010101" pitchFamily="2" charset="-122"/>
              </a:endParaRPr>
            </a:p>
          </p:txBody>
        </p:sp>
        <p:sp>
          <p:nvSpPr>
            <p:cNvPr id="535555" name="文本框 66563"/>
            <p:cNvSpPr txBox="1"/>
            <p:nvPr/>
          </p:nvSpPr>
          <p:spPr>
            <a:xfrm>
              <a:off x="495" y="602"/>
              <a:ext cx="2957" cy="233"/>
            </a:xfrm>
            <a:prstGeom prst="rect">
              <a:avLst/>
            </a:prstGeom>
            <a:noFill/>
            <a:ln w="9525">
              <a:noFill/>
            </a:ln>
          </p:spPr>
          <p:txBody>
            <a:bodyPr wrap="none" lIns="90000" tIns="46800" rIns="90000" bIns="46800" anchor="t" anchorCtr="0">
              <a:spAutoFit/>
            </a:bodyPr>
            <a:p>
              <a:r>
                <a:rPr lang="en-US" altLang="zh-CN" b="1">
                  <a:latin typeface="Times New Roman" panose="02020603050405020304" pitchFamily="18" charset="0"/>
                  <a:ea typeface="宋体" panose="02010600030101010101" pitchFamily="2" charset="-122"/>
                </a:rPr>
                <a:t>92     85    68   75   54      88   98     45</a:t>
              </a:r>
              <a:r>
                <a:rPr lang="en-US" altLang="zh-CN" b="1">
                  <a:solidFill>
                    <a:schemeClr val="bg2"/>
                  </a:solidFill>
                  <a:latin typeface="Times New Roman" panose="02020603050405020304" pitchFamily="18" charset="0"/>
                  <a:ea typeface="宋体" panose="02010600030101010101" pitchFamily="2" charset="-122"/>
                </a:rPr>
                <a:t>     </a:t>
              </a:r>
              <a:r>
                <a:rPr lang="en-US" altLang="zh-CN" b="1">
                  <a:latin typeface="Times New Roman" panose="02020603050405020304" pitchFamily="18" charset="0"/>
                  <a:ea typeface="宋体" panose="02010600030101010101" pitchFamily="2" charset="-122"/>
                </a:rPr>
                <a:t>61     79</a:t>
              </a:r>
              <a:endParaRPr lang="en-US" altLang="zh-CN" b="1">
                <a:latin typeface="Times New Roman" panose="02020603050405020304" pitchFamily="18" charset="0"/>
                <a:ea typeface="宋体" panose="02010600030101010101" pitchFamily="2" charset="-122"/>
              </a:endParaRPr>
            </a:p>
          </p:txBody>
        </p:sp>
      </p:grpSp>
      <p:grpSp>
        <p:nvGrpSpPr>
          <p:cNvPr id="66586" name="组合 66585"/>
          <p:cNvGrpSpPr/>
          <p:nvPr/>
        </p:nvGrpSpPr>
        <p:grpSpPr>
          <a:xfrm>
            <a:off x="8709025" y="1504950"/>
            <a:ext cx="1200150" cy="3943350"/>
            <a:chOff x="4860" y="552"/>
            <a:chExt cx="756" cy="2484"/>
          </a:xfrm>
        </p:grpSpPr>
        <p:sp>
          <p:nvSpPr>
            <p:cNvPr id="535557" name="矩形 66565"/>
            <p:cNvSpPr/>
            <p:nvPr/>
          </p:nvSpPr>
          <p:spPr>
            <a:xfrm>
              <a:off x="4872" y="552"/>
              <a:ext cx="744" cy="2484"/>
            </a:xfrm>
            <a:prstGeom prst="rect">
              <a:avLst/>
            </a:prstGeom>
            <a:noFill/>
            <a:ln w="38100" cap="flat" cmpd="sng">
              <a:solidFill>
                <a:srgbClr val="0000FF"/>
              </a:solidFill>
              <a:prstDash val="solid"/>
              <a:miter/>
              <a:headEnd type="none" w="med" len="med"/>
              <a:tailEnd type="none" w="med" len="med"/>
            </a:ln>
          </p:spPr>
          <p:txBody>
            <a:bodyPr anchor="t" anchorCtr="0"/>
            <a:p>
              <a:endParaRPr lang="zh-CN" altLang="en-US">
                <a:solidFill>
                  <a:srgbClr val="0070C0"/>
                </a:solidFill>
                <a:latin typeface="Calibri" panose="020F0502020204030204" pitchFamily="34" charset="0"/>
                <a:ea typeface="宋体" panose="02010600030101010101" pitchFamily="2" charset="-122"/>
              </a:endParaRPr>
            </a:p>
          </p:txBody>
        </p:sp>
        <p:sp>
          <p:nvSpPr>
            <p:cNvPr id="535558" name="直接连接符 66566"/>
            <p:cNvSpPr/>
            <p:nvPr/>
          </p:nvSpPr>
          <p:spPr>
            <a:xfrm>
              <a:off x="4860" y="816"/>
              <a:ext cx="744" cy="0"/>
            </a:xfrm>
            <a:prstGeom prst="line">
              <a:avLst/>
            </a:prstGeom>
            <a:ln w="9525" cap="flat" cmpd="sng">
              <a:solidFill>
                <a:srgbClr val="0000FF"/>
              </a:solidFill>
              <a:prstDash val="solid"/>
              <a:round/>
              <a:headEnd type="none" w="med" len="med"/>
              <a:tailEnd type="none" w="med" len="med"/>
            </a:ln>
          </p:spPr>
        </p:sp>
        <p:sp>
          <p:nvSpPr>
            <p:cNvPr id="535559" name="直接连接符 66567"/>
            <p:cNvSpPr/>
            <p:nvPr/>
          </p:nvSpPr>
          <p:spPr>
            <a:xfrm>
              <a:off x="4860" y="1062"/>
              <a:ext cx="744" cy="0"/>
            </a:xfrm>
            <a:prstGeom prst="line">
              <a:avLst/>
            </a:prstGeom>
            <a:ln w="9525" cap="flat" cmpd="sng">
              <a:solidFill>
                <a:srgbClr val="0000FF"/>
              </a:solidFill>
              <a:prstDash val="solid"/>
              <a:round/>
              <a:headEnd type="none" w="med" len="med"/>
              <a:tailEnd type="none" w="med" len="med"/>
            </a:ln>
          </p:spPr>
        </p:sp>
        <p:sp>
          <p:nvSpPr>
            <p:cNvPr id="535560" name="直接连接符 66568"/>
            <p:cNvSpPr/>
            <p:nvPr/>
          </p:nvSpPr>
          <p:spPr>
            <a:xfrm>
              <a:off x="4860" y="1308"/>
              <a:ext cx="744" cy="0"/>
            </a:xfrm>
            <a:prstGeom prst="line">
              <a:avLst/>
            </a:prstGeom>
            <a:ln w="9525" cap="flat" cmpd="sng">
              <a:solidFill>
                <a:srgbClr val="0000FF"/>
              </a:solidFill>
              <a:prstDash val="solid"/>
              <a:round/>
              <a:headEnd type="none" w="med" len="med"/>
              <a:tailEnd type="none" w="med" len="med"/>
            </a:ln>
          </p:spPr>
        </p:sp>
        <p:sp>
          <p:nvSpPr>
            <p:cNvPr id="535561" name="直接连接符 66569"/>
            <p:cNvSpPr/>
            <p:nvPr/>
          </p:nvSpPr>
          <p:spPr>
            <a:xfrm>
              <a:off x="4860" y="1554"/>
              <a:ext cx="744" cy="0"/>
            </a:xfrm>
            <a:prstGeom prst="line">
              <a:avLst/>
            </a:prstGeom>
            <a:ln w="9525" cap="flat" cmpd="sng">
              <a:solidFill>
                <a:srgbClr val="0000FF"/>
              </a:solidFill>
              <a:prstDash val="solid"/>
              <a:round/>
              <a:headEnd type="none" w="med" len="med"/>
              <a:tailEnd type="none" w="med" len="med"/>
            </a:ln>
          </p:spPr>
        </p:sp>
        <p:sp>
          <p:nvSpPr>
            <p:cNvPr id="535562" name="直接连接符 66570"/>
            <p:cNvSpPr/>
            <p:nvPr/>
          </p:nvSpPr>
          <p:spPr>
            <a:xfrm>
              <a:off x="4860" y="1800"/>
              <a:ext cx="744" cy="0"/>
            </a:xfrm>
            <a:prstGeom prst="line">
              <a:avLst/>
            </a:prstGeom>
            <a:ln w="9525" cap="flat" cmpd="sng">
              <a:solidFill>
                <a:srgbClr val="0000FF"/>
              </a:solidFill>
              <a:prstDash val="solid"/>
              <a:round/>
              <a:headEnd type="none" w="med" len="med"/>
              <a:tailEnd type="none" w="med" len="med"/>
            </a:ln>
          </p:spPr>
        </p:sp>
        <p:sp>
          <p:nvSpPr>
            <p:cNvPr id="535563" name="直接连接符 66571"/>
            <p:cNvSpPr/>
            <p:nvPr/>
          </p:nvSpPr>
          <p:spPr>
            <a:xfrm>
              <a:off x="4860" y="2046"/>
              <a:ext cx="744" cy="0"/>
            </a:xfrm>
            <a:prstGeom prst="line">
              <a:avLst/>
            </a:prstGeom>
            <a:ln w="9525" cap="flat" cmpd="sng">
              <a:solidFill>
                <a:srgbClr val="0000FF"/>
              </a:solidFill>
              <a:prstDash val="solid"/>
              <a:round/>
              <a:headEnd type="none" w="med" len="med"/>
              <a:tailEnd type="none" w="med" len="med"/>
            </a:ln>
          </p:spPr>
        </p:sp>
        <p:sp>
          <p:nvSpPr>
            <p:cNvPr id="535564" name="直接连接符 66572"/>
            <p:cNvSpPr/>
            <p:nvPr/>
          </p:nvSpPr>
          <p:spPr>
            <a:xfrm>
              <a:off x="4860" y="2292"/>
              <a:ext cx="744" cy="0"/>
            </a:xfrm>
            <a:prstGeom prst="line">
              <a:avLst/>
            </a:prstGeom>
            <a:ln w="9525" cap="flat" cmpd="sng">
              <a:solidFill>
                <a:srgbClr val="0000FF"/>
              </a:solidFill>
              <a:prstDash val="solid"/>
              <a:round/>
              <a:headEnd type="none" w="med" len="med"/>
              <a:tailEnd type="none" w="med" len="med"/>
            </a:ln>
          </p:spPr>
        </p:sp>
        <p:sp>
          <p:nvSpPr>
            <p:cNvPr id="535565" name="直接连接符 66573"/>
            <p:cNvSpPr/>
            <p:nvPr/>
          </p:nvSpPr>
          <p:spPr>
            <a:xfrm>
              <a:off x="4860" y="2538"/>
              <a:ext cx="744" cy="0"/>
            </a:xfrm>
            <a:prstGeom prst="line">
              <a:avLst/>
            </a:prstGeom>
            <a:ln w="9525" cap="flat" cmpd="sng">
              <a:solidFill>
                <a:srgbClr val="0000FF"/>
              </a:solidFill>
              <a:prstDash val="solid"/>
              <a:round/>
              <a:headEnd type="none" w="med" len="med"/>
              <a:tailEnd type="none" w="med" len="med"/>
            </a:ln>
          </p:spPr>
        </p:sp>
        <p:sp>
          <p:nvSpPr>
            <p:cNvPr id="535566" name="直接连接符 66574"/>
            <p:cNvSpPr/>
            <p:nvPr/>
          </p:nvSpPr>
          <p:spPr>
            <a:xfrm>
              <a:off x="4860" y="2784"/>
              <a:ext cx="744" cy="0"/>
            </a:xfrm>
            <a:prstGeom prst="line">
              <a:avLst/>
            </a:prstGeom>
            <a:ln w="9525" cap="flat" cmpd="sng">
              <a:solidFill>
                <a:srgbClr val="0000FF"/>
              </a:solidFill>
              <a:prstDash val="solid"/>
              <a:round/>
              <a:headEnd type="none" w="med" len="med"/>
              <a:tailEnd type="none" w="med" len="med"/>
            </a:ln>
          </p:spPr>
        </p:sp>
        <p:sp>
          <p:nvSpPr>
            <p:cNvPr id="535567" name="文本框 66575"/>
            <p:cNvSpPr txBox="1"/>
            <p:nvPr/>
          </p:nvSpPr>
          <p:spPr>
            <a:xfrm>
              <a:off x="5114" y="561"/>
              <a:ext cx="273" cy="252"/>
            </a:xfrm>
            <a:prstGeom prst="rect">
              <a:avLst/>
            </a:prstGeom>
            <a:noFill/>
            <a:ln w="9525">
              <a:noFill/>
            </a:ln>
          </p:spPr>
          <p:txBody>
            <a:bodyPr wrap="none" lIns="90000" tIns="46800" rIns="90000" bIns="46800" anchor="t" anchorCtr="0">
              <a:spAutoFit/>
            </a:bodyPr>
            <a:p>
              <a:r>
                <a:rPr lang="en-US" altLang="zh-CN" sz="2000">
                  <a:solidFill>
                    <a:srgbClr val="0070C0"/>
                  </a:solidFill>
                  <a:latin typeface="Times New Roman" panose="02020603050405020304" pitchFamily="18" charset="0"/>
                  <a:ea typeface="宋体" panose="02010600030101010101" pitchFamily="2" charset="-122"/>
                </a:rPr>
                <a:t>92</a:t>
              </a:r>
              <a:endParaRPr lang="en-US" altLang="zh-CN" sz="2000">
                <a:solidFill>
                  <a:srgbClr val="0070C0"/>
                </a:solidFill>
                <a:latin typeface="Times New Roman" panose="02020603050405020304" pitchFamily="18" charset="0"/>
                <a:ea typeface="宋体" panose="02010600030101010101" pitchFamily="2" charset="-122"/>
              </a:endParaRPr>
            </a:p>
          </p:txBody>
        </p:sp>
        <p:sp>
          <p:nvSpPr>
            <p:cNvPr id="535568" name="文本框 66576"/>
            <p:cNvSpPr txBox="1"/>
            <p:nvPr/>
          </p:nvSpPr>
          <p:spPr>
            <a:xfrm>
              <a:off x="5114" y="807"/>
              <a:ext cx="273" cy="252"/>
            </a:xfrm>
            <a:prstGeom prst="rect">
              <a:avLst/>
            </a:prstGeom>
            <a:noFill/>
            <a:ln w="9525">
              <a:noFill/>
            </a:ln>
          </p:spPr>
          <p:txBody>
            <a:bodyPr wrap="none" lIns="90000" tIns="46800" rIns="90000" bIns="46800" anchor="t" anchorCtr="0">
              <a:spAutoFit/>
            </a:bodyPr>
            <a:p>
              <a:r>
                <a:rPr lang="en-US" altLang="zh-CN" sz="2000">
                  <a:solidFill>
                    <a:srgbClr val="0070C0"/>
                  </a:solidFill>
                  <a:latin typeface="Times New Roman" panose="02020603050405020304" pitchFamily="18" charset="0"/>
                  <a:ea typeface="宋体" panose="02010600030101010101" pitchFamily="2" charset="-122"/>
                </a:rPr>
                <a:t>85</a:t>
              </a:r>
              <a:endParaRPr lang="en-US" altLang="zh-CN" sz="2000">
                <a:solidFill>
                  <a:srgbClr val="0070C0"/>
                </a:solidFill>
                <a:latin typeface="Times New Roman" panose="02020603050405020304" pitchFamily="18" charset="0"/>
                <a:ea typeface="宋体" panose="02010600030101010101" pitchFamily="2" charset="-122"/>
              </a:endParaRPr>
            </a:p>
          </p:txBody>
        </p:sp>
        <p:sp>
          <p:nvSpPr>
            <p:cNvPr id="535569" name="文本框 66577"/>
            <p:cNvSpPr txBox="1"/>
            <p:nvPr/>
          </p:nvSpPr>
          <p:spPr>
            <a:xfrm>
              <a:off x="5114" y="1052"/>
              <a:ext cx="273" cy="252"/>
            </a:xfrm>
            <a:prstGeom prst="rect">
              <a:avLst/>
            </a:prstGeom>
            <a:noFill/>
            <a:ln w="9525">
              <a:noFill/>
            </a:ln>
          </p:spPr>
          <p:txBody>
            <a:bodyPr wrap="none" lIns="90000" tIns="46800" rIns="90000" bIns="46800" anchor="t" anchorCtr="0">
              <a:spAutoFit/>
            </a:bodyPr>
            <a:p>
              <a:r>
                <a:rPr lang="en-US" altLang="zh-CN" sz="2000">
                  <a:solidFill>
                    <a:srgbClr val="0070C0"/>
                  </a:solidFill>
                  <a:latin typeface="Times New Roman" panose="02020603050405020304" pitchFamily="18" charset="0"/>
                  <a:ea typeface="宋体" panose="02010600030101010101" pitchFamily="2" charset="-122"/>
                </a:rPr>
                <a:t>68</a:t>
              </a:r>
              <a:endParaRPr lang="en-US" altLang="zh-CN" sz="2000">
                <a:solidFill>
                  <a:srgbClr val="0070C0"/>
                </a:solidFill>
                <a:latin typeface="Times New Roman" panose="02020603050405020304" pitchFamily="18" charset="0"/>
                <a:ea typeface="宋体" panose="02010600030101010101" pitchFamily="2" charset="-122"/>
              </a:endParaRPr>
            </a:p>
          </p:txBody>
        </p:sp>
        <p:sp>
          <p:nvSpPr>
            <p:cNvPr id="535570" name="文本框 66578"/>
            <p:cNvSpPr txBox="1"/>
            <p:nvPr/>
          </p:nvSpPr>
          <p:spPr>
            <a:xfrm>
              <a:off x="5114" y="1543"/>
              <a:ext cx="273" cy="252"/>
            </a:xfrm>
            <a:prstGeom prst="rect">
              <a:avLst/>
            </a:prstGeom>
            <a:noFill/>
            <a:ln w="9525">
              <a:noFill/>
            </a:ln>
          </p:spPr>
          <p:txBody>
            <a:bodyPr wrap="none" lIns="90000" tIns="46800" rIns="90000" bIns="46800" anchor="t" anchorCtr="0">
              <a:spAutoFit/>
            </a:bodyPr>
            <a:p>
              <a:r>
                <a:rPr lang="en-US" altLang="zh-CN" sz="2000">
                  <a:solidFill>
                    <a:srgbClr val="0070C0"/>
                  </a:solidFill>
                  <a:latin typeface="Times New Roman" panose="02020603050405020304" pitchFamily="18" charset="0"/>
                  <a:ea typeface="宋体" panose="02010600030101010101" pitchFamily="2" charset="-122"/>
                </a:rPr>
                <a:t>54</a:t>
              </a:r>
              <a:endParaRPr lang="en-US" altLang="zh-CN" sz="2000">
                <a:solidFill>
                  <a:srgbClr val="0070C0"/>
                </a:solidFill>
                <a:latin typeface="Times New Roman" panose="02020603050405020304" pitchFamily="18" charset="0"/>
                <a:ea typeface="宋体" panose="02010600030101010101" pitchFamily="2" charset="-122"/>
              </a:endParaRPr>
            </a:p>
          </p:txBody>
        </p:sp>
        <p:sp>
          <p:nvSpPr>
            <p:cNvPr id="535571" name="文本框 66579"/>
            <p:cNvSpPr txBox="1"/>
            <p:nvPr/>
          </p:nvSpPr>
          <p:spPr>
            <a:xfrm>
              <a:off x="5114" y="1788"/>
              <a:ext cx="273" cy="252"/>
            </a:xfrm>
            <a:prstGeom prst="rect">
              <a:avLst/>
            </a:prstGeom>
            <a:noFill/>
            <a:ln w="9525">
              <a:noFill/>
            </a:ln>
          </p:spPr>
          <p:txBody>
            <a:bodyPr wrap="none" lIns="90000" tIns="46800" rIns="90000" bIns="46800" anchor="t" anchorCtr="0">
              <a:spAutoFit/>
            </a:bodyPr>
            <a:p>
              <a:r>
                <a:rPr lang="en-US" altLang="zh-CN" sz="2000">
                  <a:solidFill>
                    <a:srgbClr val="0070C0"/>
                  </a:solidFill>
                  <a:latin typeface="Times New Roman" panose="02020603050405020304" pitchFamily="18" charset="0"/>
                  <a:ea typeface="宋体" panose="02010600030101010101" pitchFamily="2" charset="-122"/>
                </a:rPr>
                <a:t>88</a:t>
              </a:r>
              <a:endParaRPr lang="en-US" altLang="zh-CN" sz="2000">
                <a:solidFill>
                  <a:srgbClr val="0070C0"/>
                </a:solidFill>
                <a:latin typeface="Times New Roman" panose="02020603050405020304" pitchFamily="18" charset="0"/>
                <a:ea typeface="宋体" panose="02010600030101010101" pitchFamily="2" charset="-122"/>
              </a:endParaRPr>
            </a:p>
          </p:txBody>
        </p:sp>
        <p:sp>
          <p:nvSpPr>
            <p:cNvPr id="535572" name="文本框 66580"/>
            <p:cNvSpPr txBox="1"/>
            <p:nvPr/>
          </p:nvSpPr>
          <p:spPr>
            <a:xfrm>
              <a:off x="5114" y="2033"/>
              <a:ext cx="273" cy="252"/>
            </a:xfrm>
            <a:prstGeom prst="rect">
              <a:avLst/>
            </a:prstGeom>
            <a:noFill/>
            <a:ln w="9525">
              <a:noFill/>
            </a:ln>
          </p:spPr>
          <p:txBody>
            <a:bodyPr wrap="none" lIns="90000" tIns="46800" rIns="90000" bIns="46800" anchor="t" anchorCtr="0">
              <a:spAutoFit/>
            </a:bodyPr>
            <a:p>
              <a:r>
                <a:rPr lang="en-US" altLang="zh-CN" sz="2000">
                  <a:solidFill>
                    <a:srgbClr val="0070C0"/>
                  </a:solidFill>
                  <a:latin typeface="Times New Roman" panose="02020603050405020304" pitchFamily="18" charset="0"/>
                  <a:ea typeface="宋体" panose="02010600030101010101" pitchFamily="2" charset="-122"/>
                </a:rPr>
                <a:t>98</a:t>
              </a:r>
              <a:endParaRPr lang="en-US" altLang="zh-CN" sz="2000">
                <a:solidFill>
                  <a:srgbClr val="0070C0"/>
                </a:solidFill>
                <a:latin typeface="Times New Roman" panose="02020603050405020304" pitchFamily="18" charset="0"/>
                <a:ea typeface="宋体" panose="02010600030101010101" pitchFamily="2" charset="-122"/>
              </a:endParaRPr>
            </a:p>
          </p:txBody>
        </p:sp>
        <p:sp>
          <p:nvSpPr>
            <p:cNvPr id="535573" name="文本框 66581"/>
            <p:cNvSpPr txBox="1"/>
            <p:nvPr/>
          </p:nvSpPr>
          <p:spPr>
            <a:xfrm>
              <a:off x="5114" y="2279"/>
              <a:ext cx="273" cy="252"/>
            </a:xfrm>
            <a:prstGeom prst="rect">
              <a:avLst/>
            </a:prstGeom>
            <a:noFill/>
            <a:ln w="9525">
              <a:noFill/>
            </a:ln>
          </p:spPr>
          <p:txBody>
            <a:bodyPr wrap="none" lIns="90000" tIns="46800" rIns="90000" bIns="46800" anchor="t" anchorCtr="0">
              <a:spAutoFit/>
            </a:bodyPr>
            <a:p>
              <a:r>
                <a:rPr lang="en-US" altLang="zh-CN" sz="2000">
                  <a:solidFill>
                    <a:srgbClr val="0070C0"/>
                  </a:solidFill>
                  <a:latin typeface="Times New Roman" panose="02020603050405020304" pitchFamily="18" charset="0"/>
                  <a:ea typeface="宋体" panose="02010600030101010101" pitchFamily="2" charset="-122"/>
                </a:rPr>
                <a:t>45</a:t>
              </a:r>
              <a:endParaRPr lang="en-US" altLang="zh-CN" sz="2000">
                <a:solidFill>
                  <a:srgbClr val="0070C0"/>
                </a:solidFill>
                <a:latin typeface="Times New Roman" panose="02020603050405020304" pitchFamily="18" charset="0"/>
                <a:ea typeface="宋体" panose="02010600030101010101" pitchFamily="2" charset="-122"/>
              </a:endParaRPr>
            </a:p>
          </p:txBody>
        </p:sp>
        <p:sp>
          <p:nvSpPr>
            <p:cNvPr id="535574" name="文本框 66582"/>
            <p:cNvSpPr txBox="1"/>
            <p:nvPr/>
          </p:nvSpPr>
          <p:spPr>
            <a:xfrm>
              <a:off x="5114" y="1297"/>
              <a:ext cx="273" cy="252"/>
            </a:xfrm>
            <a:prstGeom prst="rect">
              <a:avLst/>
            </a:prstGeom>
            <a:noFill/>
            <a:ln w="9525">
              <a:noFill/>
            </a:ln>
          </p:spPr>
          <p:txBody>
            <a:bodyPr wrap="none" lIns="90000" tIns="46800" rIns="90000" bIns="46800" anchor="t" anchorCtr="0">
              <a:spAutoFit/>
            </a:bodyPr>
            <a:p>
              <a:r>
                <a:rPr lang="en-US" altLang="zh-CN" sz="2000">
                  <a:solidFill>
                    <a:srgbClr val="0070C0"/>
                  </a:solidFill>
                  <a:latin typeface="Times New Roman" panose="02020603050405020304" pitchFamily="18" charset="0"/>
                  <a:ea typeface="宋体" panose="02010600030101010101" pitchFamily="2" charset="-122"/>
                </a:rPr>
                <a:t>75</a:t>
              </a:r>
              <a:endParaRPr lang="en-US" altLang="zh-CN" sz="2000">
                <a:solidFill>
                  <a:srgbClr val="0070C0"/>
                </a:solidFill>
                <a:latin typeface="Times New Roman" panose="02020603050405020304" pitchFamily="18" charset="0"/>
                <a:ea typeface="宋体" panose="02010600030101010101" pitchFamily="2" charset="-122"/>
              </a:endParaRPr>
            </a:p>
          </p:txBody>
        </p:sp>
        <p:sp>
          <p:nvSpPr>
            <p:cNvPr id="535575" name="文本框 66583"/>
            <p:cNvSpPr txBox="1"/>
            <p:nvPr/>
          </p:nvSpPr>
          <p:spPr>
            <a:xfrm>
              <a:off x="5114" y="2524"/>
              <a:ext cx="273" cy="252"/>
            </a:xfrm>
            <a:prstGeom prst="rect">
              <a:avLst/>
            </a:prstGeom>
            <a:noFill/>
            <a:ln w="9525">
              <a:noFill/>
            </a:ln>
          </p:spPr>
          <p:txBody>
            <a:bodyPr wrap="none" lIns="90000" tIns="46800" rIns="90000" bIns="46800" anchor="t" anchorCtr="0">
              <a:spAutoFit/>
            </a:bodyPr>
            <a:p>
              <a:r>
                <a:rPr lang="en-US" altLang="zh-CN" sz="2000">
                  <a:solidFill>
                    <a:srgbClr val="0070C0"/>
                  </a:solidFill>
                  <a:latin typeface="Times New Roman" panose="02020603050405020304" pitchFamily="18" charset="0"/>
                  <a:ea typeface="宋体" panose="02010600030101010101" pitchFamily="2" charset="-122"/>
                </a:rPr>
                <a:t>61</a:t>
              </a:r>
              <a:endParaRPr lang="en-US" altLang="zh-CN" sz="2000">
                <a:solidFill>
                  <a:srgbClr val="0070C0"/>
                </a:solidFill>
                <a:latin typeface="Times New Roman" panose="02020603050405020304" pitchFamily="18" charset="0"/>
                <a:ea typeface="宋体" panose="02010600030101010101" pitchFamily="2" charset="-122"/>
              </a:endParaRPr>
            </a:p>
          </p:txBody>
        </p:sp>
        <p:sp>
          <p:nvSpPr>
            <p:cNvPr id="535576" name="文本框 66584"/>
            <p:cNvSpPr txBox="1"/>
            <p:nvPr/>
          </p:nvSpPr>
          <p:spPr>
            <a:xfrm>
              <a:off x="5114" y="2769"/>
              <a:ext cx="273" cy="252"/>
            </a:xfrm>
            <a:prstGeom prst="rect">
              <a:avLst/>
            </a:prstGeom>
            <a:noFill/>
            <a:ln w="9525">
              <a:noFill/>
            </a:ln>
          </p:spPr>
          <p:txBody>
            <a:bodyPr wrap="none" lIns="90000" tIns="46800" rIns="90000" bIns="46800" anchor="t" anchorCtr="0">
              <a:spAutoFit/>
            </a:bodyPr>
            <a:p>
              <a:r>
                <a:rPr lang="en-US" altLang="zh-CN" sz="2000">
                  <a:solidFill>
                    <a:srgbClr val="0070C0"/>
                  </a:solidFill>
                  <a:latin typeface="Times New Roman" panose="02020603050405020304" pitchFamily="18" charset="0"/>
                  <a:ea typeface="宋体" panose="02010600030101010101" pitchFamily="2" charset="-122"/>
                </a:rPr>
                <a:t>79</a:t>
              </a:r>
              <a:endParaRPr lang="en-US" altLang="zh-CN" sz="2000">
                <a:solidFill>
                  <a:srgbClr val="0070C0"/>
                </a:solidFill>
                <a:latin typeface="Times New Roman" panose="02020603050405020304" pitchFamily="18" charset="0"/>
                <a:ea typeface="宋体" panose="02010600030101010101" pitchFamily="2" charset="-122"/>
              </a:endParaRPr>
            </a:p>
          </p:txBody>
        </p:sp>
      </p:grpSp>
      <p:grpSp>
        <p:nvGrpSpPr>
          <p:cNvPr id="66598" name="组合 66597"/>
          <p:cNvGrpSpPr/>
          <p:nvPr/>
        </p:nvGrpSpPr>
        <p:grpSpPr>
          <a:xfrm>
            <a:off x="8142288" y="1481138"/>
            <a:ext cx="587375" cy="3962400"/>
            <a:chOff x="4503" y="537"/>
            <a:chExt cx="370" cy="2496"/>
          </a:xfrm>
        </p:grpSpPr>
        <p:sp>
          <p:nvSpPr>
            <p:cNvPr id="535578" name="文本框 66586"/>
            <p:cNvSpPr txBox="1"/>
            <p:nvPr/>
          </p:nvSpPr>
          <p:spPr>
            <a:xfrm>
              <a:off x="4503" y="537"/>
              <a:ext cx="370" cy="252"/>
            </a:xfrm>
            <a:prstGeom prst="rect">
              <a:avLst/>
            </a:prstGeom>
            <a:noFill/>
            <a:ln w="9525">
              <a:noFill/>
            </a:ln>
          </p:spPr>
          <p:txBody>
            <a:bodyPr wrap="none" lIns="90000" tIns="46800" rIns="90000" bIns="46800" anchor="t" anchorCtr="0">
              <a:spAutoFit/>
            </a:bodyPr>
            <a:p>
              <a:r>
                <a:rPr lang="en-US" altLang="zh-CN" sz="2000">
                  <a:solidFill>
                    <a:srgbClr val="800000"/>
                  </a:solidFill>
                  <a:latin typeface="Times New Roman" panose="02020603050405020304" pitchFamily="18" charset="0"/>
                  <a:ea typeface="宋体" panose="02010600030101010101" pitchFamily="2" charset="-122"/>
                </a:rPr>
                <a:t>a[0]</a:t>
              </a:r>
              <a:endParaRPr lang="en-US" altLang="zh-CN" sz="2000">
                <a:solidFill>
                  <a:srgbClr val="800000"/>
                </a:solidFill>
                <a:latin typeface="Times New Roman" panose="02020603050405020304" pitchFamily="18" charset="0"/>
                <a:ea typeface="宋体" panose="02010600030101010101" pitchFamily="2" charset="-122"/>
              </a:endParaRPr>
            </a:p>
          </p:txBody>
        </p:sp>
        <p:sp>
          <p:nvSpPr>
            <p:cNvPr id="535579" name="文本框 66587"/>
            <p:cNvSpPr txBox="1"/>
            <p:nvPr/>
          </p:nvSpPr>
          <p:spPr>
            <a:xfrm>
              <a:off x="4503" y="787"/>
              <a:ext cx="370" cy="252"/>
            </a:xfrm>
            <a:prstGeom prst="rect">
              <a:avLst/>
            </a:prstGeom>
            <a:noFill/>
            <a:ln w="9525">
              <a:noFill/>
            </a:ln>
          </p:spPr>
          <p:txBody>
            <a:bodyPr wrap="none" lIns="90000" tIns="46800" rIns="90000" bIns="46800" anchor="t" anchorCtr="0">
              <a:spAutoFit/>
            </a:bodyPr>
            <a:p>
              <a:r>
                <a:rPr lang="en-US" altLang="zh-CN" sz="2000">
                  <a:solidFill>
                    <a:srgbClr val="800000"/>
                  </a:solidFill>
                  <a:latin typeface="Times New Roman" panose="02020603050405020304" pitchFamily="18" charset="0"/>
                  <a:ea typeface="宋体" panose="02010600030101010101" pitchFamily="2" charset="-122"/>
                </a:rPr>
                <a:t>a[1]</a:t>
              </a:r>
              <a:endParaRPr lang="en-US" altLang="zh-CN" sz="2000">
                <a:solidFill>
                  <a:srgbClr val="800000"/>
                </a:solidFill>
                <a:latin typeface="Times New Roman" panose="02020603050405020304" pitchFamily="18" charset="0"/>
                <a:ea typeface="宋体" panose="02010600030101010101" pitchFamily="2" charset="-122"/>
              </a:endParaRPr>
            </a:p>
          </p:txBody>
        </p:sp>
        <p:sp>
          <p:nvSpPr>
            <p:cNvPr id="535580" name="文本框 66588"/>
            <p:cNvSpPr txBox="1"/>
            <p:nvPr/>
          </p:nvSpPr>
          <p:spPr>
            <a:xfrm>
              <a:off x="4503" y="1036"/>
              <a:ext cx="370" cy="252"/>
            </a:xfrm>
            <a:prstGeom prst="rect">
              <a:avLst/>
            </a:prstGeom>
            <a:noFill/>
            <a:ln w="9525">
              <a:noFill/>
            </a:ln>
          </p:spPr>
          <p:txBody>
            <a:bodyPr wrap="none" lIns="90000" tIns="46800" rIns="90000" bIns="46800" anchor="t" anchorCtr="0">
              <a:spAutoFit/>
            </a:bodyPr>
            <a:p>
              <a:r>
                <a:rPr lang="en-US" altLang="zh-CN" sz="2000">
                  <a:solidFill>
                    <a:srgbClr val="800000"/>
                  </a:solidFill>
                  <a:latin typeface="Times New Roman" panose="02020603050405020304" pitchFamily="18" charset="0"/>
                  <a:ea typeface="宋体" panose="02010600030101010101" pitchFamily="2" charset="-122"/>
                </a:rPr>
                <a:t>a[2]</a:t>
              </a:r>
              <a:endParaRPr lang="en-US" altLang="zh-CN" sz="2000">
                <a:solidFill>
                  <a:srgbClr val="800000"/>
                </a:solidFill>
                <a:latin typeface="Times New Roman" panose="02020603050405020304" pitchFamily="18" charset="0"/>
                <a:ea typeface="宋体" panose="02010600030101010101" pitchFamily="2" charset="-122"/>
              </a:endParaRPr>
            </a:p>
          </p:txBody>
        </p:sp>
        <p:sp>
          <p:nvSpPr>
            <p:cNvPr id="535581" name="文本框 66589"/>
            <p:cNvSpPr txBox="1"/>
            <p:nvPr/>
          </p:nvSpPr>
          <p:spPr>
            <a:xfrm>
              <a:off x="4503" y="1285"/>
              <a:ext cx="370" cy="252"/>
            </a:xfrm>
            <a:prstGeom prst="rect">
              <a:avLst/>
            </a:prstGeom>
            <a:noFill/>
            <a:ln w="9525">
              <a:noFill/>
            </a:ln>
          </p:spPr>
          <p:txBody>
            <a:bodyPr wrap="none" lIns="90000" tIns="46800" rIns="90000" bIns="46800" anchor="t" anchorCtr="0">
              <a:spAutoFit/>
            </a:bodyPr>
            <a:p>
              <a:r>
                <a:rPr lang="en-US" altLang="zh-CN" sz="2000">
                  <a:solidFill>
                    <a:srgbClr val="800000"/>
                  </a:solidFill>
                  <a:latin typeface="Times New Roman" panose="02020603050405020304" pitchFamily="18" charset="0"/>
                  <a:ea typeface="宋体" panose="02010600030101010101" pitchFamily="2" charset="-122"/>
                </a:rPr>
                <a:t>a[3]</a:t>
              </a:r>
              <a:endParaRPr lang="en-US" altLang="zh-CN" sz="2000">
                <a:solidFill>
                  <a:srgbClr val="800000"/>
                </a:solidFill>
                <a:latin typeface="Times New Roman" panose="02020603050405020304" pitchFamily="18" charset="0"/>
                <a:ea typeface="宋体" panose="02010600030101010101" pitchFamily="2" charset="-122"/>
              </a:endParaRPr>
            </a:p>
          </p:txBody>
        </p:sp>
        <p:sp>
          <p:nvSpPr>
            <p:cNvPr id="535582" name="文本框 66590"/>
            <p:cNvSpPr txBox="1"/>
            <p:nvPr/>
          </p:nvSpPr>
          <p:spPr>
            <a:xfrm>
              <a:off x="4503" y="1535"/>
              <a:ext cx="370" cy="252"/>
            </a:xfrm>
            <a:prstGeom prst="rect">
              <a:avLst/>
            </a:prstGeom>
            <a:noFill/>
            <a:ln w="9525">
              <a:noFill/>
            </a:ln>
          </p:spPr>
          <p:txBody>
            <a:bodyPr wrap="none" lIns="90000" tIns="46800" rIns="90000" bIns="46800" anchor="t" anchorCtr="0">
              <a:spAutoFit/>
            </a:bodyPr>
            <a:p>
              <a:r>
                <a:rPr lang="en-US" altLang="zh-CN" sz="2000">
                  <a:solidFill>
                    <a:srgbClr val="800000"/>
                  </a:solidFill>
                  <a:latin typeface="Times New Roman" panose="02020603050405020304" pitchFamily="18" charset="0"/>
                  <a:ea typeface="宋体" panose="02010600030101010101" pitchFamily="2" charset="-122"/>
                </a:rPr>
                <a:t>a[4]</a:t>
              </a:r>
              <a:endParaRPr lang="en-US" altLang="zh-CN" sz="2000">
                <a:solidFill>
                  <a:srgbClr val="800000"/>
                </a:solidFill>
                <a:latin typeface="Times New Roman" panose="02020603050405020304" pitchFamily="18" charset="0"/>
                <a:ea typeface="宋体" panose="02010600030101010101" pitchFamily="2" charset="-122"/>
              </a:endParaRPr>
            </a:p>
          </p:txBody>
        </p:sp>
        <p:sp>
          <p:nvSpPr>
            <p:cNvPr id="535583" name="文本框 66591"/>
            <p:cNvSpPr txBox="1"/>
            <p:nvPr/>
          </p:nvSpPr>
          <p:spPr>
            <a:xfrm>
              <a:off x="4503" y="1784"/>
              <a:ext cx="370" cy="252"/>
            </a:xfrm>
            <a:prstGeom prst="rect">
              <a:avLst/>
            </a:prstGeom>
            <a:noFill/>
            <a:ln w="9525">
              <a:noFill/>
            </a:ln>
          </p:spPr>
          <p:txBody>
            <a:bodyPr wrap="none" lIns="90000" tIns="46800" rIns="90000" bIns="46800" anchor="t" anchorCtr="0">
              <a:spAutoFit/>
            </a:bodyPr>
            <a:p>
              <a:r>
                <a:rPr lang="en-US" altLang="zh-CN" sz="2000">
                  <a:solidFill>
                    <a:srgbClr val="800000"/>
                  </a:solidFill>
                  <a:latin typeface="Times New Roman" panose="02020603050405020304" pitchFamily="18" charset="0"/>
                  <a:ea typeface="宋体" panose="02010600030101010101" pitchFamily="2" charset="-122"/>
                </a:rPr>
                <a:t>a[5]</a:t>
              </a:r>
              <a:endParaRPr lang="en-US" altLang="zh-CN" sz="2000">
                <a:solidFill>
                  <a:srgbClr val="800000"/>
                </a:solidFill>
                <a:latin typeface="Times New Roman" panose="02020603050405020304" pitchFamily="18" charset="0"/>
                <a:ea typeface="宋体" panose="02010600030101010101" pitchFamily="2" charset="-122"/>
              </a:endParaRPr>
            </a:p>
          </p:txBody>
        </p:sp>
        <p:sp>
          <p:nvSpPr>
            <p:cNvPr id="535584" name="文本框 66592"/>
            <p:cNvSpPr txBox="1"/>
            <p:nvPr/>
          </p:nvSpPr>
          <p:spPr>
            <a:xfrm>
              <a:off x="4503" y="2033"/>
              <a:ext cx="370" cy="252"/>
            </a:xfrm>
            <a:prstGeom prst="rect">
              <a:avLst/>
            </a:prstGeom>
            <a:noFill/>
            <a:ln w="9525">
              <a:noFill/>
            </a:ln>
          </p:spPr>
          <p:txBody>
            <a:bodyPr wrap="none" lIns="90000" tIns="46800" rIns="90000" bIns="46800" anchor="t" anchorCtr="0">
              <a:spAutoFit/>
            </a:bodyPr>
            <a:p>
              <a:r>
                <a:rPr lang="en-US" altLang="zh-CN" sz="2000">
                  <a:solidFill>
                    <a:srgbClr val="800000"/>
                  </a:solidFill>
                  <a:latin typeface="Times New Roman" panose="02020603050405020304" pitchFamily="18" charset="0"/>
                  <a:ea typeface="宋体" panose="02010600030101010101" pitchFamily="2" charset="-122"/>
                </a:rPr>
                <a:t>a[6]</a:t>
              </a:r>
              <a:endParaRPr lang="en-US" altLang="zh-CN" sz="2000">
                <a:solidFill>
                  <a:srgbClr val="800000"/>
                </a:solidFill>
                <a:latin typeface="Times New Roman" panose="02020603050405020304" pitchFamily="18" charset="0"/>
                <a:ea typeface="宋体" panose="02010600030101010101" pitchFamily="2" charset="-122"/>
              </a:endParaRPr>
            </a:p>
          </p:txBody>
        </p:sp>
        <p:sp>
          <p:nvSpPr>
            <p:cNvPr id="535585" name="文本框 66593"/>
            <p:cNvSpPr txBox="1"/>
            <p:nvPr/>
          </p:nvSpPr>
          <p:spPr>
            <a:xfrm>
              <a:off x="4503" y="2283"/>
              <a:ext cx="370" cy="252"/>
            </a:xfrm>
            <a:prstGeom prst="rect">
              <a:avLst/>
            </a:prstGeom>
            <a:noFill/>
            <a:ln w="9525">
              <a:noFill/>
            </a:ln>
          </p:spPr>
          <p:txBody>
            <a:bodyPr wrap="none" lIns="90000" tIns="46800" rIns="90000" bIns="46800" anchor="t" anchorCtr="0">
              <a:spAutoFit/>
            </a:bodyPr>
            <a:p>
              <a:r>
                <a:rPr lang="en-US" altLang="zh-CN" sz="2000">
                  <a:solidFill>
                    <a:srgbClr val="800000"/>
                  </a:solidFill>
                  <a:latin typeface="Times New Roman" panose="02020603050405020304" pitchFamily="18" charset="0"/>
                  <a:ea typeface="宋体" panose="02010600030101010101" pitchFamily="2" charset="-122"/>
                </a:rPr>
                <a:t>a[7]</a:t>
              </a:r>
              <a:endParaRPr lang="en-US" altLang="zh-CN" sz="2000">
                <a:solidFill>
                  <a:srgbClr val="800000"/>
                </a:solidFill>
                <a:latin typeface="Times New Roman" panose="02020603050405020304" pitchFamily="18" charset="0"/>
                <a:ea typeface="宋体" panose="02010600030101010101" pitchFamily="2" charset="-122"/>
              </a:endParaRPr>
            </a:p>
          </p:txBody>
        </p:sp>
        <p:sp>
          <p:nvSpPr>
            <p:cNvPr id="535586" name="文本框 66595"/>
            <p:cNvSpPr txBox="1"/>
            <p:nvPr/>
          </p:nvSpPr>
          <p:spPr>
            <a:xfrm>
              <a:off x="4503" y="2532"/>
              <a:ext cx="370" cy="252"/>
            </a:xfrm>
            <a:prstGeom prst="rect">
              <a:avLst/>
            </a:prstGeom>
            <a:noFill/>
            <a:ln w="9525">
              <a:noFill/>
            </a:ln>
          </p:spPr>
          <p:txBody>
            <a:bodyPr wrap="none" lIns="90000" tIns="46800" rIns="90000" bIns="46800" anchor="t" anchorCtr="0">
              <a:spAutoFit/>
            </a:bodyPr>
            <a:p>
              <a:r>
                <a:rPr lang="en-US" altLang="zh-CN" sz="2000">
                  <a:solidFill>
                    <a:srgbClr val="800000"/>
                  </a:solidFill>
                  <a:latin typeface="Times New Roman" panose="02020603050405020304" pitchFamily="18" charset="0"/>
                  <a:ea typeface="宋体" panose="02010600030101010101" pitchFamily="2" charset="-122"/>
                </a:rPr>
                <a:t>a[8]</a:t>
              </a:r>
              <a:endParaRPr lang="en-US" altLang="zh-CN" sz="2000">
                <a:solidFill>
                  <a:srgbClr val="800000"/>
                </a:solidFill>
                <a:latin typeface="Times New Roman" panose="02020603050405020304" pitchFamily="18" charset="0"/>
                <a:ea typeface="宋体" panose="02010600030101010101" pitchFamily="2" charset="-122"/>
              </a:endParaRPr>
            </a:p>
          </p:txBody>
        </p:sp>
        <p:sp>
          <p:nvSpPr>
            <p:cNvPr id="535587" name="文本框 66596"/>
            <p:cNvSpPr txBox="1"/>
            <p:nvPr/>
          </p:nvSpPr>
          <p:spPr>
            <a:xfrm>
              <a:off x="4503" y="2781"/>
              <a:ext cx="370" cy="252"/>
            </a:xfrm>
            <a:prstGeom prst="rect">
              <a:avLst/>
            </a:prstGeom>
            <a:noFill/>
            <a:ln w="9525">
              <a:noFill/>
            </a:ln>
          </p:spPr>
          <p:txBody>
            <a:bodyPr wrap="none" lIns="90000" tIns="46800" rIns="90000" bIns="46800" anchor="t" anchorCtr="0">
              <a:spAutoFit/>
            </a:bodyPr>
            <a:p>
              <a:r>
                <a:rPr lang="en-US" altLang="zh-CN" sz="2000">
                  <a:solidFill>
                    <a:srgbClr val="800000"/>
                  </a:solidFill>
                  <a:latin typeface="Times New Roman" panose="02020603050405020304" pitchFamily="18" charset="0"/>
                  <a:ea typeface="宋体" panose="02010600030101010101" pitchFamily="2" charset="-122"/>
                </a:rPr>
                <a:t>a[9]</a:t>
              </a:r>
              <a:endParaRPr lang="en-US" altLang="zh-CN" sz="2000">
                <a:solidFill>
                  <a:srgbClr val="800000"/>
                </a:solidFill>
                <a:latin typeface="Times New Roman" panose="02020603050405020304" pitchFamily="18" charset="0"/>
                <a:ea typeface="宋体" panose="02010600030101010101" pitchFamily="2" charset="-122"/>
              </a:endParaRPr>
            </a:p>
          </p:txBody>
        </p:sp>
      </p:grpSp>
      <p:grpSp>
        <p:nvGrpSpPr>
          <p:cNvPr id="66601" name="组合 66600"/>
          <p:cNvGrpSpPr/>
          <p:nvPr/>
        </p:nvGrpSpPr>
        <p:grpSpPr>
          <a:xfrm>
            <a:off x="9890125" y="1317625"/>
            <a:ext cx="742950" cy="369888"/>
            <a:chOff x="4836" y="866"/>
            <a:chExt cx="468" cy="233"/>
          </a:xfrm>
        </p:grpSpPr>
        <p:sp>
          <p:nvSpPr>
            <p:cNvPr id="535589" name="直接连接符 66598"/>
            <p:cNvSpPr/>
            <p:nvPr/>
          </p:nvSpPr>
          <p:spPr>
            <a:xfrm flipH="1">
              <a:off x="4836" y="996"/>
              <a:ext cx="288" cy="0"/>
            </a:xfrm>
            <a:prstGeom prst="line">
              <a:avLst/>
            </a:prstGeom>
            <a:ln w="38100" cap="flat" cmpd="sng">
              <a:solidFill>
                <a:srgbClr val="FF3300"/>
              </a:solidFill>
              <a:prstDash val="solid"/>
              <a:round/>
              <a:headEnd type="none" w="med" len="med"/>
              <a:tailEnd type="triangle" w="med" len="med"/>
            </a:ln>
          </p:spPr>
        </p:sp>
        <p:sp>
          <p:nvSpPr>
            <p:cNvPr id="535590" name="文本框 66599"/>
            <p:cNvSpPr txBox="1"/>
            <p:nvPr/>
          </p:nvSpPr>
          <p:spPr>
            <a:xfrm>
              <a:off x="5127" y="866"/>
              <a:ext cx="177" cy="233"/>
            </a:xfrm>
            <a:prstGeom prst="rect">
              <a:avLst/>
            </a:prstGeom>
            <a:noFill/>
            <a:ln w="9525">
              <a:noFill/>
            </a:ln>
          </p:spPr>
          <p:txBody>
            <a:bodyPr wrap="none" lIns="90000" tIns="46800" rIns="90000" bIns="46800" anchor="t" anchorCtr="0">
              <a:spAutoFit/>
            </a:bodyPr>
            <a:p>
              <a:r>
                <a:rPr lang="en-US" altLang="zh-CN">
                  <a:solidFill>
                    <a:srgbClr val="FF3300"/>
                  </a:solidFill>
                  <a:latin typeface="Times New Roman" panose="02020603050405020304" pitchFamily="18" charset="0"/>
                  <a:ea typeface="宋体" panose="02010600030101010101" pitchFamily="2" charset="-122"/>
                </a:rPr>
                <a:t>a</a:t>
              </a:r>
              <a:endParaRPr lang="en-US" altLang="zh-CN">
                <a:solidFill>
                  <a:srgbClr val="FF3300"/>
                </a:solidFill>
                <a:latin typeface="Times New Roman" panose="02020603050405020304" pitchFamily="18" charset="0"/>
                <a:ea typeface="宋体" panose="02010600030101010101" pitchFamily="2" charset="-122"/>
              </a:endParaRPr>
            </a:p>
          </p:txBody>
        </p:sp>
      </p:grpSp>
      <p:sp>
        <p:nvSpPr>
          <p:cNvPr id="66602" name="矩形 66601"/>
          <p:cNvSpPr/>
          <p:nvPr/>
        </p:nvSpPr>
        <p:spPr>
          <a:xfrm>
            <a:off x="3113088" y="3508375"/>
            <a:ext cx="4638675" cy="2584450"/>
          </a:xfrm>
          <a:prstGeom prst="rect">
            <a:avLst/>
          </a:prstGeom>
          <a:solidFill>
            <a:srgbClr val="C4EFFF"/>
          </a:solidFill>
          <a:ln w="25400" cap="flat" cmpd="sng">
            <a:solidFill>
              <a:schemeClr val="accent1"/>
            </a:solidFill>
            <a:prstDash val="solid"/>
            <a:miter/>
            <a:headEnd type="none" w="med" len="med"/>
            <a:tailEnd type="none" w="med" len="med"/>
          </a:ln>
        </p:spPr>
        <p:txBody>
          <a:bodyPr wrap="square" lIns="91440" tIns="45720" rIns="91440" bIns="45720" anchor="t" anchorCtr="0"/>
          <a:p>
            <a:pPr>
              <a:buSzTx/>
            </a:pPr>
            <a:r>
              <a:rPr lang="zh-CN" altLang="zh-CN">
                <a:latin typeface="Calibri" panose="020F0502020204030204" pitchFamily="34" charset="0"/>
                <a:ea typeface="宋体" panose="02010600030101010101" pitchFamily="2" charset="-122"/>
              </a:rPr>
              <a:t>#include  &lt;stdio.h&gt;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main()</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int  k , </a:t>
            </a:r>
            <a:r>
              <a:rPr lang="zh-CN" altLang="zh-CN">
                <a:solidFill>
                  <a:srgbClr val="C00000"/>
                </a:solidFill>
                <a:latin typeface="Calibri" panose="020F0502020204030204" pitchFamily="34" charset="0"/>
                <a:ea typeface="宋体" panose="02010600030101010101" pitchFamily="2" charset="-122"/>
              </a:rPr>
              <a:t>a[10]</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for(k=0;k&lt;10;k++)</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scanf(“%d”,&amp;a[k]);</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for(k=0;k&lt;10;k++)</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sum+=</a:t>
            </a:r>
            <a:r>
              <a:rPr lang="zh-CN" altLang="zh-CN">
                <a:solidFill>
                  <a:srgbClr val="C00000"/>
                </a:solidFill>
                <a:latin typeface="Calibri" panose="020F0502020204030204" pitchFamily="34" charset="0"/>
                <a:ea typeface="宋体" panose="02010600030101010101" pitchFamily="2" charset="-122"/>
              </a:rPr>
              <a:t>a[k]</a:t>
            </a: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    printf(“Average  is  %d\n”,sum/10);</a:t>
            </a:r>
            <a:endParaRPr lang="zh-CN" altLang="zh-CN">
              <a:latin typeface="Calibri" panose="020F0502020204030204" pitchFamily="34" charset="0"/>
              <a:ea typeface="宋体" panose="02010600030101010101" pitchFamily="2" charset="-122"/>
            </a:endParaRPr>
          </a:p>
          <a:p>
            <a:pPr>
              <a:buSzTx/>
            </a:pPr>
            <a:r>
              <a:rPr lang="zh-CN" altLang="zh-CN">
                <a:latin typeface="Calibri" panose="020F0502020204030204" pitchFamily="34" charset="0"/>
                <a:ea typeface="宋体" panose="02010600030101010101" pitchFamily="2" charset="-122"/>
              </a:rPr>
              <a:t>}</a:t>
            </a:r>
            <a:endParaRPr lang="zh-CN" altLang="zh-CN">
              <a:latin typeface="Calibri" panose="020F0502020204030204" pitchFamily="34" charset="0"/>
              <a:ea typeface="宋体" panose="02010600030101010101" pitchFamily="2" charset="-122"/>
            </a:endParaRPr>
          </a:p>
        </p:txBody>
      </p:sp>
      <p:grpSp>
        <p:nvGrpSpPr>
          <p:cNvPr id="66630" name="组合 66629"/>
          <p:cNvGrpSpPr/>
          <p:nvPr/>
        </p:nvGrpSpPr>
        <p:grpSpPr>
          <a:xfrm>
            <a:off x="1127125" y="1154113"/>
            <a:ext cx="3494088" cy="2078037"/>
            <a:chOff x="423" y="1598"/>
            <a:chExt cx="2201" cy="1309"/>
          </a:xfrm>
        </p:grpSpPr>
        <p:sp>
          <p:nvSpPr>
            <p:cNvPr id="535593" name="文本框 66616"/>
            <p:cNvSpPr txBox="1"/>
            <p:nvPr/>
          </p:nvSpPr>
          <p:spPr>
            <a:xfrm>
              <a:off x="423" y="1598"/>
              <a:ext cx="1831" cy="233"/>
            </a:xfrm>
            <a:prstGeom prst="rect">
              <a:avLst/>
            </a:prstGeom>
            <a:noFill/>
            <a:ln w="9525">
              <a:noFill/>
            </a:ln>
          </p:spPr>
          <p:txBody>
            <a:bodyPr wrap="none" lIns="90000" tIns="46800" rIns="90000" bIns="46800" anchor="t" anchorCtr="0">
              <a:spAutoFit/>
            </a:bodyPr>
            <a:p>
              <a:r>
                <a:rPr lang="zh-CN" altLang="en-US" b="1" dirty="0">
                  <a:solidFill>
                    <a:schemeClr val="accent1"/>
                  </a:solidFill>
                  <a:latin typeface="微软雅黑 Light" panose="020B0502040204020203" charset="-122"/>
                  <a:ea typeface="微软雅黑 Light" panose="020B0502040204020203" charset="-122"/>
                </a:rPr>
                <a:t>例   有三个学生四门课成绩</a:t>
              </a:r>
              <a:endParaRPr lang="zh-CN" altLang="en-US" b="1" dirty="0">
                <a:solidFill>
                  <a:schemeClr val="accent1"/>
                </a:solidFill>
                <a:latin typeface="微软雅黑 Light" panose="020B0502040204020203" charset="-122"/>
                <a:ea typeface="微软雅黑 Light" panose="020B0502040204020203" charset="-122"/>
              </a:endParaRPr>
            </a:p>
          </p:txBody>
        </p:sp>
        <p:grpSp>
          <p:nvGrpSpPr>
            <p:cNvPr id="535594" name="组合 66617"/>
            <p:cNvGrpSpPr/>
            <p:nvPr/>
          </p:nvGrpSpPr>
          <p:grpSpPr>
            <a:xfrm>
              <a:off x="651" y="1990"/>
              <a:ext cx="1973" cy="917"/>
              <a:chOff x="843" y="838"/>
              <a:chExt cx="1973" cy="917"/>
            </a:xfrm>
          </p:grpSpPr>
          <p:sp>
            <p:nvSpPr>
              <p:cNvPr id="535595" name="文本框 66618"/>
              <p:cNvSpPr txBox="1"/>
              <p:nvPr/>
            </p:nvSpPr>
            <p:spPr>
              <a:xfrm>
                <a:off x="1323" y="1082"/>
                <a:ext cx="1412" cy="640"/>
              </a:xfrm>
              <a:prstGeom prst="rect">
                <a:avLst/>
              </a:prstGeom>
              <a:noFill/>
              <a:ln w="9525">
                <a:noFill/>
              </a:ln>
            </p:spPr>
            <p:txBody>
              <a:bodyPr wrap="square" lIns="90000" tIns="46800" rIns="90000" bIns="46800" anchor="t" anchorCtr="0">
                <a:spAutoFit/>
              </a:bodyPr>
              <a:p>
                <a:r>
                  <a:rPr lang="en-US" altLang="zh-CN" sz="2000" b="1">
                    <a:solidFill>
                      <a:srgbClr val="0000FF"/>
                    </a:solidFill>
                    <a:latin typeface="Times New Roman" panose="02020603050405020304" pitchFamily="18" charset="0"/>
                    <a:ea typeface="宋体" panose="02010600030101010101" pitchFamily="2" charset="-122"/>
                  </a:rPr>
                  <a:t>92     85    68    75</a:t>
                </a:r>
                <a:r>
                  <a:rPr lang="en-US" altLang="zh-CN" sz="2000" b="1">
                    <a:solidFill>
                      <a:schemeClr val="bg2"/>
                    </a:solidFill>
                    <a:latin typeface="Times New Roman" panose="02020603050405020304" pitchFamily="18" charset="0"/>
                    <a:ea typeface="宋体" panose="02010600030101010101" pitchFamily="2" charset="-122"/>
                  </a:rPr>
                  <a:t>   </a:t>
                </a:r>
                <a:endParaRPr lang="en-US" altLang="zh-CN" sz="2000" b="1">
                  <a:solidFill>
                    <a:schemeClr val="bg2"/>
                  </a:solidFill>
                  <a:latin typeface="Times New Roman" panose="02020603050405020304" pitchFamily="18" charset="0"/>
                  <a:ea typeface="宋体" panose="02010600030101010101" pitchFamily="2" charset="-122"/>
                </a:endParaRPr>
              </a:p>
              <a:p>
                <a:r>
                  <a:rPr lang="en-US" altLang="zh-CN" sz="2000" b="1">
                    <a:solidFill>
                      <a:srgbClr val="FF3300"/>
                    </a:solidFill>
                    <a:latin typeface="Times New Roman" panose="02020603050405020304" pitchFamily="18" charset="0"/>
                    <a:ea typeface="宋体" panose="02010600030101010101" pitchFamily="2" charset="-122"/>
                  </a:rPr>
                  <a:t>54     88    98    45</a:t>
                </a:r>
                <a:r>
                  <a:rPr lang="en-US" altLang="zh-CN" sz="2000" b="1">
                    <a:solidFill>
                      <a:schemeClr val="bg2"/>
                    </a:solidFill>
                    <a:latin typeface="Times New Roman" panose="02020603050405020304" pitchFamily="18" charset="0"/>
                    <a:ea typeface="宋体" panose="02010600030101010101" pitchFamily="2" charset="-122"/>
                  </a:rPr>
                  <a:t>    </a:t>
                </a:r>
                <a:endParaRPr lang="en-US" altLang="zh-CN" sz="2000" b="1">
                  <a:solidFill>
                    <a:schemeClr val="bg2"/>
                  </a:solidFill>
                  <a:latin typeface="Times New Roman" panose="02020603050405020304" pitchFamily="18" charset="0"/>
                  <a:ea typeface="宋体" panose="02010600030101010101" pitchFamily="2" charset="-122"/>
                </a:endParaRPr>
              </a:p>
              <a:p>
                <a:r>
                  <a:rPr lang="en-US" altLang="zh-CN" sz="2000" b="1">
                    <a:solidFill>
                      <a:srgbClr val="008000"/>
                    </a:solidFill>
                    <a:latin typeface="Times New Roman" panose="02020603050405020304" pitchFamily="18" charset="0"/>
                    <a:ea typeface="宋体" panose="02010600030101010101" pitchFamily="2" charset="-122"/>
                  </a:rPr>
                  <a:t>61    79     81    40</a:t>
                </a:r>
                <a:endParaRPr lang="en-US" altLang="zh-CN" sz="2000" b="1">
                  <a:solidFill>
                    <a:schemeClr val="bg2"/>
                  </a:solidFill>
                  <a:latin typeface="Times New Roman" panose="02020603050405020304" pitchFamily="18" charset="0"/>
                  <a:ea typeface="宋体" panose="02010600030101010101" pitchFamily="2" charset="-122"/>
                </a:endParaRPr>
              </a:p>
            </p:txBody>
          </p:sp>
          <p:sp>
            <p:nvSpPr>
              <p:cNvPr id="535596" name="文本框 66619"/>
              <p:cNvSpPr txBox="1"/>
              <p:nvPr/>
            </p:nvSpPr>
            <p:spPr>
              <a:xfrm>
                <a:off x="843" y="1082"/>
                <a:ext cx="401" cy="233"/>
              </a:xfrm>
              <a:prstGeom prst="rect">
                <a:avLst/>
              </a:prstGeom>
              <a:noFill/>
              <a:ln w="9525">
                <a:noFill/>
              </a:ln>
            </p:spPr>
            <p:txBody>
              <a:bodyPr wrap="none" lIns="90000" tIns="46800" rIns="90000" bIns="46800" anchor="t" anchorCtr="0">
                <a:spAutoFit/>
              </a:bodyPr>
              <a:p>
                <a:r>
                  <a:rPr lang="zh-CN" altLang="en-US" dirty="0">
                    <a:solidFill>
                      <a:srgbClr val="800000"/>
                    </a:solidFill>
                    <a:latin typeface="微软雅黑 Light" panose="020B0502040204020203" charset="-122"/>
                    <a:ea typeface="微软雅黑 Light" panose="020B0502040204020203" charset="-122"/>
                  </a:rPr>
                  <a:t>张三</a:t>
                </a:r>
                <a:endParaRPr lang="zh-CN" altLang="en-US" dirty="0">
                  <a:solidFill>
                    <a:srgbClr val="800000"/>
                  </a:solidFill>
                  <a:latin typeface="微软雅黑 Light" panose="020B0502040204020203" charset="-122"/>
                  <a:ea typeface="微软雅黑 Light" panose="020B0502040204020203" charset="-122"/>
                </a:endParaRPr>
              </a:p>
            </p:txBody>
          </p:sp>
          <p:sp>
            <p:nvSpPr>
              <p:cNvPr id="535597" name="文本框 66620"/>
              <p:cNvSpPr txBox="1"/>
              <p:nvPr/>
            </p:nvSpPr>
            <p:spPr>
              <a:xfrm>
                <a:off x="843" y="1312"/>
                <a:ext cx="401" cy="233"/>
              </a:xfrm>
              <a:prstGeom prst="rect">
                <a:avLst/>
              </a:prstGeom>
              <a:noFill/>
              <a:ln w="9525">
                <a:noFill/>
              </a:ln>
            </p:spPr>
            <p:txBody>
              <a:bodyPr wrap="none" lIns="90000" tIns="46800" rIns="90000" bIns="46800" anchor="t" anchorCtr="0">
                <a:spAutoFit/>
              </a:bodyPr>
              <a:p>
                <a:pPr>
                  <a:buSzTx/>
                </a:pPr>
                <a:r>
                  <a:rPr lang="zh-CN" altLang="en-US" dirty="0">
                    <a:solidFill>
                      <a:srgbClr val="800000"/>
                    </a:solidFill>
                    <a:latin typeface="微软雅黑 Light" panose="020B0502040204020203" charset="-122"/>
                    <a:ea typeface="微软雅黑 Light" panose="020B0502040204020203" charset="-122"/>
                  </a:rPr>
                  <a:t>李四</a:t>
                </a:r>
                <a:endParaRPr lang="zh-CN" altLang="en-US" dirty="0">
                  <a:solidFill>
                    <a:srgbClr val="800000"/>
                  </a:solidFill>
                  <a:latin typeface="微软雅黑 Light" panose="020B0502040204020203" charset="-122"/>
                  <a:ea typeface="微软雅黑 Light" panose="020B0502040204020203" charset="-122"/>
                </a:endParaRPr>
              </a:p>
            </p:txBody>
          </p:sp>
          <p:sp>
            <p:nvSpPr>
              <p:cNvPr id="535598" name="文本框 66621"/>
              <p:cNvSpPr txBox="1"/>
              <p:nvPr/>
            </p:nvSpPr>
            <p:spPr>
              <a:xfrm>
                <a:off x="843" y="1522"/>
                <a:ext cx="401" cy="233"/>
              </a:xfrm>
              <a:prstGeom prst="rect">
                <a:avLst/>
              </a:prstGeom>
              <a:noFill/>
              <a:ln w="9525">
                <a:noFill/>
              </a:ln>
            </p:spPr>
            <p:txBody>
              <a:bodyPr wrap="none" lIns="90000" tIns="46800" rIns="90000" bIns="46800" anchor="t" anchorCtr="0">
                <a:spAutoFit/>
              </a:bodyPr>
              <a:p>
                <a:pPr>
                  <a:buSzTx/>
                </a:pPr>
                <a:r>
                  <a:rPr lang="zh-CN" altLang="en-US" dirty="0">
                    <a:solidFill>
                      <a:srgbClr val="800000"/>
                    </a:solidFill>
                    <a:latin typeface="微软雅黑 Light" panose="020B0502040204020203" charset="-122"/>
                    <a:ea typeface="微软雅黑 Light" panose="020B0502040204020203" charset="-122"/>
                  </a:rPr>
                  <a:t>王二</a:t>
                </a:r>
                <a:endParaRPr lang="zh-CN" altLang="en-US" dirty="0">
                  <a:solidFill>
                    <a:srgbClr val="800000"/>
                  </a:solidFill>
                  <a:latin typeface="微软雅黑 Light" panose="020B0502040204020203" charset="-122"/>
                  <a:ea typeface="微软雅黑 Light" panose="020B0502040204020203" charset="-122"/>
                </a:endParaRPr>
              </a:p>
            </p:txBody>
          </p:sp>
          <p:sp>
            <p:nvSpPr>
              <p:cNvPr id="535599" name="文本框 66622"/>
              <p:cNvSpPr txBox="1"/>
              <p:nvPr/>
            </p:nvSpPr>
            <p:spPr>
              <a:xfrm>
                <a:off x="1311" y="838"/>
                <a:ext cx="401" cy="233"/>
              </a:xfrm>
              <a:prstGeom prst="rect">
                <a:avLst/>
              </a:prstGeom>
              <a:noFill/>
              <a:ln w="9525">
                <a:noFill/>
              </a:ln>
            </p:spPr>
            <p:txBody>
              <a:bodyPr wrap="none" lIns="90000" tIns="46800" rIns="90000" bIns="46800" anchor="t" anchorCtr="0">
                <a:spAutoFit/>
              </a:bodyPr>
              <a:p>
                <a:pPr>
                  <a:buSzTx/>
                </a:pPr>
                <a:r>
                  <a:rPr lang="zh-CN" altLang="en-US" dirty="0">
                    <a:solidFill>
                      <a:schemeClr val="accent1"/>
                    </a:solidFill>
                    <a:latin typeface="Times New Roman" panose="02020603050405020304" pitchFamily="18" charset="0"/>
                    <a:ea typeface="宋体" panose="02010600030101010101" pitchFamily="2" charset="-122"/>
                  </a:rPr>
                  <a:t>数学</a:t>
                </a:r>
                <a:endParaRPr lang="zh-CN" altLang="en-US" dirty="0">
                  <a:solidFill>
                    <a:schemeClr val="accent1"/>
                  </a:solidFill>
                  <a:latin typeface="Times New Roman" panose="02020603050405020304" pitchFamily="18" charset="0"/>
                  <a:ea typeface="宋体" panose="02010600030101010101" pitchFamily="2" charset="-122"/>
                </a:endParaRPr>
              </a:p>
            </p:txBody>
          </p:sp>
          <p:sp>
            <p:nvSpPr>
              <p:cNvPr id="535600" name="文本框 66623"/>
              <p:cNvSpPr txBox="1"/>
              <p:nvPr/>
            </p:nvSpPr>
            <p:spPr>
              <a:xfrm>
                <a:off x="2047" y="838"/>
                <a:ext cx="401" cy="233"/>
              </a:xfrm>
              <a:prstGeom prst="rect">
                <a:avLst/>
              </a:prstGeom>
              <a:noFill/>
              <a:ln w="9525">
                <a:noFill/>
              </a:ln>
            </p:spPr>
            <p:txBody>
              <a:bodyPr wrap="none" lIns="90000" tIns="46800" rIns="90000" bIns="46800" anchor="t" anchorCtr="0">
                <a:spAutoFit/>
              </a:bodyPr>
              <a:p>
                <a:r>
                  <a:rPr lang="zh-CN" altLang="en-US" dirty="0">
                    <a:solidFill>
                      <a:schemeClr val="accent1"/>
                    </a:solidFill>
                    <a:latin typeface="Times New Roman" panose="02020603050405020304" pitchFamily="18" charset="0"/>
                    <a:ea typeface="宋体" panose="02010600030101010101" pitchFamily="2" charset="-122"/>
                  </a:rPr>
                  <a:t>化学</a:t>
                </a:r>
                <a:endParaRPr lang="zh-CN" altLang="en-US" dirty="0">
                  <a:solidFill>
                    <a:schemeClr val="accent1"/>
                  </a:solidFill>
                  <a:latin typeface="Times New Roman" panose="02020603050405020304" pitchFamily="18" charset="0"/>
                  <a:ea typeface="宋体" panose="02010600030101010101" pitchFamily="2" charset="-122"/>
                </a:endParaRPr>
              </a:p>
            </p:txBody>
          </p:sp>
          <p:sp>
            <p:nvSpPr>
              <p:cNvPr id="535601" name="文本框 66624"/>
              <p:cNvSpPr txBox="1"/>
              <p:nvPr/>
            </p:nvSpPr>
            <p:spPr>
              <a:xfrm>
                <a:off x="1679" y="838"/>
                <a:ext cx="401" cy="233"/>
              </a:xfrm>
              <a:prstGeom prst="rect">
                <a:avLst/>
              </a:prstGeom>
              <a:noFill/>
              <a:ln w="9525">
                <a:noFill/>
              </a:ln>
            </p:spPr>
            <p:txBody>
              <a:bodyPr wrap="none" lIns="90000" tIns="46800" rIns="90000" bIns="46800" anchor="t" anchorCtr="0">
                <a:spAutoFit/>
              </a:bodyPr>
              <a:p>
                <a:pPr>
                  <a:buSzTx/>
                </a:pPr>
                <a:r>
                  <a:rPr lang="zh-CN" altLang="en-US" dirty="0">
                    <a:solidFill>
                      <a:schemeClr val="accent1"/>
                    </a:solidFill>
                    <a:latin typeface="Times New Roman" panose="02020603050405020304" pitchFamily="18" charset="0"/>
                    <a:ea typeface="宋体" panose="02010600030101010101" pitchFamily="2" charset="-122"/>
                  </a:rPr>
                  <a:t>英语</a:t>
                </a:r>
                <a:endParaRPr lang="zh-CN" altLang="en-US" dirty="0">
                  <a:solidFill>
                    <a:schemeClr val="accent1"/>
                  </a:solidFill>
                  <a:latin typeface="Times New Roman" panose="02020603050405020304" pitchFamily="18" charset="0"/>
                  <a:ea typeface="宋体" panose="02010600030101010101" pitchFamily="2" charset="-122"/>
                </a:endParaRPr>
              </a:p>
            </p:txBody>
          </p:sp>
          <p:sp>
            <p:nvSpPr>
              <p:cNvPr id="535602" name="文本框 66625"/>
              <p:cNvSpPr txBox="1"/>
              <p:nvPr/>
            </p:nvSpPr>
            <p:spPr>
              <a:xfrm>
                <a:off x="2415" y="838"/>
                <a:ext cx="401" cy="233"/>
              </a:xfrm>
              <a:prstGeom prst="rect">
                <a:avLst/>
              </a:prstGeom>
              <a:noFill/>
              <a:ln w="9525">
                <a:noFill/>
              </a:ln>
            </p:spPr>
            <p:txBody>
              <a:bodyPr wrap="none" lIns="90000" tIns="46800" rIns="90000" bIns="46800" anchor="t" anchorCtr="0">
                <a:spAutoFit/>
              </a:bodyPr>
              <a:p>
                <a:pPr>
                  <a:buSzTx/>
                </a:pPr>
                <a:r>
                  <a:rPr lang="zh-CN" altLang="en-US" dirty="0">
                    <a:solidFill>
                      <a:schemeClr val="accent1"/>
                    </a:solidFill>
                    <a:latin typeface="Times New Roman" panose="02020603050405020304" pitchFamily="18" charset="0"/>
                    <a:ea typeface="宋体" panose="02010600030101010101" pitchFamily="2" charset="-122"/>
                  </a:rPr>
                  <a:t>物理</a:t>
                </a:r>
                <a:endParaRPr lang="zh-CN" altLang="en-US" dirty="0">
                  <a:solidFill>
                    <a:schemeClr val="accent1"/>
                  </a:solidFill>
                  <a:latin typeface="Times New Roman" panose="02020603050405020304" pitchFamily="18" charset="0"/>
                  <a:ea typeface="宋体" panose="02010600030101010101" pitchFamily="2" charset="-122"/>
                </a:endParaRPr>
              </a:p>
            </p:txBody>
          </p:sp>
        </p:grpSp>
      </p:grpSp>
      <p:grpSp>
        <p:nvGrpSpPr>
          <p:cNvPr id="66627" name="组合 66626"/>
          <p:cNvGrpSpPr/>
          <p:nvPr/>
        </p:nvGrpSpPr>
        <p:grpSpPr>
          <a:xfrm>
            <a:off x="6076950" y="2478088"/>
            <a:ext cx="1936750" cy="369887"/>
            <a:chOff x="3240" y="325"/>
            <a:chExt cx="1220" cy="233"/>
          </a:xfrm>
        </p:grpSpPr>
        <p:sp>
          <p:nvSpPr>
            <p:cNvPr id="535604" name="直接连接符 66627"/>
            <p:cNvSpPr/>
            <p:nvPr/>
          </p:nvSpPr>
          <p:spPr>
            <a:xfrm>
              <a:off x="3240" y="468"/>
              <a:ext cx="516" cy="0"/>
            </a:xfrm>
            <a:prstGeom prst="line">
              <a:avLst/>
            </a:prstGeom>
            <a:ln w="38100" cap="flat" cmpd="sng">
              <a:solidFill>
                <a:srgbClr val="0000FF"/>
              </a:solidFill>
              <a:prstDash val="solid"/>
              <a:round/>
              <a:headEnd type="none" w="med" len="med"/>
              <a:tailEnd type="none" w="med" len="med"/>
            </a:ln>
          </p:spPr>
        </p:sp>
        <p:sp>
          <p:nvSpPr>
            <p:cNvPr id="535605" name="文本框 66628"/>
            <p:cNvSpPr txBox="1"/>
            <p:nvPr/>
          </p:nvSpPr>
          <p:spPr>
            <a:xfrm>
              <a:off x="3771" y="325"/>
              <a:ext cx="689" cy="233"/>
            </a:xfrm>
            <a:prstGeom prst="rect">
              <a:avLst/>
            </a:prstGeom>
            <a:noFill/>
            <a:ln w="9525">
              <a:noFill/>
            </a:ln>
          </p:spPr>
          <p:txBody>
            <a:bodyPr wrap="none" lIns="90000" tIns="46800" rIns="90000" bIns="46800" anchor="t" anchorCtr="0">
              <a:spAutoFit/>
            </a:bodyPr>
            <a:p>
              <a:r>
                <a:rPr lang="zh-CN" altLang="en-US" dirty="0">
                  <a:solidFill>
                    <a:srgbClr val="0000FF"/>
                  </a:solidFill>
                  <a:latin typeface="Times New Roman" panose="02020603050405020304" pitchFamily="18" charset="0"/>
                  <a:ea typeface="宋体" panose="02010600030101010101" pitchFamily="2" charset="-122"/>
                </a:rPr>
                <a:t>二维数组</a:t>
              </a:r>
              <a:endParaRPr lang="zh-CN" altLang="en-US" dirty="0">
                <a:solidFill>
                  <a:srgbClr val="0000FF"/>
                </a:solidFill>
                <a:latin typeface="Times New Roman" panose="02020603050405020304" pitchFamily="18" charset="0"/>
                <a:ea typeface="宋体" panose="02010600030101010101" pitchFamily="2" charset="-122"/>
              </a:endParaRPr>
            </a:p>
          </p:txBody>
        </p:sp>
      </p:grpSp>
      <p:sp>
        <p:nvSpPr>
          <p:cNvPr id="535606" name="标题 66632"/>
          <p:cNvSpPr>
            <a:spLocks noGrp="1"/>
          </p:cNvSpPr>
          <p:nvPr>
            <p:ph type="title" idx="4294967295"/>
          </p:nvPr>
        </p:nvSpPr>
        <p:spPr>
          <a:xfrm>
            <a:off x="706438" y="784225"/>
            <a:ext cx="4325937" cy="393700"/>
          </a:xfrm>
          <a:prstGeom prst="rect">
            <a:avLst/>
          </a:prstGeom>
          <a:noFill/>
          <a:ln w="9525">
            <a:noFill/>
          </a:ln>
        </p:spPr>
        <p:txBody>
          <a:bodyPr anchor="b" anchorCtr="0"/>
          <a:p>
            <a:r>
              <a:rPr lang="zh-CN" altLang="en-US" sz="2000" dirty="0">
                <a:latin typeface="微软雅黑 Light" panose="020B0502040204020203" charset="-122"/>
                <a:ea typeface="微软雅黑 Light" panose="020B0502040204020203" charset="-122"/>
              </a:rPr>
              <a:t>例   有十个学生的成绩，求平均分</a:t>
            </a:r>
            <a:endParaRPr lang="zh-CN" altLang="en-US" sz="2400" dirty="0">
              <a:solidFill>
                <a:schemeClr val="bg2"/>
              </a:solidFill>
              <a:latin typeface="微软雅黑 Light" panose="020B0502040204020203" charset="-122"/>
              <a:ea typeface="微软雅黑 Light" panose="020B0502040204020203" charset="-122"/>
            </a:endParaRPr>
          </a:p>
        </p:txBody>
      </p:sp>
      <p:grpSp>
        <p:nvGrpSpPr>
          <p:cNvPr id="535607" name="组合 66635"/>
          <p:cNvGrpSpPr/>
          <p:nvPr/>
        </p:nvGrpSpPr>
        <p:grpSpPr>
          <a:xfrm>
            <a:off x="9620250" y="6343650"/>
            <a:ext cx="1047750" cy="514350"/>
            <a:chOff x="4944" y="3816"/>
            <a:chExt cx="660" cy="324"/>
          </a:xfrm>
        </p:grpSpPr>
        <p:sp>
          <p:nvSpPr>
            <p:cNvPr id="535608" name="圆角矩形 66636">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535609" name="组合 66637"/>
            <p:cNvGrpSpPr/>
            <p:nvPr/>
          </p:nvGrpSpPr>
          <p:grpSpPr>
            <a:xfrm>
              <a:off x="5034" y="3846"/>
              <a:ext cx="450" cy="240"/>
              <a:chOff x="4530" y="3822"/>
              <a:chExt cx="450" cy="240"/>
            </a:xfrm>
          </p:grpSpPr>
          <p:sp>
            <p:nvSpPr>
              <p:cNvPr id="535610" name="任意多边形 66638">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535611" name="椭圆 66639"/>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535612" name="椭圆 66640"/>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535613" name="Text Box 5"/>
          <p:cNvSpPr txBox="1"/>
          <p:nvPr/>
        </p:nvSpPr>
        <p:spPr>
          <a:xfrm>
            <a:off x="719138" y="0"/>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4</a:t>
            </a:r>
            <a:r>
              <a:rPr lang="zh-CN" altLang="en-US" sz="3000" b="1" dirty="0">
                <a:solidFill>
                  <a:schemeClr val="accent1"/>
                </a:solidFill>
                <a:latin typeface="方正兰亭黑简体" pitchFamily="2" charset="-122"/>
                <a:ea typeface="方正兰亭黑简体" pitchFamily="2" charset="-122"/>
              </a:rPr>
              <a:t>、字符数组和字符串</a:t>
            </a:r>
            <a:endParaRPr lang="zh-CN" altLang="en-US" sz="3000" b="1" dirty="0">
              <a:solidFill>
                <a:schemeClr val="accent1"/>
              </a:solidFill>
              <a:latin typeface="方正兰亭黑简体" pitchFamily="2" charset="-122"/>
              <a:ea typeface="方正兰亭黑简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nodeType="clickEffect">
                                  <p:stCondLst>
                                    <p:cond delay="0"/>
                                  </p:stCondLst>
                                  <p:childTnLst>
                                    <p:set>
                                      <p:cBhvr>
                                        <p:cTn id="6" dur="1" fill="hold">
                                          <p:stCondLst>
                                            <p:cond delay="0"/>
                                          </p:stCondLst>
                                        </p:cTn>
                                        <p:tgtEl>
                                          <p:spTgt spid="66603"/>
                                        </p:tgtEl>
                                        <p:attrNameLst>
                                          <p:attrName>style.visibility</p:attrName>
                                        </p:attrNameLst>
                                      </p:cBhvr>
                                      <p:to>
                                        <p:strVal val="visible"/>
                                      </p:to>
                                    </p:set>
                                    <p:animEffect transition="in" filter="box(out)">
                                      <p:cBhvr>
                                        <p:cTn id="7" dur="500"/>
                                        <p:tgtEl>
                                          <p:spTgt spid="66603"/>
                                        </p:tgtEl>
                                      </p:cBhvr>
                                    </p:animEffect>
                                  </p:childTnLst>
                                  <p:subTnLs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par>
                    <p:cTn id="8" fill="hold">
                      <p:stCondLst>
                        <p:cond delay="indefinite"/>
                      </p:stCondLst>
                      <p:childTnLst>
                        <p:par>
                          <p:cTn id="9" fill="hold">
                            <p:stCondLst>
                              <p:cond delay="0"/>
                            </p:stCondLst>
                            <p:childTnLst>
                              <p:par>
                                <p:cTn id="10" presetID="4" presetClass="entr" presetSubtype="32" fill="hold" nodeType="clickEffect">
                                  <p:stCondLst>
                                    <p:cond delay="0"/>
                                  </p:stCondLst>
                                  <p:childTnLst>
                                    <p:set>
                                      <p:cBhvr>
                                        <p:cTn id="11" dur="1" fill="hold">
                                          <p:stCondLst>
                                            <p:cond delay="0"/>
                                          </p:stCondLst>
                                        </p:cTn>
                                        <p:tgtEl>
                                          <p:spTgt spid="66586"/>
                                        </p:tgtEl>
                                        <p:attrNameLst>
                                          <p:attrName>style.visibility</p:attrName>
                                        </p:attrNameLst>
                                      </p:cBhvr>
                                      <p:to>
                                        <p:strVal val="visible"/>
                                      </p:to>
                                    </p:set>
                                    <p:animEffect transition="in" filter="box(out)">
                                      <p:cBhvr>
                                        <p:cTn id="12" dur="500"/>
                                        <p:tgtEl>
                                          <p:spTgt spid="66586"/>
                                        </p:tgtEl>
                                      </p:cBhvr>
                                    </p:animEffect>
                                  </p:childTnLst>
                                  <p:subTnLst>
                                    <p:audio>
                                      <p:cMediaNode>
                                        <p:cTn display="0" masterRel="sameClick">
                                          <p:stCondLst>
                                            <p:cond evt="begin" delay="0">
                                              <p:tn val="10"/>
                                            </p:cond>
                                          </p:stCondLst>
                                          <p:endCondLst>
                                            <p:cond evt="onStopAudio" delay="0">
                                              <p:tgtEl>
                                                <p:sldTgt/>
                                              </p:tgtEl>
                                            </p:cond>
                                          </p:endCondLst>
                                        </p:cTn>
                                        <p:tgtEl>
                                          <p:sndTgt r:embed="rId2" name="CAMERA.WAV"/>
                                        </p:tgtEl>
                                      </p:cMediaNode>
                                    </p:audio>
                                  </p:subTnLst>
                                </p:cTn>
                              </p:par>
                            </p:childTnLst>
                          </p:cTn>
                        </p:par>
                      </p:childTnLst>
                    </p:cTn>
                  </p:par>
                  <p:par>
                    <p:cTn id="13" fill="hold">
                      <p:stCondLst>
                        <p:cond delay="indefinite"/>
                      </p:stCondLst>
                      <p:childTnLst>
                        <p:par>
                          <p:cTn id="14" fill="hold">
                            <p:stCondLst>
                              <p:cond delay="0"/>
                            </p:stCondLst>
                            <p:childTnLst>
                              <p:par>
                                <p:cTn id="15" presetID="4" presetClass="entr" presetSubtype="32" fill="hold" nodeType="clickEffect">
                                  <p:stCondLst>
                                    <p:cond delay="0"/>
                                  </p:stCondLst>
                                  <p:childTnLst>
                                    <p:set>
                                      <p:cBhvr>
                                        <p:cTn id="16" dur="1" fill="hold">
                                          <p:stCondLst>
                                            <p:cond delay="0"/>
                                          </p:stCondLst>
                                        </p:cTn>
                                        <p:tgtEl>
                                          <p:spTgt spid="66601"/>
                                        </p:tgtEl>
                                        <p:attrNameLst>
                                          <p:attrName>style.visibility</p:attrName>
                                        </p:attrNameLst>
                                      </p:cBhvr>
                                      <p:to>
                                        <p:strVal val="visible"/>
                                      </p:to>
                                    </p:set>
                                    <p:animEffect transition="in" filter="box(out)">
                                      <p:cBhvr>
                                        <p:cTn id="17" dur="500"/>
                                        <p:tgtEl>
                                          <p:spTgt spid="66601"/>
                                        </p:tgtEl>
                                      </p:cBhvr>
                                    </p:animEffect>
                                  </p:childTnLst>
                                  <p:subTnLst>
                                    <p:audio>
                                      <p:cMediaNode>
                                        <p:cTn display="0" masterRel="sameClick">
                                          <p:stCondLst>
                                            <p:cond evt="begin" delay="0">
                                              <p:tn val="15"/>
                                            </p:cond>
                                          </p:stCondLst>
                                          <p:endCondLst>
                                            <p:cond evt="onStopAudio" delay="0">
                                              <p:tgtEl>
                                                <p:sldTgt/>
                                              </p:tgtEl>
                                            </p:cond>
                                          </p:endCondLst>
                                        </p:cTn>
                                        <p:tgtEl>
                                          <p:sndTgt r:embed="rId2" name="CAMERA.WAV"/>
                                        </p:tgtEl>
                                      </p:cMediaNode>
                                    </p:audio>
                                  </p:subTnLst>
                                </p:cTn>
                              </p:par>
                            </p:childTnLst>
                          </p:cTn>
                        </p:par>
                      </p:childTnLst>
                    </p:cTn>
                  </p:par>
                  <p:par>
                    <p:cTn id="18" fill="hold">
                      <p:stCondLst>
                        <p:cond delay="indefinite"/>
                      </p:stCondLst>
                      <p:childTnLst>
                        <p:par>
                          <p:cTn id="19" fill="hold">
                            <p:stCondLst>
                              <p:cond delay="0"/>
                            </p:stCondLst>
                            <p:childTnLst>
                              <p:par>
                                <p:cTn id="20" presetID="4" presetClass="entr" presetSubtype="32" fill="hold" nodeType="clickEffect">
                                  <p:stCondLst>
                                    <p:cond delay="0"/>
                                  </p:stCondLst>
                                  <p:childTnLst>
                                    <p:set>
                                      <p:cBhvr>
                                        <p:cTn id="21" dur="1" fill="hold">
                                          <p:stCondLst>
                                            <p:cond delay="0"/>
                                          </p:stCondLst>
                                        </p:cTn>
                                        <p:tgtEl>
                                          <p:spTgt spid="66598"/>
                                        </p:tgtEl>
                                        <p:attrNameLst>
                                          <p:attrName>style.visibility</p:attrName>
                                        </p:attrNameLst>
                                      </p:cBhvr>
                                      <p:to>
                                        <p:strVal val="visible"/>
                                      </p:to>
                                    </p:set>
                                    <p:animEffect transition="in" filter="box(out)">
                                      <p:cBhvr>
                                        <p:cTn id="22" dur="500"/>
                                        <p:tgtEl>
                                          <p:spTgt spid="66598"/>
                                        </p:tgtEl>
                                      </p:cBhvr>
                                    </p:animEffect>
                                  </p:childTnLst>
                                  <p:subTnLst>
                                    <p:audio>
                                      <p:cMediaNode>
                                        <p:cTn display="0" masterRel="sameClick">
                                          <p:stCondLst>
                                            <p:cond evt="begin" delay="0">
                                              <p:tn val="20"/>
                                            </p:cond>
                                          </p:stCondLst>
                                          <p:endCondLst>
                                            <p:cond evt="onStopAudio" delay="0">
                                              <p:tgtEl>
                                                <p:sldTgt/>
                                              </p:tgtEl>
                                            </p:cond>
                                          </p:endCondLst>
                                        </p:cTn>
                                        <p:tgtEl>
                                          <p:sndTgt r:embed="rId2" name="CAMERA.WAV"/>
                                        </p:tgtEl>
                                      </p:cMediaNode>
                                    </p:audio>
                                  </p:sub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 fill="hold">
                                          <p:stCondLst>
                                            <p:cond delay="0"/>
                                          </p:stCondLst>
                                        </p:cTn>
                                        <p:tgtEl>
                                          <p:spTgt spid="66602"/>
                                        </p:tgtEl>
                                        <p:attrNameLst>
                                          <p:attrName>style.visibility</p:attrName>
                                        </p:attrNameLst>
                                      </p:cBhvr>
                                      <p:to>
                                        <p:strVal val="visible"/>
                                      </p:to>
                                    </p:set>
                                    <p:animEffect transition="in" filter="box(out)">
                                      <p:cBhvr>
                                        <p:cTn id="27" dur="500"/>
                                        <p:tgtEl>
                                          <p:spTgt spid="66602"/>
                                        </p:tgtEl>
                                      </p:cBhvr>
                                    </p:animEffect>
                                  </p:childTnLst>
                                  <p:subTnLst>
                                    <p:set>
                                      <p:cBhvr override="childStyle">
                                        <p:cTn dur="1" fill="hold" display="0" masterRel="nextClick" afterEffect="1"/>
                                        <p:tgtEl>
                                          <p:spTgt spid="66602"/>
                                        </p:tgtEl>
                                        <p:attrNameLst>
                                          <p:attrName>style.visibility</p:attrName>
                                        </p:attrNameLst>
                                      </p:cBhvr>
                                      <p:to>
                                        <p:strVal val="hidden"/>
                                      </p:to>
                                    </p:set>
                                    <p:audio>
                                      <p:cMediaNode>
                                        <p:cTn display="0" masterRel="sameClick">
                                          <p:stCondLst>
                                            <p:cond evt="begin" delay="0">
                                              <p:tn val="25"/>
                                            </p:cond>
                                          </p:stCondLst>
                                          <p:endCondLst>
                                            <p:cond evt="onStopAudio" delay="0">
                                              <p:tgtEl>
                                                <p:sldTgt/>
                                              </p:tgtEl>
                                            </p:cond>
                                          </p:endCondLst>
                                        </p:cTn>
                                        <p:tgtEl>
                                          <p:sndTgt r:embed="rId2" name="CAMERA.WAV"/>
                                        </p:tgtEl>
                                      </p:cMediaNode>
                                    </p:audio>
                                  </p:subTnLst>
                                </p:cTn>
                              </p:par>
                            </p:childTnLst>
                          </p:cTn>
                        </p:par>
                      </p:childTnLst>
                    </p:cTn>
                  </p:par>
                  <p:par>
                    <p:cTn id="28" fill="hold">
                      <p:stCondLst>
                        <p:cond delay="indefinite"/>
                      </p:stCondLst>
                      <p:childTnLst>
                        <p:par>
                          <p:cTn id="29" fill="hold">
                            <p:stCondLst>
                              <p:cond delay="0"/>
                            </p:stCondLst>
                            <p:childTnLst>
                              <p:par>
                                <p:cTn id="30" presetID="4" presetClass="entr" presetSubtype="32" fill="hold" nodeType="clickEffect">
                                  <p:stCondLst>
                                    <p:cond delay="0"/>
                                  </p:stCondLst>
                                  <p:childTnLst>
                                    <p:set>
                                      <p:cBhvr>
                                        <p:cTn id="31" dur="1" fill="hold">
                                          <p:stCondLst>
                                            <p:cond delay="0"/>
                                          </p:stCondLst>
                                        </p:cTn>
                                        <p:tgtEl>
                                          <p:spTgt spid="66630"/>
                                        </p:tgtEl>
                                        <p:attrNameLst>
                                          <p:attrName>style.visibility</p:attrName>
                                        </p:attrNameLst>
                                      </p:cBhvr>
                                      <p:to>
                                        <p:strVal val="visible"/>
                                      </p:to>
                                    </p:set>
                                    <p:animEffect transition="in" filter="box(out)">
                                      <p:cBhvr>
                                        <p:cTn id="32" dur="500"/>
                                        <p:tgtEl>
                                          <p:spTgt spid="66630"/>
                                        </p:tgtEl>
                                      </p:cBhvr>
                                    </p:animEffect>
                                  </p:childTnLst>
                                  <p:subTnLst>
                                    <p:audio>
                                      <p:cMediaNode>
                                        <p:cTn display="0" masterRel="sameClick">
                                          <p:stCondLst>
                                            <p:cond evt="begin" delay="0">
                                              <p:tn val="30"/>
                                            </p:cond>
                                          </p:stCondLst>
                                          <p:endCondLst>
                                            <p:cond evt="onStopAudio" delay="0">
                                              <p:tgtEl>
                                                <p:sldTgt/>
                                              </p:tgtEl>
                                            </p:cond>
                                          </p:endCondLst>
                                        </p:cTn>
                                        <p:tgtEl>
                                          <p:sndTgt r:embed="rId2" name="CAMERA.WAV"/>
                                        </p:tgtEl>
                                      </p:cMediaNode>
                                    </p:audio>
                                  </p:subTnLst>
                                </p:cTn>
                              </p:par>
                            </p:childTnLst>
                          </p:cTn>
                        </p:par>
                      </p:childTnLst>
                    </p:cTn>
                  </p:par>
                  <p:par>
                    <p:cTn id="33" fill="hold">
                      <p:stCondLst>
                        <p:cond delay="indefinite"/>
                      </p:stCondLst>
                      <p:childTnLst>
                        <p:par>
                          <p:cTn id="34" fill="hold">
                            <p:stCondLst>
                              <p:cond delay="0"/>
                            </p:stCondLst>
                            <p:childTnLst>
                              <p:par>
                                <p:cTn id="35" presetID="4" presetClass="entr" presetSubtype="32" fill="hold" nodeType="clickEffect">
                                  <p:stCondLst>
                                    <p:cond delay="0"/>
                                  </p:stCondLst>
                                  <p:childTnLst>
                                    <p:set>
                                      <p:cBhvr>
                                        <p:cTn id="36" dur="1" fill="hold">
                                          <p:stCondLst>
                                            <p:cond delay="0"/>
                                          </p:stCondLst>
                                        </p:cTn>
                                        <p:tgtEl>
                                          <p:spTgt spid="66627"/>
                                        </p:tgtEl>
                                        <p:attrNameLst>
                                          <p:attrName>style.visibility</p:attrName>
                                        </p:attrNameLst>
                                      </p:cBhvr>
                                      <p:to>
                                        <p:strVal val="visible"/>
                                      </p:to>
                                    </p:set>
                                    <p:animEffect transition="in" filter="box(out)">
                                      <p:cBhvr>
                                        <p:cTn id="37" dur="500"/>
                                        <p:tgtEl>
                                          <p:spTgt spid="66627"/>
                                        </p:tgtEl>
                                      </p:cBhvr>
                                    </p:animEffect>
                                  </p:childTnLst>
                                  <p:subTnLst>
                                    <p:audio>
                                      <p:cMediaNode>
                                        <p:cTn display="0" masterRel="sameClick">
                                          <p:stCondLst>
                                            <p:cond evt="begin" delay="0">
                                              <p:tn val="3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02" grpId="0" bldLvl="0" animBg="1"/>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6577" name="组合 66635"/>
          <p:cNvGrpSpPr/>
          <p:nvPr/>
        </p:nvGrpSpPr>
        <p:grpSpPr>
          <a:xfrm>
            <a:off x="9620250" y="6343650"/>
            <a:ext cx="1047750" cy="514350"/>
            <a:chOff x="4944" y="3816"/>
            <a:chExt cx="660" cy="324"/>
          </a:xfrm>
        </p:grpSpPr>
        <p:sp>
          <p:nvSpPr>
            <p:cNvPr id="536578" name="圆角矩形 66636">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536579" name="组合 66637"/>
            <p:cNvGrpSpPr/>
            <p:nvPr/>
          </p:nvGrpSpPr>
          <p:grpSpPr>
            <a:xfrm>
              <a:off x="5034" y="3846"/>
              <a:ext cx="450" cy="240"/>
              <a:chOff x="4530" y="3822"/>
              <a:chExt cx="450" cy="240"/>
            </a:xfrm>
          </p:grpSpPr>
          <p:sp>
            <p:nvSpPr>
              <p:cNvPr id="536580" name="任意多边形 66638">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536581" name="椭圆 66639"/>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536582" name="椭圆 66640"/>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536583" name="Text Box 5"/>
          <p:cNvSpPr txBox="1"/>
          <p:nvPr/>
        </p:nvSpPr>
        <p:spPr>
          <a:xfrm>
            <a:off x="719138" y="0"/>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5</a:t>
            </a:r>
            <a:r>
              <a:rPr lang="zh-CN" altLang="en-US" sz="3000" b="1" dirty="0">
                <a:solidFill>
                  <a:schemeClr val="accent1"/>
                </a:solidFill>
                <a:latin typeface="方正兰亭黑简体" pitchFamily="2" charset="-122"/>
                <a:ea typeface="方正兰亭黑简体" pitchFamily="2" charset="-122"/>
              </a:rPr>
              <a:t>、练习</a:t>
            </a:r>
            <a:endParaRPr lang="zh-CN" altLang="en-US" sz="3000" b="1" dirty="0">
              <a:solidFill>
                <a:schemeClr val="accent1"/>
              </a:solidFill>
              <a:latin typeface="方正兰亭黑简体" pitchFamily="2" charset="-122"/>
              <a:ea typeface="方正兰亭黑简体" pitchFamily="2" charset="-122"/>
            </a:endParaRPr>
          </a:p>
        </p:txBody>
      </p:sp>
      <p:sp>
        <p:nvSpPr>
          <p:cNvPr id="2" name="标题 31757"/>
          <p:cNvSpPr>
            <a:spLocks noGrp="1"/>
          </p:cNvSpPr>
          <p:nvPr/>
        </p:nvSpPr>
        <p:spPr>
          <a:xfrm>
            <a:off x="1450975" y="671513"/>
            <a:ext cx="8601075" cy="6186488"/>
          </a:xfrm>
          <a:prstGeom prst="rect">
            <a:avLst/>
          </a:prstGeom>
          <a:noFill/>
          <a:ln w="9525">
            <a:noFill/>
          </a:ln>
        </p:spPr>
        <p:txBody>
          <a:bodyPr anchor="b"/>
          <a:p>
            <a:pPr fontAlgn="base">
              <a:lnSpc>
                <a:spcPct val="150000"/>
              </a:lnSpc>
            </a:pPr>
            <a:r>
              <a:rPr lang="en-US" altLang="zh-CN" sz="2000" strike="noStrike" noProof="1" dirty="0">
                <a:latin typeface="微软雅黑 Light" panose="020B0502040204020203" charset="-122"/>
                <a:ea typeface="微软雅黑 Light" panose="020B0502040204020203" charset="-122"/>
                <a:cs typeface="+mn-cs"/>
              </a:rPr>
              <a:t>1</a:t>
            </a:r>
            <a:r>
              <a:rPr lang="zh-CN" altLang="en-US" sz="2000" strike="noStrike" noProof="1" dirty="0">
                <a:latin typeface="微软雅黑 Light" panose="020B0502040204020203" charset="-122"/>
                <a:ea typeface="微软雅黑 Light" panose="020B0502040204020203" charset="-122"/>
                <a:cs typeface="+mn-cs"/>
              </a:rPr>
              <a:t>、输入</a:t>
            </a:r>
            <a:r>
              <a:rPr lang="en-US" altLang="zh-CN" sz="2000" strike="noStrike" noProof="1" dirty="0">
                <a:latin typeface="微软雅黑 Light" panose="020B0502040204020203" charset="-122"/>
                <a:ea typeface="微软雅黑 Light" panose="020B0502040204020203" charset="-122"/>
                <a:cs typeface="+mn-cs"/>
              </a:rPr>
              <a:t>10</a:t>
            </a:r>
            <a:r>
              <a:rPr lang="zh-CN" altLang="en-US" sz="2000" strike="noStrike" noProof="1" dirty="0">
                <a:latin typeface="微软雅黑 Light" panose="020B0502040204020203" charset="-122"/>
                <a:ea typeface="微软雅黑 Light" panose="020B0502040204020203" charset="-122"/>
                <a:cs typeface="+mn-cs"/>
              </a:rPr>
              <a:t>个数放在一维数组中，输出最小的数及其下标</a:t>
            </a:r>
            <a:r>
              <a:rPr lang="zh-CN" altLang="en-US" sz="2000" strike="noStrike" noProof="1" dirty="0">
                <a:latin typeface="微软雅黑 Light" panose="020B0502040204020203" charset="-122"/>
                <a:ea typeface="微软雅黑 Light" panose="020B0502040204020203" charset="-122"/>
                <a:cs typeface="+mn-cs"/>
              </a:rPr>
              <a:t>，补充代码。</a:t>
            </a:r>
            <a:endParaRPr lang="en-US" altLang="zh-CN" sz="2000" strike="noStrike" noProof="1" dirty="0">
              <a:latin typeface="微软雅黑 Light" panose="020B0502040204020203" charset="-122"/>
              <a:ea typeface="微软雅黑 Light" panose="020B0502040204020203" charset="-122"/>
              <a:cs typeface="微软雅黑 Light" panose="020B0502040204020203" charset="-122"/>
              <a:sym typeface="宋体" panose="02010600030101010101" pitchFamily="2" charset="-122"/>
            </a:endParaRPr>
          </a:p>
          <a:p>
            <a:pPr marL="392430" indent="-392430" fontAlgn="base">
              <a:lnSpc>
                <a:spcPct val="100000"/>
              </a:lnSpc>
              <a:spcBef>
                <a:spcPct val="25000"/>
              </a:spcBef>
            </a:pPr>
            <a:r>
              <a:rPr lang="en-US" altLang="zh-CN" sz="2000" strike="noStrike" noProof="1" dirty="0">
                <a:latin typeface="微软雅黑 Light" panose="020B0502040204020203" charset="-122"/>
                <a:ea typeface="微软雅黑 Light" panose="020B0502040204020203" charset="-122"/>
                <a:cs typeface="微软雅黑 Light" panose="020B0502040204020203" charset="-122"/>
                <a:sym typeface="+mn-ea"/>
              </a:rPr>
              <a:t>   </a:t>
            </a:r>
            <a:r>
              <a:rPr lang="en-US" altLang="zh-CN" sz="2000" strike="noStrike" noProof="1" dirty="0">
                <a:latin typeface="楷体_GB2312" pitchFamily="49" charset="-122"/>
                <a:ea typeface="宋体" panose="02010600030101010101" pitchFamily="2" charset="-122"/>
                <a:cs typeface="+mn-cs"/>
                <a:sym typeface="+mn-ea"/>
              </a:rPr>
              <a:t>#include &lt;stdio.h&gt;</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int main( )</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 int a[10], j , s ,min ,t ;</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printf(“</a:t>
            </a:r>
            <a:r>
              <a:rPr lang="zh-CN" altLang="en-US" sz="2000" strike="noStrike" noProof="1" dirty="0">
                <a:latin typeface="楷体_GB2312" pitchFamily="49" charset="-122"/>
                <a:ea typeface="宋体" panose="02010600030101010101" pitchFamily="2" charset="-122"/>
                <a:cs typeface="+mn-cs"/>
                <a:sym typeface="+mn-ea"/>
              </a:rPr>
              <a:t>请输入</a:t>
            </a:r>
            <a:r>
              <a:rPr lang="en-US" altLang="zh-CN" sz="2000" strike="noStrike" noProof="1" dirty="0">
                <a:latin typeface="楷体_GB2312" pitchFamily="49" charset="-122"/>
                <a:ea typeface="宋体" panose="02010600030101010101" pitchFamily="2" charset="-122"/>
                <a:cs typeface="+mn-cs"/>
                <a:sym typeface="+mn-ea"/>
              </a:rPr>
              <a:t>10</a:t>
            </a:r>
            <a:r>
              <a:rPr lang="zh-CN" altLang="en-US" sz="2000" strike="noStrike" noProof="1" dirty="0">
                <a:latin typeface="楷体_GB2312" pitchFamily="49" charset="-122"/>
                <a:ea typeface="宋体" panose="02010600030101010101" pitchFamily="2" charset="-122"/>
                <a:cs typeface="+mn-cs"/>
                <a:sym typeface="+mn-ea"/>
              </a:rPr>
              <a:t>个数</a:t>
            </a:r>
            <a:r>
              <a:rPr lang="en-US" altLang="zh-CN" sz="2000" strike="noStrike" noProof="1" dirty="0">
                <a:latin typeface="楷体_GB2312" pitchFamily="49" charset="-122"/>
                <a:ea typeface="宋体" panose="02010600030101010101" pitchFamily="2" charset="-122"/>
                <a:cs typeface="+mn-cs"/>
                <a:sym typeface="+mn-ea"/>
              </a:rPr>
              <a:t>”</a:t>
            </a:r>
            <a:r>
              <a:rPr lang="zh-CN" altLang="en-US" sz="2000" strike="noStrike" noProof="1" dirty="0">
                <a:latin typeface="楷体_GB2312" pitchFamily="49" charset="-122"/>
                <a:ea typeface="宋体" panose="02010600030101010101" pitchFamily="2" charset="-122"/>
                <a:cs typeface="+mn-cs"/>
                <a:sym typeface="+mn-ea"/>
              </a:rPr>
              <a:t>）</a:t>
            </a:r>
            <a:r>
              <a:rPr lang="en-US" altLang="zh-CN" sz="2000" strike="noStrike" noProof="1" dirty="0">
                <a:latin typeface="楷体_GB2312" pitchFamily="49" charset="-122"/>
                <a:ea typeface="宋体" panose="02010600030101010101" pitchFamily="2" charset="-122"/>
                <a:cs typeface="+mn-cs"/>
                <a:sym typeface="+mn-ea"/>
              </a:rPr>
              <a:t>;</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for( j=0; j&lt;10; j++)</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scanf(“%d”,&amp;a[j]);</a:t>
            </a:r>
            <a:r>
              <a:rPr lang="en-US" altLang="zh-CN" sz="2000" u="sng" strike="noStrike" noProof="1" dirty="0">
                <a:latin typeface="楷体_GB2312" pitchFamily="49" charset="-122"/>
                <a:ea typeface="宋体" panose="02010600030101010101" pitchFamily="2" charset="-122"/>
                <a:cs typeface="+mn-cs"/>
                <a:sym typeface="+mn-ea"/>
              </a:rPr>
              <a:t>       </a:t>
            </a:r>
            <a:endParaRPr lang="en-US" altLang="zh-CN" sz="2000" u="sng"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min=a[0]; </a:t>
            </a:r>
            <a:r>
              <a:rPr lang="en-US" altLang="zh-CN" sz="2000" u="sng" strike="noStrike" noProof="1" dirty="0">
                <a:latin typeface="楷体_GB2312" pitchFamily="49" charset="-122"/>
                <a:ea typeface="宋体" panose="02010600030101010101" pitchFamily="2" charset="-122"/>
                <a:cs typeface="+mn-cs"/>
                <a:sym typeface="+mn-ea"/>
              </a:rPr>
              <a:t>               </a:t>
            </a:r>
            <a:r>
              <a:rPr lang="en-US" altLang="zh-CN" sz="2000" strike="noStrike" noProof="1" dirty="0">
                <a:latin typeface="楷体_GB2312" pitchFamily="49" charset="-122"/>
                <a:ea typeface="宋体" panose="02010600030101010101" pitchFamily="2" charset="-122"/>
                <a:cs typeface="+mn-cs"/>
                <a:sym typeface="+mn-ea"/>
              </a:rPr>
              <a:t>;</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for( j=1;</a:t>
            </a:r>
            <a:r>
              <a:rPr lang="en-US" altLang="zh-CN" sz="2000" u="sng" strike="noStrike" noProof="1" dirty="0">
                <a:latin typeface="楷体_GB2312" pitchFamily="49" charset="-122"/>
                <a:ea typeface="宋体" panose="02010600030101010101" pitchFamily="2" charset="-122"/>
                <a:cs typeface="+mn-cs"/>
                <a:sym typeface="+mn-ea"/>
              </a:rPr>
              <a:t>            </a:t>
            </a:r>
            <a:r>
              <a:rPr lang="en-US" altLang="zh-CN" sz="2000" strike="noStrike" noProof="1" dirty="0">
                <a:latin typeface="楷体_GB2312" pitchFamily="49" charset="-122"/>
                <a:ea typeface="宋体" panose="02010600030101010101" pitchFamily="2" charset="-122"/>
                <a:cs typeface="+mn-cs"/>
                <a:sym typeface="+mn-ea"/>
              </a:rPr>
              <a:t>; j++)</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if(</a:t>
            </a:r>
            <a:r>
              <a:rPr lang="en-US" altLang="zh-CN" sz="2000" u="sng" strike="noStrike" noProof="1" dirty="0">
                <a:latin typeface="楷体_GB2312" pitchFamily="49" charset="-122"/>
                <a:ea typeface="宋体" panose="02010600030101010101" pitchFamily="2" charset="-122"/>
                <a:cs typeface="+mn-cs"/>
                <a:sym typeface="+mn-ea"/>
              </a:rPr>
              <a:t>            </a:t>
            </a:r>
            <a:r>
              <a:rPr lang="en-US" altLang="zh-CN" sz="2000" strike="noStrike" noProof="1" dirty="0">
                <a:latin typeface="楷体_GB2312" pitchFamily="49" charset="-122"/>
                <a:ea typeface="宋体" panose="02010600030101010101" pitchFamily="2" charset="-122"/>
                <a:cs typeface="+mn-cs"/>
                <a:sym typeface="+mn-ea"/>
              </a:rPr>
              <a:t>)</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min=a[j];</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a:t>
            </a:r>
            <a:r>
              <a:rPr lang="en-US" altLang="zh-CN" sz="2000" u="sng" strike="noStrike" noProof="1" dirty="0">
                <a:latin typeface="楷体_GB2312" pitchFamily="49" charset="-122"/>
                <a:ea typeface="宋体" panose="02010600030101010101" pitchFamily="2" charset="-122"/>
                <a:cs typeface="+mn-cs"/>
                <a:sym typeface="+mn-ea"/>
              </a:rPr>
              <a:t>        </a:t>
            </a:r>
            <a:r>
              <a:rPr lang="en-US" altLang="zh-CN" sz="2000" strike="noStrike" noProof="1" dirty="0">
                <a:latin typeface="楷体_GB2312" pitchFamily="49" charset="-122"/>
                <a:ea typeface="宋体" panose="02010600030101010101" pitchFamily="2" charset="-122"/>
                <a:cs typeface="+mn-cs"/>
                <a:sym typeface="+mn-ea"/>
              </a:rPr>
              <a:t>;}</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printf(“</a:t>
            </a:r>
            <a:r>
              <a:rPr lang="zh-CN" altLang="en-US" sz="2000" strike="noStrike" noProof="1" dirty="0">
                <a:latin typeface="微软雅黑 Light" panose="020B0502040204020203" charset="-122"/>
                <a:ea typeface="微软雅黑 Light" panose="020B0502040204020203" charset="-122"/>
                <a:cs typeface="+mn-cs"/>
                <a:sym typeface="+mn-ea"/>
              </a:rPr>
              <a:t>最小值为</a:t>
            </a:r>
            <a:r>
              <a:rPr lang="en-US" altLang="zh-CN" sz="2000" strike="noStrike" noProof="1" dirty="0">
                <a:latin typeface="微软雅黑 Light" panose="020B0502040204020203" charset="-122"/>
                <a:ea typeface="微软雅黑 Light" panose="020B0502040204020203" charset="-122"/>
                <a:cs typeface="微软雅黑 Light" panose="020B0502040204020203" charset="-122"/>
                <a:sym typeface="+mn-ea"/>
              </a:rPr>
              <a:t>%d</a:t>
            </a:r>
            <a:r>
              <a:rPr lang="zh-CN" altLang="en-US" sz="2000" strike="noStrike" noProof="1" dirty="0">
                <a:latin typeface="微软雅黑 Light" panose="020B0502040204020203" charset="-122"/>
                <a:ea typeface="微软雅黑 Light" panose="020B0502040204020203" charset="-122"/>
                <a:cs typeface="微软雅黑 Light" panose="020B0502040204020203" charset="-122"/>
                <a:sym typeface="+mn-ea"/>
              </a:rPr>
              <a:t>，下标为</a:t>
            </a:r>
            <a:r>
              <a:rPr lang="en-US" altLang="zh-CN" sz="2000" strike="noStrike" noProof="1" dirty="0">
                <a:latin typeface="微软雅黑 Light" panose="020B0502040204020203" charset="-122"/>
                <a:ea typeface="微软雅黑 Light" panose="020B0502040204020203" charset="-122"/>
                <a:cs typeface="微软雅黑 Light" panose="020B0502040204020203" charset="-122"/>
                <a:sym typeface="+mn-ea"/>
              </a:rPr>
              <a:t>%d</a:t>
            </a:r>
            <a:r>
              <a:rPr lang="en-US" altLang="zh-CN" sz="2000" strike="noStrike" noProof="1" dirty="0">
                <a:latin typeface="楷体_GB2312" pitchFamily="49" charset="-122"/>
                <a:ea typeface="宋体" panose="02010600030101010101" pitchFamily="2" charset="-122"/>
                <a:cs typeface="+mn-cs"/>
                <a:sym typeface="+mn-ea"/>
              </a:rPr>
              <a:t>”,</a:t>
            </a:r>
            <a:r>
              <a:rPr lang="en-US" altLang="zh-CN" sz="2000" u="sng" strike="noStrike" noProof="1" dirty="0">
                <a:latin typeface="楷体_GB2312" pitchFamily="49" charset="-122"/>
                <a:ea typeface="宋体" panose="02010600030101010101" pitchFamily="2" charset="-122"/>
                <a:cs typeface="+mn-cs"/>
                <a:sym typeface="+mn-ea"/>
              </a:rPr>
              <a:t>          </a:t>
            </a:r>
            <a:r>
              <a:rPr lang="en-US" altLang="zh-CN" sz="2000" strike="noStrike" noProof="1" dirty="0">
                <a:latin typeface="楷体_GB2312" pitchFamily="49" charset="-122"/>
                <a:ea typeface="宋体" panose="02010600030101010101" pitchFamily="2" charset="-122"/>
                <a:cs typeface="+mn-cs"/>
                <a:sym typeface="+mn-ea"/>
              </a:rPr>
              <a:t>);</a:t>
            </a:r>
            <a:r>
              <a:rPr lang="en-US" altLang="zh-CN" sz="2000" u="sng" strike="noStrike" noProof="1" dirty="0">
                <a:latin typeface="楷体_GB2312" pitchFamily="49" charset="-122"/>
                <a:ea typeface="宋体" panose="02010600030101010101" pitchFamily="2" charset="-122"/>
                <a:cs typeface="+mn-cs"/>
                <a:sym typeface="+mn-ea"/>
              </a:rPr>
              <a:t> </a:t>
            </a:r>
            <a:endParaRPr lang="en-US" altLang="zh-CN" sz="2000" u="sng"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return 0;</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a:t>
            </a:r>
            <a:r>
              <a:rPr lang="en-US" altLang="zh-CN" sz="2000" u="sng" strike="noStrike" noProof="1" dirty="0">
                <a:latin typeface="楷体_GB2312" pitchFamily="49" charset="-122"/>
                <a:ea typeface="宋体" panose="02010600030101010101" pitchFamily="2" charset="-122"/>
                <a:cs typeface="+mn-cs"/>
                <a:sym typeface="+mn-ea"/>
              </a:rPr>
              <a:t>       </a:t>
            </a:r>
            <a:endParaRPr lang="en-US" altLang="zh-CN" sz="2000" u="sng" strike="noStrike" noProof="1" dirty="0">
              <a:latin typeface="楷体_GB2312" pitchFamily="49" charset="-122"/>
              <a:ea typeface="宋体" panose="02010600030101010101" pitchFamily="2" charset="-122"/>
              <a:cs typeface="+mn-cs"/>
              <a:sym typeface="+mn-ea"/>
            </a:endParaRPr>
          </a:p>
        </p:txBody>
      </p:sp>
      <p:sp>
        <p:nvSpPr>
          <p:cNvPr id="3" name="圆角矩形标注 2"/>
          <p:cNvSpPr/>
          <p:nvPr/>
        </p:nvSpPr>
        <p:spPr>
          <a:xfrm>
            <a:off x="5491163" y="3086100"/>
            <a:ext cx="925512" cy="441325"/>
          </a:xfrm>
          <a:prstGeom prst="wedgeRoundRectCallout">
            <a:avLst>
              <a:gd name="adj1" fmla="val -82329"/>
              <a:gd name="adj2" fmla="val 68769"/>
              <a:gd name="adj3" fmla="val 16667"/>
            </a:avLst>
          </a:prstGeom>
          <a:noFill/>
          <a:ln w="12700" cap="sq" cmpd="sng">
            <a:solidFill>
              <a:schemeClr val="accent1"/>
            </a:solidFill>
            <a:prstDash val="solid"/>
            <a:round/>
            <a:headEnd type="none" w="sm" len="sm"/>
            <a:tailEnd type="none" w="sm" len="sm"/>
          </a:ln>
        </p:spPr>
        <p:txBody>
          <a:bodyPr anchor="t" anchorCtr="0"/>
          <a:p>
            <a:r>
              <a:rPr lang="en-US" altLang="zh-CN">
                <a:latin typeface="Calibri" panose="020F0502020204030204" pitchFamily="34" charset="0"/>
                <a:ea typeface="宋体" panose="02010600030101010101" pitchFamily="2" charset="-122"/>
              </a:rPr>
              <a:t>t=0</a:t>
            </a:r>
            <a:endParaRPr lang="en-US" altLang="zh-CN">
              <a:latin typeface="Calibri" panose="020F0502020204030204" pitchFamily="34" charset="0"/>
              <a:ea typeface="宋体" panose="02010600030101010101" pitchFamily="2" charset="-122"/>
            </a:endParaRPr>
          </a:p>
        </p:txBody>
      </p:sp>
      <p:sp>
        <p:nvSpPr>
          <p:cNvPr id="4" name="圆角矩形标注 3"/>
          <p:cNvSpPr/>
          <p:nvPr/>
        </p:nvSpPr>
        <p:spPr>
          <a:xfrm>
            <a:off x="5767388" y="3806825"/>
            <a:ext cx="925512" cy="441325"/>
          </a:xfrm>
          <a:prstGeom prst="wedgeRoundRectCallout">
            <a:avLst>
              <a:gd name="adj1" fmla="val -115431"/>
              <a:gd name="adj2" fmla="val 12731"/>
              <a:gd name="adj3" fmla="val 16667"/>
            </a:avLst>
          </a:prstGeom>
          <a:noFill/>
          <a:ln w="12700" cap="sq" cmpd="sng">
            <a:solidFill>
              <a:schemeClr val="accent1"/>
            </a:solidFill>
            <a:prstDash val="solid"/>
            <a:round/>
            <a:headEnd type="none" w="sm" len="sm"/>
            <a:tailEnd type="none" w="sm" len="sm"/>
          </a:ln>
        </p:spPr>
        <p:txBody>
          <a:bodyPr anchor="t" anchorCtr="0"/>
          <a:p>
            <a:r>
              <a:rPr lang="en-US" altLang="zh-CN">
                <a:latin typeface="Calibri" panose="020F0502020204030204" pitchFamily="34" charset="0"/>
                <a:ea typeface="宋体" panose="02010600030101010101" pitchFamily="2" charset="-122"/>
              </a:rPr>
              <a:t>j&lt;=10</a:t>
            </a:r>
            <a:endParaRPr lang="en-US" altLang="zh-CN">
              <a:latin typeface="Calibri" panose="020F0502020204030204" pitchFamily="34" charset="0"/>
              <a:ea typeface="宋体" panose="02010600030101010101" pitchFamily="2" charset="-122"/>
            </a:endParaRPr>
          </a:p>
        </p:txBody>
      </p:sp>
      <p:sp>
        <p:nvSpPr>
          <p:cNvPr id="5" name="圆角矩形标注 4"/>
          <p:cNvSpPr/>
          <p:nvPr/>
        </p:nvSpPr>
        <p:spPr>
          <a:xfrm>
            <a:off x="5287963" y="4489450"/>
            <a:ext cx="1222375" cy="441325"/>
          </a:xfrm>
          <a:prstGeom prst="wedgeRoundRectCallout">
            <a:avLst>
              <a:gd name="adj1" fmla="val -111972"/>
              <a:gd name="adj2" fmla="val -61222"/>
              <a:gd name="adj3" fmla="val 16667"/>
            </a:avLst>
          </a:prstGeom>
          <a:noFill/>
          <a:ln w="12700" cap="sq" cmpd="sng">
            <a:solidFill>
              <a:schemeClr val="accent1"/>
            </a:solidFill>
            <a:prstDash val="solid"/>
            <a:round/>
            <a:headEnd type="none" w="sm" len="sm"/>
            <a:tailEnd type="none" w="sm" len="sm"/>
          </a:ln>
        </p:spPr>
        <p:txBody>
          <a:bodyPr anchor="t" anchorCtr="0"/>
          <a:p>
            <a:r>
              <a:rPr lang="en-US" altLang="zh-CN">
                <a:latin typeface="Calibri" panose="020F0502020204030204" pitchFamily="34" charset="0"/>
                <a:ea typeface="宋体" panose="02010600030101010101" pitchFamily="2" charset="-122"/>
              </a:rPr>
              <a:t>a[j]&lt; min</a:t>
            </a:r>
            <a:endParaRPr lang="en-US" altLang="zh-CN">
              <a:latin typeface="Calibri" panose="020F0502020204030204" pitchFamily="34" charset="0"/>
              <a:ea typeface="宋体" panose="02010600030101010101" pitchFamily="2" charset="-122"/>
            </a:endParaRPr>
          </a:p>
        </p:txBody>
      </p:sp>
      <p:sp>
        <p:nvSpPr>
          <p:cNvPr id="7" name="圆角矩形标注 6"/>
          <p:cNvSpPr/>
          <p:nvPr/>
        </p:nvSpPr>
        <p:spPr>
          <a:xfrm>
            <a:off x="4953000" y="5260975"/>
            <a:ext cx="1222375" cy="441325"/>
          </a:xfrm>
          <a:prstGeom prst="wedgeRoundRectCallout">
            <a:avLst>
              <a:gd name="adj1" fmla="val -116856"/>
              <a:gd name="adj2" fmla="val 8130"/>
              <a:gd name="adj3" fmla="val 16667"/>
            </a:avLst>
          </a:prstGeom>
          <a:noFill/>
          <a:ln w="12700" cap="sq" cmpd="sng">
            <a:solidFill>
              <a:schemeClr val="accent1"/>
            </a:solidFill>
            <a:prstDash val="solid"/>
            <a:round/>
            <a:headEnd type="none" w="sm" len="sm"/>
            <a:tailEnd type="none" w="sm" len="sm"/>
          </a:ln>
        </p:spPr>
        <p:txBody>
          <a:bodyPr anchor="t" anchorCtr="0"/>
          <a:p>
            <a:r>
              <a:rPr lang="en-US" altLang="zh-CN">
                <a:latin typeface="Calibri" panose="020F0502020204030204" pitchFamily="34" charset="0"/>
                <a:ea typeface="宋体" panose="02010600030101010101" pitchFamily="2" charset="-122"/>
              </a:rPr>
              <a:t>t=j</a:t>
            </a:r>
            <a:endParaRPr lang="en-US" altLang="zh-CN">
              <a:latin typeface="Calibri" panose="020F0502020204030204" pitchFamily="34" charset="0"/>
              <a:ea typeface="宋体" panose="02010600030101010101" pitchFamily="2" charset="-122"/>
            </a:endParaRPr>
          </a:p>
        </p:txBody>
      </p:sp>
      <p:sp>
        <p:nvSpPr>
          <p:cNvPr id="8" name="圆角矩形标注 7"/>
          <p:cNvSpPr/>
          <p:nvPr/>
        </p:nvSpPr>
        <p:spPr>
          <a:xfrm>
            <a:off x="8397875" y="5557838"/>
            <a:ext cx="1222375" cy="441325"/>
          </a:xfrm>
          <a:prstGeom prst="wedgeRoundRectCallout">
            <a:avLst>
              <a:gd name="adj1" fmla="val -109532"/>
              <a:gd name="adj2" fmla="val 30431"/>
              <a:gd name="adj3" fmla="val 16667"/>
            </a:avLst>
          </a:prstGeom>
          <a:noFill/>
          <a:ln w="12700" cap="sq" cmpd="sng">
            <a:solidFill>
              <a:schemeClr val="accent1"/>
            </a:solidFill>
            <a:prstDash val="solid"/>
            <a:round/>
            <a:headEnd type="none" w="sm" len="sm"/>
            <a:tailEnd type="none" w="sm" len="sm"/>
          </a:ln>
        </p:spPr>
        <p:txBody>
          <a:bodyPr anchor="t" anchorCtr="0"/>
          <a:p>
            <a:r>
              <a:rPr lang="en-US" altLang="zh-CN">
                <a:latin typeface="Calibri" panose="020F0502020204030204" pitchFamily="34" charset="0"/>
                <a:ea typeface="宋体" panose="02010600030101010101" pitchFamily="2" charset="-122"/>
              </a:rPr>
              <a:t>min , t</a:t>
            </a:r>
            <a:endParaRPr lang="en-US" altLang="zh-CN">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000" fill="hold">
                                          <p:stCondLst>
                                            <p:cond delay="0"/>
                                          </p:stCondLst>
                                        </p:cTn>
                                        <p:tgtEl>
                                          <p:spTgt spid="3"/>
                                        </p:tgtEl>
                                        <p:attrNameLst>
                                          <p:attrName>style.visibility</p:attrName>
                                        </p:attrNameLst>
                                      </p:cBhvr>
                                      <p:to>
                                        <p:strVal val="visible"/>
                                      </p:to>
                                    </p:set>
                                    <p:animEffect transition="in" filter="box(out)">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000" fill="hold">
                                          <p:stCondLst>
                                            <p:cond delay="0"/>
                                          </p:stCondLst>
                                        </p:cTn>
                                        <p:tgtEl>
                                          <p:spTgt spid="4"/>
                                        </p:tgtEl>
                                        <p:attrNameLst>
                                          <p:attrName>style.visibility</p:attrName>
                                        </p:attrNameLst>
                                      </p:cBhvr>
                                      <p:to>
                                        <p:strVal val="visible"/>
                                      </p:to>
                                    </p:set>
                                    <p:animEffect transition="in" filter="box(out)">
                                      <p:cBhvr>
                                        <p:cTn id="17" dur="10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32" fill="hold" grpId="0" nodeType="clickEffect">
                                  <p:stCondLst>
                                    <p:cond delay="0"/>
                                  </p:stCondLst>
                                  <p:childTnLst>
                                    <p:set>
                                      <p:cBhvr>
                                        <p:cTn id="21" dur="1000" fill="hold">
                                          <p:stCondLst>
                                            <p:cond delay="0"/>
                                          </p:stCondLst>
                                        </p:cTn>
                                        <p:tgtEl>
                                          <p:spTgt spid="5"/>
                                        </p:tgtEl>
                                        <p:attrNameLst>
                                          <p:attrName>style.visibility</p:attrName>
                                        </p:attrNameLst>
                                      </p:cBhvr>
                                      <p:to>
                                        <p:strVal val="visible"/>
                                      </p:to>
                                    </p:set>
                                    <p:animEffect transition="in" filter="box(out)">
                                      <p:cBhvr>
                                        <p:cTn id="22" dur="10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4" presetClass="entr" presetSubtype="32" fill="hold" grpId="0" nodeType="clickEffect">
                                  <p:stCondLst>
                                    <p:cond delay="0"/>
                                  </p:stCondLst>
                                  <p:childTnLst>
                                    <p:set>
                                      <p:cBhvr>
                                        <p:cTn id="26" dur="1000" fill="hold">
                                          <p:stCondLst>
                                            <p:cond delay="0"/>
                                          </p:stCondLst>
                                        </p:cTn>
                                        <p:tgtEl>
                                          <p:spTgt spid="7"/>
                                        </p:tgtEl>
                                        <p:attrNameLst>
                                          <p:attrName>style.visibility</p:attrName>
                                        </p:attrNameLst>
                                      </p:cBhvr>
                                      <p:to>
                                        <p:strVal val="visible"/>
                                      </p:to>
                                    </p:set>
                                    <p:animEffect transition="in" filter="box(out)">
                                      <p:cBhvr>
                                        <p:cTn id="27" dur="1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4" presetClass="entr" presetSubtype="32" fill="hold" grpId="0" nodeType="clickEffect">
                                  <p:stCondLst>
                                    <p:cond delay="0"/>
                                  </p:stCondLst>
                                  <p:childTnLst>
                                    <p:set>
                                      <p:cBhvr>
                                        <p:cTn id="31" dur="1000" fill="hold">
                                          <p:stCondLst>
                                            <p:cond delay="0"/>
                                          </p:stCondLst>
                                        </p:cTn>
                                        <p:tgtEl>
                                          <p:spTgt spid="8"/>
                                        </p:tgtEl>
                                        <p:attrNameLst>
                                          <p:attrName>style.visibility</p:attrName>
                                        </p:attrNameLst>
                                      </p:cBhvr>
                                      <p:to>
                                        <p:strVal val="visible"/>
                                      </p:to>
                                    </p:set>
                                    <p:animEffect transition="in" filter="box(out)">
                                      <p:cBhvr>
                                        <p:cTn id="32" dur="1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animBg="1"/>
      <p:bldP spid="3" grpId="1" animBg="1"/>
      <p:bldP spid="4" grpId="0" bldLvl="0" animBg="1"/>
      <p:bldP spid="4" grpId="1" animBg="1"/>
      <p:bldP spid="5" grpId="0" bldLvl="0" animBg="1"/>
      <p:bldP spid="5" grpId="1" animBg="1"/>
      <p:bldP spid="7" grpId="0" bldLvl="0" animBg="1"/>
      <p:bldP spid="7" grpId="1" animBg="1"/>
      <p:bldP spid="8" grpId="0" bldLvl="0" animBg="1"/>
      <p:bldP spid="8" grpId="1" animBg="1"/>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pSp>
        <p:nvGrpSpPr>
          <p:cNvPr id="537601" name="组合 66635"/>
          <p:cNvGrpSpPr/>
          <p:nvPr/>
        </p:nvGrpSpPr>
        <p:grpSpPr>
          <a:xfrm>
            <a:off x="9620250" y="6343650"/>
            <a:ext cx="1047750" cy="514350"/>
            <a:chOff x="4944" y="3816"/>
            <a:chExt cx="660" cy="324"/>
          </a:xfrm>
        </p:grpSpPr>
        <p:sp>
          <p:nvSpPr>
            <p:cNvPr id="537602" name="圆角矩形 66636">
              <a:hlinkClick r:id="rId1" action="ppaction://hlinksldjump"/>
            </p:cNvPr>
            <p:cNvSpPr/>
            <p:nvPr/>
          </p:nvSpPr>
          <p:spPr>
            <a:xfrm>
              <a:off x="4944" y="3816"/>
              <a:ext cx="660" cy="324"/>
            </a:xfrm>
            <a:prstGeom prst="roundRect">
              <a:avLst>
                <a:gd name="adj" fmla="val 16667"/>
              </a:avLst>
            </a:prstGeom>
            <a:noFill/>
            <a:ln w="12700" cap="sq" cmpd="sng">
              <a:solidFill>
                <a:schemeClr val="accent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nvGrpSpPr>
            <p:cNvPr id="537603" name="组合 66637"/>
            <p:cNvGrpSpPr/>
            <p:nvPr/>
          </p:nvGrpSpPr>
          <p:grpSpPr>
            <a:xfrm>
              <a:off x="5034" y="3846"/>
              <a:ext cx="450" cy="240"/>
              <a:chOff x="4530" y="3822"/>
              <a:chExt cx="450" cy="240"/>
            </a:xfrm>
          </p:grpSpPr>
          <p:sp>
            <p:nvSpPr>
              <p:cNvPr id="537604" name="任意多边形 66638">
                <a:hlinkClick r:id="" action="ppaction://hlinkshowjump?jump=firstslide"/>
              </p:cNvPr>
              <p:cNvSpPr/>
              <p:nvPr/>
            </p:nvSpPr>
            <p:spPr>
              <a:xfrm rot="-5400000">
                <a:off x="4536" y="3816"/>
                <a:ext cx="240" cy="252"/>
              </a:xfrm>
              <a:custGeom>
                <a:avLst/>
                <a:gdLst/>
                <a:ahLst/>
                <a:cxnLst>
                  <a:cxn ang="270">
                    <a:pos x="15126" y="0"/>
                  </a:cxn>
                  <a:cxn ang="90">
                    <a:pos x="15126" y="12158"/>
                  </a:cxn>
                  <a:cxn ang="90">
                    <a:pos x="3237" y="21600"/>
                  </a:cxn>
                  <a:cxn ang="0">
                    <a:pos x="21600" y="6079"/>
                  </a:cxn>
                </a:cxnLst>
                <a:pathLst>
                  <a:path w="21600" h="21600">
                    <a:moveTo>
                      <a:pt x="21600" y="6079"/>
                    </a:moveTo>
                    <a:lnTo>
                      <a:pt x="15126" y="0"/>
                    </a:lnTo>
                    <a:lnTo>
                      <a:pt x="15126" y="2912"/>
                    </a:lnTo>
                    <a:lnTo>
                      <a:pt x="12427" y="2912"/>
                    </a:lnTo>
                    <a:cubicBezTo>
                      <a:pt x="5564" y="2912"/>
                      <a:pt x="0" y="7052"/>
                      <a:pt x="0" y="12158"/>
                    </a:cubicBezTo>
                    <a:lnTo>
                      <a:pt x="0" y="21600"/>
                    </a:lnTo>
                    <a:lnTo>
                      <a:pt x="6474" y="21600"/>
                    </a:lnTo>
                    <a:lnTo>
                      <a:pt x="6474" y="12158"/>
                    </a:lnTo>
                    <a:cubicBezTo>
                      <a:pt x="6474" y="10550"/>
                      <a:pt x="9139" y="9246"/>
                      <a:pt x="12427" y="9246"/>
                    </a:cubicBezTo>
                    <a:lnTo>
                      <a:pt x="15126" y="9246"/>
                    </a:lnTo>
                    <a:lnTo>
                      <a:pt x="15126" y="12158"/>
                    </a:lnTo>
                    <a:close/>
                  </a:path>
                </a:pathLst>
              </a:custGeom>
              <a:solidFill>
                <a:srgbClr val="00CC00"/>
              </a:solidFill>
              <a:ln w="12700" cap="sq" cmpd="sng">
                <a:solidFill>
                  <a:schemeClr val="tx1"/>
                </a:solidFill>
                <a:prstDash val="solid"/>
                <a:miter/>
                <a:headEnd type="none" w="sm" len="sm"/>
                <a:tailEnd type="none" w="sm" len="sm"/>
              </a:ln>
            </p:spPr>
            <p:txBody>
              <a:bodyPr/>
              <a:p>
                <a:endParaRPr lang="zh-CN" altLang="en-US"/>
              </a:p>
            </p:txBody>
          </p:sp>
          <p:sp>
            <p:nvSpPr>
              <p:cNvPr id="537605" name="椭圆 66639"/>
              <p:cNvSpPr/>
              <p:nvPr/>
            </p:nvSpPr>
            <p:spPr>
              <a:xfrm>
                <a:off x="4800"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sp>
            <p:nvSpPr>
              <p:cNvPr id="537606" name="椭圆 66640"/>
              <p:cNvSpPr/>
              <p:nvPr/>
            </p:nvSpPr>
            <p:spPr>
              <a:xfrm>
                <a:off x="4908" y="3984"/>
                <a:ext cx="72" cy="72"/>
              </a:xfrm>
              <a:prstGeom prst="ellipse">
                <a:avLst/>
              </a:prstGeom>
              <a:solidFill>
                <a:srgbClr val="00CC00"/>
              </a:solidFill>
              <a:ln w="12700" cap="sq" cmpd="sng">
                <a:solidFill>
                  <a:schemeClr val="tx1"/>
                </a:solidFill>
                <a:prstDash val="solid"/>
                <a:round/>
                <a:headEnd type="none" w="sm" len="sm"/>
                <a:tailEnd type="none" w="sm" len="sm"/>
              </a:ln>
            </p:spPr>
            <p:txBody>
              <a:bodyPr anchor="t" anchorCtr="0"/>
              <a:p>
                <a:endParaRPr lang="zh-CN" altLang="en-US">
                  <a:latin typeface="Calibri" panose="020F0502020204030204" pitchFamily="34" charset="0"/>
                  <a:ea typeface="宋体" panose="02010600030101010101" pitchFamily="2" charset="-122"/>
                </a:endParaRPr>
              </a:p>
            </p:txBody>
          </p:sp>
        </p:grpSp>
      </p:grpSp>
      <p:sp>
        <p:nvSpPr>
          <p:cNvPr id="537607" name="Text Box 5"/>
          <p:cNvSpPr txBox="1"/>
          <p:nvPr/>
        </p:nvSpPr>
        <p:spPr>
          <a:xfrm>
            <a:off x="719138" y="0"/>
            <a:ext cx="10467975" cy="552450"/>
          </a:xfrm>
          <a:prstGeom prst="rect">
            <a:avLst/>
          </a:prstGeom>
          <a:noFill/>
          <a:ln w="9525">
            <a:noFill/>
          </a:ln>
        </p:spPr>
        <p:txBody>
          <a:bodyPr anchor="t" anchorCtr="0">
            <a:spAutoFit/>
          </a:bodyPr>
          <a:p>
            <a:pPr marL="342900" indent="-342900" algn="ctr">
              <a:spcBef>
                <a:spcPct val="50000"/>
              </a:spcBef>
            </a:pPr>
            <a:r>
              <a:rPr lang="en-US" altLang="zh-CN" sz="3000" b="1" dirty="0">
                <a:solidFill>
                  <a:schemeClr val="accent1"/>
                </a:solidFill>
                <a:latin typeface="方正兰亭黑简体" pitchFamily="2" charset="-122"/>
                <a:ea typeface="方正兰亭黑简体" pitchFamily="2" charset="-122"/>
              </a:rPr>
              <a:t>5</a:t>
            </a:r>
            <a:r>
              <a:rPr lang="zh-CN" altLang="en-US" sz="3000" b="1" dirty="0">
                <a:solidFill>
                  <a:schemeClr val="accent1"/>
                </a:solidFill>
                <a:latin typeface="方正兰亭黑简体" pitchFamily="2" charset="-122"/>
                <a:ea typeface="方正兰亭黑简体" pitchFamily="2" charset="-122"/>
              </a:rPr>
              <a:t>、练习</a:t>
            </a:r>
            <a:endParaRPr lang="zh-CN" altLang="en-US" sz="3000" b="1" dirty="0">
              <a:solidFill>
                <a:schemeClr val="accent1"/>
              </a:solidFill>
              <a:latin typeface="方正兰亭黑简体" pitchFamily="2" charset="-122"/>
              <a:ea typeface="方正兰亭黑简体" pitchFamily="2" charset="-122"/>
            </a:endParaRPr>
          </a:p>
        </p:txBody>
      </p:sp>
      <p:sp>
        <p:nvSpPr>
          <p:cNvPr id="2" name="标题 31757"/>
          <p:cNvSpPr>
            <a:spLocks noGrp="1"/>
          </p:cNvSpPr>
          <p:nvPr/>
        </p:nvSpPr>
        <p:spPr>
          <a:xfrm>
            <a:off x="1371600" y="919163"/>
            <a:ext cx="8601075" cy="5276850"/>
          </a:xfrm>
          <a:prstGeom prst="rect">
            <a:avLst/>
          </a:prstGeom>
          <a:noFill/>
          <a:ln w="9525">
            <a:noFill/>
          </a:ln>
        </p:spPr>
        <p:txBody>
          <a:bodyPr anchor="b"/>
          <a:p>
            <a:pPr fontAlgn="base">
              <a:lnSpc>
                <a:spcPct val="150000"/>
              </a:lnSpc>
            </a:pPr>
            <a:r>
              <a:rPr lang="en-US" altLang="zh-CN" sz="2000" strike="noStrike" noProof="1" dirty="0">
                <a:latin typeface="微软雅黑 Light" panose="020B0502040204020203" charset="-122"/>
                <a:ea typeface="微软雅黑 Light" panose="020B0502040204020203" charset="-122"/>
                <a:cs typeface="+mn-cs"/>
              </a:rPr>
              <a:t>2</a:t>
            </a:r>
            <a:r>
              <a:rPr lang="zh-CN" altLang="en-US" sz="2000" strike="noStrike" noProof="1" dirty="0">
                <a:latin typeface="微软雅黑 Light" panose="020B0502040204020203" charset="-122"/>
                <a:ea typeface="微软雅黑 Light" panose="020B0502040204020203" charset="-122"/>
                <a:cs typeface="+mn-cs"/>
              </a:rPr>
              <a:t>、数列的第</a:t>
            </a:r>
            <a:r>
              <a:rPr lang="en-US" altLang="zh-CN" sz="2000" strike="noStrike" noProof="1" dirty="0">
                <a:latin typeface="微软雅黑 Light" panose="020B0502040204020203" charset="-122"/>
                <a:ea typeface="微软雅黑 Light" panose="020B0502040204020203" charset="-122"/>
                <a:cs typeface="+mn-cs"/>
              </a:rPr>
              <a:t>1</a:t>
            </a:r>
            <a:r>
              <a:rPr lang="zh-CN" altLang="en-US" sz="2000" strike="noStrike" noProof="1" dirty="0">
                <a:latin typeface="微软雅黑 Light" panose="020B0502040204020203" charset="-122"/>
                <a:ea typeface="微软雅黑 Light" panose="020B0502040204020203" charset="-122"/>
                <a:cs typeface="+mn-cs"/>
              </a:rPr>
              <a:t>、</a:t>
            </a:r>
            <a:r>
              <a:rPr lang="en-US" altLang="zh-CN" sz="2000" strike="noStrike" noProof="1" dirty="0">
                <a:latin typeface="微软雅黑 Light" panose="020B0502040204020203" charset="-122"/>
                <a:ea typeface="微软雅黑 Light" panose="020B0502040204020203" charset="-122"/>
                <a:cs typeface="+mn-cs"/>
              </a:rPr>
              <a:t>2</a:t>
            </a:r>
            <a:r>
              <a:rPr lang="zh-CN" altLang="en-US" sz="2000" strike="noStrike" noProof="1" dirty="0">
                <a:latin typeface="微软雅黑 Light" panose="020B0502040204020203" charset="-122"/>
                <a:ea typeface="微软雅黑 Light" panose="020B0502040204020203" charset="-122"/>
                <a:cs typeface="+mn-cs"/>
              </a:rPr>
              <a:t>项均为</a:t>
            </a:r>
            <a:r>
              <a:rPr lang="en-US" altLang="zh-CN" sz="2000" strike="noStrike" noProof="1" dirty="0">
                <a:latin typeface="微软雅黑 Light" panose="020B0502040204020203" charset="-122"/>
                <a:ea typeface="微软雅黑 Light" panose="020B0502040204020203" charset="-122"/>
                <a:cs typeface="+mn-cs"/>
              </a:rPr>
              <a:t>1</a:t>
            </a:r>
            <a:r>
              <a:rPr lang="zh-CN" altLang="en-US" sz="2000" strike="noStrike" noProof="1" dirty="0">
                <a:latin typeface="微软雅黑 Light" panose="020B0502040204020203" charset="-122"/>
                <a:ea typeface="微软雅黑 Light" panose="020B0502040204020203" charset="-122"/>
                <a:cs typeface="+mn-cs"/>
              </a:rPr>
              <a:t>，此外各项均为该前两项之和，该程序用来计算数列前</a:t>
            </a:r>
            <a:r>
              <a:rPr lang="en-US" altLang="zh-CN" sz="2000" strike="noStrike" noProof="1" dirty="0">
                <a:latin typeface="微软雅黑 Light" panose="020B0502040204020203" charset="-122"/>
                <a:ea typeface="微软雅黑 Light" panose="020B0502040204020203" charset="-122"/>
                <a:cs typeface="+mn-cs"/>
              </a:rPr>
              <a:t>40</a:t>
            </a:r>
            <a:r>
              <a:rPr lang="zh-CN" altLang="en-US" sz="2000" strike="noStrike" noProof="1" dirty="0">
                <a:latin typeface="微软雅黑 Light" panose="020B0502040204020203" charset="-122"/>
                <a:ea typeface="微软雅黑 Light" panose="020B0502040204020203" charset="-122"/>
                <a:cs typeface="+mn-cs"/>
              </a:rPr>
              <a:t>项的和。</a:t>
            </a:r>
            <a:r>
              <a:rPr lang="zh-CN" altLang="en-US" sz="2000" strike="noStrike" noProof="1" dirty="0">
                <a:latin typeface="微软雅黑 Light" panose="020B0502040204020203" charset="-122"/>
                <a:ea typeface="微软雅黑 Light" panose="020B0502040204020203" charset="-122"/>
                <a:cs typeface="+mn-cs"/>
              </a:rPr>
              <a:t>补充代码。</a:t>
            </a:r>
            <a:endParaRPr lang="en-US" altLang="zh-CN" sz="2000" strike="noStrike" noProof="1" dirty="0">
              <a:latin typeface="微软雅黑 Light" panose="020B0502040204020203" charset="-122"/>
              <a:ea typeface="微软雅黑 Light" panose="020B0502040204020203" charset="-122"/>
              <a:cs typeface="微软雅黑 Light" panose="020B0502040204020203" charset="-122"/>
              <a:sym typeface="宋体" panose="02010600030101010101" pitchFamily="2" charset="-122"/>
            </a:endParaRPr>
          </a:p>
          <a:p>
            <a:pPr marL="392430" indent="-392430" fontAlgn="base">
              <a:lnSpc>
                <a:spcPct val="100000"/>
              </a:lnSpc>
              <a:spcBef>
                <a:spcPct val="25000"/>
              </a:spcBef>
            </a:pPr>
            <a:r>
              <a:rPr lang="en-US" altLang="zh-CN" sz="2000" strike="noStrike" noProof="1" dirty="0">
                <a:latin typeface="微软雅黑 Light" panose="020B0502040204020203" charset="-122"/>
                <a:ea typeface="微软雅黑 Light" panose="020B0502040204020203" charset="-122"/>
                <a:cs typeface="微软雅黑 Light" panose="020B0502040204020203" charset="-122"/>
                <a:sym typeface="+mn-ea"/>
              </a:rPr>
              <a:t>   </a:t>
            </a:r>
            <a:r>
              <a:rPr lang="en-US" altLang="zh-CN" sz="2000" strike="noStrike" noProof="1" dirty="0">
                <a:latin typeface="楷体_GB2312" pitchFamily="49" charset="-122"/>
                <a:ea typeface="宋体" panose="02010600030101010101" pitchFamily="2" charset="-122"/>
                <a:cs typeface="+mn-cs"/>
                <a:sym typeface="+mn-ea"/>
              </a:rPr>
              <a:t>#include &lt;stdio.h&gt;</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int main( )</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 long s=0, i, a[40];</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a:t>
            </a:r>
            <a:r>
              <a:rPr lang="en-US" sz="2000" strike="noStrike" noProof="1" dirty="0">
                <a:latin typeface="楷体_GB2312" pitchFamily="49" charset="-122"/>
                <a:ea typeface="宋体" panose="02010600030101010101" pitchFamily="2" charset="-122"/>
                <a:cs typeface="+mn-cs"/>
                <a:sym typeface="+mn-ea"/>
              </a:rPr>
              <a:t>a[0]=1</a:t>
            </a:r>
            <a:r>
              <a:rPr lang="en-US" altLang="zh-CN" sz="2000" strike="noStrike" noProof="1" dirty="0">
                <a:latin typeface="楷体_GB2312" pitchFamily="49" charset="-122"/>
                <a:ea typeface="宋体" panose="02010600030101010101" pitchFamily="2" charset="-122"/>
                <a:cs typeface="+mn-cs"/>
                <a:sym typeface="+mn-ea"/>
              </a:rPr>
              <a:t>; a[1]=1;</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for( i=2; i&lt;40; i++)</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a:t>
            </a:r>
            <a:r>
              <a:rPr lang="en-US" altLang="zh-CN" sz="2000" u="sng" strike="noStrike" noProof="1" dirty="0">
                <a:latin typeface="楷体_GB2312" pitchFamily="49" charset="-122"/>
                <a:ea typeface="宋体" panose="02010600030101010101" pitchFamily="2" charset="-122"/>
                <a:cs typeface="+mn-cs"/>
                <a:sym typeface="+mn-ea"/>
              </a:rPr>
              <a:t>                  </a:t>
            </a:r>
            <a:r>
              <a:rPr lang="en-US" altLang="zh-CN" sz="2000" strike="noStrike" noProof="1" dirty="0">
                <a:latin typeface="楷体_GB2312" pitchFamily="49" charset="-122"/>
                <a:ea typeface="宋体" panose="02010600030101010101" pitchFamily="2" charset="-122"/>
                <a:cs typeface="+mn-cs"/>
                <a:sym typeface="+mn-ea"/>
              </a:rPr>
              <a:t>;</a:t>
            </a:r>
            <a:r>
              <a:rPr lang="en-US" altLang="zh-CN" sz="2000" u="sng" strike="noStrike" noProof="1" dirty="0">
                <a:latin typeface="楷体_GB2312" pitchFamily="49" charset="-122"/>
                <a:ea typeface="宋体" panose="02010600030101010101" pitchFamily="2" charset="-122"/>
                <a:cs typeface="+mn-cs"/>
                <a:sym typeface="+mn-ea"/>
              </a:rPr>
              <a:t>       </a:t>
            </a:r>
            <a:endParaRPr lang="en-US" altLang="zh-CN" sz="2000" u="sng"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for( i=0; i&lt;40; i++)</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a:t>
            </a:r>
            <a:r>
              <a:rPr lang="en-US" altLang="zh-CN" sz="2000" u="sng" strike="noStrike" noProof="1" dirty="0">
                <a:latin typeface="楷体_GB2312" pitchFamily="49" charset="-122"/>
                <a:ea typeface="宋体" panose="02010600030101010101" pitchFamily="2" charset="-122"/>
                <a:cs typeface="+mn-cs"/>
                <a:sym typeface="+mn-ea"/>
              </a:rPr>
              <a:t>               </a:t>
            </a:r>
            <a:r>
              <a:rPr lang="en-US" altLang="zh-CN" sz="2000" strike="noStrike" noProof="1" dirty="0">
                <a:latin typeface="楷体_GB2312" pitchFamily="49" charset="-122"/>
                <a:ea typeface="宋体" panose="02010600030101010101" pitchFamily="2" charset="-122"/>
                <a:cs typeface="+mn-cs"/>
                <a:sym typeface="+mn-ea"/>
              </a:rPr>
              <a:t>;</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printf(“%ld”,s);</a:t>
            </a:r>
            <a:r>
              <a:rPr lang="en-US" altLang="zh-CN" sz="2000" u="sng" strike="noStrike" noProof="1" dirty="0">
                <a:latin typeface="楷体_GB2312" pitchFamily="49" charset="-122"/>
                <a:ea typeface="宋体" panose="02010600030101010101" pitchFamily="2" charset="-122"/>
                <a:cs typeface="+mn-cs"/>
                <a:sym typeface="+mn-ea"/>
              </a:rPr>
              <a:t> </a:t>
            </a:r>
            <a:endParaRPr lang="en-US" altLang="zh-CN" sz="2000" u="sng"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return 0;</a:t>
            </a:r>
            <a:endParaRPr lang="en-US" altLang="zh-CN" sz="2000" strike="noStrike" noProof="1" dirty="0">
              <a:latin typeface="楷体_GB2312" pitchFamily="49" charset="-122"/>
              <a:ea typeface="宋体" panose="02010600030101010101" pitchFamily="2" charset="-122"/>
              <a:cs typeface="+mn-cs"/>
              <a:sym typeface="+mn-ea"/>
            </a:endParaRPr>
          </a:p>
          <a:p>
            <a:pPr marL="392430" indent="-392430" fontAlgn="base">
              <a:lnSpc>
                <a:spcPct val="100000"/>
              </a:lnSpc>
              <a:spcBef>
                <a:spcPct val="25000"/>
              </a:spcBef>
            </a:pPr>
            <a:r>
              <a:rPr lang="en-US" altLang="zh-CN" sz="2000" strike="noStrike" noProof="1" dirty="0">
                <a:latin typeface="楷体_GB2312" pitchFamily="49" charset="-122"/>
                <a:ea typeface="宋体" panose="02010600030101010101" pitchFamily="2" charset="-122"/>
                <a:cs typeface="+mn-cs"/>
                <a:sym typeface="+mn-ea"/>
              </a:rPr>
              <a:t>  }</a:t>
            </a:r>
            <a:r>
              <a:rPr lang="en-US" altLang="zh-CN" sz="2000" u="sng" strike="noStrike" noProof="1" dirty="0">
                <a:latin typeface="楷体_GB2312" pitchFamily="49" charset="-122"/>
                <a:ea typeface="宋体" panose="02010600030101010101" pitchFamily="2" charset="-122"/>
                <a:cs typeface="+mn-cs"/>
                <a:sym typeface="+mn-ea"/>
              </a:rPr>
              <a:t>       </a:t>
            </a:r>
            <a:endParaRPr lang="en-US" altLang="zh-CN" sz="2000" u="sng" strike="noStrike" noProof="1" dirty="0">
              <a:latin typeface="楷体_GB2312" pitchFamily="49" charset="-122"/>
              <a:ea typeface="宋体" panose="02010600030101010101" pitchFamily="2" charset="-122"/>
              <a:cs typeface="+mn-cs"/>
              <a:sym typeface="+mn-ea"/>
            </a:endParaRPr>
          </a:p>
        </p:txBody>
      </p:sp>
      <p:sp>
        <p:nvSpPr>
          <p:cNvPr id="3" name="圆角矩形标注 2"/>
          <p:cNvSpPr/>
          <p:nvPr/>
        </p:nvSpPr>
        <p:spPr>
          <a:xfrm>
            <a:off x="4976813" y="3521075"/>
            <a:ext cx="2052637" cy="441325"/>
          </a:xfrm>
          <a:prstGeom prst="wedgeRoundRectCallout">
            <a:avLst>
              <a:gd name="adj1" fmla="val -60181"/>
              <a:gd name="adj2" fmla="val 86690"/>
              <a:gd name="adj3" fmla="val 16667"/>
            </a:avLst>
          </a:prstGeom>
          <a:noFill/>
          <a:ln w="12700" cap="sq" cmpd="sng">
            <a:solidFill>
              <a:schemeClr val="accent1"/>
            </a:solidFill>
            <a:prstDash val="solid"/>
            <a:round/>
            <a:headEnd type="none" w="sm" len="sm"/>
            <a:tailEnd type="none" w="sm" len="sm"/>
          </a:ln>
        </p:spPr>
        <p:txBody>
          <a:bodyPr anchor="t" anchorCtr="0"/>
          <a:p>
            <a:r>
              <a:rPr lang="en-US" altLang="zh-CN">
                <a:latin typeface="Calibri" panose="020F0502020204030204" pitchFamily="34" charset="0"/>
                <a:ea typeface="宋体" panose="02010600030101010101" pitchFamily="2" charset="-122"/>
              </a:rPr>
              <a:t>a[i]= a[i-1]+a[i-2]</a:t>
            </a:r>
            <a:endParaRPr lang="en-US" altLang="zh-CN">
              <a:latin typeface="Calibri" panose="020F0502020204030204" pitchFamily="34" charset="0"/>
              <a:ea typeface="宋体" panose="02010600030101010101" pitchFamily="2" charset="-122"/>
            </a:endParaRPr>
          </a:p>
        </p:txBody>
      </p:sp>
      <p:sp>
        <p:nvSpPr>
          <p:cNvPr id="6" name="圆角矩形标注 5"/>
          <p:cNvSpPr/>
          <p:nvPr/>
        </p:nvSpPr>
        <p:spPr>
          <a:xfrm>
            <a:off x="4676775" y="4302125"/>
            <a:ext cx="1250950" cy="441325"/>
          </a:xfrm>
          <a:prstGeom prst="wedgeRoundRectCallout">
            <a:avLst>
              <a:gd name="adj1" fmla="val -60181"/>
              <a:gd name="adj2" fmla="val 86690"/>
              <a:gd name="adj3" fmla="val 16667"/>
            </a:avLst>
          </a:prstGeom>
          <a:noFill/>
          <a:ln w="12700" cap="sq" cmpd="sng">
            <a:solidFill>
              <a:schemeClr val="accent1"/>
            </a:solidFill>
            <a:prstDash val="solid"/>
            <a:round/>
            <a:headEnd type="none" w="sm" len="sm"/>
            <a:tailEnd type="none" w="sm" len="sm"/>
          </a:ln>
        </p:spPr>
        <p:txBody>
          <a:bodyPr anchor="t" anchorCtr="0"/>
          <a:p>
            <a:r>
              <a:rPr lang="en-US" altLang="zh-CN">
                <a:latin typeface="Calibri" panose="020F0502020204030204" pitchFamily="34" charset="0"/>
                <a:ea typeface="宋体" panose="02010600030101010101" pitchFamily="2" charset="-122"/>
              </a:rPr>
              <a:t>s= s+a[i]</a:t>
            </a:r>
            <a:endParaRPr lang="en-US" altLang="zh-CN">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32" fill="hold" grpId="0" nodeType="clickEffect">
                                  <p:stCondLst>
                                    <p:cond delay="0"/>
                                  </p:stCondLst>
                                  <p:childTnLst>
                                    <p:set>
                                      <p:cBhvr>
                                        <p:cTn id="11" dur="1000" fill="hold">
                                          <p:stCondLst>
                                            <p:cond delay="0"/>
                                          </p:stCondLst>
                                        </p:cTn>
                                        <p:tgtEl>
                                          <p:spTgt spid="3"/>
                                        </p:tgtEl>
                                        <p:attrNameLst>
                                          <p:attrName>style.visibility</p:attrName>
                                        </p:attrNameLst>
                                      </p:cBhvr>
                                      <p:to>
                                        <p:strVal val="visible"/>
                                      </p:to>
                                    </p:set>
                                    <p:animEffect transition="in" filter="box(out)">
                                      <p:cBhvr>
                                        <p:cTn id="12" dur="10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32" fill="hold" grpId="0" nodeType="clickEffect">
                                  <p:stCondLst>
                                    <p:cond delay="0"/>
                                  </p:stCondLst>
                                  <p:childTnLst>
                                    <p:set>
                                      <p:cBhvr>
                                        <p:cTn id="16" dur="1000" fill="hold">
                                          <p:stCondLst>
                                            <p:cond delay="0"/>
                                          </p:stCondLst>
                                        </p:cTn>
                                        <p:tgtEl>
                                          <p:spTgt spid="6"/>
                                        </p:tgtEl>
                                        <p:attrNameLst>
                                          <p:attrName>style.visibility</p:attrName>
                                        </p:attrNameLst>
                                      </p:cBhvr>
                                      <p:to>
                                        <p:strVal val="visible"/>
                                      </p:to>
                                    </p:set>
                                    <p:animEffect transition="in" filter="box(out)">
                                      <p:cBhvr>
                                        <p:cTn id="17"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bldLvl="0" animBg="1"/>
      <p:bldP spid="3" grpId="1" animBg="1"/>
      <p:bldP spid="6" grpId="0" bldLvl="0" animBg="1"/>
      <p:bldP spid="6" grpId="1" animBg="1"/>
    </p:bldLst>
  </p:timing>
</p:sld>
</file>

<file path=ppt/slides/slide76.xml><?xml version="1.0" encoding="utf-8"?>
<p:sld xmlns:a="http://schemas.openxmlformats.org/drawingml/2006/main" xmlns:r="http://schemas.openxmlformats.org/officeDocument/2006/relationships" xmlns:p="http://schemas.openxmlformats.org/presentationml/2006/main" showMasterSp="0">
  <p:cSld>
    <p:bg>
      <p:bgPr>
        <a:blipFill rotWithShape="1">
          <a:blip r:embed="rId1"/>
          <a:stretch>
            <a:fillRect l="-23000" r="-23000"/>
          </a:stretch>
        </a:blipFill>
        <a:effectLst/>
      </p:bgPr>
    </p:bg>
    <p:spTree>
      <p:nvGrpSpPr>
        <p:cNvPr id="1" name=""/>
        <p:cNvGrpSpPr/>
        <p:nvPr/>
      </p:nvGrpSpPr>
      <p:grpSpPr/>
      <p:sp>
        <p:nvSpPr>
          <p:cNvPr id="538626" name="文本框 39"/>
          <p:cNvSpPr txBox="1"/>
          <p:nvPr/>
        </p:nvSpPr>
        <p:spPr>
          <a:xfrm flipH="1">
            <a:off x="3678238" y="2095500"/>
            <a:ext cx="4705350" cy="1200150"/>
          </a:xfrm>
          <a:prstGeom prst="rect">
            <a:avLst/>
          </a:prstGeom>
          <a:noFill/>
          <a:ln w="9525">
            <a:noFill/>
          </a:ln>
        </p:spPr>
        <p:txBody>
          <a:bodyPr wrap="none" anchor="t" anchorCtr="0">
            <a:spAutoFit/>
          </a:bodyPr>
          <a:p>
            <a:r>
              <a:rPr lang="zh-CN" altLang="en-US" sz="7200" b="1" dirty="0">
                <a:solidFill>
                  <a:srgbClr val="083763"/>
                </a:solidFill>
                <a:latin typeface="微软雅黑" panose="020B0503020204020204" pitchFamily="34" charset="-122"/>
                <a:ea typeface="微软雅黑" panose="020B0503020204020204" pitchFamily="34" charset="-122"/>
              </a:rPr>
              <a:t>谢 谢 聆 听</a:t>
            </a:r>
            <a:endParaRPr lang="zh-CN" altLang="en-US" sz="7200" b="1" dirty="0">
              <a:solidFill>
                <a:srgbClr val="083763"/>
              </a:solidFill>
              <a:latin typeface="微软雅黑" panose="020B0503020204020204" pitchFamily="34" charset="-122"/>
              <a:ea typeface="微软雅黑" panose="020B0503020204020204" pitchFamily="34" charset="-122"/>
            </a:endParaRPr>
          </a:p>
        </p:txBody>
      </p:sp>
    </p:spTree>
  </p:cSld>
  <p:clrMapOvr>
    <a:overrideClrMapping bg1="lt1" tx1="dk1" bg2="lt2" tx2="dk2" accent1="accent1" accent2="accent2" accent3="accent3" accent4="accent4" accent5="accent5" accent6="accent6" hlink="hlink" folHlink="folHlink"/>
  </p:clrMapOvr>
</p:sld>
</file>

<file path=ppt/tags/tag1.xml><?xml version="1.0" encoding="utf-8"?>
<p:tagLst xmlns:p="http://schemas.openxmlformats.org/presentationml/2006/main">
  <p:tag name="commondata" val="eyJoZGlkIjoiMDg5OWMzNTFjZDJlYzIyYTc1OWU4ZTY4MTkxYmQ2NGUifQ=="/>
</p:tagLst>
</file>

<file path=ppt/theme/theme1.xml><?xml version="1.0" encoding="utf-8"?>
<a:theme xmlns:a="http://schemas.openxmlformats.org/drawingml/2006/main" name="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3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4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5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6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7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8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9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1.xml><?xml version="1.0" encoding="utf-8"?>
<a:theme xmlns:a="http://schemas.openxmlformats.org/drawingml/2006/main" name="10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2.xml><?xml version="1.0" encoding="utf-8"?>
<a:theme xmlns:a="http://schemas.openxmlformats.org/drawingml/2006/main" name="11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3.xml><?xml version="1.0" encoding="utf-8"?>
<a:theme xmlns:a="http://schemas.openxmlformats.org/drawingml/2006/main" name="12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4.xml><?xml version="1.0" encoding="utf-8"?>
<a:theme xmlns:a="http://schemas.openxmlformats.org/drawingml/2006/main" name="13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5.xml><?xml version="1.0" encoding="utf-8"?>
<a:theme xmlns:a="http://schemas.openxmlformats.org/drawingml/2006/main" name="15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6.xml><?xml version="1.0" encoding="utf-8"?>
<a:theme xmlns:a="http://schemas.openxmlformats.org/drawingml/2006/main" name="16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7.xml><?xml version="1.0" encoding="utf-8"?>
<a:theme xmlns:a="http://schemas.openxmlformats.org/drawingml/2006/main" name="14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8.xml><?xml version="1.0" encoding="utf-8"?>
<a:theme xmlns:a="http://schemas.openxmlformats.org/drawingml/2006/main" name="17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19.xml><?xml version="1.0" encoding="utf-8"?>
<a:theme xmlns:a="http://schemas.openxmlformats.org/drawingml/2006/main" name="18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0.xml><?xml version="1.0" encoding="utf-8"?>
<a:theme xmlns:a="http://schemas.openxmlformats.org/drawingml/2006/main" name="19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1.xml><?xml version="1.0" encoding="utf-8"?>
<a:theme xmlns:a="http://schemas.openxmlformats.org/drawingml/2006/main" name="20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2.xml><?xml version="1.0" encoding="utf-8"?>
<a:theme xmlns:a="http://schemas.openxmlformats.org/drawingml/2006/main" name="21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3.xml><?xml version="1.0" encoding="utf-8"?>
<a:theme xmlns:a="http://schemas.openxmlformats.org/drawingml/2006/main" name="22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4.xml><?xml version="1.0" encoding="utf-8"?>
<a:theme xmlns:a="http://schemas.openxmlformats.org/drawingml/2006/main" name="23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5.xml><?xml version="1.0" encoding="utf-8"?>
<a:theme xmlns:a="http://schemas.openxmlformats.org/drawingml/2006/main" name="24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6.xml><?xml version="1.0" encoding="utf-8"?>
<a:theme xmlns:a="http://schemas.openxmlformats.org/drawingml/2006/main" name="25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7.xml><?xml version="1.0" encoding="utf-8"?>
<a:theme xmlns:a="http://schemas.openxmlformats.org/drawingml/2006/main" name="26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8.xml><?xml version="1.0" encoding="utf-8"?>
<a:theme xmlns:a="http://schemas.openxmlformats.org/drawingml/2006/main" name="27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9.xml><?xml version="1.0" encoding="utf-8"?>
<a:theme xmlns:a="http://schemas.openxmlformats.org/drawingml/2006/main" name="28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0.xml><?xml version="1.0" encoding="utf-8"?>
<a:theme xmlns:a="http://schemas.openxmlformats.org/drawingml/2006/main" name="29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1.xml><?xml version="1.0" encoding="utf-8"?>
<a:theme xmlns:a="http://schemas.openxmlformats.org/drawingml/2006/main" name="30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2.xml><?xml version="1.0" encoding="utf-8"?>
<a:theme xmlns:a="http://schemas.openxmlformats.org/drawingml/2006/main" name="31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3.xml><?xml version="1.0" encoding="utf-8"?>
<a:theme xmlns:a="http://schemas.openxmlformats.org/drawingml/2006/main" name="32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4.xml><?xml version="1.0" encoding="utf-8"?>
<a:theme xmlns:a="http://schemas.openxmlformats.org/drawingml/2006/main" name="33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5.xml><?xml version="1.0" encoding="utf-8"?>
<a:theme xmlns:a="http://schemas.openxmlformats.org/drawingml/2006/main" name="34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6.xml><?xml version="1.0" encoding="utf-8"?>
<a:theme xmlns:a="http://schemas.openxmlformats.org/drawingml/2006/main" name="35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7.xml><?xml version="1.0" encoding="utf-8"?>
<a:theme xmlns:a="http://schemas.openxmlformats.org/drawingml/2006/main" name="36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8.xml><?xml version="1.0" encoding="utf-8"?>
<a:theme xmlns:a="http://schemas.openxmlformats.org/drawingml/2006/main" name="37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9.xml><?xml version="1.0" encoding="utf-8"?>
<a:theme xmlns:a="http://schemas.openxmlformats.org/drawingml/2006/main" name="38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0.xml><?xml version="1.0" encoding="utf-8"?>
<a:theme xmlns:a="http://schemas.openxmlformats.org/drawingml/2006/main" name="39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1.xml><?xml version="1.0" encoding="utf-8"?>
<a:theme xmlns:a="http://schemas.openxmlformats.org/drawingml/2006/main" name="40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2.xml><?xml version="1.0" encoding="utf-8"?>
<a:theme xmlns:a="http://schemas.openxmlformats.org/drawingml/2006/main" name="41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3.xml><?xml version="1.0" encoding="utf-8"?>
<a:theme xmlns:a="http://schemas.openxmlformats.org/drawingml/2006/main" name="42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4.xml><?xml version="1.0" encoding="utf-8"?>
<a:theme xmlns:a="http://schemas.openxmlformats.org/drawingml/2006/main" name="43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5.xml><?xml version="1.0" encoding="utf-8"?>
<a:theme xmlns:a="http://schemas.openxmlformats.org/drawingml/2006/main" name="44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6.xml><?xml version="1.0" encoding="utf-8"?>
<a:theme xmlns:a="http://schemas.openxmlformats.org/drawingml/2006/main" name="45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7.xml><?xml version="1.0" encoding="utf-8"?>
<a:theme xmlns:a="http://schemas.openxmlformats.org/drawingml/2006/main" name="46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8.xml><?xml version="1.0" encoding="utf-8"?>
<a:theme xmlns:a="http://schemas.openxmlformats.org/drawingml/2006/main" name="47_Office 主题">
  <a:themeElements>
    <a:clrScheme name="">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025AA2"/>
      </a:hlink>
      <a:folHlink>
        <a:srgbClr val="025AA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12700" cap="sq" cmpd="sng">
          <a:solidFill>
            <a:schemeClr val="accent1"/>
          </a:solidFill>
          <a:prstDash val="solid"/>
          <a:round/>
          <a:headEnd type="none" w="sm" len="sm"/>
          <a:tailEnd type="none" w="sm" len="sm"/>
        </a:ln>
      </a:spPr>
      <a:bodyPr anchor="t"/>
      <a:lstStyle>
        <a:defPPr>
          <a:defRPr lang="zh-CN" altLang="en-US">
            <a:latin typeface="Calibri" panose="020F0502020204030204" pitchFamily="34" charset="0"/>
            <a:ea typeface="宋体" panose="02010600030101010101" pitchFamily="2" charset="-122"/>
          </a:defRPr>
        </a:defPPr>
      </a:lstStyle>
    </a:spDef>
    <a:txDef>
      <a:spPr>
        <a:gradFill rotWithShape="0">
          <a:gsLst>
            <a:gs pos="0">
              <a:schemeClr val="accent1">
                <a:gamma/>
                <a:shade val="70980"/>
                <a:invGamma/>
              </a:schemeClr>
            </a:gs>
            <a:gs pos="50000">
              <a:schemeClr val="accent1"/>
            </a:gs>
            <a:gs pos="100000">
              <a:schemeClr val="accent1">
                <a:gamma/>
                <a:shade val="70980"/>
                <a:invGamma/>
              </a:schemeClr>
            </a:gs>
          </a:gsLst>
          <a:lin ang="5400000" scaled="1"/>
          <a:tileRect/>
        </a:gradFill>
        <a:ln w="12700" cap="sq" cmpd="sng">
          <a:prstDash val="solid"/>
          <a:miter/>
          <a:headEnd type="none" w="sm" len="sm"/>
          <a:tailEnd type="none" w="sm" len="sm"/>
        </a:ln>
        <a:scene3d>
          <a:camera prst="legacyObliqueTopRight">
            <a:rot lat="0" lon="0" rev="0"/>
          </a:camera>
          <a:lightRig rig="legacyFlat2" dir="t"/>
        </a:scene3d>
        <a:sp3d extrusionH="227000" prstMaterial="legacyMatte">
          <a:bevelT w="13500" h="13500" prst="angle"/>
          <a:bevelB w="13500" h="13500" prst="angle"/>
          <a:extrusionClr>
            <a:schemeClr val="accent1"/>
          </a:extrusionClr>
        </a:sp3d>
      </a:spPr>
      <a:bodyPr vert="eaVert" anchor="ctr">
        <a:spAutoFit/>
        <a:flatTx/>
      </a:bodyPr>
      <a:lstStyle>
        <a:defPPr algn="ctr">
          <a:defRPr lang="zh-CN" altLang="en-US" dirty="0">
            <a:latin typeface="Times New Roman" panose="02020603050405020304" pitchFamily="18" charset="0"/>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9EDEE"/>
    </a:accent5>
    <a:accent6>
      <a:srgbClr val="2D2D89"/>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otalTime>0</TotalTime>
  <Words>23666</Words>
  <Application>WPS 演示</Application>
  <PresentationFormat>宽屏</PresentationFormat>
  <Paragraphs>2969</Paragraphs>
  <Slides>76</Slides>
  <Notes>7</Notes>
  <HiddenSlides>0</HiddenSlides>
  <MMClips>1</MMClips>
  <ScaleCrop>false</ScaleCrop>
  <HeadingPairs>
    <vt:vector size="8" baseType="variant">
      <vt:variant>
        <vt:lpstr>已用的字体</vt:lpstr>
      </vt:variant>
      <vt:variant>
        <vt:i4>21</vt:i4>
      </vt:variant>
      <vt:variant>
        <vt:lpstr>主题</vt:lpstr>
      </vt:variant>
      <vt:variant>
        <vt:i4>48</vt:i4>
      </vt:variant>
      <vt:variant>
        <vt:lpstr>嵌入 OLE 服务器</vt:lpstr>
      </vt:variant>
      <vt:variant>
        <vt:i4>4</vt:i4>
      </vt:variant>
      <vt:variant>
        <vt:lpstr>幻灯片标题</vt:lpstr>
      </vt:variant>
      <vt:variant>
        <vt:i4>76</vt:i4>
      </vt:variant>
    </vt:vector>
  </HeadingPairs>
  <TitlesOfParts>
    <vt:vector size="149" baseType="lpstr">
      <vt:lpstr>Arial</vt:lpstr>
      <vt:lpstr>宋体</vt:lpstr>
      <vt:lpstr>Wingdings</vt:lpstr>
      <vt:lpstr>Calibri</vt:lpstr>
      <vt:lpstr>Times New Roman</vt:lpstr>
      <vt:lpstr>微软雅黑</vt:lpstr>
      <vt:lpstr>Kartika</vt:lpstr>
      <vt:lpstr>AMGDT</vt:lpstr>
      <vt:lpstr>方正兰亭中黑_GBK</vt:lpstr>
      <vt:lpstr>黑体</vt:lpstr>
      <vt:lpstr>方正兰亭纤黑简体</vt:lpstr>
      <vt:lpstr>微软雅黑 Light</vt:lpstr>
      <vt:lpstr>方正兰亭黑简体</vt:lpstr>
      <vt:lpstr>隶书</vt:lpstr>
      <vt:lpstr>Symbol</vt:lpstr>
      <vt:lpstr>Wingdings 2</vt:lpstr>
      <vt:lpstr>Arial Unicode MS</vt:lpstr>
      <vt:lpstr>楷体_GB2312</vt:lpstr>
      <vt:lpstr>Wingdings 3</vt:lpstr>
      <vt:lpstr>Calibri Light</vt:lpstr>
      <vt:lpstr>新宋体</vt:lpstr>
      <vt:lpstr>Office 主题</vt:lpstr>
      <vt:lpstr>1_Office 主题</vt:lpstr>
      <vt:lpstr>2_Office 主题</vt:lpstr>
      <vt:lpstr>3_Office 主题</vt:lpstr>
      <vt:lpstr>4_Office 主题</vt:lpstr>
      <vt:lpstr>5_Office 主题</vt:lpstr>
      <vt:lpstr>6_Office 主题</vt:lpstr>
      <vt:lpstr>7_Office 主题</vt:lpstr>
      <vt:lpstr>8_Office 主题</vt:lpstr>
      <vt:lpstr>9_Office 主题</vt:lpstr>
      <vt:lpstr>10_Office 主题</vt:lpstr>
      <vt:lpstr>11_Office 主题</vt:lpstr>
      <vt:lpstr>12_Office 主题</vt:lpstr>
      <vt:lpstr>13_Office 主题</vt:lpstr>
      <vt:lpstr>15_Office 主题</vt:lpstr>
      <vt:lpstr>16_Office 主题</vt:lpstr>
      <vt:lpstr>14_Office 主题</vt:lpstr>
      <vt:lpstr>17_Office 主题</vt:lpstr>
      <vt:lpstr>18_Office 主题</vt:lpstr>
      <vt:lpstr>19_Office 主题</vt:lpstr>
      <vt:lpstr>20_Office 主题</vt:lpstr>
      <vt:lpstr>21_Office 主题</vt:lpstr>
      <vt:lpstr>22_Office 主题</vt:lpstr>
      <vt:lpstr>23_Office 主题</vt:lpstr>
      <vt:lpstr>24_Office 主题</vt:lpstr>
      <vt:lpstr>25_Office 主题</vt:lpstr>
      <vt:lpstr>26_Office 主题</vt:lpstr>
      <vt:lpstr>27_Office 主题</vt:lpstr>
      <vt:lpstr>28_Office 主题</vt:lpstr>
      <vt:lpstr>29_Office 主题</vt:lpstr>
      <vt:lpstr>30_Office 主题</vt:lpstr>
      <vt:lpstr>31_Office 主题</vt:lpstr>
      <vt:lpstr>32_Office 主题</vt:lpstr>
      <vt:lpstr>33_Office 主题</vt:lpstr>
      <vt:lpstr>34_Office 主题</vt:lpstr>
      <vt:lpstr>35_Office 主题</vt:lpstr>
      <vt:lpstr>36_Office 主题</vt:lpstr>
      <vt:lpstr>37_Office 主题</vt:lpstr>
      <vt:lpstr>38_Office 主题</vt:lpstr>
      <vt:lpstr>39_Office 主题</vt:lpstr>
      <vt:lpstr>40_Office 主题</vt:lpstr>
      <vt:lpstr>41_Office 主题</vt:lpstr>
      <vt:lpstr>42_Office 主题</vt:lpstr>
      <vt:lpstr>43_Office 主题</vt:lpstr>
      <vt:lpstr>44_Office 主题</vt:lpstr>
      <vt:lpstr>45_Office 主题</vt:lpstr>
      <vt:lpstr>46_Office 主题</vt:lpstr>
      <vt:lpstr>47_Office 主题</vt:lpstr>
      <vt:lpstr>Paint.Picture</vt:lpstr>
      <vt:lpstr>Paint.Picture</vt:lpstr>
      <vt:lpstr>Equation.KSEE3</vt:lpstr>
      <vt:lpstr>Package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（2）一维数组的引用</vt:lpstr>
      <vt:lpstr>一维数组引用示例：</vt:lpstr>
      <vt:lpstr>（3）一维数组的初始化</vt:lpstr>
      <vt:lpstr>（3）一维数组的初始化</vt:lpstr>
      <vt:lpstr>题目：</vt:lpstr>
      <vt:lpstr>例1：编写程序，输入一个正整数n(1&lt;n&lt;=10)，再输入n个整数，将这n个整数逆序存放并输出。</vt:lpstr>
      <vt:lpstr>例2：递推法。输出斐波拉契数列的前20项。斐波拉契数列的递推公式如下：  f(n) =</vt:lpstr>
      <vt:lpstr>例3：选择法排序。从键盘输入10个数，要求按升序排序，输出排序结果。 </vt:lpstr>
      <vt:lpstr>PowerPoint 演示文稿</vt:lpstr>
      <vt:lpstr>PowerPoint 演示文稿</vt:lpstr>
      <vt:lpstr>例4：直接法排序。从键盘输入10个数，要求按升序排序，输出排序结果。 </vt:lpstr>
      <vt:lpstr>PowerPoint 演示文稿</vt:lpstr>
      <vt:lpstr>PowerPoint 演示文稿</vt:lpstr>
      <vt:lpstr>例5：用冒泡法对10个数排序</vt:lpstr>
      <vt:lpstr>例4  用冒泡法对10个数排序（图解）</vt:lpstr>
      <vt:lpstr>PowerPoint 演示文稿</vt:lpstr>
      <vt:lpstr>PowerPoint 演示文稿</vt:lpstr>
      <vt:lpstr>PowerPoint 演示文稿</vt:lpstr>
      <vt:lpstr>PowerPoint 演示文稿</vt:lpstr>
      <vt:lpstr>PowerPoint 演示文稿</vt:lpstr>
      <vt:lpstr>（2）二维数组理解</vt:lpstr>
      <vt:lpstr>（3）二维数组元素的引用</vt:lpstr>
      <vt:lpstr>PowerPoint 演示文稿</vt:lpstr>
      <vt:lpstr>（5）程序举例</vt:lpstr>
      <vt:lpstr>PowerPoint 演示文稿</vt:lpstr>
      <vt:lpstr>（5）程序举例</vt:lpstr>
      <vt:lpstr>PowerPoint 演示文稿</vt:lpstr>
      <vt:lpstr>（5）程序举例</vt:lpstr>
      <vt:lpstr>PowerPoint 演示文稿</vt:lpstr>
      <vt:lpstr>（5）程序举例</vt:lpstr>
      <vt:lpstr>PowerPoint 演示文稿</vt:lpstr>
      <vt:lpstr>PowerPoint 演示文稿</vt:lpstr>
      <vt:lpstr>PowerPoint 演示文稿</vt:lpstr>
      <vt:lpstr>PowerPoint 演示文稿</vt:lpstr>
      <vt:lpstr>PowerPoint 演示文稿</vt:lpstr>
      <vt:lpstr>PowerPoint 演示文稿</vt:lpstr>
      <vt:lpstr>（2）字符串</vt:lpstr>
      <vt:lpstr>（3）字符串的输入输出</vt:lpstr>
      <vt:lpstr>（3）字符串的输入输出</vt:lpstr>
      <vt:lpstr>（3）字符串的输入输出</vt:lpstr>
      <vt:lpstr>（3）字符串的输入输出</vt:lpstr>
      <vt:lpstr>（3）字符串的输入输出</vt:lpstr>
      <vt:lpstr>（3）字符串的输入输出</vt:lpstr>
      <vt:lpstr>（3）字符串的输入输出</vt:lpstr>
      <vt:lpstr>（3）字符串的输入输出 </vt:lpstr>
      <vt:lpstr>例子</vt:lpstr>
      <vt:lpstr>例  字符串输入举例</vt:lpstr>
      <vt:lpstr>PowerPoint 演示文稿</vt:lpstr>
      <vt:lpstr>PowerPoint 演示文稿</vt:lpstr>
      <vt:lpstr>PowerPoint 演示文稿</vt:lpstr>
      <vt:lpstr>PowerPoint 演示文稿</vt:lpstr>
      <vt:lpstr>PowerPoint 演示文稿</vt:lpstr>
      <vt:lpstr>例  strcmp与strlen举例</vt:lpstr>
      <vt:lpstr>PowerPoint 演示文稿</vt:lpstr>
      <vt:lpstr>PowerPoint 演示文稿</vt:lpstr>
      <vt:lpstr>应用举例</vt:lpstr>
      <vt:lpstr>应用举例</vt:lpstr>
      <vt:lpstr>应用举例</vt:lpstr>
      <vt:lpstr>应用举例</vt:lpstr>
      <vt:lpstr>应用举例</vt:lpstr>
      <vt:lpstr>应用举例</vt:lpstr>
      <vt:lpstr>应用举例</vt:lpstr>
      <vt:lpstr>例子图解</vt:lpstr>
      <vt:lpstr>例   有十个学生的成绩，求平均分</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模板074.pptx</dc:title>
  <dc:creator/>
  <cp:lastModifiedBy>Administrator</cp:lastModifiedBy>
  <cp:revision>235</cp:revision>
  <dcterms:created xsi:type="dcterms:W3CDTF">2016-11-27T09:22:00Z</dcterms:created>
  <dcterms:modified xsi:type="dcterms:W3CDTF">2025-12-15T00:45:57Z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2052-12.1.0.17147</vt:lpwstr>
  </property>
  <property fmtid="{D5CDD505-2E9C-101B-9397-08002B2CF9AE}" pid="3" name="ICV">
    <vt:lpwstr>54BEA29EF39E46FC9211D861CABFB1B2_12</vt:lpwstr>
  </property>
</Properties>
</file>