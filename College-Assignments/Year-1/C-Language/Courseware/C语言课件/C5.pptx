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  <p:sldMasterId id="2147483668" r:id="rId4"/>
    <p:sldMasterId id="2147483678" r:id="rId5"/>
    <p:sldMasterId id="2147483688" r:id="rId6"/>
    <p:sldMasterId id="2147483698" r:id="rId7"/>
    <p:sldMasterId id="2147483708" r:id="rId8"/>
    <p:sldMasterId id="2147483718" r:id="rId9"/>
    <p:sldMasterId id="2147483728" r:id="rId10"/>
    <p:sldMasterId id="2147483738" r:id="rId11"/>
    <p:sldMasterId id="2147483748" r:id="rId12"/>
    <p:sldMasterId id="2147483758" r:id="rId13"/>
    <p:sldMasterId id="2147483768" r:id="rId14"/>
    <p:sldMasterId id="2147483778" r:id="rId15"/>
    <p:sldMasterId id="2147483788" r:id="rId16"/>
    <p:sldMasterId id="2147483798" r:id="rId17"/>
    <p:sldMasterId id="2147483808" r:id="rId18"/>
    <p:sldMasterId id="2147483818" r:id="rId19"/>
    <p:sldMasterId id="2147483828" r:id="rId20"/>
    <p:sldMasterId id="2147483838" r:id="rId21"/>
    <p:sldMasterId id="2147483848" r:id="rId22"/>
    <p:sldMasterId id="2147483858" r:id="rId23"/>
    <p:sldMasterId id="2147483868" r:id="rId24"/>
    <p:sldMasterId id="2147483878" r:id="rId25"/>
    <p:sldMasterId id="2147483888" r:id="rId26"/>
    <p:sldMasterId id="2147483898" r:id="rId27"/>
    <p:sldMasterId id="2147483908" r:id="rId28"/>
    <p:sldMasterId id="2147483918" r:id="rId29"/>
    <p:sldMasterId id="2147483928" r:id="rId30"/>
    <p:sldMasterId id="2147483938" r:id="rId31"/>
    <p:sldMasterId id="2147483948" r:id="rId32"/>
    <p:sldMasterId id="2147483958" r:id="rId33"/>
    <p:sldMasterId id="2147483968" r:id="rId34"/>
    <p:sldMasterId id="2147483978" r:id="rId35"/>
    <p:sldMasterId id="2147483988" r:id="rId36"/>
    <p:sldMasterId id="2147483998" r:id="rId37"/>
    <p:sldMasterId id="2147484008" r:id="rId38"/>
    <p:sldMasterId id="2147484018" r:id="rId39"/>
    <p:sldMasterId id="2147484028" r:id="rId40"/>
    <p:sldMasterId id="2147484038" r:id="rId41"/>
    <p:sldMasterId id="2147484048" r:id="rId42"/>
    <p:sldMasterId id="2147484058" r:id="rId43"/>
    <p:sldMasterId id="2147484068" r:id="rId44"/>
    <p:sldMasterId id="2147484078" r:id="rId45"/>
    <p:sldMasterId id="2147484088" r:id="rId46"/>
    <p:sldMasterId id="2147484098" r:id="rId47"/>
    <p:sldMasterId id="2147484108" r:id="rId48"/>
    <p:sldMasterId id="2147484118" r:id="rId49"/>
    <p:sldMasterId id="2147484128" r:id="rId50"/>
    <p:sldMasterId id="2147484138" r:id="rId51"/>
    <p:sldMasterId id="2147484148" r:id="rId52"/>
    <p:sldMasterId id="2147484158" r:id="rId53"/>
    <p:sldMasterId id="2147484168" r:id="rId54"/>
  </p:sldMasterIdLst>
  <p:notesMasterIdLst>
    <p:notesMasterId r:id="rId56"/>
  </p:notesMasterIdLst>
  <p:sldIdLst>
    <p:sldId id="256" r:id="rId55"/>
    <p:sldId id="500" r:id="rId57"/>
    <p:sldId id="546" r:id="rId58"/>
    <p:sldId id="611" r:id="rId59"/>
    <p:sldId id="612" r:id="rId60"/>
    <p:sldId id="613" r:id="rId61"/>
    <p:sldId id="633" r:id="rId62"/>
    <p:sldId id="634" r:id="rId63"/>
    <p:sldId id="653" r:id="rId64"/>
    <p:sldId id="655" r:id="rId65"/>
    <p:sldId id="656" r:id="rId66"/>
    <p:sldId id="657" r:id="rId67"/>
    <p:sldId id="658" r:id="rId68"/>
    <p:sldId id="659" r:id="rId69"/>
    <p:sldId id="660" r:id="rId70"/>
    <p:sldId id="636" r:id="rId71"/>
    <p:sldId id="661" r:id="rId72"/>
    <p:sldId id="662" r:id="rId73"/>
    <p:sldId id="663" r:id="rId74"/>
    <p:sldId id="664" r:id="rId75"/>
    <p:sldId id="665" r:id="rId76"/>
    <p:sldId id="666" r:id="rId77"/>
    <p:sldId id="667" r:id="rId78"/>
    <p:sldId id="614" r:id="rId79"/>
    <p:sldId id="616" r:id="rId80"/>
    <p:sldId id="617" r:id="rId81"/>
    <p:sldId id="669" r:id="rId82"/>
    <p:sldId id="618" r:id="rId83"/>
    <p:sldId id="716" r:id="rId84"/>
    <p:sldId id="619" r:id="rId85"/>
    <p:sldId id="620" r:id="rId86"/>
    <p:sldId id="671" r:id="rId87"/>
    <p:sldId id="672" r:id="rId88"/>
    <p:sldId id="673" r:id="rId89"/>
    <p:sldId id="571" r:id="rId90"/>
    <p:sldId id="627" r:id="rId91"/>
    <p:sldId id="629" r:id="rId92"/>
    <p:sldId id="630" r:id="rId93"/>
    <p:sldId id="676" r:id="rId94"/>
    <p:sldId id="678" r:id="rId95"/>
    <p:sldId id="679" r:id="rId96"/>
    <p:sldId id="680" r:id="rId97"/>
    <p:sldId id="681" r:id="rId98"/>
    <p:sldId id="631" r:id="rId99"/>
    <p:sldId id="682" r:id="rId100"/>
    <p:sldId id="683" r:id="rId101"/>
    <p:sldId id="684" r:id="rId102"/>
    <p:sldId id="674" r:id="rId103"/>
    <p:sldId id="675" r:id="rId104"/>
    <p:sldId id="686" r:id="rId105"/>
    <p:sldId id="687" r:id="rId106"/>
    <p:sldId id="688" r:id="rId107"/>
    <p:sldId id="690" r:id="rId108"/>
    <p:sldId id="691" r:id="rId109"/>
    <p:sldId id="685" r:id="rId110"/>
    <p:sldId id="692" r:id="rId111"/>
    <p:sldId id="693" r:id="rId112"/>
    <p:sldId id="695" r:id="rId113"/>
    <p:sldId id="696" r:id="rId114"/>
    <p:sldId id="697" r:id="rId115"/>
    <p:sldId id="698" r:id="rId116"/>
    <p:sldId id="699" r:id="rId117"/>
    <p:sldId id="708" r:id="rId118"/>
    <p:sldId id="709" r:id="rId119"/>
    <p:sldId id="710" r:id="rId120"/>
    <p:sldId id="711" r:id="rId121"/>
    <p:sldId id="712" r:id="rId122"/>
    <p:sldId id="713" r:id="rId123"/>
    <p:sldId id="714" r:id="rId124"/>
    <p:sldId id="271" r:id="rId125"/>
  </p:sldIdLst>
  <p:sldSz cx="12192000" cy="6858000"/>
  <p:notesSz cx="6858000" cy="9144000"/>
  <p:custDataLst>
    <p:tags r:id="rId12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83763"/>
    <a:srgbClr val="025AA2"/>
    <a:srgbClr val="1C1C1C"/>
    <a:srgbClr val="D16809"/>
    <a:srgbClr val="319095"/>
    <a:srgbClr val="F5F5F5"/>
    <a:srgbClr val="5FCACB"/>
    <a:srgbClr val="F5841C"/>
    <a:srgbClr val="A0BF0D"/>
    <a:srgbClr val="FDB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130"/>
    <p:restoredTop sz="83721"/>
  </p:normalViewPr>
  <p:slideViewPr>
    <p:cSldViewPr snapToGrid="0" showGuides="1">
      <p:cViewPr varScale="1">
        <p:scale>
          <a:sx n="95" d="100"/>
          <a:sy n="95" d="100"/>
        </p:scale>
        <p:origin x="954" y="96"/>
      </p:cViewPr>
      <p:guideLst>
        <p:guide orient="horz" pos="2242"/>
        <p:guide pos="37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604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44.xml"/><Relationship Id="rId98" Type="http://schemas.openxmlformats.org/officeDocument/2006/relationships/slide" Target="slides/slide43.xml"/><Relationship Id="rId97" Type="http://schemas.openxmlformats.org/officeDocument/2006/relationships/slide" Target="slides/slide42.xml"/><Relationship Id="rId96" Type="http://schemas.openxmlformats.org/officeDocument/2006/relationships/slide" Target="slides/slide41.xml"/><Relationship Id="rId95" Type="http://schemas.openxmlformats.org/officeDocument/2006/relationships/slide" Target="slides/slide40.xml"/><Relationship Id="rId94" Type="http://schemas.openxmlformats.org/officeDocument/2006/relationships/slide" Target="slides/slide39.xml"/><Relationship Id="rId93" Type="http://schemas.openxmlformats.org/officeDocument/2006/relationships/slide" Target="slides/slide38.xml"/><Relationship Id="rId92" Type="http://schemas.openxmlformats.org/officeDocument/2006/relationships/slide" Target="slides/slide37.xml"/><Relationship Id="rId91" Type="http://schemas.openxmlformats.org/officeDocument/2006/relationships/slide" Target="slides/slide36.xml"/><Relationship Id="rId90" Type="http://schemas.openxmlformats.org/officeDocument/2006/relationships/slide" Target="slides/slide35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34.xml"/><Relationship Id="rId88" Type="http://schemas.openxmlformats.org/officeDocument/2006/relationships/slide" Target="slides/slide33.xml"/><Relationship Id="rId87" Type="http://schemas.openxmlformats.org/officeDocument/2006/relationships/slide" Target="slides/slide32.xml"/><Relationship Id="rId86" Type="http://schemas.openxmlformats.org/officeDocument/2006/relationships/slide" Target="slides/slide31.xml"/><Relationship Id="rId85" Type="http://schemas.openxmlformats.org/officeDocument/2006/relationships/slide" Target="slides/slide30.xml"/><Relationship Id="rId84" Type="http://schemas.openxmlformats.org/officeDocument/2006/relationships/slide" Target="slides/slide29.xml"/><Relationship Id="rId83" Type="http://schemas.openxmlformats.org/officeDocument/2006/relationships/slide" Target="slides/slide28.xml"/><Relationship Id="rId82" Type="http://schemas.openxmlformats.org/officeDocument/2006/relationships/slide" Target="slides/slide27.xml"/><Relationship Id="rId81" Type="http://schemas.openxmlformats.org/officeDocument/2006/relationships/slide" Target="slides/slide26.xml"/><Relationship Id="rId80" Type="http://schemas.openxmlformats.org/officeDocument/2006/relationships/slide" Target="slides/slide25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24.xml"/><Relationship Id="rId78" Type="http://schemas.openxmlformats.org/officeDocument/2006/relationships/slide" Target="slides/slide23.xml"/><Relationship Id="rId77" Type="http://schemas.openxmlformats.org/officeDocument/2006/relationships/slide" Target="slides/slide22.xml"/><Relationship Id="rId76" Type="http://schemas.openxmlformats.org/officeDocument/2006/relationships/slide" Target="slides/slide21.xml"/><Relationship Id="rId75" Type="http://schemas.openxmlformats.org/officeDocument/2006/relationships/slide" Target="slides/slide20.xml"/><Relationship Id="rId74" Type="http://schemas.openxmlformats.org/officeDocument/2006/relationships/slide" Target="slides/slide19.xml"/><Relationship Id="rId73" Type="http://schemas.openxmlformats.org/officeDocument/2006/relationships/slide" Target="slides/slide18.xml"/><Relationship Id="rId72" Type="http://schemas.openxmlformats.org/officeDocument/2006/relationships/slide" Target="slides/slide17.xml"/><Relationship Id="rId71" Type="http://schemas.openxmlformats.org/officeDocument/2006/relationships/slide" Target="slides/slide16.xml"/><Relationship Id="rId70" Type="http://schemas.openxmlformats.org/officeDocument/2006/relationships/slide" Target="slides/slide15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14.xml"/><Relationship Id="rId68" Type="http://schemas.openxmlformats.org/officeDocument/2006/relationships/slide" Target="slides/slide13.xml"/><Relationship Id="rId67" Type="http://schemas.openxmlformats.org/officeDocument/2006/relationships/slide" Target="slides/slide12.xml"/><Relationship Id="rId66" Type="http://schemas.openxmlformats.org/officeDocument/2006/relationships/slide" Target="slides/slide11.xml"/><Relationship Id="rId65" Type="http://schemas.openxmlformats.org/officeDocument/2006/relationships/slide" Target="slides/slide10.xml"/><Relationship Id="rId64" Type="http://schemas.openxmlformats.org/officeDocument/2006/relationships/slide" Target="slides/slide9.xml"/><Relationship Id="rId63" Type="http://schemas.openxmlformats.org/officeDocument/2006/relationships/slide" Target="slides/slide8.xml"/><Relationship Id="rId62" Type="http://schemas.openxmlformats.org/officeDocument/2006/relationships/slide" Target="slides/slide7.xml"/><Relationship Id="rId61" Type="http://schemas.openxmlformats.org/officeDocument/2006/relationships/slide" Target="slides/slide6.xml"/><Relationship Id="rId60" Type="http://schemas.openxmlformats.org/officeDocument/2006/relationships/slide" Target="slides/slide5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.xml"/><Relationship Id="rId58" Type="http://schemas.openxmlformats.org/officeDocument/2006/relationships/slide" Target="slides/slide3.xml"/><Relationship Id="rId57" Type="http://schemas.openxmlformats.org/officeDocument/2006/relationships/slide" Target="slides/slide2.xml"/><Relationship Id="rId56" Type="http://schemas.openxmlformats.org/officeDocument/2006/relationships/notesMaster" Target="notesMasters/notesMaster1.xml"/><Relationship Id="rId55" Type="http://schemas.openxmlformats.org/officeDocument/2006/relationships/slide" Target="slides/slide1.xml"/><Relationship Id="rId54" Type="http://schemas.openxmlformats.org/officeDocument/2006/relationships/slideMaster" Target="slideMasters/slideMaster53.xml"/><Relationship Id="rId53" Type="http://schemas.openxmlformats.org/officeDocument/2006/relationships/slideMaster" Target="slideMasters/slideMaster52.xml"/><Relationship Id="rId52" Type="http://schemas.openxmlformats.org/officeDocument/2006/relationships/slideMaster" Target="slideMasters/slideMaster51.xml"/><Relationship Id="rId51" Type="http://schemas.openxmlformats.org/officeDocument/2006/relationships/slideMaster" Target="slideMasters/slideMaster50.xml"/><Relationship Id="rId50" Type="http://schemas.openxmlformats.org/officeDocument/2006/relationships/slideMaster" Target="slideMasters/slideMaster49.xml"/><Relationship Id="rId5" Type="http://schemas.openxmlformats.org/officeDocument/2006/relationships/slideMaster" Target="slideMasters/slideMaster4.xml"/><Relationship Id="rId49" Type="http://schemas.openxmlformats.org/officeDocument/2006/relationships/slideMaster" Target="slideMasters/slideMaster48.xml"/><Relationship Id="rId48" Type="http://schemas.openxmlformats.org/officeDocument/2006/relationships/slideMaster" Target="slideMasters/slideMaster47.xml"/><Relationship Id="rId47" Type="http://schemas.openxmlformats.org/officeDocument/2006/relationships/slideMaster" Target="slideMasters/slideMaster46.xml"/><Relationship Id="rId46" Type="http://schemas.openxmlformats.org/officeDocument/2006/relationships/slideMaster" Target="slideMasters/slideMaster45.xml"/><Relationship Id="rId45" Type="http://schemas.openxmlformats.org/officeDocument/2006/relationships/slideMaster" Target="slideMasters/slideMaster44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9" Type="http://schemas.openxmlformats.org/officeDocument/2006/relationships/tags" Target="tags/tag1.xml"/><Relationship Id="rId128" Type="http://schemas.openxmlformats.org/officeDocument/2006/relationships/tableStyles" Target="tableStyles.xml"/><Relationship Id="rId127" Type="http://schemas.openxmlformats.org/officeDocument/2006/relationships/viewProps" Target="viewProps.xml"/><Relationship Id="rId126" Type="http://schemas.openxmlformats.org/officeDocument/2006/relationships/presProps" Target="presProps.xml"/><Relationship Id="rId125" Type="http://schemas.openxmlformats.org/officeDocument/2006/relationships/slide" Target="slides/slide70.xml"/><Relationship Id="rId124" Type="http://schemas.openxmlformats.org/officeDocument/2006/relationships/slide" Target="slides/slide69.xml"/><Relationship Id="rId123" Type="http://schemas.openxmlformats.org/officeDocument/2006/relationships/slide" Target="slides/slide68.xml"/><Relationship Id="rId122" Type="http://schemas.openxmlformats.org/officeDocument/2006/relationships/slide" Target="slides/slide67.xml"/><Relationship Id="rId121" Type="http://schemas.openxmlformats.org/officeDocument/2006/relationships/slide" Target="slides/slide66.xml"/><Relationship Id="rId120" Type="http://schemas.openxmlformats.org/officeDocument/2006/relationships/slide" Target="slides/slide65.xml"/><Relationship Id="rId12" Type="http://schemas.openxmlformats.org/officeDocument/2006/relationships/slideMaster" Target="slideMasters/slideMaster11.xml"/><Relationship Id="rId119" Type="http://schemas.openxmlformats.org/officeDocument/2006/relationships/slide" Target="slides/slide64.xml"/><Relationship Id="rId118" Type="http://schemas.openxmlformats.org/officeDocument/2006/relationships/slide" Target="slides/slide63.xml"/><Relationship Id="rId117" Type="http://schemas.openxmlformats.org/officeDocument/2006/relationships/slide" Target="slides/slide62.xml"/><Relationship Id="rId116" Type="http://schemas.openxmlformats.org/officeDocument/2006/relationships/slide" Target="slides/slide61.xml"/><Relationship Id="rId115" Type="http://schemas.openxmlformats.org/officeDocument/2006/relationships/slide" Target="slides/slide60.xml"/><Relationship Id="rId114" Type="http://schemas.openxmlformats.org/officeDocument/2006/relationships/slide" Target="slides/slide59.xml"/><Relationship Id="rId113" Type="http://schemas.openxmlformats.org/officeDocument/2006/relationships/slide" Target="slides/slide58.xml"/><Relationship Id="rId112" Type="http://schemas.openxmlformats.org/officeDocument/2006/relationships/slide" Target="slides/slide57.xml"/><Relationship Id="rId111" Type="http://schemas.openxmlformats.org/officeDocument/2006/relationships/slide" Target="slides/slide56.xml"/><Relationship Id="rId110" Type="http://schemas.openxmlformats.org/officeDocument/2006/relationships/slide" Target="slides/slide55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54.xml"/><Relationship Id="rId108" Type="http://schemas.openxmlformats.org/officeDocument/2006/relationships/slide" Target="slides/slide53.xml"/><Relationship Id="rId107" Type="http://schemas.openxmlformats.org/officeDocument/2006/relationships/slide" Target="slides/slide52.xml"/><Relationship Id="rId106" Type="http://schemas.openxmlformats.org/officeDocument/2006/relationships/slide" Target="slides/slide51.xml"/><Relationship Id="rId105" Type="http://schemas.openxmlformats.org/officeDocument/2006/relationships/slide" Target="slides/slide50.xml"/><Relationship Id="rId104" Type="http://schemas.openxmlformats.org/officeDocument/2006/relationships/slide" Target="slides/slide49.xml"/><Relationship Id="rId103" Type="http://schemas.openxmlformats.org/officeDocument/2006/relationships/slide" Target="slides/slide48.xml"/><Relationship Id="rId102" Type="http://schemas.openxmlformats.org/officeDocument/2006/relationships/slide" Target="slides/slide47.xml"/><Relationship Id="rId101" Type="http://schemas.openxmlformats.org/officeDocument/2006/relationships/slide" Target="slides/slide46.xml"/><Relationship Id="rId100" Type="http://schemas.openxmlformats.org/officeDocument/2006/relationships/slide" Target="slides/slide45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73FA7645-52C7-40DE-A730-3565A4F631A6}" type="datetimeFigureOut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480260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80261" name="Notes Placeholder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 indent="0"/>
            <a:r>
              <a:rPr lang="en-US" altLang="zh-CN"/>
              <a:t>Second level</a:t>
            </a:r>
            <a:endParaRPr lang="en-US" altLang="zh-CN"/>
          </a:p>
          <a:p>
            <a:pPr lvl="2" indent="0"/>
            <a:r>
              <a:rPr lang="en-US" altLang="zh-CN"/>
              <a:t>Third level</a:t>
            </a:r>
            <a:endParaRPr lang="en-US" altLang="zh-CN"/>
          </a:p>
          <a:p>
            <a:pPr lvl="3" indent="0"/>
            <a:r>
              <a:rPr lang="en-US" altLang="zh-CN"/>
              <a:t>Fourth level</a:t>
            </a:r>
            <a:endParaRPr lang="en-US" altLang="zh-CN"/>
          </a:p>
          <a:p>
            <a:pPr lvl="4" indent="0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B0009764-4815-4F90-93AA-0D9752993797}" type="slidenum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230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82306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p>
            <a:pPr lvl="0"/>
            <a:endParaRPr lang="en-US" altLang="zh-CN" dirty="0"/>
          </a:p>
        </p:txBody>
      </p:sp>
      <p:sp>
        <p:nvSpPr>
          <p:cNvPr id="4823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435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84354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p>
            <a:pPr lvl="0"/>
            <a:endParaRPr lang="en-US" altLang="zh-CN"/>
          </a:p>
        </p:txBody>
      </p:sp>
      <p:sp>
        <p:nvSpPr>
          <p:cNvPr id="48435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640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86402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p>
            <a:pPr lvl="0"/>
            <a:endParaRPr lang="en-US" altLang="zh-CN"/>
          </a:p>
        </p:txBody>
      </p:sp>
      <p:sp>
        <p:nvSpPr>
          <p:cNvPr id="486403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916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19170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p>
            <a:pPr lvl="0"/>
            <a:endParaRPr lang="en-US" altLang="zh-CN"/>
          </a:p>
        </p:txBody>
      </p:sp>
      <p:sp>
        <p:nvSpPr>
          <p:cNvPr id="519171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8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32482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p>
            <a:pPr lvl="0"/>
            <a:endParaRPr lang="en-US" altLang="zh-CN"/>
          </a:p>
        </p:txBody>
      </p:sp>
      <p:sp>
        <p:nvSpPr>
          <p:cNvPr id="532483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169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41698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p>
            <a:pPr lvl="0"/>
            <a:endParaRPr lang="en-US" altLang="zh-CN"/>
          </a:p>
        </p:txBody>
      </p:sp>
      <p:sp>
        <p:nvSpPr>
          <p:cNvPr id="541699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784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47842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p>
            <a:pPr lvl="0"/>
            <a:endParaRPr lang="en-US" altLang="zh-CN"/>
          </a:p>
        </p:txBody>
      </p:sp>
      <p:sp>
        <p:nvSpPr>
          <p:cNvPr id="547843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193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51938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p>
            <a:pPr lvl="0"/>
            <a:endParaRPr lang="en-US" altLang="zh-CN"/>
          </a:p>
        </p:txBody>
      </p:sp>
      <p:sp>
        <p:nvSpPr>
          <p:cNvPr id="551939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7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7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7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7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8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8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8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9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9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9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9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0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0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0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0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1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1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1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1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2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2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2.xml"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2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3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3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3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3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4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4.xml"/></Relationships>
</file>

<file path=ppt/slideLayouts/_rels/slideLayout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4.xml"/></Relationships>
</file>

<file path=ppt/slideLayouts/_rels/slideLayout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4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5.xml"/></Relationships>
</file>

<file path=ppt/slideLayouts/_rels/slideLayout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5.xml"/></Relationships>
</file>

<file path=ppt/slideLayouts/_rels/slideLayout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5.xml"/></Relationships>
</file>

<file path=ppt/slideLayouts/_rels/slideLayout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5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6.xml"/></Relationships>
</file>

<file path=ppt/slideLayouts/_rels/slideLayout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6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6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7.xml"/></Relationships>
</file>

<file path=ppt/slideLayouts/_rels/slideLayout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7.xml"/></Relationships>
</file>

<file path=ppt/slideLayouts/_rels/slideLayout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7.xml"/></Relationships>
</file>

<file path=ppt/slideLayouts/_rels/slideLayout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7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8.xml"/></Relationships>
</file>

<file path=ppt/slideLayouts/_rels/slideLayout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8.xml"/></Relationships>
</file>

<file path=ppt/slideLayouts/_rels/slideLayout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8.xml"/></Relationships>
</file>

<file path=ppt/slideLayouts/_rels/slideLayout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8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9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9.xml"/></Relationships>
</file>

<file path=ppt/slideLayouts/_rels/slideLayout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9.xml"/></Relationships>
</file>

<file path=ppt/slideLayouts/_rels/slideLayout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9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0.xml"/></Relationships>
</file>

<file path=ppt/slideLayouts/_rels/slideLayout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0.xml"/></Relationships>
</file>

<file path=ppt/slideLayouts/_rels/slideLayout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0.xml"/></Relationships>
</file>

<file path=ppt/slideLayouts/_rels/slideLayout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0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1.xml"/></Relationships>
</file>

<file path=ppt/slideLayouts/_rels/slideLayout2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1.xml"/></Relationships>
</file>

<file path=ppt/slideLayouts/_rels/slideLayout2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1.xml"/></Relationships>
</file>

<file path=ppt/slideLayouts/_rels/slideLayout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1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2.xml"/></Relationships>
</file>

<file path=ppt/slideLayouts/_rels/slideLayout2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2.xml"/></Relationships>
</file>

<file path=ppt/slideLayouts/_rels/slideLayout2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2.xml"/></Relationships>
</file>

<file path=ppt/slideLayouts/_rels/slideLayout2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2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3.xml"/></Relationships>
</file>

<file path=ppt/slideLayouts/_rels/slideLayout2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3.xml"/></Relationships>
</file>

<file path=ppt/slideLayouts/_rels/slideLayout2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3.xml"/></Relationships>
</file>

<file path=ppt/slideLayouts/_rels/slideLayout2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3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4.xml"/></Relationships>
</file>

<file path=ppt/slideLayouts/_rels/slideLayout3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4.xml"/></Relationships>
</file>

<file path=ppt/slideLayouts/_rels/slideLayout3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4.xml"/></Relationships>
</file>

<file path=ppt/slideLayouts/_rels/slideLayout3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4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5.xml"/></Relationships>
</file>

<file path=ppt/slideLayouts/_rels/slideLayout3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5.xml"/></Relationships>
</file>

<file path=ppt/slideLayouts/_rels/slideLayout3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5.xml"/></Relationships>
</file>

<file path=ppt/slideLayouts/_rels/slideLayout3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5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6.xml"/></Relationships>
</file>

<file path=ppt/slideLayouts/_rels/slideLayout3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6.xml"/></Relationships>
</file>

<file path=ppt/slideLayouts/_rels/slideLayout3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6.xml"/></Relationships>
</file>

<file path=ppt/slideLayouts/_rels/slideLayout3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6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7.xml"/></Relationships>
</file>

<file path=ppt/slideLayouts/_rels/slideLayout3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7.xml"/></Relationships>
</file>

<file path=ppt/slideLayouts/_rels/slideLayout3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7.xml"/></Relationships>
</file>

<file path=ppt/slideLayouts/_rels/slideLayout3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7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8.xml"/></Relationships>
</file>

<file path=ppt/slideLayouts/_rels/slideLayout3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8.xml"/></Relationships>
</file>

<file path=ppt/slideLayouts/_rels/slideLayout3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8.xml"/></Relationships>
</file>

<file path=ppt/slideLayouts/_rels/slideLayout3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8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9.xml"/></Relationships>
</file>

<file path=ppt/slideLayouts/_rels/slideLayout3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9.xml"/></Relationships>
</file>

<file path=ppt/slideLayouts/_rels/slideLayout3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9.xml"/></Relationships>
</file>

<file path=ppt/slideLayouts/_rels/slideLayout3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9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0.xml"/></Relationships>
</file>

<file path=ppt/slideLayouts/_rels/slideLayout3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0.xml"/></Relationships>
</file>

<file path=ppt/slideLayouts/_rels/slideLayout3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0.xml"/></Relationships>
</file>

<file path=ppt/slideLayouts/_rels/slideLayout3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0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1.xml"/></Relationships>
</file>

<file path=ppt/slideLayouts/_rels/slideLayout3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1.xml"/></Relationships>
</file>

<file path=ppt/slideLayouts/_rels/slideLayout3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1.xml"/></Relationships>
</file>

<file path=ppt/slideLayouts/_rels/slideLayout3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1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2.xml"/></Relationships>
</file>

<file path=ppt/slideLayouts/_rels/slideLayout3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2.xml"/></Relationships>
</file>

<file path=ppt/slideLayouts/_rels/slideLayout3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2.xml"/></Relationships>
</file>

<file path=ppt/slideLayouts/_rels/slideLayout3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2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3.xml"/></Relationships>
</file>

<file path=ppt/slideLayouts/_rels/slideLayout3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3.xml"/></Relationships>
</file>

<file path=ppt/slideLayouts/_rels/slideLayout3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3.xml"/></Relationships>
</file>

<file path=ppt/slideLayouts/_rels/slideLayout3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3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3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4.xml"/></Relationships>
</file>

<file path=ppt/slideLayouts/_rels/slideLayout3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4.xml"/></Relationships>
</file>

<file path=ppt/slideLayouts/_rels/slideLayout3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4.xml"/></Relationships>
</file>

<file path=ppt/slideLayouts/_rels/slideLayout3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4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3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5.xml"/></Relationships>
</file>

<file path=ppt/slideLayouts/_rels/slideLayout4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5.xml"/></Relationships>
</file>

<file path=ppt/slideLayouts/_rels/slideLayout4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5.xml"/></Relationships>
</file>

<file path=ppt/slideLayouts/_rels/slideLayout4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5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6.xml"/></Relationships>
</file>

<file path=ppt/slideLayouts/_rels/slideLayout4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6.xml"/></Relationships>
</file>

<file path=ppt/slideLayouts/_rels/slideLayout4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6.xml"/></Relationships>
</file>

<file path=ppt/slideLayouts/_rels/slideLayout4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6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7.xml"/></Relationships>
</file>

<file path=ppt/slideLayouts/_rels/slideLayout4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7.xml"/></Relationships>
</file>

<file path=ppt/slideLayouts/_rels/slideLayout4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7.xml"/></Relationships>
</file>

<file path=ppt/slideLayouts/_rels/slideLayout4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7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8.xml"/></Relationships>
</file>

<file path=ppt/slideLayouts/_rels/slideLayout4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8.xml"/></Relationships>
</file>

<file path=ppt/slideLayouts/_rels/slideLayout4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8.xml"/></Relationships>
</file>

<file path=ppt/slideLayouts/_rels/slideLayout4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8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9.xml"/></Relationships>
</file>

<file path=ppt/slideLayouts/_rels/slideLayout4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9.xml"/></Relationships>
</file>

<file path=ppt/slideLayouts/_rels/slideLayout4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9.xml"/></Relationships>
</file>

<file path=ppt/slideLayouts/_rels/slideLayout4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9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0.xml"/></Relationships>
</file>

<file path=ppt/slideLayouts/_rels/slideLayout4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0.xml"/></Relationships>
</file>

<file path=ppt/slideLayouts/_rels/slideLayout4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0.xml"/></Relationships>
</file>

<file path=ppt/slideLayouts/_rels/slideLayout4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0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4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1.xml"/></Relationships>
</file>

<file path=ppt/slideLayouts/_rels/slideLayout4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1.xml"/></Relationships>
</file>

<file path=ppt/slideLayouts/_rels/slideLayout4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1.xml"/></Relationships>
</file>

<file path=ppt/slideLayouts/_rels/slideLayout4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1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4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2.xml"/></Relationships>
</file>

<file path=ppt/slideLayouts/_rels/slideLayout4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2.xml"/></Relationships>
</file>

<file path=ppt/slideLayouts/_rels/slideLayout4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2.xml"/></Relationships>
</file>

<file path=ppt/slideLayouts/_rels/slideLayout4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2.xml"/></Relationships>
</file>

<file path=ppt/slideLayouts/_rels/slideLayout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4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3.xml"/></Relationships>
</file>

<file path=ppt/slideLayouts/_rels/slideLayout4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3.xml"/></Relationships>
</file>

<file path=ppt/slideLayouts/_rels/slideLayout4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3.xml"/></Relationships>
</file>

<file path=ppt/slideLayouts/_rels/slideLayout4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3.xml"/></Relationships>
</file>

<file path=ppt/slideLayouts/_rels/slideLayout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1" Type="http://schemas.openxmlformats.org/officeDocument/2006/relationships/theme" Target="../theme/theme3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1" Type="http://schemas.openxmlformats.org/officeDocument/2006/relationships/theme" Target="../theme/theme4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8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1" Type="http://schemas.openxmlformats.org/officeDocument/2006/relationships/theme" Target="../theme/theme5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37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1" Type="http://schemas.openxmlformats.org/officeDocument/2006/relationships/theme" Target="../theme/theme6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4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6.xml"/><Relationship Id="rId11" Type="http://schemas.openxmlformats.org/officeDocument/2006/relationships/theme" Target="../theme/theme7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55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2.xml"/><Relationship Id="rId8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0.xml"/><Relationship Id="rId6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5.xml"/><Relationship Id="rId11" Type="http://schemas.openxmlformats.org/officeDocument/2006/relationships/theme" Target="../theme/theme8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64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0.xml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4.xml"/><Relationship Id="rId11" Type="http://schemas.openxmlformats.org/officeDocument/2006/relationships/theme" Target="../theme/theme9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73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0.xml"/><Relationship Id="rId8" Type="http://schemas.openxmlformats.org/officeDocument/2006/relationships/slideLayout" Target="../slideLayouts/slideLayout89.xml"/><Relationship Id="rId7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3.xml"/><Relationship Id="rId11" Type="http://schemas.openxmlformats.org/officeDocument/2006/relationships/theme" Target="../theme/theme10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82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9.xml"/><Relationship Id="rId8" Type="http://schemas.openxmlformats.org/officeDocument/2006/relationships/slideLayout" Target="../slideLayouts/slideLayout98.xml"/><Relationship Id="rId7" Type="http://schemas.openxmlformats.org/officeDocument/2006/relationships/slideLayout" Target="../slideLayouts/slideLayout97.xml"/><Relationship Id="rId6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5.xml"/><Relationship Id="rId4" Type="http://schemas.openxmlformats.org/officeDocument/2006/relationships/slideLayout" Target="../slideLayouts/slideLayout94.xml"/><Relationship Id="rId3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2.xml"/><Relationship Id="rId11" Type="http://schemas.openxmlformats.org/officeDocument/2006/relationships/theme" Target="../theme/theme11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9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1" Type="http://schemas.openxmlformats.org/officeDocument/2006/relationships/theme" Target="../theme/theme12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00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7.xml"/><Relationship Id="rId8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14.xml"/><Relationship Id="rId5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10.xml"/><Relationship Id="rId11" Type="http://schemas.openxmlformats.org/officeDocument/2006/relationships/theme" Target="../theme/theme13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09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9.xml"/><Relationship Id="rId11" Type="http://schemas.openxmlformats.org/officeDocument/2006/relationships/theme" Target="../theme/theme14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18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5.xml"/><Relationship Id="rId8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29.xml"/><Relationship Id="rId2" Type="http://schemas.openxmlformats.org/officeDocument/2006/relationships/slideLayout" Target="../slideLayouts/slideLayout128.xml"/><Relationship Id="rId11" Type="http://schemas.openxmlformats.org/officeDocument/2006/relationships/theme" Target="../theme/theme15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27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4.xml"/><Relationship Id="rId8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138.xml"/><Relationship Id="rId2" Type="http://schemas.openxmlformats.org/officeDocument/2006/relationships/slideLayout" Target="../slideLayouts/slideLayout137.xml"/><Relationship Id="rId11" Type="http://schemas.openxmlformats.org/officeDocument/2006/relationships/theme" Target="../theme/theme16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3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3.xml"/><Relationship Id="rId8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51.xml"/><Relationship Id="rId6" Type="http://schemas.openxmlformats.org/officeDocument/2006/relationships/slideLayout" Target="../slideLayouts/slideLayout150.xml"/><Relationship Id="rId5" Type="http://schemas.openxmlformats.org/officeDocument/2006/relationships/slideLayout" Target="../slideLayouts/slideLayout149.xml"/><Relationship Id="rId4" Type="http://schemas.openxmlformats.org/officeDocument/2006/relationships/slideLayout" Target="../slideLayouts/slideLayout148.xml"/><Relationship Id="rId3" Type="http://schemas.openxmlformats.org/officeDocument/2006/relationships/slideLayout" Target="../slideLayouts/slideLayout147.xml"/><Relationship Id="rId2" Type="http://schemas.openxmlformats.org/officeDocument/2006/relationships/slideLayout" Target="../slideLayouts/slideLayout146.xml"/><Relationship Id="rId11" Type="http://schemas.openxmlformats.org/officeDocument/2006/relationships/theme" Target="../theme/theme17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45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6.xml"/><Relationship Id="rId2" Type="http://schemas.openxmlformats.org/officeDocument/2006/relationships/slideLayout" Target="../slideLayouts/slideLayout155.xml"/><Relationship Id="rId11" Type="http://schemas.openxmlformats.org/officeDocument/2006/relationships/theme" Target="../theme/theme18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54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1.xml"/><Relationship Id="rId8" Type="http://schemas.openxmlformats.org/officeDocument/2006/relationships/slideLayout" Target="../slideLayouts/slideLayout170.xml"/><Relationship Id="rId7" Type="http://schemas.openxmlformats.org/officeDocument/2006/relationships/slideLayout" Target="../slideLayouts/slideLayout169.xml"/><Relationship Id="rId6" Type="http://schemas.openxmlformats.org/officeDocument/2006/relationships/slideLayout" Target="../slideLayouts/slideLayout168.xml"/><Relationship Id="rId5" Type="http://schemas.openxmlformats.org/officeDocument/2006/relationships/slideLayout" Target="../slideLayouts/slideLayout167.xml"/><Relationship Id="rId4" Type="http://schemas.openxmlformats.org/officeDocument/2006/relationships/slideLayout" Target="../slideLayouts/slideLayout166.xml"/><Relationship Id="rId3" Type="http://schemas.openxmlformats.org/officeDocument/2006/relationships/slideLayout" Target="../slideLayouts/slideLayout165.xml"/><Relationship Id="rId2" Type="http://schemas.openxmlformats.org/officeDocument/2006/relationships/slideLayout" Target="../slideLayouts/slideLayout164.xml"/><Relationship Id="rId11" Type="http://schemas.openxmlformats.org/officeDocument/2006/relationships/theme" Target="../theme/theme19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63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0.xml"/><Relationship Id="rId8" Type="http://schemas.openxmlformats.org/officeDocument/2006/relationships/slideLayout" Target="../slideLayouts/slideLayout179.xml"/><Relationship Id="rId7" Type="http://schemas.openxmlformats.org/officeDocument/2006/relationships/slideLayout" Target="../slideLayouts/slideLayout178.xml"/><Relationship Id="rId6" Type="http://schemas.openxmlformats.org/officeDocument/2006/relationships/slideLayout" Target="../slideLayouts/slideLayout177.xml"/><Relationship Id="rId5" Type="http://schemas.openxmlformats.org/officeDocument/2006/relationships/slideLayout" Target="../slideLayouts/slideLayout176.xml"/><Relationship Id="rId4" Type="http://schemas.openxmlformats.org/officeDocument/2006/relationships/slideLayout" Target="../slideLayouts/slideLayout175.xml"/><Relationship Id="rId3" Type="http://schemas.openxmlformats.org/officeDocument/2006/relationships/slideLayout" Target="../slideLayouts/slideLayout174.xml"/><Relationship Id="rId2" Type="http://schemas.openxmlformats.org/officeDocument/2006/relationships/slideLayout" Target="../slideLayouts/slideLayout173.xml"/><Relationship Id="rId11" Type="http://schemas.openxmlformats.org/officeDocument/2006/relationships/theme" Target="../theme/theme20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72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9.xml"/><Relationship Id="rId8" Type="http://schemas.openxmlformats.org/officeDocument/2006/relationships/slideLayout" Target="../slideLayouts/slideLayout188.xml"/><Relationship Id="rId7" Type="http://schemas.openxmlformats.org/officeDocument/2006/relationships/slideLayout" Target="../slideLayouts/slideLayout187.xml"/><Relationship Id="rId6" Type="http://schemas.openxmlformats.org/officeDocument/2006/relationships/slideLayout" Target="../slideLayouts/slideLayout186.xml"/><Relationship Id="rId5" Type="http://schemas.openxmlformats.org/officeDocument/2006/relationships/slideLayout" Target="../slideLayouts/slideLayout185.xml"/><Relationship Id="rId4" Type="http://schemas.openxmlformats.org/officeDocument/2006/relationships/slideLayout" Target="../slideLayouts/slideLayout184.xml"/><Relationship Id="rId3" Type="http://schemas.openxmlformats.org/officeDocument/2006/relationships/slideLayout" Target="../slideLayouts/slideLayout183.xml"/><Relationship Id="rId2" Type="http://schemas.openxmlformats.org/officeDocument/2006/relationships/slideLayout" Target="../slideLayouts/slideLayout182.xml"/><Relationship Id="rId11" Type="http://schemas.openxmlformats.org/officeDocument/2006/relationships/theme" Target="../theme/theme21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8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8.xml"/><Relationship Id="rId8" Type="http://schemas.openxmlformats.org/officeDocument/2006/relationships/slideLayout" Target="../slideLayouts/slideLayout197.xml"/><Relationship Id="rId7" Type="http://schemas.openxmlformats.org/officeDocument/2006/relationships/slideLayout" Target="../slideLayouts/slideLayout196.xml"/><Relationship Id="rId6" Type="http://schemas.openxmlformats.org/officeDocument/2006/relationships/slideLayout" Target="../slideLayouts/slideLayout195.xml"/><Relationship Id="rId5" Type="http://schemas.openxmlformats.org/officeDocument/2006/relationships/slideLayout" Target="../slideLayouts/slideLayout194.xml"/><Relationship Id="rId4" Type="http://schemas.openxmlformats.org/officeDocument/2006/relationships/slideLayout" Target="../slideLayouts/slideLayout193.xml"/><Relationship Id="rId3" Type="http://schemas.openxmlformats.org/officeDocument/2006/relationships/slideLayout" Target="../slideLayouts/slideLayout192.xml"/><Relationship Id="rId2" Type="http://schemas.openxmlformats.org/officeDocument/2006/relationships/slideLayout" Target="../slideLayouts/slideLayout191.xml"/><Relationship Id="rId11" Type="http://schemas.openxmlformats.org/officeDocument/2006/relationships/theme" Target="../theme/theme22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90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7.xml"/><Relationship Id="rId8" Type="http://schemas.openxmlformats.org/officeDocument/2006/relationships/slideLayout" Target="../slideLayouts/slideLayout206.xml"/><Relationship Id="rId7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200.xml"/><Relationship Id="rId11" Type="http://schemas.openxmlformats.org/officeDocument/2006/relationships/theme" Target="../theme/theme23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99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6.xml"/><Relationship Id="rId8" Type="http://schemas.openxmlformats.org/officeDocument/2006/relationships/slideLayout" Target="../slideLayouts/slideLayout215.xml"/><Relationship Id="rId7" Type="http://schemas.openxmlformats.org/officeDocument/2006/relationships/slideLayout" Target="../slideLayouts/slideLayout214.xml"/><Relationship Id="rId6" Type="http://schemas.openxmlformats.org/officeDocument/2006/relationships/slideLayout" Target="../slideLayouts/slideLayout213.xml"/><Relationship Id="rId5" Type="http://schemas.openxmlformats.org/officeDocument/2006/relationships/slideLayout" Target="../slideLayouts/slideLayout212.xml"/><Relationship Id="rId4" Type="http://schemas.openxmlformats.org/officeDocument/2006/relationships/slideLayout" Target="../slideLayouts/slideLayout211.xml"/><Relationship Id="rId3" Type="http://schemas.openxmlformats.org/officeDocument/2006/relationships/slideLayout" Target="../slideLayouts/slideLayout210.xml"/><Relationship Id="rId2" Type="http://schemas.openxmlformats.org/officeDocument/2006/relationships/slideLayout" Target="../slideLayouts/slideLayout209.xml"/><Relationship Id="rId11" Type="http://schemas.openxmlformats.org/officeDocument/2006/relationships/theme" Target="../theme/theme24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08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5.xml"/><Relationship Id="rId8" Type="http://schemas.openxmlformats.org/officeDocument/2006/relationships/slideLayout" Target="../slideLayouts/slideLayout224.xml"/><Relationship Id="rId7" Type="http://schemas.openxmlformats.org/officeDocument/2006/relationships/slideLayout" Target="../slideLayouts/slideLayout223.xml"/><Relationship Id="rId6" Type="http://schemas.openxmlformats.org/officeDocument/2006/relationships/slideLayout" Target="../slideLayouts/slideLayout222.xml"/><Relationship Id="rId5" Type="http://schemas.openxmlformats.org/officeDocument/2006/relationships/slideLayout" Target="../slideLayouts/slideLayout221.xml"/><Relationship Id="rId4" Type="http://schemas.openxmlformats.org/officeDocument/2006/relationships/slideLayout" Target="../slideLayouts/slideLayout220.xml"/><Relationship Id="rId3" Type="http://schemas.openxmlformats.org/officeDocument/2006/relationships/slideLayout" Target="../slideLayouts/slideLayout219.xml"/><Relationship Id="rId2" Type="http://schemas.openxmlformats.org/officeDocument/2006/relationships/slideLayout" Target="../slideLayouts/slideLayout218.xml"/><Relationship Id="rId11" Type="http://schemas.openxmlformats.org/officeDocument/2006/relationships/theme" Target="../theme/theme25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17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4.xml"/><Relationship Id="rId8" Type="http://schemas.openxmlformats.org/officeDocument/2006/relationships/slideLayout" Target="../slideLayouts/slideLayout233.xml"/><Relationship Id="rId7" Type="http://schemas.openxmlformats.org/officeDocument/2006/relationships/slideLayout" Target="../slideLayouts/slideLayout232.xml"/><Relationship Id="rId6" Type="http://schemas.openxmlformats.org/officeDocument/2006/relationships/slideLayout" Target="../slideLayouts/slideLayout231.xml"/><Relationship Id="rId5" Type="http://schemas.openxmlformats.org/officeDocument/2006/relationships/slideLayout" Target="../slideLayouts/slideLayout230.xml"/><Relationship Id="rId4" Type="http://schemas.openxmlformats.org/officeDocument/2006/relationships/slideLayout" Target="../slideLayouts/slideLayout229.xml"/><Relationship Id="rId3" Type="http://schemas.openxmlformats.org/officeDocument/2006/relationships/slideLayout" Target="../slideLayouts/slideLayout228.xml"/><Relationship Id="rId2" Type="http://schemas.openxmlformats.org/officeDocument/2006/relationships/slideLayout" Target="../slideLayouts/slideLayout227.xml"/><Relationship Id="rId11" Type="http://schemas.openxmlformats.org/officeDocument/2006/relationships/theme" Target="../theme/theme26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26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3.xml"/><Relationship Id="rId8" Type="http://schemas.openxmlformats.org/officeDocument/2006/relationships/slideLayout" Target="../slideLayouts/slideLayout242.xml"/><Relationship Id="rId7" Type="http://schemas.openxmlformats.org/officeDocument/2006/relationships/slideLayout" Target="../slideLayouts/slideLayout241.xml"/><Relationship Id="rId6" Type="http://schemas.openxmlformats.org/officeDocument/2006/relationships/slideLayout" Target="../slideLayouts/slideLayout240.xml"/><Relationship Id="rId5" Type="http://schemas.openxmlformats.org/officeDocument/2006/relationships/slideLayout" Target="../slideLayouts/slideLayout239.xml"/><Relationship Id="rId4" Type="http://schemas.openxmlformats.org/officeDocument/2006/relationships/slideLayout" Target="../slideLayouts/slideLayout238.xml"/><Relationship Id="rId3" Type="http://schemas.openxmlformats.org/officeDocument/2006/relationships/slideLayout" Target="../slideLayouts/slideLayout237.xml"/><Relationship Id="rId2" Type="http://schemas.openxmlformats.org/officeDocument/2006/relationships/slideLayout" Target="../slideLayouts/slideLayout236.xml"/><Relationship Id="rId11" Type="http://schemas.openxmlformats.org/officeDocument/2006/relationships/theme" Target="../theme/theme27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35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2.xml"/><Relationship Id="rId8" Type="http://schemas.openxmlformats.org/officeDocument/2006/relationships/slideLayout" Target="../slideLayouts/slideLayout251.xml"/><Relationship Id="rId7" Type="http://schemas.openxmlformats.org/officeDocument/2006/relationships/slideLayout" Target="../slideLayouts/slideLayout250.xml"/><Relationship Id="rId6" Type="http://schemas.openxmlformats.org/officeDocument/2006/relationships/slideLayout" Target="../slideLayouts/slideLayout249.xml"/><Relationship Id="rId5" Type="http://schemas.openxmlformats.org/officeDocument/2006/relationships/slideLayout" Target="../slideLayouts/slideLayout248.xml"/><Relationship Id="rId4" Type="http://schemas.openxmlformats.org/officeDocument/2006/relationships/slideLayout" Target="../slideLayouts/slideLayout247.xml"/><Relationship Id="rId3" Type="http://schemas.openxmlformats.org/officeDocument/2006/relationships/slideLayout" Target="../slideLayouts/slideLayout246.xml"/><Relationship Id="rId2" Type="http://schemas.openxmlformats.org/officeDocument/2006/relationships/slideLayout" Target="../slideLayouts/slideLayout245.xml"/><Relationship Id="rId11" Type="http://schemas.openxmlformats.org/officeDocument/2006/relationships/theme" Target="../theme/theme28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44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1.xml"/><Relationship Id="rId8" Type="http://schemas.openxmlformats.org/officeDocument/2006/relationships/slideLayout" Target="../slideLayouts/slideLayout260.xml"/><Relationship Id="rId7" Type="http://schemas.openxmlformats.org/officeDocument/2006/relationships/slideLayout" Target="../slideLayouts/slideLayout259.xml"/><Relationship Id="rId6" Type="http://schemas.openxmlformats.org/officeDocument/2006/relationships/slideLayout" Target="../slideLayouts/slideLayout258.xml"/><Relationship Id="rId5" Type="http://schemas.openxmlformats.org/officeDocument/2006/relationships/slideLayout" Target="../slideLayouts/slideLayout257.xml"/><Relationship Id="rId4" Type="http://schemas.openxmlformats.org/officeDocument/2006/relationships/slideLayout" Target="../slideLayouts/slideLayout256.xml"/><Relationship Id="rId3" Type="http://schemas.openxmlformats.org/officeDocument/2006/relationships/slideLayout" Target="../slideLayouts/slideLayout255.xml"/><Relationship Id="rId2" Type="http://schemas.openxmlformats.org/officeDocument/2006/relationships/slideLayout" Target="../slideLayouts/slideLayout254.xml"/><Relationship Id="rId11" Type="http://schemas.openxmlformats.org/officeDocument/2006/relationships/theme" Target="../theme/theme29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53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0.xml"/><Relationship Id="rId8" Type="http://schemas.openxmlformats.org/officeDocument/2006/relationships/slideLayout" Target="../slideLayouts/slideLayout269.xml"/><Relationship Id="rId7" Type="http://schemas.openxmlformats.org/officeDocument/2006/relationships/slideLayout" Target="../slideLayouts/slideLayout268.xml"/><Relationship Id="rId6" Type="http://schemas.openxmlformats.org/officeDocument/2006/relationships/slideLayout" Target="../slideLayouts/slideLayout267.xml"/><Relationship Id="rId5" Type="http://schemas.openxmlformats.org/officeDocument/2006/relationships/slideLayout" Target="../slideLayouts/slideLayout266.xml"/><Relationship Id="rId4" Type="http://schemas.openxmlformats.org/officeDocument/2006/relationships/slideLayout" Target="../slideLayouts/slideLayout265.xml"/><Relationship Id="rId3" Type="http://schemas.openxmlformats.org/officeDocument/2006/relationships/slideLayout" Target="../slideLayouts/slideLayout264.xml"/><Relationship Id="rId2" Type="http://schemas.openxmlformats.org/officeDocument/2006/relationships/slideLayout" Target="../slideLayouts/slideLayout263.xml"/><Relationship Id="rId11" Type="http://schemas.openxmlformats.org/officeDocument/2006/relationships/theme" Target="../theme/theme30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62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9.xml"/><Relationship Id="rId8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77.xml"/><Relationship Id="rId6" Type="http://schemas.openxmlformats.org/officeDocument/2006/relationships/slideLayout" Target="../slideLayouts/slideLayout276.xml"/><Relationship Id="rId5" Type="http://schemas.openxmlformats.org/officeDocument/2006/relationships/slideLayout" Target="../slideLayouts/slideLayout275.xml"/><Relationship Id="rId4" Type="http://schemas.openxmlformats.org/officeDocument/2006/relationships/slideLayout" Target="../slideLayouts/slideLayout274.xml"/><Relationship Id="rId3" Type="http://schemas.openxmlformats.org/officeDocument/2006/relationships/slideLayout" Target="../slideLayouts/slideLayout273.xml"/><Relationship Id="rId2" Type="http://schemas.openxmlformats.org/officeDocument/2006/relationships/slideLayout" Target="../slideLayouts/slideLayout272.xml"/><Relationship Id="rId11" Type="http://schemas.openxmlformats.org/officeDocument/2006/relationships/theme" Target="../theme/theme31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71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8.xml"/><Relationship Id="rId8" Type="http://schemas.openxmlformats.org/officeDocument/2006/relationships/slideLayout" Target="../slideLayouts/slideLayout287.xml"/><Relationship Id="rId7" Type="http://schemas.openxmlformats.org/officeDocument/2006/relationships/slideLayout" Target="../slideLayouts/slideLayout286.xml"/><Relationship Id="rId6" Type="http://schemas.openxmlformats.org/officeDocument/2006/relationships/slideLayout" Target="../slideLayouts/slideLayout285.xml"/><Relationship Id="rId5" Type="http://schemas.openxmlformats.org/officeDocument/2006/relationships/slideLayout" Target="../slideLayouts/slideLayout284.xml"/><Relationship Id="rId4" Type="http://schemas.openxmlformats.org/officeDocument/2006/relationships/slideLayout" Target="../slideLayouts/slideLayout283.xml"/><Relationship Id="rId3" Type="http://schemas.openxmlformats.org/officeDocument/2006/relationships/slideLayout" Target="../slideLayouts/slideLayout282.xml"/><Relationship Id="rId2" Type="http://schemas.openxmlformats.org/officeDocument/2006/relationships/slideLayout" Target="../slideLayouts/slideLayout281.xml"/><Relationship Id="rId11" Type="http://schemas.openxmlformats.org/officeDocument/2006/relationships/theme" Target="../theme/theme32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80.xml"/></Relationships>
</file>

<file path=ppt/slideMasters/_rels/slideMaster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7.xml"/><Relationship Id="rId8" Type="http://schemas.openxmlformats.org/officeDocument/2006/relationships/slideLayout" Target="../slideLayouts/slideLayout296.xml"/><Relationship Id="rId7" Type="http://schemas.openxmlformats.org/officeDocument/2006/relationships/slideLayout" Target="../slideLayouts/slideLayout295.xml"/><Relationship Id="rId6" Type="http://schemas.openxmlformats.org/officeDocument/2006/relationships/slideLayout" Target="../slideLayouts/slideLayout294.xml"/><Relationship Id="rId5" Type="http://schemas.openxmlformats.org/officeDocument/2006/relationships/slideLayout" Target="../slideLayouts/slideLayout293.xml"/><Relationship Id="rId4" Type="http://schemas.openxmlformats.org/officeDocument/2006/relationships/slideLayout" Target="../slideLayouts/slideLayout292.xml"/><Relationship Id="rId3" Type="http://schemas.openxmlformats.org/officeDocument/2006/relationships/slideLayout" Target="../slideLayouts/slideLayout291.xml"/><Relationship Id="rId2" Type="http://schemas.openxmlformats.org/officeDocument/2006/relationships/slideLayout" Target="../slideLayouts/slideLayout290.xml"/><Relationship Id="rId11" Type="http://schemas.openxmlformats.org/officeDocument/2006/relationships/theme" Target="../theme/theme33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89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6.xml"/><Relationship Id="rId8" Type="http://schemas.openxmlformats.org/officeDocument/2006/relationships/slideLayout" Target="../slideLayouts/slideLayout305.xml"/><Relationship Id="rId7" Type="http://schemas.openxmlformats.org/officeDocument/2006/relationships/slideLayout" Target="../slideLayouts/slideLayout304.xml"/><Relationship Id="rId6" Type="http://schemas.openxmlformats.org/officeDocument/2006/relationships/slideLayout" Target="../slideLayouts/slideLayout303.xml"/><Relationship Id="rId5" Type="http://schemas.openxmlformats.org/officeDocument/2006/relationships/slideLayout" Target="../slideLayouts/slideLayout302.xml"/><Relationship Id="rId4" Type="http://schemas.openxmlformats.org/officeDocument/2006/relationships/slideLayout" Target="../slideLayouts/slideLayout301.xml"/><Relationship Id="rId3" Type="http://schemas.openxmlformats.org/officeDocument/2006/relationships/slideLayout" Target="../slideLayouts/slideLayout300.xml"/><Relationship Id="rId2" Type="http://schemas.openxmlformats.org/officeDocument/2006/relationships/slideLayout" Target="../slideLayouts/slideLayout299.xml"/><Relationship Id="rId11" Type="http://schemas.openxmlformats.org/officeDocument/2006/relationships/theme" Target="../theme/theme34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98.xml"/></Relationships>
</file>

<file path=ppt/slideMasters/_rels/slideMaster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5.xml"/><Relationship Id="rId8" Type="http://schemas.openxmlformats.org/officeDocument/2006/relationships/slideLayout" Target="../slideLayouts/slideLayout314.xml"/><Relationship Id="rId7" Type="http://schemas.openxmlformats.org/officeDocument/2006/relationships/slideLayout" Target="../slideLayouts/slideLayout313.xml"/><Relationship Id="rId6" Type="http://schemas.openxmlformats.org/officeDocument/2006/relationships/slideLayout" Target="../slideLayouts/slideLayout312.xml"/><Relationship Id="rId5" Type="http://schemas.openxmlformats.org/officeDocument/2006/relationships/slideLayout" Target="../slideLayouts/slideLayout311.xml"/><Relationship Id="rId4" Type="http://schemas.openxmlformats.org/officeDocument/2006/relationships/slideLayout" Target="../slideLayouts/slideLayout310.xml"/><Relationship Id="rId3" Type="http://schemas.openxmlformats.org/officeDocument/2006/relationships/slideLayout" Target="../slideLayouts/slideLayout309.xml"/><Relationship Id="rId2" Type="http://schemas.openxmlformats.org/officeDocument/2006/relationships/slideLayout" Target="../slideLayouts/slideLayout308.xml"/><Relationship Id="rId11" Type="http://schemas.openxmlformats.org/officeDocument/2006/relationships/theme" Target="../theme/theme35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307.xml"/></Relationships>
</file>

<file path=ppt/slideMasters/_rels/slideMaster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4.xml"/><Relationship Id="rId8" Type="http://schemas.openxmlformats.org/officeDocument/2006/relationships/slideLayout" Target="../slideLayouts/slideLayout323.xml"/><Relationship Id="rId7" Type="http://schemas.openxmlformats.org/officeDocument/2006/relationships/slideLayout" Target="../slideLayouts/slideLayout322.xml"/><Relationship Id="rId6" Type="http://schemas.openxmlformats.org/officeDocument/2006/relationships/slideLayout" Target="../slideLayouts/slideLayout321.xml"/><Relationship Id="rId5" Type="http://schemas.openxmlformats.org/officeDocument/2006/relationships/slideLayout" Target="../slideLayouts/slideLayout320.xml"/><Relationship Id="rId4" Type="http://schemas.openxmlformats.org/officeDocument/2006/relationships/slideLayout" Target="../slideLayouts/slideLayout319.xml"/><Relationship Id="rId3" Type="http://schemas.openxmlformats.org/officeDocument/2006/relationships/slideLayout" Target="../slideLayouts/slideLayout318.xml"/><Relationship Id="rId2" Type="http://schemas.openxmlformats.org/officeDocument/2006/relationships/slideLayout" Target="../slideLayouts/slideLayout317.xml"/><Relationship Id="rId11" Type="http://schemas.openxmlformats.org/officeDocument/2006/relationships/theme" Target="../theme/theme36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316.xml"/></Relationships>
</file>

<file path=ppt/slideMasters/_rels/slideMaster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3.xml"/><Relationship Id="rId8" Type="http://schemas.openxmlformats.org/officeDocument/2006/relationships/slideLayout" Target="../slideLayouts/slideLayout332.xml"/><Relationship Id="rId7" Type="http://schemas.openxmlformats.org/officeDocument/2006/relationships/slideLayout" Target="../slideLayouts/slideLayout331.xml"/><Relationship Id="rId6" Type="http://schemas.openxmlformats.org/officeDocument/2006/relationships/slideLayout" Target="../slideLayouts/slideLayout330.xml"/><Relationship Id="rId5" Type="http://schemas.openxmlformats.org/officeDocument/2006/relationships/slideLayout" Target="../slideLayouts/slideLayout329.xml"/><Relationship Id="rId4" Type="http://schemas.openxmlformats.org/officeDocument/2006/relationships/slideLayout" Target="../slideLayouts/slideLayout328.xml"/><Relationship Id="rId3" Type="http://schemas.openxmlformats.org/officeDocument/2006/relationships/slideLayout" Target="../slideLayouts/slideLayout327.xml"/><Relationship Id="rId2" Type="http://schemas.openxmlformats.org/officeDocument/2006/relationships/slideLayout" Target="../slideLayouts/slideLayout326.xml"/><Relationship Id="rId11" Type="http://schemas.openxmlformats.org/officeDocument/2006/relationships/theme" Target="../theme/theme37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325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2.xml"/><Relationship Id="rId8" Type="http://schemas.openxmlformats.org/officeDocument/2006/relationships/slideLayout" Target="../slideLayouts/slideLayout341.xml"/><Relationship Id="rId7" Type="http://schemas.openxmlformats.org/officeDocument/2006/relationships/slideLayout" Target="../slideLayouts/slideLayout340.xml"/><Relationship Id="rId6" Type="http://schemas.openxmlformats.org/officeDocument/2006/relationships/slideLayout" Target="../slideLayouts/slideLayout339.xml"/><Relationship Id="rId5" Type="http://schemas.openxmlformats.org/officeDocument/2006/relationships/slideLayout" Target="../slideLayouts/slideLayout338.xml"/><Relationship Id="rId4" Type="http://schemas.openxmlformats.org/officeDocument/2006/relationships/slideLayout" Target="../slideLayouts/slideLayout337.xml"/><Relationship Id="rId3" Type="http://schemas.openxmlformats.org/officeDocument/2006/relationships/slideLayout" Target="../slideLayouts/slideLayout336.xml"/><Relationship Id="rId2" Type="http://schemas.openxmlformats.org/officeDocument/2006/relationships/slideLayout" Target="../slideLayouts/slideLayout335.xml"/><Relationship Id="rId11" Type="http://schemas.openxmlformats.org/officeDocument/2006/relationships/theme" Target="../theme/theme38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334.xml"/></Relationships>
</file>

<file path=ppt/slideMasters/_rels/slideMaster3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1.xml"/><Relationship Id="rId8" Type="http://schemas.openxmlformats.org/officeDocument/2006/relationships/slideLayout" Target="../slideLayouts/slideLayout350.xml"/><Relationship Id="rId7" Type="http://schemas.openxmlformats.org/officeDocument/2006/relationships/slideLayout" Target="../slideLayouts/slideLayout349.xml"/><Relationship Id="rId6" Type="http://schemas.openxmlformats.org/officeDocument/2006/relationships/slideLayout" Target="../slideLayouts/slideLayout348.xml"/><Relationship Id="rId5" Type="http://schemas.openxmlformats.org/officeDocument/2006/relationships/slideLayout" Target="../slideLayouts/slideLayout347.xml"/><Relationship Id="rId4" Type="http://schemas.openxmlformats.org/officeDocument/2006/relationships/slideLayout" Target="../slideLayouts/slideLayout346.xml"/><Relationship Id="rId3" Type="http://schemas.openxmlformats.org/officeDocument/2006/relationships/slideLayout" Target="../slideLayouts/slideLayout345.xml"/><Relationship Id="rId2" Type="http://schemas.openxmlformats.org/officeDocument/2006/relationships/slideLayout" Target="../slideLayouts/slideLayout344.xml"/><Relationship Id="rId11" Type="http://schemas.openxmlformats.org/officeDocument/2006/relationships/theme" Target="../theme/theme39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343.xml"/></Relationships>
</file>

<file path=ppt/slideMasters/_rels/slideMaster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0.xml"/><Relationship Id="rId8" Type="http://schemas.openxmlformats.org/officeDocument/2006/relationships/slideLayout" Target="../slideLayouts/slideLayout359.xml"/><Relationship Id="rId7" Type="http://schemas.openxmlformats.org/officeDocument/2006/relationships/slideLayout" Target="../slideLayouts/slideLayout358.xml"/><Relationship Id="rId6" Type="http://schemas.openxmlformats.org/officeDocument/2006/relationships/slideLayout" Target="../slideLayouts/slideLayout357.xml"/><Relationship Id="rId5" Type="http://schemas.openxmlformats.org/officeDocument/2006/relationships/slideLayout" Target="../slideLayouts/slideLayout356.xml"/><Relationship Id="rId4" Type="http://schemas.openxmlformats.org/officeDocument/2006/relationships/slideLayout" Target="../slideLayouts/slideLayout355.xml"/><Relationship Id="rId3" Type="http://schemas.openxmlformats.org/officeDocument/2006/relationships/slideLayout" Target="../slideLayouts/slideLayout354.xml"/><Relationship Id="rId2" Type="http://schemas.openxmlformats.org/officeDocument/2006/relationships/slideLayout" Target="../slideLayouts/slideLayout353.xml"/><Relationship Id="rId11" Type="http://schemas.openxmlformats.org/officeDocument/2006/relationships/theme" Target="../theme/theme40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352.xml"/></Relationships>
</file>

<file path=ppt/slideMasters/_rels/slideMaster4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9.xml"/><Relationship Id="rId8" Type="http://schemas.openxmlformats.org/officeDocument/2006/relationships/slideLayout" Target="../slideLayouts/slideLayout368.xml"/><Relationship Id="rId7" Type="http://schemas.openxmlformats.org/officeDocument/2006/relationships/slideLayout" Target="../slideLayouts/slideLayout367.xml"/><Relationship Id="rId6" Type="http://schemas.openxmlformats.org/officeDocument/2006/relationships/slideLayout" Target="../slideLayouts/slideLayout366.xml"/><Relationship Id="rId5" Type="http://schemas.openxmlformats.org/officeDocument/2006/relationships/slideLayout" Target="../slideLayouts/slideLayout365.xml"/><Relationship Id="rId4" Type="http://schemas.openxmlformats.org/officeDocument/2006/relationships/slideLayout" Target="../slideLayouts/slideLayout364.xml"/><Relationship Id="rId3" Type="http://schemas.openxmlformats.org/officeDocument/2006/relationships/slideLayout" Target="../slideLayouts/slideLayout363.xml"/><Relationship Id="rId2" Type="http://schemas.openxmlformats.org/officeDocument/2006/relationships/slideLayout" Target="../slideLayouts/slideLayout362.xml"/><Relationship Id="rId11" Type="http://schemas.openxmlformats.org/officeDocument/2006/relationships/theme" Target="../theme/theme41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361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8.xml"/><Relationship Id="rId8" Type="http://schemas.openxmlformats.org/officeDocument/2006/relationships/slideLayout" Target="../slideLayouts/slideLayout377.xml"/><Relationship Id="rId7" Type="http://schemas.openxmlformats.org/officeDocument/2006/relationships/slideLayout" Target="../slideLayouts/slideLayout376.xml"/><Relationship Id="rId6" Type="http://schemas.openxmlformats.org/officeDocument/2006/relationships/slideLayout" Target="../slideLayouts/slideLayout375.xml"/><Relationship Id="rId5" Type="http://schemas.openxmlformats.org/officeDocument/2006/relationships/slideLayout" Target="../slideLayouts/slideLayout374.xml"/><Relationship Id="rId4" Type="http://schemas.openxmlformats.org/officeDocument/2006/relationships/slideLayout" Target="../slideLayouts/slideLayout373.xml"/><Relationship Id="rId3" Type="http://schemas.openxmlformats.org/officeDocument/2006/relationships/slideLayout" Target="../slideLayouts/slideLayout372.xml"/><Relationship Id="rId2" Type="http://schemas.openxmlformats.org/officeDocument/2006/relationships/slideLayout" Target="../slideLayouts/slideLayout371.xml"/><Relationship Id="rId11" Type="http://schemas.openxmlformats.org/officeDocument/2006/relationships/theme" Target="../theme/theme42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370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7.xml"/><Relationship Id="rId8" Type="http://schemas.openxmlformats.org/officeDocument/2006/relationships/slideLayout" Target="../slideLayouts/slideLayout386.xml"/><Relationship Id="rId7" Type="http://schemas.openxmlformats.org/officeDocument/2006/relationships/slideLayout" Target="../slideLayouts/slideLayout385.xml"/><Relationship Id="rId6" Type="http://schemas.openxmlformats.org/officeDocument/2006/relationships/slideLayout" Target="../slideLayouts/slideLayout384.xml"/><Relationship Id="rId5" Type="http://schemas.openxmlformats.org/officeDocument/2006/relationships/slideLayout" Target="../slideLayouts/slideLayout383.xml"/><Relationship Id="rId4" Type="http://schemas.openxmlformats.org/officeDocument/2006/relationships/slideLayout" Target="../slideLayouts/slideLayout382.xml"/><Relationship Id="rId3" Type="http://schemas.openxmlformats.org/officeDocument/2006/relationships/slideLayout" Target="../slideLayouts/slideLayout381.xml"/><Relationship Id="rId2" Type="http://schemas.openxmlformats.org/officeDocument/2006/relationships/slideLayout" Target="../slideLayouts/slideLayout380.xml"/><Relationship Id="rId11" Type="http://schemas.openxmlformats.org/officeDocument/2006/relationships/theme" Target="../theme/theme43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379.xml"/></Relationships>
</file>

<file path=ppt/slideMasters/_rels/slideMaster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6.xml"/><Relationship Id="rId8" Type="http://schemas.openxmlformats.org/officeDocument/2006/relationships/slideLayout" Target="../slideLayouts/slideLayout395.xml"/><Relationship Id="rId7" Type="http://schemas.openxmlformats.org/officeDocument/2006/relationships/slideLayout" Target="../slideLayouts/slideLayout394.xml"/><Relationship Id="rId6" Type="http://schemas.openxmlformats.org/officeDocument/2006/relationships/slideLayout" Target="../slideLayouts/slideLayout393.xml"/><Relationship Id="rId5" Type="http://schemas.openxmlformats.org/officeDocument/2006/relationships/slideLayout" Target="../slideLayouts/slideLayout392.xml"/><Relationship Id="rId4" Type="http://schemas.openxmlformats.org/officeDocument/2006/relationships/slideLayout" Target="../slideLayouts/slideLayout391.xml"/><Relationship Id="rId3" Type="http://schemas.openxmlformats.org/officeDocument/2006/relationships/slideLayout" Target="../slideLayouts/slideLayout390.xml"/><Relationship Id="rId2" Type="http://schemas.openxmlformats.org/officeDocument/2006/relationships/slideLayout" Target="../slideLayouts/slideLayout389.xml"/><Relationship Id="rId11" Type="http://schemas.openxmlformats.org/officeDocument/2006/relationships/theme" Target="../theme/theme44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388.xml"/></Relationships>
</file>

<file path=ppt/slideMasters/_rels/slideMaster4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5.xml"/><Relationship Id="rId8" Type="http://schemas.openxmlformats.org/officeDocument/2006/relationships/slideLayout" Target="../slideLayouts/slideLayout404.xml"/><Relationship Id="rId7" Type="http://schemas.openxmlformats.org/officeDocument/2006/relationships/slideLayout" Target="../slideLayouts/slideLayout403.xml"/><Relationship Id="rId6" Type="http://schemas.openxmlformats.org/officeDocument/2006/relationships/slideLayout" Target="../slideLayouts/slideLayout402.xml"/><Relationship Id="rId5" Type="http://schemas.openxmlformats.org/officeDocument/2006/relationships/slideLayout" Target="../slideLayouts/slideLayout401.xml"/><Relationship Id="rId4" Type="http://schemas.openxmlformats.org/officeDocument/2006/relationships/slideLayout" Target="../slideLayouts/slideLayout400.xml"/><Relationship Id="rId3" Type="http://schemas.openxmlformats.org/officeDocument/2006/relationships/slideLayout" Target="../slideLayouts/slideLayout399.xml"/><Relationship Id="rId2" Type="http://schemas.openxmlformats.org/officeDocument/2006/relationships/slideLayout" Target="../slideLayouts/slideLayout398.xml"/><Relationship Id="rId11" Type="http://schemas.openxmlformats.org/officeDocument/2006/relationships/theme" Target="../theme/theme45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397.xml"/></Relationships>
</file>

<file path=ppt/slideMasters/_rels/slideMaster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4.xml"/><Relationship Id="rId8" Type="http://schemas.openxmlformats.org/officeDocument/2006/relationships/slideLayout" Target="../slideLayouts/slideLayout413.xml"/><Relationship Id="rId7" Type="http://schemas.openxmlformats.org/officeDocument/2006/relationships/slideLayout" Target="../slideLayouts/slideLayout412.xml"/><Relationship Id="rId6" Type="http://schemas.openxmlformats.org/officeDocument/2006/relationships/slideLayout" Target="../slideLayouts/slideLayout411.xml"/><Relationship Id="rId5" Type="http://schemas.openxmlformats.org/officeDocument/2006/relationships/slideLayout" Target="../slideLayouts/slideLayout410.xml"/><Relationship Id="rId4" Type="http://schemas.openxmlformats.org/officeDocument/2006/relationships/slideLayout" Target="../slideLayouts/slideLayout409.xml"/><Relationship Id="rId3" Type="http://schemas.openxmlformats.org/officeDocument/2006/relationships/slideLayout" Target="../slideLayouts/slideLayout408.xml"/><Relationship Id="rId2" Type="http://schemas.openxmlformats.org/officeDocument/2006/relationships/slideLayout" Target="../slideLayouts/slideLayout407.xml"/><Relationship Id="rId11" Type="http://schemas.openxmlformats.org/officeDocument/2006/relationships/theme" Target="../theme/theme46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406.xml"/></Relationships>
</file>

<file path=ppt/slideMasters/_rels/slideMaster4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3.xml"/><Relationship Id="rId8" Type="http://schemas.openxmlformats.org/officeDocument/2006/relationships/slideLayout" Target="../slideLayouts/slideLayout422.xml"/><Relationship Id="rId7" Type="http://schemas.openxmlformats.org/officeDocument/2006/relationships/slideLayout" Target="../slideLayouts/slideLayout421.xml"/><Relationship Id="rId6" Type="http://schemas.openxmlformats.org/officeDocument/2006/relationships/slideLayout" Target="../slideLayouts/slideLayout420.xml"/><Relationship Id="rId5" Type="http://schemas.openxmlformats.org/officeDocument/2006/relationships/slideLayout" Target="../slideLayouts/slideLayout419.xml"/><Relationship Id="rId4" Type="http://schemas.openxmlformats.org/officeDocument/2006/relationships/slideLayout" Target="../slideLayouts/slideLayout418.xml"/><Relationship Id="rId3" Type="http://schemas.openxmlformats.org/officeDocument/2006/relationships/slideLayout" Target="../slideLayouts/slideLayout417.xml"/><Relationship Id="rId2" Type="http://schemas.openxmlformats.org/officeDocument/2006/relationships/slideLayout" Target="../slideLayouts/slideLayout416.xml"/><Relationship Id="rId11" Type="http://schemas.openxmlformats.org/officeDocument/2006/relationships/theme" Target="../theme/theme47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415.xml"/></Relationships>
</file>

<file path=ppt/slideMasters/_rels/slideMaster4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2.xml"/><Relationship Id="rId8" Type="http://schemas.openxmlformats.org/officeDocument/2006/relationships/slideLayout" Target="../slideLayouts/slideLayout431.xml"/><Relationship Id="rId7" Type="http://schemas.openxmlformats.org/officeDocument/2006/relationships/slideLayout" Target="../slideLayouts/slideLayout430.xml"/><Relationship Id="rId6" Type="http://schemas.openxmlformats.org/officeDocument/2006/relationships/slideLayout" Target="../slideLayouts/slideLayout429.xml"/><Relationship Id="rId5" Type="http://schemas.openxmlformats.org/officeDocument/2006/relationships/slideLayout" Target="../slideLayouts/slideLayout428.xml"/><Relationship Id="rId4" Type="http://schemas.openxmlformats.org/officeDocument/2006/relationships/slideLayout" Target="../slideLayouts/slideLayout427.xml"/><Relationship Id="rId3" Type="http://schemas.openxmlformats.org/officeDocument/2006/relationships/slideLayout" Target="../slideLayouts/slideLayout426.xml"/><Relationship Id="rId2" Type="http://schemas.openxmlformats.org/officeDocument/2006/relationships/slideLayout" Target="../slideLayouts/slideLayout425.xml"/><Relationship Id="rId11" Type="http://schemas.openxmlformats.org/officeDocument/2006/relationships/theme" Target="../theme/theme48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424.xml"/></Relationships>
</file>

<file path=ppt/slideMasters/_rels/slideMaster4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1.xml"/><Relationship Id="rId8" Type="http://schemas.openxmlformats.org/officeDocument/2006/relationships/slideLayout" Target="../slideLayouts/slideLayout440.xml"/><Relationship Id="rId7" Type="http://schemas.openxmlformats.org/officeDocument/2006/relationships/slideLayout" Target="../slideLayouts/slideLayout439.xml"/><Relationship Id="rId6" Type="http://schemas.openxmlformats.org/officeDocument/2006/relationships/slideLayout" Target="../slideLayouts/slideLayout438.xml"/><Relationship Id="rId5" Type="http://schemas.openxmlformats.org/officeDocument/2006/relationships/slideLayout" Target="../slideLayouts/slideLayout437.xml"/><Relationship Id="rId4" Type="http://schemas.openxmlformats.org/officeDocument/2006/relationships/slideLayout" Target="../slideLayouts/slideLayout436.xml"/><Relationship Id="rId3" Type="http://schemas.openxmlformats.org/officeDocument/2006/relationships/slideLayout" Target="../slideLayouts/slideLayout435.xml"/><Relationship Id="rId2" Type="http://schemas.openxmlformats.org/officeDocument/2006/relationships/slideLayout" Target="../slideLayouts/slideLayout434.xml"/><Relationship Id="rId11" Type="http://schemas.openxmlformats.org/officeDocument/2006/relationships/theme" Target="../theme/theme49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433.xml"/></Relationships>
</file>

<file path=ppt/slideMasters/_rels/slideMaster5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0.xml"/><Relationship Id="rId8" Type="http://schemas.openxmlformats.org/officeDocument/2006/relationships/slideLayout" Target="../slideLayouts/slideLayout449.xml"/><Relationship Id="rId7" Type="http://schemas.openxmlformats.org/officeDocument/2006/relationships/slideLayout" Target="../slideLayouts/slideLayout448.xml"/><Relationship Id="rId6" Type="http://schemas.openxmlformats.org/officeDocument/2006/relationships/slideLayout" Target="../slideLayouts/slideLayout447.xml"/><Relationship Id="rId5" Type="http://schemas.openxmlformats.org/officeDocument/2006/relationships/slideLayout" Target="../slideLayouts/slideLayout446.xml"/><Relationship Id="rId4" Type="http://schemas.openxmlformats.org/officeDocument/2006/relationships/slideLayout" Target="../slideLayouts/slideLayout445.xml"/><Relationship Id="rId3" Type="http://schemas.openxmlformats.org/officeDocument/2006/relationships/slideLayout" Target="../slideLayouts/slideLayout444.xml"/><Relationship Id="rId2" Type="http://schemas.openxmlformats.org/officeDocument/2006/relationships/slideLayout" Target="../slideLayouts/slideLayout443.xml"/><Relationship Id="rId11" Type="http://schemas.openxmlformats.org/officeDocument/2006/relationships/theme" Target="../theme/theme50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442.xml"/></Relationships>
</file>

<file path=ppt/slideMasters/_rels/slideMaster5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9.xml"/><Relationship Id="rId8" Type="http://schemas.openxmlformats.org/officeDocument/2006/relationships/slideLayout" Target="../slideLayouts/slideLayout458.xml"/><Relationship Id="rId7" Type="http://schemas.openxmlformats.org/officeDocument/2006/relationships/slideLayout" Target="../slideLayouts/slideLayout457.xml"/><Relationship Id="rId6" Type="http://schemas.openxmlformats.org/officeDocument/2006/relationships/slideLayout" Target="../slideLayouts/slideLayout456.xml"/><Relationship Id="rId5" Type="http://schemas.openxmlformats.org/officeDocument/2006/relationships/slideLayout" Target="../slideLayouts/slideLayout455.xml"/><Relationship Id="rId4" Type="http://schemas.openxmlformats.org/officeDocument/2006/relationships/slideLayout" Target="../slideLayouts/slideLayout454.xml"/><Relationship Id="rId3" Type="http://schemas.openxmlformats.org/officeDocument/2006/relationships/slideLayout" Target="../slideLayouts/slideLayout453.xml"/><Relationship Id="rId2" Type="http://schemas.openxmlformats.org/officeDocument/2006/relationships/slideLayout" Target="../slideLayouts/slideLayout452.xml"/><Relationship Id="rId11" Type="http://schemas.openxmlformats.org/officeDocument/2006/relationships/theme" Target="../theme/theme51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451.xml"/></Relationships>
</file>

<file path=ppt/slideMasters/_rels/slideMaster5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8.xml"/><Relationship Id="rId8" Type="http://schemas.openxmlformats.org/officeDocument/2006/relationships/slideLayout" Target="../slideLayouts/slideLayout467.xml"/><Relationship Id="rId7" Type="http://schemas.openxmlformats.org/officeDocument/2006/relationships/slideLayout" Target="../slideLayouts/slideLayout466.xml"/><Relationship Id="rId6" Type="http://schemas.openxmlformats.org/officeDocument/2006/relationships/slideLayout" Target="../slideLayouts/slideLayout465.xml"/><Relationship Id="rId5" Type="http://schemas.openxmlformats.org/officeDocument/2006/relationships/slideLayout" Target="../slideLayouts/slideLayout464.xml"/><Relationship Id="rId4" Type="http://schemas.openxmlformats.org/officeDocument/2006/relationships/slideLayout" Target="../slideLayouts/slideLayout463.xml"/><Relationship Id="rId3" Type="http://schemas.openxmlformats.org/officeDocument/2006/relationships/slideLayout" Target="../slideLayouts/slideLayout462.xml"/><Relationship Id="rId2" Type="http://schemas.openxmlformats.org/officeDocument/2006/relationships/slideLayout" Target="../slideLayouts/slideLayout461.xml"/><Relationship Id="rId11" Type="http://schemas.openxmlformats.org/officeDocument/2006/relationships/theme" Target="../theme/theme52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460.xml"/></Relationships>
</file>

<file path=ppt/slideMasters/_rels/slideMaster5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77.xml"/><Relationship Id="rId8" Type="http://schemas.openxmlformats.org/officeDocument/2006/relationships/slideLayout" Target="../slideLayouts/slideLayout476.xml"/><Relationship Id="rId7" Type="http://schemas.openxmlformats.org/officeDocument/2006/relationships/slideLayout" Target="../slideLayouts/slideLayout475.xml"/><Relationship Id="rId6" Type="http://schemas.openxmlformats.org/officeDocument/2006/relationships/slideLayout" Target="../slideLayouts/slideLayout474.xml"/><Relationship Id="rId5" Type="http://schemas.openxmlformats.org/officeDocument/2006/relationships/slideLayout" Target="../slideLayouts/slideLayout473.xml"/><Relationship Id="rId4" Type="http://schemas.openxmlformats.org/officeDocument/2006/relationships/slideLayout" Target="../slideLayouts/slideLayout472.xml"/><Relationship Id="rId3" Type="http://schemas.openxmlformats.org/officeDocument/2006/relationships/slideLayout" Target="../slideLayouts/slideLayout471.xml"/><Relationship Id="rId2" Type="http://schemas.openxmlformats.org/officeDocument/2006/relationships/slideLayout" Target="../slideLayouts/slideLayout470.xml"/><Relationship Id="rId11" Type="http://schemas.openxmlformats.org/officeDocument/2006/relationships/theme" Target="../theme/theme53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4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6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7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3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6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8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9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1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3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5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8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50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3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55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57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0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62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2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2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3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65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67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7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7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7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69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2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74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77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77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77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77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9" r:id="rId1"/>
    <p:sldLayoutId id="2147483960" r:id="rId2"/>
    <p:sldLayoutId id="2147483961" r:id="rId3"/>
    <p:sldLayoutId id="2147483962" r:id="rId4"/>
    <p:sldLayoutId id="2147483963" r:id="rId5"/>
    <p:sldLayoutId id="2147483964" r:id="rId6"/>
    <p:sldLayoutId id="2147483965" r:id="rId7"/>
    <p:sldLayoutId id="2147483966" r:id="rId8"/>
    <p:sldLayoutId id="214748396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79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81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82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82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82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0" r:id="rId2"/>
    <p:sldLayoutId id="2147483981" r:id="rId3"/>
    <p:sldLayoutId id="2147483982" r:id="rId4"/>
    <p:sldLayoutId id="2147483983" r:id="rId5"/>
    <p:sldLayoutId id="2147483984" r:id="rId6"/>
    <p:sldLayoutId id="2147483985" r:id="rId7"/>
    <p:sldLayoutId id="2147483986" r:id="rId8"/>
    <p:sldLayoutId id="214748398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84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  <p:sldLayoutId id="2147483990" r:id="rId2"/>
    <p:sldLayoutId id="2147483991" r:id="rId3"/>
    <p:sldLayoutId id="2147483992" r:id="rId4"/>
    <p:sldLayoutId id="2147483993" r:id="rId5"/>
    <p:sldLayoutId id="2147483994" r:id="rId6"/>
    <p:sldLayoutId id="2147483995" r:id="rId7"/>
    <p:sldLayoutId id="2147483996" r:id="rId8"/>
    <p:sldLayoutId id="214748399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86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7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89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91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91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91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91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9" r:id="rId1"/>
    <p:sldLayoutId id="2147484020" r:id="rId2"/>
    <p:sldLayoutId id="2147484021" r:id="rId3"/>
    <p:sldLayoutId id="2147484022" r:id="rId4"/>
    <p:sldLayoutId id="2147484023" r:id="rId5"/>
    <p:sldLayoutId id="2147484024" r:id="rId6"/>
    <p:sldLayoutId id="2147484025" r:id="rId7"/>
    <p:sldLayoutId id="2147484026" r:id="rId8"/>
    <p:sldLayoutId id="214748402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93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30" r:id="rId2"/>
    <p:sldLayoutId id="2147484031" r:id="rId3"/>
    <p:sldLayoutId id="2147484032" r:id="rId4"/>
    <p:sldLayoutId id="2147484033" r:id="rId5"/>
    <p:sldLayoutId id="2147484034" r:id="rId6"/>
    <p:sldLayoutId id="2147484035" r:id="rId7"/>
    <p:sldLayoutId id="2147484036" r:id="rId8"/>
    <p:sldLayoutId id="214748403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6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6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6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6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  <p:sldLayoutId id="2147484040" r:id="rId2"/>
    <p:sldLayoutId id="2147484041" r:id="rId3"/>
    <p:sldLayoutId id="2147484042" r:id="rId4"/>
    <p:sldLayoutId id="2147484043" r:id="rId5"/>
    <p:sldLayoutId id="2147484044" r:id="rId6"/>
    <p:sldLayoutId id="2147484045" r:id="rId7"/>
    <p:sldLayoutId id="2147484046" r:id="rId8"/>
    <p:sldLayoutId id="214748404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98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98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98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99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9" r:id="rId1"/>
    <p:sldLayoutId id="2147484050" r:id="rId2"/>
    <p:sldLayoutId id="2147484051" r:id="rId3"/>
    <p:sldLayoutId id="2147484052" r:id="rId4"/>
    <p:sldLayoutId id="2147484053" r:id="rId5"/>
    <p:sldLayoutId id="2147484054" r:id="rId6"/>
    <p:sldLayoutId id="2147484055" r:id="rId7"/>
    <p:sldLayoutId id="2147484056" r:id="rId8"/>
    <p:sldLayoutId id="21474840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01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01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01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01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9" r:id="rId1"/>
    <p:sldLayoutId id="2147484060" r:id="rId2"/>
    <p:sldLayoutId id="2147484061" r:id="rId3"/>
    <p:sldLayoutId id="2147484062" r:id="rId4"/>
    <p:sldLayoutId id="2147484063" r:id="rId5"/>
    <p:sldLayoutId id="2147484064" r:id="rId6"/>
    <p:sldLayoutId id="2147484065" r:id="rId7"/>
    <p:sldLayoutId id="2147484066" r:id="rId8"/>
    <p:sldLayoutId id="214748406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03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3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3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3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05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6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6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6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08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08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08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08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9" r:id="rId1"/>
    <p:sldLayoutId id="2147484090" r:id="rId2"/>
    <p:sldLayoutId id="2147484091" r:id="rId3"/>
    <p:sldLayoutId id="2147484092" r:id="rId4"/>
    <p:sldLayoutId id="2147484093" r:id="rId5"/>
    <p:sldLayoutId id="2147484094" r:id="rId6"/>
    <p:sldLayoutId id="2147484095" r:id="rId7"/>
    <p:sldLayoutId id="2147484096" r:id="rId8"/>
    <p:sldLayoutId id="214748409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10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0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0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1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3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13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3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3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3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9" r:id="rId1"/>
    <p:sldLayoutId id="2147484110" r:id="rId2"/>
    <p:sldLayoutId id="2147484111" r:id="rId3"/>
    <p:sldLayoutId id="2147484112" r:id="rId4"/>
    <p:sldLayoutId id="2147484113" r:id="rId5"/>
    <p:sldLayoutId id="2147484114" r:id="rId6"/>
    <p:sldLayoutId id="2147484115" r:id="rId7"/>
    <p:sldLayoutId id="2147484116" r:id="rId8"/>
    <p:sldLayoutId id="214748411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15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15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15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15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20" r:id="rId2"/>
    <p:sldLayoutId id="2147484121" r:id="rId3"/>
    <p:sldLayoutId id="2147484122" r:id="rId4"/>
    <p:sldLayoutId id="2147484123" r:id="rId5"/>
    <p:sldLayoutId id="2147484124" r:id="rId6"/>
    <p:sldLayoutId id="2147484125" r:id="rId7"/>
    <p:sldLayoutId id="2147484126" r:id="rId8"/>
    <p:sldLayoutId id="214748412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17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18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18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18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0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0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0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0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9" r:id="rId1"/>
    <p:sldLayoutId id="2147484140" r:id="rId2"/>
    <p:sldLayoutId id="2147484141" r:id="rId3"/>
    <p:sldLayoutId id="2147484142" r:id="rId4"/>
    <p:sldLayoutId id="2147484143" r:id="rId5"/>
    <p:sldLayoutId id="2147484144" r:id="rId6"/>
    <p:sldLayoutId id="2147484145" r:id="rId7"/>
    <p:sldLayoutId id="2147484146" r:id="rId8"/>
    <p:sldLayoutId id="214748414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22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22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22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23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50" r:id="rId2"/>
    <p:sldLayoutId id="2147484151" r:id="rId3"/>
    <p:sldLayoutId id="2147484152" r:id="rId4"/>
    <p:sldLayoutId id="2147484153" r:id="rId5"/>
    <p:sldLayoutId id="2147484154" r:id="rId6"/>
    <p:sldLayoutId id="2147484155" r:id="rId7"/>
    <p:sldLayoutId id="2147484156" r:id="rId8"/>
    <p:sldLayoutId id="21474841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25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25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25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25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9" r:id="rId1"/>
    <p:sldLayoutId id="2147484160" r:id="rId2"/>
    <p:sldLayoutId id="2147484161" r:id="rId3"/>
    <p:sldLayoutId id="2147484162" r:id="rId4"/>
    <p:sldLayoutId id="2147484163" r:id="rId5"/>
    <p:sldLayoutId id="2147484164" r:id="rId6"/>
    <p:sldLayoutId id="2147484165" r:id="rId7"/>
    <p:sldLayoutId id="2147484166" r:id="rId8"/>
    <p:sldLayoutId id="214748416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3"/>
            <a:ext cx="661486" cy="1681203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4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9"/>
            <a:ext cx="212642" cy="605301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9" r:id="rId1"/>
    <p:sldLayoutId id="2147484170" r:id="rId2"/>
    <p:sldLayoutId id="2147484171" r:id="rId3"/>
    <p:sldLayoutId id="2147484172" r:id="rId4"/>
    <p:sldLayoutId id="2147484173" r:id="rId5"/>
    <p:sldLayoutId id="2147484174" r:id="rId6"/>
    <p:sldLayoutId id="2147484175" r:id="rId7"/>
    <p:sldLayoutId id="2147484176" r:id="rId8"/>
    <p:sldLayoutId id="214748417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slide" Target="slide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7.xml"/><Relationship Id="rId4" Type="http://schemas.openxmlformats.org/officeDocument/2006/relationships/audio" Target="../media/audio1.wav"/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hyperlink" Target="file:///D:\TC\TC.EXE" TargetMode="Externa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5.xml"/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" Target="sl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audio" Target="../media/audio2.wav"/><Relationship Id="rId1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2.xml"/><Relationship Id="rId1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1.xml"/><Relationship Id="rId1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0.xml"/><Relationship Id="rId1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9.xml"/><Relationship Id="rId1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8.xml"/><Relationship Id="rId1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7.xml"/><Relationship Id="rId1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.bin"/><Relationship Id="rId8" Type="http://schemas.openxmlformats.org/officeDocument/2006/relationships/image" Target="../media/image7.wmf"/><Relationship Id="rId7" Type="http://schemas.openxmlformats.org/officeDocument/2006/relationships/oleObject" Target="../embeddings/oleObject5.bin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4.wmf"/><Relationship Id="rId13" Type="http://schemas.openxmlformats.org/officeDocument/2006/relationships/vmlDrawing" Target="../drawings/vmlDrawing2.vml"/><Relationship Id="rId12" Type="http://schemas.openxmlformats.org/officeDocument/2006/relationships/slideLayout" Target="../slideLayouts/slideLayout44.xml"/><Relationship Id="rId11" Type="http://schemas.openxmlformats.org/officeDocument/2006/relationships/audio" Target="../media/audio1.wav"/><Relationship Id="rId10" Type="http://schemas.openxmlformats.org/officeDocument/2006/relationships/image" Target="../media/image8.wmf"/><Relationship Id="rId1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6.xml"/><Relationship Id="rId1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5.xml"/><Relationship Id="rId1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4.xml"/><Relationship Id="rId1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3.xml"/><Relationship Id="rId1" Type="http://schemas.openxmlformats.org/officeDocument/2006/relationships/audio" Target="../media/audio1.wav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2.xml"/><Relationship Id="rId1" Type="http://schemas.openxmlformats.org/officeDocument/2006/relationships/audio" Target="../media/audio1.wav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1.xml"/><Relationship Id="rId1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0.xml"/><Relationship Id="rId1" Type="http://schemas.openxmlformats.org/officeDocument/2006/relationships/audio" Target="../media/audio1.wav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audio" Target="../media/audio2.wav"/><Relationship Id="rId1" Type="http://schemas.openxmlformats.org/officeDocument/2006/relationships/audio" Target="../media/audio1.wav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audio" Target="../media/audio2.wav"/><Relationship Id="rId1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17.xml"/><Relationship Id="rId4" Type="http://schemas.openxmlformats.org/officeDocument/2006/relationships/audio" Target="../media/audio1.wav"/><Relationship Id="rId3" Type="http://schemas.openxmlformats.org/officeDocument/2006/relationships/audio" Target="../media/audio2.wav"/><Relationship Id="rId2" Type="http://schemas.openxmlformats.org/officeDocument/2006/relationships/image" Target="../media/image9.wmf"/><Relationship Id="rId1" Type="http://schemas.openxmlformats.org/officeDocument/2006/relationships/oleObject" Target="../embeddings/oleObject7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9.xml"/><Relationship Id="rId1" Type="http://schemas.openxmlformats.org/officeDocument/2006/relationships/audio" Target="../media/audio1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audio" Target="../media/audio1.wav"/><Relationship Id="rId1" Type="http://schemas.openxmlformats.org/officeDocument/2006/relationships/audio" Target="../media/audio2.wav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6.xml"/><Relationship Id="rId2" Type="http://schemas.openxmlformats.org/officeDocument/2006/relationships/audio" Target="../media/audio1.wav"/><Relationship Id="rId1" Type="http://schemas.openxmlformats.org/officeDocument/2006/relationships/audio" Target="../media/audio2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audio" Target="../media/audio2.wav"/><Relationship Id="rId1" Type="http://schemas.openxmlformats.org/officeDocument/2006/relationships/audio" Target="../media/audio1.wav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audio" Target="../media/audio1.wav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8.xml"/><Relationship Id="rId2" Type="http://schemas.openxmlformats.org/officeDocument/2006/relationships/audio" Target="../media/audio1.wav"/><Relationship Id="rId1" Type="http://schemas.openxmlformats.org/officeDocument/2006/relationships/audio" Target="../media/audio2.wav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7.xml"/><Relationship Id="rId1" Type="http://schemas.openxmlformats.org/officeDocument/2006/relationships/audio" Target="../media/audio1.wav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6.xml"/><Relationship Id="rId1" Type="http://schemas.openxmlformats.org/officeDocument/2006/relationships/audio" Target="../media/audio1.wav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audio" Target="../media/audio2.wav"/><Relationship Id="rId1" Type="http://schemas.openxmlformats.org/officeDocument/2006/relationships/audio" Target="../media/audio1.wav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audio" Target="../media/audio1.wav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audio" Target="../media/audio1.wav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4.xml"/><Relationship Id="rId1" Type="http://schemas.openxmlformats.org/officeDocument/2006/relationships/audio" Target="../media/audio1.wav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3.xml"/><Relationship Id="rId1" Type="http://schemas.openxmlformats.org/officeDocument/2006/relationships/audio" Target="../media/audio1.wav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2.xml"/><Relationship Id="rId1" Type="http://schemas.openxmlformats.org/officeDocument/2006/relationships/audio" Target="../media/audio1.wav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1.xml"/><Relationship Id="rId1" Type="http://schemas.openxmlformats.org/officeDocument/2006/relationships/audio" Target="../media/audio1.wav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0.xml"/><Relationship Id="rId1" Type="http://schemas.openxmlformats.org/officeDocument/2006/relationships/audio" Target="../media/audio1.wav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audio" Target="../media/audio1.wav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9.xml"/><Relationship Id="rId1" Type="http://schemas.openxmlformats.org/officeDocument/2006/relationships/audio" Target="../media/audio1.wav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8.xml"/><Relationship Id="rId1" Type="http://schemas.openxmlformats.org/officeDocument/2006/relationships/audio" Target="../media/audio1.wav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80.xml"/><Relationship Id="rId1" Type="http://schemas.openxmlformats.org/officeDocument/2006/relationships/image" Target="../media/image1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5.xml"/><Relationship Id="rId2" Type="http://schemas.openxmlformats.org/officeDocument/2006/relationships/audio" Target="../media/audio2.wav"/><Relationship Id="rId1" Type="http://schemas.openxmlformats.org/officeDocument/2006/relationships/audio" Target="../media/audio1.wav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5.xml"/><Relationship Id="rId1" Type="http://schemas.openxmlformats.org/officeDocument/2006/relationships/audio" Target="../media/audio1.wav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5.xml"/><Relationship Id="rId2" Type="http://schemas.openxmlformats.org/officeDocument/2006/relationships/audio" Target="../media/audio2.wav"/><Relationship Id="rId1" Type="http://schemas.openxmlformats.org/officeDocument/2006/relationships/audio" Target="../media/audio1.wav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4.xml"/><Relationship Id="rId1" Type="http://schemas.openxmlformats.org/officeDocument/2006/relationships/audio" Target="../media/audio1.wav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3.xml"/><Relationship Id="rId1" Type="http://schemas.openxmlformats.org/officeDocument/2006/relationships/audio" Target="../media/audio1.wav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2.xml"/><Relationship Id="rId1" Type="http://schemas.openxmlformats.org/officeDocument/2006/relationships/audio" Target="../media/audio1.wav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1.xml"/><Relationship Id="rId1" Type="http://schemas.openxmlformats.org/officeDocument/2006/relationships/audio" Target="../media/audio1.wav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89.xml"/><Relationship Id="rId1" Type="http://schemas.openxmlformats.org/officeDocument/2006/relationships/image" Target="../media/image1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0.xml"/><Relationship Id="rId1" Type="http://schemas.openxmlformats.org/officeDocument/2006/relationships/audio" Target="../media/audio1.wav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359.xml"/><Relationship Id="rId3" Type="http://schemas.openxmlformats.org/officeDocument/2006/relationships/audio" Target="../media/audio1.wav"/><Relationship Id="rId2" Type="http://schemas.openxmlformats.org/officeDocument/2006/relationships/image" Target="../media/image10.wmf"/><Relationship Id="rId1" Type="http://schemas.openxmlformats.org/officeDocument/2006/relationships/oleObject" Target="../embeddings/oleObject8.bin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68.xml"/><Relationship Id="rId1" Type="http://schemas.openxmlformats.org/officeDocument/2006/relationships/audio" Target="../media/audio1.wav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7.xml"/><Relationship Id="rId1" Type="http://schemas.openxmlformats.org/officeDocument/2006/relationships/audio" Target="../media/audio1.wav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79.xml"/><Relationship Id="rId1" Type="http://schemas.openxmlformats.org/officeDocument/2006/relationships/image" Target="../media/image1.jpe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95.xml"/><Relationship Id="rId1" Type="http://schemas.openxmlformats.org/officeDocument/2006/relationships/audio" Target="../media/audio1.wav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04.xml"/><Relationship Id="rId1" Type="http://schemas.openxmlformats.org/officeDocument/2006/relationships/audio" Target="../media/audio1.wav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06.xml"/><Relationship Id="rId1" Type="http://schemas.openxmlformats.org/officeDocument/2006/relationships/image" Target="../media/image1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22.xml"/><Relationship Id="rId1" Type="http://schemas.openxmlformats.org/officeDocument/2006/relationships/audio" Target="../media/audio1.wav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31.xml"/><Relationship Id="rId1" Type="http://schemas.openxmlformats.org/officeDocument/2006/relationships/audio" Target="../media/audio1.wav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40.xml"/><Relationship Id="rId1" Type="http://schemas.openxmlformats.org/officeDocument/2006/relationships/audio" Target="../media/audio1.wav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49.xml"/><Relationship Id="rId1" Type="http://schemas.openxmlformats.org/officeDocument/2006/relationships/audio" Target="../media/audio1.wav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58.xml"/><Relationship Id="rId1" Type="http://schemas.openxmlformats.org/officeDocument/2006/relationships/audio" Target="../media/audio1.wav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7.xml"/><Relationship Id="rId1" Type="http://schemas.openxmlformats.org/officeDocument/2006/relationships/audio" Target="../media/audio1.wav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81282" name="media1.mp3">
            <a:hlinkClick r:id="" action="ppaction://media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5062" y="61913"/>
            <a:ext cx="6096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283" name="文本框 41"/>
          <p:cNvSpPr txBox="1"/>
          <p:nvPr/>
        </p:nvSpPr>
        <p:spPr>
          <a:xfrm flipH="1">
            <a:off x="3789363" y="1927225"/>
            <a:ext cx="4251325" cy="83026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algn="ctr"/>
            <a:r>
              <a:rPr lang="en-US" altLang="zh-CN" sz="4800" b="1" dirty="0">
                <a:solidFill>
                  <a:srgbClr val="0838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800" b="1" dirty="0">
                <a:solidFill>
                  <a:srgbClr val="0838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语言程序设计</a:t>
            </a:r>
            <a:endParaRPr lang="zh-CN" altLang="en-US" sz="4800" b="1" dirty="0">
              <a:solidFill>
                <a:srgbClr val="08386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395"/>
          <p:cNvSpPr>
            <a:spLocks noChangeArrowheads="1"/>
          </p:cNvSpPr>
          <p:nvPr/>
        </p:nvSpPr>
        <p:spPr bwMode="auto">
          <a:xfrm>
            <a:off x="4235450" y="2997200"/>
            <a:ext cx="3475038" cy="4349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ct val="0"/>
              </a:spcBef>
              <a:buFontTx/>
              <a:buNone/>
            </a:pPr>
            <a:r>
              <a:rPr lang="en-US" altLang="zh-CN" sz="20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20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、循环</a:t>
            </a:r>
            <a:r>
              <a:rPr lang="zh-CN" altLang="en-US" sz="20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结构程序设计</a:t>
            </a:r>
            <a:endParaRPr lang="zh-CN" altLang="en-US" sz="2000" b="1" strike="noStrike" noProof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 advClick="0" advTm="7825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63" name="平行四边形 62"/>
          <p:cNvSpPr/>
          <p:nvPr/>
        </p:nvSpPr>
        <p:spPr>
          <a:xfrm rot="10800000" flipH="1">
            <a:off x="0" y="0"/>
            <a:ext cx="2173288" cy="1644650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26" name="平行四边形 25"/>
          <p:cNvSpPr/>
          <p:nvPr/>
        </p:nvSpPr>
        <p:spPr>
          <a:xfrm rot="10800000" flipH="1">
            <a:off x="889000" y="227013"/>
            <a:ext cx="2174875" cy="1644650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pic>
        <p:nvPicPr>
          <p:cNvPr id="483332" name="组合 2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325" y="1863725"/>
            <a:ext cx="2944813" cy="331628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83333" name="组合 29"/>
          <p:cNvGrpSpPr/>
          <p:nvPr/>
        </p:nvGrpSpPr>
        <p:grpSpPr>
          <a:xfrm>
            <a:off x="5907088" y="1144588"/>
            <a:ext cx="3302000" cy="603250"/>
            <a:chOff x="6053982" y="3572061"/>
            <a:chExt cx="3304346" cy="602565"/>
          </a:xfrm>
        </p:grpSpPr>
        <p:sp>
          <p:nvSpPr>
            <p:cNvPr id="483334" name="文本框 66"/>
            <p:cNvSpPr txBox="1"/>
            <p:nvPr/>
          </p:nvSpPr>
          <p:spPr>
            <a:xfrm>
              <a:off x="7040405" y="3612911"/>
              <a:ext cx="2317923" cy="459852"/>
            </a:xfrm>
            <a:prstGeom prst="rect">
              <a:avLst/>
            </a:prstGeom>
            <a:noFill/>
            <a:ln w="9525" cap="flat" cmpd="sng">
              <a:solidFill>
                <a:srgbClr val="08376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p>
              <a:r>
                <a: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" action="ppaction://hlinksldjump"/>
                </a:rPr>
                <a:t>循环型程序设计</a:t>
              </a:r>
              <a:endPara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hlinksldjump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6053982" y="3572061"/>
              <a:ext cx="602565" cy="602565"/>
              <a:chOff x="7935669" y="3889888"/>
              <a:chExt cx="602565" cy="602565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33" name="圆角矩形 32"/>
              <p:cNvSpPr/>
              <p:nvPr/>
            </p:nvSpPr>
            <p:spPr>
              <a:xfrm rot="2700000">
                <a:off x="7935669" y="3889888"/>
                <a:ext cx="602565" cy="60256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z="1100" strike="noStrike" noProof="1"/>
              </a:p>
            </p:txBody>
          </p:sp>
          <p:sp>
            <p:nvSpPr>
              <p:cNvPr id="34" name="文本框 84"/>
              <p:cNvSpPr txBox="1"/>
              <p:nvPr/>
            </p:nvSpPr>
            <p:spPr>
              <a:xfrm>
                <a:off x="8020440" y="4023280"/>
                <a:ext cx="339966" cy="398327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fontAlgn="auto"/>
                <a:r>
                  <a:rPr lang="en-US" altLang="zh-CN" sz="2000" b="1" strike="noStrike" noProof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Kartika" pitchFamily="18" charset="0"/>
                  </a:rPr>
                  <a:t>1</a:t>
                </a:r>
                <a:endParaRPr lang="en-US" altLang="zh-CN" sz="20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2384717" y="2136073"/>
            <a:ext cx="3068417" cy="2718682"/>
            <a:chOff x="2384717" y="2136073"/>
            <a:chExt cx="3068428" cy="27186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" name="六边形 1"/>
            <p:cNvSpPr/>
            <p:nvPr/>
          </p:nvSpPr>
          <p:spPr>
            <a:xfrm rot="1800000">
              <a:off x="2384717" y="2136073"/>
              <a:ext cx="3068428" cy="2718682"/>
            </a:xfrm>
            <a:prstGeom prst="hexagon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28" name="六边形 27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29" name="TextBox 5"/>
            <p:cNvSpPr txBox="1"/>
            <p:nvPr/>
          </p:nvSpPr>
          <p:spPr>
            <a:xfrm>
              <a:off x="2728061" y="2705823"/>
              <a:ext cx="2316555" cy="141577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zh-CN" altLang="en-US" sz="5400" b="1" strike="noStrike" noProof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目录</a:t>
              </a:r>
              <a:endParaRPr lang="en-US" altLang="zh-CN" sz="4400" b="1" strike="noStrike" noProof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/>
              <a:r>
                <a:rPr lang="en-US" altLang="zh-CN" sz="3200" b="1" strike="noStrike" noProof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Contents</a:t>
              </a:r>
              <a:endParaRPr lang="zh-CN" altLang="en-US" sz="3200" b="1" strike="noStrike" noProof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83337" name="组合 29"/>
          <p:cNvGrpSpPr/>
          <p:nvPr/>
        </p:nvGrpSpPr>
        <p:grpSpPr>
          <a:xfrm>
            <a:off x="5891213" y="2166938"/>
            <a:ext cx="2997200" cy="603250"/>
            <a:chOff x="6053982" y="3572061"/>
            <a:chExt cx="2999407" cy="602565"/>
          </a:xfrm>
        </p:grpSpPr>
        <p:sp>
          <p:nvSpPr>
            <p:cNvPr id="483338" name="文本框 66"/>
            <p:cNvSpPr txBox="1"/>
            <p:nvPr/>
          </p:nvSpPr>
          <p:spPr>
            <a:xfrm>
              <a:off x="7040405" y="3612911"/>
              <a:ext cx="2012984" cy="459852"/>
            </a:xfrm>
            <a:prstGeom prst="rect">
              <a:avLst/>
            </a:prstGeom>
            <a:noFill/>
            <a:ln w="9525" cap="flat" cmpd="sng">
              <a:solidFill>
                <a:srgbClr val="08376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p>
              <a:r>
                <a: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rId2" action="ppaction://hlinksldjump"/>
                </a:rPr>
                <a:t>辅助控制语句</a:t>
              </a:r>
              <a:endPara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6053982" y="3572061"/>
              <a:ext cx="602565" cy="602565"/>
              <a:chOff x="7935669" y="3889888"/>
              <a:chExt cx="602565" cy="602565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7" name="圆角矩形 6"/>
              <p:cNvSpPr/>
              <p:nvPr/>
            </p:nvSpPr>
            <p:spPr>
              <a:xfrm rot="2700000">
                <a:off x="7935669" y="3889888"/>
                <a:ext cx="602565" cy="60256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auto"/>
                <a:endParaRPr lang="zh-CN" altLang="en-US" sz="1100" strike="noStrike" noProof="1"/>
              </a:p>
            </p:txBody>
          </p:sp>
          <p:sp>
            <p:nvSpPr>
              <p:cNvPr id="8" name="文本框 84"/>
              <p:cNvSpPr txBox="1"/>
              <p:nvPr/>
            </p:nvSpPr>
            <p:spPr>
              <a:xfrm>
                <a:off x="8020440" y="4023280"/>
                <a:ext cx="339975" cy="398327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p>
                <a:pPr fontAlgn="auto"/>
                <a:r>
                  <a:rPr lang="en-US" altLang="zh-CN" sz="2000" b="1" strike="noStrike" noProof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Kartika" pitchFamily="18" charset="0"/>
                  </a:rPr>
                  <a:t>2</a:t>
                </a:r>
                <a:endParaRPr lang="en-US" altLang="zh-CN" sz="20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endParaRPr>
              </a:p>
            </p:txBody>
          </p:sp>
        </p:grpSp>
      </p:grpSp>
      <p:grpSp>
        <p:nvGrpSpPr>
          <p:cNvPr id="483340" name="组合 29"/>
          <p:cNvGrpSpPr/>
          <p:nvPr/>
        </p:nvGrpSpPr>
        <p:grpSpPr>
          <a:xfrm>
            <a:off x="5927725" y="3194050"/>
            <a:ext cx="2387600" cy="603250"/>
            <a:chOff x="6053982" y="3572061"/>
            <a:chExt cx="2389535" cy="602565"/>
          </a:xfrm>
        </p:grpSpPr>
        <p:sp>
          <p:nvSpPr>
            <p:cNvPr id="483341" name="文本框 66"/>
            <p:cNvSpPr txBox="1"/>
            <p:nvPr/>
          </p:nvSpPr>
          <p:spPr>
            <a:xfrm>
              <a:off x="7040405" y="3612911"/>
              <a:ext cx="1403112" cy="459852"/>
            </a:xfrm>
            <a:prstGeom prst="rect">
              <a:avLst/>
            </a:prstGeom>
            <a:noFill/>
            <a:ln w="9525" cap="flat" cmpd="sng">
              <a:solidFill>
                <a:srgbClr val="08376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p>
              <a:r>
                <a: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rId2" action="ppaction://hlinksldjump"/>
                </a:rPr>
                <a:t>循环嵌套</a:t>
              </a:r>
              <a:endPara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6053982" y="3572061"/>
              <a:ext cx="602565" cy="602565"/>
              <a:chOff x="7935669" y="3889888"/>
              <a:chExt cx="602565" cy="602565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10" name="圆角矩形 9"/>
              <p:cNvSpPr/>
              <p:nvPr/>
            </p:nvSpPr>
            <p:spPr>
              <a:xfrm rot="2700000">
                <a:off x="7935669" y="3889888"/>
                <a:ext cx="602565" cy="60256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auto"/>
                <a:endParaRPr lang="zh-CN" altLang="en-US" sz="1100" strike="noStrike" noProof="1"/>
              </a:p>
            </p:txBody>
          </p:sp>
          <p:sp>
            <p:nvSpPr>
              <p:cNvPr id="11" name="文本框 84"/>
              <p:cNvSpPr txBox="1"/>
              <p:nvPr/>
            </p:nvSpPr>
            <p:spPr>
              <a:xfrm>
                <a:off x="8020440" y="4023280"/>
                <a:ext cx="339975" cy="398327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p>
                <a:pPr fontAlgn="auto"/>
                <a:r>
                  <a:rPr lang="en-US" altLang="zh-CN" sz="2000" b="1" strike="noStrike" noProof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Kartika" pitchFamily="18" charset="0"/>
                  </a:rPr>
                  <a:t>3</a:t>
                </a:r>
                <a:endParaRPr lang="en-US" altLang="zh-CN" sz="20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endParaRPr>
              </a:p>
            </p:txBody>
          </p:sp>
        </p:grpSp>
      </p:grpSp>
      <p:grpSp>
        <p:nvGrpSpPr>
          <p:cNvPr id="483343" name="组合 29"/>
          <p:cNvGrpSpPr/>
          <p:nvPr/>
        </p:nvGrpSpPr>
        <p:grpSpPr>
          <a:xfrm>
            <a:off x="5927725" y="4183063"/>
            <a:ext cx="2997200" cy="603250"/>
            <a:chOff x="6053982" y="3572061"/>
            <a:chExt cx="2999584" cy="602565"/>
          </a:xfrm>
        </p:grpSpPr>
        <p:sp>
          <p:nvSpPr>
            <p:cNvPr id="483344" name="文本框 66"/>
            <p:cNvSpPr txBox="1"/>
            <p:nvPr/>
          </p:nvSpPr>
          <p:spPr>
            <a:xfrm>
              <a:off x="7040405" y="3612911"/>
              <a:ext cx="2013161" cy="459852"/>
            </a:xfrm>
            <a:prstGeom prst="rect">
              <a:avLst/>
            </a:prstGeom>
            <a:noFill/>
            <a:ln w="9525" cap="flat" cmpd="sng">
              <a:solidFill>
                <a:srgbClr val="08376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p>
              <a:r>
                <a: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rId2" action="ppaction://hlinksldjump"/>
                </a:rPr>
                <a:t>典型算法举例</a:t>
              </a:r>
              <a:endPara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6053982" y="3572061"/>
              <a:ext cx="602565" cy="602565"/>
              <a:chOff x="7935669" y="3889888"/>
              <a:chExt cx="602565" cy="602565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15" name="圆角矩形 14"/>
              <p:cNvSpPr/>
              <p:nvPr/>
            </p:nvSpPr>
            <p:spPr>
              <a:xfrm rot="2700000">
                <a:off x="7935669" y="3889888"/>
                <a:ext cx="602565" cy="60256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auto"/>
                <a:endParaRPr lang="zh-CN" altLang="en-US" sz="1100" strike="noStrike" noProof="1"/>
              </a:p>
            </p:txBody>
          </p:sp>
          <p:sp>
            <p:nvSpPr>
              <p:cNvPr id="16" name="文本框 84"/>
              <p:cNvSpPr txBox="1"/>
              <p:nvPr/>
            </p:nvSpPr>
            <p:spPr>
              <a:xfrm>
                <a:off x="8020440" y="4023280"/>
                <a:ext cx="339975" cy="398327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p>
                <a:pPr fontAlgn="auto"/>
                <a:r>
                  <a:rPr lang="en-US" altLang="zh-CN" sz="2000" b="1" strike="noStrike" noProof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Kartika" pitchFamily="18" charset="0"/>
                  </a:rPr>
                  <a:t>4</a:t>
                </a:r>
                <a:endParaRPr lang="en-US" altLang="zh-CN" sz="20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endParaRPr>
              </a:p>
            </p:txBody>
          </p:sp>
        </p:grp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 advClick="0" advTm="6608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平行四边形 17"/>
          <p:cNvSpPr/>
          <p:nvPr/>
        </p:nvSpPr>
        <p:spPr>
          <a:xfrm rot="10800000" flipH="1">
            <a:off x="-1566862" y="0"/>
            <a:ext cx="6986588" cy="6630988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平行四边形 18"/>
          <p:cNvSpPr/>
          <p:nvPr/>
        </p:nvSpPr>
        <p:spPr>
          <a:xfrm rot="10800000" flipH="1">
            <a:off x="112713" y="227013"/>
            <a:ext cx="7529513" cy="6630988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485379" name="文本框 1"/>
          <p:cNvSpPr/>
          <p:nvPr/>
        </p:nvSpPr>
        <p:spPr>
          <a:xfrm>
            <a:off x="5973763" y="2432050"/>
            <a:ext cx="3738562" cy="706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循环型程序设计</a:t>
            </a:r>
            <a:endParaRPr lang="zh-CN" altLang="en-US" sz="40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485380" name="组合 11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0" y="2387600"/>
            <a:ext cx="2633663" cy="23749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5822950" y="3452813"/>
            <a:ext cx="493553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2671664" y="2432501"/>
            <a:ext cx="2485054" cy="2259822"/>
            <a:chOff x="2671664" y="2432501"/>
            <a:chExt cx="2485054" cy="2259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六边形 13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15" name="TextBox 5"/>
            <p:cNvSpPr txBox="1"/>
            <p:nvPr/>
          </p:nvSpPr>
          <p:spPr>
            <a:xfrm>
              <a:off x="2728061" y="2939088"/>
              <a:ext cx="2316555" cy="17532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en-US" altLang="zh-CN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PART    01</a:t>
              </a:r>
              <a:endParaRPr lang="zh-CN" altLang="en-US" sz="54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rtika" pitchFamily="18" charset="0"/>
              </a:endParaRPr>
            </a:p>
          </p:txBody>
        </p:sp>
      </p:grpSp>
    </p:spTree>
  </p:cSld>
  <p:clrMapOvr>
    <a:masterClrMapping/>
  </p:clrMapOvr>
  <p:transition spd="med" advClick="0" advTm="5561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29" name="文本占位符 73728"/>
          <p:cNvSpPr>
            <a:spLocks noGrp="1"/>
          </p:cNvSpPr>
          <p:nvPr>
            <p:ph type="body" idx="4294967295"/>
          </p:nvPr>
        </p:nvSpPr>
        <p:spPr>
          <a:xfrm>
            <a:off x="1990725" y="519113"/>
            <a:ext cx="7772400" cy="39624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）概述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>
              <a:lnSpc>
                <a:spcPct val="150000"/>
              </a:lnSpc>
              <a:buNone/>
            </a:pP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C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语言可实现循环的语句：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150000"/>
              </a:lnSpc>
            </a:pP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用</a:t>
            </a:r>
            <a:r>
              <a:rPr lang="en-US" altLang="zh-CN" sz="2400" err="1">
                <a:latin typeface="微软雅黑 Light" panose="020B0502040204020203" charset="-122"/>
                <a:ea typeface="微软雅黑 Light" panose="020B0502040204020203" charset="-122"/>
              </a:rPr>
              <a:t>goto</a:t>
            </a: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和 </a:t>
            </a: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if 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构成循环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150000"/>
              </a:lnSpc>
            </a:pP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while 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语句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150000"/>
              </a:lnSpc>
            </a:pP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do ~ while 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语句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150000"/>
              </a:lnSpc>
            </a:pP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for 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语句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0" lvl="1" indent="0">
              <a:lnSpc>
                <a:spcPct val="150000"/>
              </a:lnSpc>
              <a:buNone/>
            </a:pPr>
            <a:r>
              <a:rPr lang="zh-CN" altLang="en-US" err="1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err="1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err="1"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r>
              <a:rPr lang="zh-CN" altLang="en-US" sz="2800" dirty="0">
                <a:latin typeface="微软雅黑 Light" panose="020B0502040204020203" charset="-122"/>
                <a:ea typeface="微软雅黑 Light" panose="020B0502040204020203" charset="-122"/>
              </a:rPr>
              <a:t>goto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语句及用</a:t>
            </a:r>
            <a:r>
              <a:rPr lang="en-US" altLang="zh-CN" err="1">
                <a:latin typeface="微软雅黑 Light" panose="020B0502040204020203" charset="-122"/>
                <a:ea typeface="微软雅黑 Light" panose="020B0502040204020203" charset="-122"/>
              </a:rPr>
              <a:t>goto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构成循环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err="1">
                <a:latin typeface="微软雅黑 Light" panose="020B0502040204020203" charset="-122"/>
                <a:ea typeface="微软雅黑 Light" panose="020B0502040204020203" charset="-122"/>
              </a:rPr>
              <a:t>goto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语句一般格式：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3728" name="文本框 73727"/>
          <p:cNvSpPr txBox="1"/>
          <p:nvPr/>
        </p:nvSpPr>
        <p:spPr>
          <a:xfrm>
            <a:off x="5527675" y="4830763"/>
            <a:ext cx="3503613" cy="922337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p>
            <a:pPr lvl="2" indent="0" eaLnBrk="0" hangingPunct="0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goto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语句标号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 indent="0" eaLnBrk="0" hangingPunct="0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….…..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 indent="0" eaLnBrk="0" hangingPunct="0"/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标号：语句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；   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87427" name="组合 73734"/>
          <p:cNvGrpSpPr/>
          <p:nvPr/>
        </p:nvGrpSpPr>
        <p:grpSpPr>
          <a:xfrm>
            <a:off x="9620250" y="6343650"/>
            <a:ext cx="1047750" cy="514350"/>
            <a:chOff x="4944" y="3816"/>
            <a:chExt cx="660" cy="324"/>
          </a:xfrm>
        </p:grpSpPr>
        <p:sp>
          <p:nvSpPr>
            <p:cNvPr id="487428" name="圆角矩形 73735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87429" name="组合 73736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487430" name="任意多边形 73737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7431" name="椭圆 73738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7432" name="椭圆 73739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87433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>
                                            <p:txEl>
                                              <p:charRg st="1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3729">
                                            <p:txEl>
                                              <p:charRg st="1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>
                                            <p:txEl>
                                              <p:charRg st="4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3729">
                                            <p:txEl>
                                              <p:charRg st="4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>
                                            <p:txEl>
                                              <p:charRg st="17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3729">
                                            <p:txEl>
                                              <p:charRg st="17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>
                                            <p:txEl>
                                              <p:charRg st="33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3729">
                                            <p:txEl>
                                              <p:charRg st="33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>
                                            <p:txEl>
                                              <p:charRg st="42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3729">
                                            <p:txEl>
                                              <p:charRg st="42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>
                                            <p:txEl>
                                              <p:charRg st="56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73729">
                                            <p:txEl>
                                              <p:charRg st="56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>
                                            <p:txEl>
                                              <p:charRg st="63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73729">
                                            <p:txEl>
                                              <p:charRg st="63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>
                                            <p:txEl>
                                              <p:charRg st="80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73729">
                                            <p:txEl>
                                              <p:charRg st="80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3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3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29" grpId="0" bldLvl="5" build="p"/>
      <p:bldP spid="73728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4" name="矩形 72703"/>
          <p:cNvSpPr/>
          <p:nvPr/>
        </p:nvSpPr>
        <p:spPr>
          <a:xfrm>
            <a:off x="1827213" y="1190625"/>
            <a:ext cx="8382000" cy="40274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2" indent="0" eaLnBrk="0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功能：无条件转移语句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说明：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eaLnBrk="0" hangingPunct="0">
              <a:lnSpc>
                <a:spcPct val="150000"/>
              </a:lnSpc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不能用整数作标号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eaLnBrk="0" hangingPunct="0">
              <a:lnSpc>
                <a:spcPct val="150000"/>
              </a:lnSpc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只能出现在</a:t>
            </a:r>
            <a:r>
              <a:rPr lang="en-US" altLang="zh-CN" err="1">
                <a:latin typeface="微软雅黑 Light" panose="020B0502040204020203" charset="-122"/>
                <a:ea typeface="微软雅黑 Light" panose="020B0502040204020203" charset="-122"/>
              </a:rPr>
              <a:t>goto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所在函数内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且唯一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eaLnBrk="0" hangingPunct="0">
              <a:lnSpc>
                <a:spcPct val="150000"/>
              </a:lnSpc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只能加在可执行语句前面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eaLnBrk="0" hangingPunct="0">
              <a:lnSpc>
                <a:spcPct val="150000"/>
              </a:lnSpc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限制使用</a:t>
            </a:r>
            <a:r>
              <a:rPr lang="en-US" altLang="zh-CN" err="1">
                <a:latin typeface="微软雅黑 Light" panose="020B0502040204020203" charset="-122"/>
                <a:ea typeface="微软雅黑 Light" panose="020B0502040204020203" charset="-122"/>
              </a:rPr>
              <a:t>goto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语句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88450" name="标题 72706"/>
          <p:cNvSpPr>
            <a:spLocks noGrp="1"/>
          </p:cNvSpPr>
          <p:nvPr>
            <p:ph type="title" idx="4294967295"/>
          </p:nvPr>
        </p:nvSpPr>
        <p:spPr>
          <a:xfrm>
            <a:off x="2209800" y="717550"/>
            <a:ext cx="6353175" cy="4794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r>
              <a:rPr lang="zh-CN" altLang="en-US" sz="2800" dirty="0">
                <a:latin typeface="微软雅黑 Light" panose="020B0502040204020203" charset="-122"/>
                <a:ea typeface="微软雅黑 Light" panose="020B0502040204020203" charset="-122"/>
              </a:rPr>
              <a:t>（3） 循环型程序设计</a:t>
            </a:r>
            <a:r>
              <a:rPr lang="en-US" altLang="zh-CN" sz="2800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endParaRPr lang="en-US" altLang="zh-CN" sz="28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488451" name="组合 72707"/>
          <p:cNvGrpSpPr/>
          <p:nvPr/>
        </p:nvGrpSpPr>
        <p:grpSpPr>
          <a:xfrm>
            <a:off x="9620250" y="6343650"/>
            <a:ext cx="1047750" cy="514350"/>
            <a:chOff x="4944" y="3816"/>
            <a:chExt cx="660" cy="324"/>
          </a:xfrm>
        </p:grpSpPr>
        <p:sp>
          <p:nvSpPr>
            <p:cNvPr id="488452" name="圆角矩形 72708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88453" name="组合 72709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488454" name="任意多边形 72710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8455" name="椭圆 72711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8456" name="椭圆 72712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88457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2704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">
                                            <p:txEl>
                                              <p:charRg st="11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2704">
                                            <p:txEl>
                                              <p:charRg st="11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">
                                            <p:txEl>
                                              <p:charRg st="15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2704">
                                            <p:txEl>
                                              <p:charRg st="15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">
                                            <p:txEl>
                                              <p:charRg st="24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2704">
                                            <p:txEl>
                                              <p:charRg st="24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">
                                            <p:txEl>
                                              <p:charRg st="43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2704">
                                            <p:txEl>
                                              <p:charRg st="43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">
                                            <p:txEl>
                                              <p:charRg st="55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72704">
                                            <p:txEl>
                                              <p:charRg st="55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4" grpId="0" bldLvl="4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 useBgFill="1">
        <p:nvSpPr>
          <p:cNvPr id="489473" name="动作按钮: 文档 39958">
            <a:hlinkClick r:id="rId1" action="ppaction://program"/>
          </p:cNvPr>
          <p:cNvSpPr/>
          <p:nvPr/>
        </p:nvSpPr>
        <p:spPr>
          <a:xfrm>
            <a:off x="2209800" y="5943600"/>
            <a:ext cx="533400" cy="685800"/>
          </a:xfrm>
          <a:prstGeom prst="actionButtonDocument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39956" name="组合 39955"/>
          <p:cNvGrpSpPr/>
          <p:nvPr/>
        </p:nvGrpSpPr>
        <p:grpSpPr>
          <a:xfrm>
            <a:off x="1885950" y="346075"/>
            <a:ext cx="4724400" cy="901700"/>
            <a:chOff x="228" y="218"/>
            <a:chExt cx="2976" cy="568"/>
          </a:xfrm>
        </p:grpSpPr>
        <p:sp>
          <p:nvSpPr>
            <p:cNvPr id="489475" name="文本框 39957"/>
            <p:cNvSpPr txBox="1"/>
            <p:nvPr/>
          </p:nvSpPr>
          <p:spPr>
            <a:xfrm>
              <a:off x="228" y="351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endParaRPr lang="zh-CN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89476" name="对象 39956"/>
            <p:cNvGraphicFramePr/>
            <p:nvPr/>
          </p:nvGraphicFramePr>
          <p:xfrm>
            <a:off x="2628" y="218"/>
            <a:ext cx="576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2" imgW="304800" imgH="431800" progId="Equation.3">
                    <p:embed/>
                  </p:oleObj>
                </mc:Choice>
                <mc:Fallback>
                  <p:oleObj name="" r:id="rId2" imgW="304800" imgH="4318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3">
                          <a:lum bright="100000" contrast="45999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28" y="218"/>
                          <a:ext cx="576" cy="5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55" name="文本框 39954" descr="蓝色砂纸"/>
          <p:cNvSpPr txBox="1"/>
          <p:nvPr/>
        </p:nvSpPr>
        <p:spPr>
          <a:xfrm>
            <a:off x="3708400" y="1354138"/>
            <a:ext cx="3194050" cy="4524375"/>
          </a:xfrm>
          <a:prstGeom prst="rect">
            <a:avLst/>
          </a:prstGeom>
          <a:solidFill>
            <a:srgbClr val="C8E3FB"/>
          </a:solid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/*ch5_1.c*/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#include &lt;stdio.h&gt;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main()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     int i,sum=0;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i=1;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loop: if(i&lt;=100)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{  sum+=i;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        i++;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        goto loop;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}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printf("%d",sum);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9954" name="文本框 39953"/>
          <p:cNvSpPr txBox="1"/>
          <p:nvPr/>
        </p:nvSpPr>
        <p:spPr>
          <a:xfrm>
            <a:off x="7040563" y="2085975"/>
            <a:ext cx="2433637" cy="193675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sum=0+1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sum==1+2=3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sum=3+3=6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sum=6+4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……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sum=4950+100=5050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9951" name="组合 39950"/>
          <p:cNvGrpSpPr/>
          <p:nvPr/>
        </p:nvGrpSpPr>
        <p:grpSpPr>
          <a:xfrm>
            <a:off x="2209800" y="2798763"/>
            <a:ext cx="1722438" cy="400050"/>
            <a:chOff x="487" y="1954"/>
            <a:chExt cx="1085" cy="252"/>
          </a:xfrm>
        </p:grpSpPr>
        <p:sp>
          <p:nvSpPr>
            <p:cNvPr id="489480" name="直接连接符 39952"/>
            <p:cNvSpPr/>
            <p:nvPr/>
          </p:nvSpPr>
          <p:spPr>
            <a:xfrm flipV="1">
              <a:off x="1183" y="2112"/>
              <a:ext cx="389" cy="6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89481" name="文本框 39951"/>
            <p:cNvSpPr txBox="1"/>
            <p:nvPr/>
          </p:nvSpPr>
          <p:spPr>
            <a:xfrm>
              <a:off x="487" y="1954"/>
              <a:ext cx="696" cy="252"/>
            </a:xfrm>
            <a:prstGeom prst="rect">
              <a:avLst/>
            </a:prstGeom>
            <a:noFill/>
            <a:ln w="2540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90000" bIns="46800" anchor="t">
              <a:spAutoFit/>
            </a:bodyPr>
            <a:p>
              <a:r>
                <a:rPr lang="zh-CN" altLang="en-US" sz="2000" dirty="0">
                  <a:solidFill>
                    <a:schemeClr val="accent1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循环初值</a:t>
              </a:r>
              <a:endParaRPr lang="zh-CN" altLang="en-US" sz="2000" dirty="0">
                <a:solidFill>
                  <a:schemeClr val="accent1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</p:grpSp>
      <p:grpSp>
        <p:nvGrpSpPr>
          <p:cNvPr id="39948" name="组合 39947"/>
          <p:cNvGrpSpPr/>
          <p:nvPr/>
        </p:nvGrpSpPr>
        <p:grpSpPr>
          <a:xfrm>
            <a:off x="5856288" y="3559175"/>
            <a:ext cx="2554287" cy="968375"/>
            <a:chOff x="2844" y="2460"/>
            <a:chExt cx="1609" cy="610"/>
          </a:xfrm>
        </p:grpSpPr>
        <p:sp>
          <p:nvSpPr>
            <p:cNvPr id="489483" name="直接连接符 39949"/>
            <p:cNvSpPr/>
            <p:nvPr/>
          </p:nvSpPr>
          <p:spPr>
            <a:xfrm flipH="1" flipV="1">
              <a:off x="2844" y="2460"/>
              <a:ext cx="884" cy="480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89484" name="文本框 39948"/>
            <p:cNvSpPr txBox="1"/>
            <p:nvPr/>
          </p:nvSpPr>
          <p:spPr>
            <a:xfrm>
              <a:off x="3727" y="2818"/>
              <a:ext cx="726" cy="252"/>
            </a:xfrm>
            <a:prstGeom prst="rect">
              <a:avLst/>
            </a:prstGeom>
            <a:noFill/>
            <a:ln w="2540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 lIns="0" tIns="46800" rIns="90000" bIns="46800" anchor="t">
              <a:spAutoFit/>
            </a:bodyPr>
            <a:p>
              <a:r>
                <a:rPr lang="zh-CN" altLang="en-US" sz="2000" dirty="0">
                  <a:solidFill>
                    <a:schemeClr val="accent1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循环终值</a:t>
              </a:r>
              <a:endParaRPr lang="zh-CN" altLang="en-US" sz="2000" dirty="0">
                <a:solidFill>
                  <a:schemeClr val="accent1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</p:grpSp>
      <p:grpSp>
        <p:nvGrpSpPr>
          <p:cNvPr id="39945" name="组合 39944"/>
          <p:cNvGrpSpPr/>
          <p:nvPr/>
        </p:nvGrpSpPr>
        <p:grpSpPr>
          <a:xfrm>
            <a:off x="1839913" y="3933825"/>
            <a:ext cx="2655887" cy="400050"/>
            <a:chOff x="367" y="2794"/>
            <a:chExt cx="1673" cy="252"/>
          </a:xfrm>
        </p:grpSpPr>
        <p:sp>
          <p:nvSpPr>
            <p:cNvPr id="489486" name="直接连接符 39946"/>
            <p:cNvSpPr/>
            <p:nvPr/>
          </p:nvSpPr>
          <p:spPr>
            <a:xfrm>
              <a:off x="1383" y="2916"/>
              <a:ext cx="657" cy="36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89487" name="文本框 39945"/>
            <p:cNvSpPr txBox="1"/>
            <p:nvPr/>
          </p:nvSpPr>
          <p:spPr>
            <a:xfrm>
              <a:off x="367" y="2794"/>
              <a:ext cx="1016" cy="252"/>
            </a:xfrm>
            <a:prstGeom prst="rect">
              <a:avLst/>
            </a:prstGeom>
            <a:noFill/>
            <a:ln w="2540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90000" bIns="46800" anchor="t">
              <a:spAutoFit/>
            </a:bodyPr>
            <a:p>
              <a:r>
                <a:rPr lang="zh-CN" altLang="en-US" sz="2000" dirty="0">
                  <a:solidFill>
                    <a:schemeClr val="accent1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循环变量增值</a:t>
              </a:r>
              <a:endParaRPr lang="zh-CN" altLang="en-US" sz="2000" dirty="0">
                <a:solidFill>
                  <a:schemeClr val="accent1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</p:grpSp>
      <p:grpSp>
        <p:nvGrpSpPr>
          <p:cNvPr id="39941" name="组合 39940"/>
          <p:cNvGrpSpPr/>
          <p:nvPr/>
        </p:nvGrpSpPr>
        <p:grpSpPr>
          <a:xfrm>
            <a:off x="4572000" y="1654175"/>
            <a:ext cx="3573463" cy="2041525"/>
            <a:chOff x="2064" y="1246"/>
            <a:chExt cx="2251" cy="1286"/>
          </a:xfrm>
        </p:grpSpPr>
        <p:sp>
          <p:nvSpPr>
            <p:cNvPr id="489489" name="椭圆 39943"/>
            <p:cNvSpPr/>
            <p:nvPr/>
          </p:nvSpPr>
          <p:spPr>
            <a:xfrm>
              <a:off x="2064" y="2196"/>
              <a:ext cx="816" cy="336"/>
            </a:xfrm>
            <a:prstGeom prst="ellipse">
              <a:avLst/>
            </a:prstGeom>
            <a:noFill/>
            <a:ln w="25400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9490" name="直接连接符 39942"/>
            <p:cNvSpPr/>
            <p:nvPr/>
          </p:nvSpPr>
          <p:spPr>
            <a:xfrm flipH="1">
              <a:off x="2772" y="1416"/>
              <a:ext cx="816" cy="816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89491" name="文本框 39941"/>
            <p:cNvSpPr txBox="1"/>
            <p:nvPr/>
          </p:nvSpPr>
          <p:spPr>
            <a:xfrm>
              <a:off x="3619" y="1246"/>
              <a:ext cx="696" cy="252"/>
            </a:xfrm>
            <a:prstGeom prst="rect">
              <a:avLst/>
            </a:prstGeom>
            <a:noFill/>
            <a:ln w="2540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90000" bIns="46800" anchor="t">
              <a:spAutoFit/>
            </a:bodyPr>
            <a:p>
              <a:r>
                <a:rPr lang="zh-CN" altLang="en-US" sz="2000" dirty="0">
                  <a:solidFill>
                    <a:schemeClr val="accent1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循环条件</a:t>
              </a:r>
              <a:endParaRPr lang="zh-CN" altLang="en-US" sz="2000" dirty="0">
                <a:solidFill>
                  <a:schemeClr val="accent1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</p:grpSp>
      <p:grpSp>
        <p:nvGrpSpPr>
          <p:cNvPr id="39936" name="组合 39935"/>
          <p:cNvGrpSpPr/>
          <p:nvPr/>
        </p:nvGrpSpPr>
        <p:grpSpPr>
          <a:xfrm>
            <a:off x="4284663" y="3584575"/>
            <a:ext cx="4348162" cy="1997075"/>
            <a:chOff x="1920" y="2460"/>
            <a:chExt cx="2739" cy="1258"/>
          </a:xfrm>
        </p:grpSpPr>
        <p:grpSp>
          <p:nvGrpSpPr>
            <p:cNvPr id="489493" name="组合 39937"/>
            <p:cNvGrpSpPr/>
            <p:nvPr/>
          </p:nvGrpSpPr>
          <p:grpSpPr>
            <a:xfrm>
              <a:off x="1920" y="2460"/>
              <a:ext cx="2220" cy="1104"/>
              <a:chOff x="1920" y="2460"/>
              <a:chExt cx="2220" cy="1104"/>
            </a:xfrm>
          </p:grpSpPr>
          <p:sp>
            <p:nvSpPr>
              <p:cNvPr id="489494" name="任意多边形 39939"/>
              <p:cNvSpPr/>
              <p:nvPr/>
            </p:nvSpPr>
            <p:spPr>
              <a:xfrm>
                <a:off x="1920" y="2460"/>
                <a:ext cx="1104" cy="936"/>
              </a:xfrm>
              <a:custGeom>
                <a:avLst/>
                <a:gdLst/>
                <a:ahLst/>
                <a:cxnLst/>
                <a:pathLst>
                  <a:path w="1104" h="804">
                    <a:moveTo>
                      <a:pt x="0" y="0"/>
                    </a:moveTo>
                    <a:cubicBezTo>
                      <a:pt x="245" y="23"/>
                      <a:pt x="487" y="66"/>
                      <a:pt x="732" y="84"/>
                    </a:cubicBezTo>
                    <a:cubicBezTo>
                      <a:pt x="772" y="92"/>
                      <a:pt x="814" y="93"/>
                      <a:pt x="852" y="108"/>
                    </a:cubicBezTo>
                    <a:cubicBezTo>
                      <a:pt x="868" y="114"/>
                      <a:pt x="875" y="133"/>
                      <a:pt x="888" y="144"/>
                    </a:cubicBezTo>
                    <a:cubicBezTo>
                      <a:pt x="923" y="173"/>
                      <a:pt x="958" y="203"/>
                      <a:pt x="996" y="228"/>
                    </a:cubicBezTo>
                    <a:cubicBezTo>
                      <a:pt x="1015" y="284"/>
                      <a:pt x="1035" y="308"/>
                      <a:pt x="1044" y="372"/>
                    </a:cubicBezTo>
                    <a:cubicBezTo>
                      <a:pt x="1058" y="480"/>
                      <a:pt x="1042" y="603"/>
                      <a:pt x="1104" y="696"/>
                    </a:cubicBezTo>
                    <a:cubicBezTo>
                      <a:pt x="1100" y="712"/>
                      <a:pt x="1102" y="731"/>
                      <a:pt x="1092" y="744"/>
                    </a:cubicBezTo>
                    <a:cubicBezTo>
                      <a:pt x="1084" y="754"/>
                      <a:pt x="1067" y="750"/>
                      <a:pt x="1056" y="756"/>
                    </a:cubicBezTo>
                    <a:cubicBezTo>
                      <a:pt x="978" y="795"/>
                      <a:pt x="993" y="791"/>
                      <a:pt x="888" y="804"/>
                    </a:cubicBezTo>
                    <a:cubicBezTo>
                      <a:pt x="768" y="800"/>
                      <a:pt x="648" y="801"/>
                      <a:pt x="528" y="792"/>
                    </a:cubicBezTo>
                    <a:cubicBezTo>
                      <a:pt x="457" y="786"/>
                      <a:pt x="396" y="749"/>
                      <a:pt x="324" y="744"/>
                    </a:cubicBezTo>
                    <a:cubicBezTo>
                      <a:pt x="236" y="738"/>
                      <a:pt x="148" y="736"/>
                      <a:pt x="60" y="732"/>
                    </a:cubicBezTo>
                    <a:cubicBezTo>
                      <a:pt x="41" y="676"/>
                      <a:pt x="71" y="632"/>
                      <a:pt x="84" y="576"/>
                    </a:cubicBezTo>
                    <a:cubicBezTo>
                      <a:pt x="93" y="536"/>
                      <a:pt x="108" y="456"/>
                      <a:pt x="108" y="456"/>
                    </a:cubicBezTo>
                    <a:cubicBezTo>
                      <a:pt x="104" y="388"/>
                      <a:pt x="103" y="320"/>
                      <a:pt x="96" y="252"/>
                    </a:cubicBezTo>
                    <a:cubicBezTo>
                      <a:pt x="87" y="165"/>
                      <a:pt x="38" y="76"/>
                      <a:pt x="0" y="0"/>
                    </a:cubicBezTo>
                    <a:close/>
                  </a:path>
                </a:pathLst>
              </a:custGeom>
              <a:noFill/>
              <a:ln w="254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9495" name="直接连接符 39938"/>
              <p:cNvSpPr/>
              <p:nvPr/>
            </p:nvSpPr>
            <p:spPr>
              <a:xfrm flipH="1" flipV="1">
                <a:off x="2976" y="3120"/>
                <a:ext cx="1164" cy="444"/>
              </a:xfrm>
              <a:prstGeom prst="line">
                <a:avLst/>
              </a:prstGeom>
              <a:ln w="254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489496" name="文本框 39936"/>
            <p:cNvSpPr txBox="1"/>
            <p:nvPr/>
          </p:nvSpPr>
          <p:spPr>
            <a:xfrm>
              <a:off x="4123" y="3466"/>
              <a:ext cx="536" cy="252"/>
            </a:xfrm>
            <a:prstGeom prst="rect">
              <a:avLst/>
            </a:prstGeom>
            <a:noFill/>
            <a:ln w="2540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90000" bIns="46800" anchor="t">
              <a:spAutoFit/>
            </a:bodyPr>
            <a:p>
              <a:r>
                <a:rPr lang="zh-CN" altLang="en-US" sz="2000" dirty="0">
                  <a:solidFill>
                    <a:schemeClr val="accent1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循环体</a:t>
              </a:r>
              <a:endParaRPr lang="zh-CN" altLang="en-US" sz="2000" dirty="0">
                <a:solidFill>
                  <a:schemeClr val="accent1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</p:grpSp>
      <p:sp>
        <p:nvSpPr>
          <p:cNvPr id="489497" name="标题 39961"/>
          <p:cNvSpPr>
            <a:spLocks noGrp="1"/>
          </p:cNvSpPr>
          <p:nvPr>
            <p:ph type="title" idx="4294967295"/>
          </p:nvPr>
        </p:nvSpPr>
        <p:spPr>
          <a:xfrm>
            <a:off x="1147763" y="879475"/>
            <a:ext cx="7772400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例  用</a:t>
            </a:r>
            <a:r>
              <a:rPr lang="en-US" altLang="zh-CN" sz="2000" err="1">
                <a:latin typeface="微软雅黑 Light" panose="020B0502040204020203" charset="-122"/>
                <a:ea typeface="微软雅黑 Light" panose="020B0502040204020203" charset="-122"/>
              </a:rPr>
              <a:t>if </a:t>
            </a:r>
            <a:r>
              <a:rPr lang="zh-CN" altLang="en-US" sz="2000" err="1">
                <a:latin typeface="微软雅黑 Light" panose="020B0502040204020203" charset="-122"/>
                <a:ea typeface="微软雅黑 Light" panose="020B0502040204020203" charset="-122"/>
              </a:rPr>
              <a:t>和</a:t>
            </a:r>
            <a:r>
              <a:rPr lang="en-US" altLang="zh-CN" sz="2000" err="1">
                <a:latin typeface="微软雅黑 Light" panose="020B0502040204020203" charset="-122"/>
                <a:ea typeface="微软雅黑 Light" panose="020B0502040204020203" charset="-122"/>
              </a:rPr>
              <a:t>goto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语句构成循环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89498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99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99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9954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>
                                            <p:txEl>
                                              <p:charRg st="8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9954">
                                            <p:txEl>
                                              <p:charRg st="8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>
                                            <p:txEl>
                                              <p:charRg st="1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9954">
                                            <p:txEl>
                                              <p:charRg st="1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>
                                            <p:txEl>
                                              <p:charRg st="29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39954">
                                            <p:txEl>
                                              <p:charRg st="29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>
                                            <p:txEl>
                                              <p:charRg st="37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39954">
                                            <p:txEl>
                                              <p:charRg st="37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>
                                            <p:txEl>
                                              <p:charRg st="40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39954">
                                            <p:txEl>
                                              <p:charRg st="40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9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9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9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9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9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9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5" grpId="0" bldLvl="0" animBg="1"/>
      <p:bldP spid="3995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矩形 29697"/>
          <p:cNvSpPr/>
          <p:nvPr/>
        </p:nvSpPr>
        <p:spPr>
          <a:xfrm>
            <a:off x="1981200" y="1293813"/>
            <a:ext cx="2895600" cy="9144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2" indent="0" eaLnBrk="0" hangingPunct="0">
              <a:buFont typeface="Wingdings" panose="05000000000000000000" pitchFamily="2" charset="2"/>
              <a:buChar char="v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一般形式：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/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9699" name="文本框 29698"/>
          <p:cNvSpPr txBox="1"/>
          <p:nvPr/>
        </p:nvSpPr>
        <p:spPr>
          <a:xfrm>
            <a:off x="4724400" y="1049338"/>
            <a:ext cx="4924425" cy="830262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p>
            <a:pPr eaLnBrk="0" hangingPunct="0"/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for([</a:t>
            </a: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表达式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1] ;[</a:t>
            </a: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表达式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2] ;[ </a:t>
            </a: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表达式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3])</a:t>
            </a:r>
            <a:endParaRPr lang="en-US" altLang="zh-CN" sz="24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/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       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循环体语句；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9700" name="矩形 29699"/>
          <p:cNvSpPr/>
          <p:nvPr/>
        </p:nvSpPr>
        <p:spPr>
          <a:xfrm>
            <a:off x="1981200" y="2132013"/>
            <a:ext cx="2895600" cy="5334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2" indent="0" eaLnBrk="0" hangingPunct="0">
              <a:buFont typeface="Wingdings" panose="05000000000000000000" pitchFamily="2" charset="2"/>
              <a:buChar char="v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执行流程：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/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29701" name="组合 29700"/>
          <p:cNvGrpSpPr/>
          <p:nvPr/>
        </p:nvGrpSpPr>
        <p:grpSpPr>
          <a:xfrm>
            <a:off x="5153025" y="2044700"/>
            <a:ext cx="2387600" cy="4649788"/>
            <a:chOff x="3588" y="1200"/>
            <a:chExt cx="1504" cy="2929"/>
          </a:xfrm>
        </p:grpSpPr>
        <p:sp useBgFill="1">
          <p:nvSpPr>
            <p:cNvPr id="490501" name="流程图: 决策 29701"/>
            <p:cNvSpPr/>
            <p:nvPr/>
          </p:nvSpPr>
          <p:spPr>
            <a:xfrm>
              <a:off x="3792" y="2160"/>
              <a:ext cx="985" cy="301"/>
            </a:xfrm>
            <a:prstGeom prst="flowChartDecision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zh-CN" altLang="en-US">
                  <a:latin typeface="微软雅黑 Light" panose="020B0502040204020203" charset="-122"/>
                  <a:ea typeface="微软雅黑 Light" panose="020B0502040204020203" charset="-122"/>
                </a:rPr>
                <a:t>表达式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0502" name="直接连接符 29702"/>
            <p:cNvSpPr/>
            <p:nvPr/>
          </p:nvSpPr>
          <p:spPr>
            <a:xfrm>
              <a:off x="4298" y="2461"/>
              <a:ext cx="0" cy="27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490503" name="文本框 29703"/>
            <p:cNvSpPr txBox="1"/>
            <p:nvPr/>
          </p:nvSpPr>
          <p:spPr>
            <a:xfrm>
              <a:off x="3972" y="2746"/>
              <a:ext cx="649" cy="232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dirty="0">
                  <a:latin typeface="微软雅黑 Light" panose="020B0502040204020203" charset="-122"/>
                  <a:ea typeface="微软雅黑 Light" panose="020B0502040204020203" charset="-122"/>
                </a:rPr>
                <a:t>循环体</a:t>
              </a:r>
              <a:endParaRPr lang="zh-CN" altLang="en-US" dirty="0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490504" name="直接连接符 29704"/>
            <p:cNvSpPr/>
            <p:nvPr/>
          </p:nvSpPr>
          <p:spPr>
            <a:xfrm>
              <a:off x="3588" y="1990"/>
              <a:ext cx="71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0505" name="直接连接符 29705"/>
            <p:cNvSpPr/>
            <p:nvPr/>
          </p:nvSpPr>
          <p:spPr>
            <a:xfrm>
              <a:off x="4777" y="2300"/>
              <a:ext cx="2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0506" name="直接连接符 29706"/>
            <p:cNvSpPr/>
            <p:nvPr/>
          </p:nvSpPr>
          <p:spPr>
            <a:xfrm>
              <a:off x="4320" y="3840"/>
              <a:ext cx="0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0507" name="文本框 29707"/>
            <p:cNvSpPr txBox="1"/>
            <p:nvPr/>
          </p:nvSpPr>
          <p:spPr>
            <a:xfrm>
              <a:off x="4646" y="2049"/>
              <a:ext cx="44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 eaLnBrk="0" hangingPunct="0"/>
              <a:r>
                <a:rPr lang="zh-CN" altLang="en-US" dirty="0">
                  <a:latin typeface="微软雅黑 Light" panose="020B0502040204020203" charset="-122"/>
                  <a:ea typeface="微软雅黑 Light" panose="020B0502040204020203" charset="-122"/>
                </a:rPr>
                <a:t>假</a:t>
              </a:r>
              <a:r>
                <a:rPr lang="zh-CN" altLang="en-US" dirty="0">
                  <a:latin typeface="微软雅黑 Light" panose="020B0502040204020203" charset="-122"/>
                  <a:ea typeface="微软雅黑 Light" panose="020B0502040204020203" charset="-122"/>
                </a:rPr>
                <a:t>(0)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0508" name="文本框 29708"/>
            <p:cNvSpPr txBox="1"/>
            <p:nvPr/>
          </p:nvSpPr>
          <p:spPr>
            <a:xfrm>
              <a:off x="4212" y="2431"/>
              <a:ext cx="73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p>
              <a:pPr algn="ctr" eaLnBrk="0" hangingPunct="0"/>
              <a:r>
                <a:rPr lang="zh-CN" altLang="en-US" dirty="0">
                  <a:latin typeface="微软雅黑 Light" panose="020B0502040204020203" charset="-122"/>
                  <a:ea typeface="微软雅黑 Light" panose="020B0502040204020203" charset="-122"/>
                </a:rPr>
                <a:t>真</a:t>
              </a:r>
              <a:r>
                <a:rPr lang="en-US" altLang="zh-CN" dirty="0">
                  <a:latin typeface="微软雅黑 Light" panose="020B0502040204020203" charset="-122"/>
                  <a:ea typeface="微软雅黑 Light" panose="020B0502040204020203" charset="-122"/>
                </a:rPr>
                <a:t>(</a:t>
              </a:r>
              <a:r>
                <a:rPr lang="zh-CN" altLang="en-US" dirty="0">
                  <a:latin typeface="微软雅黑 Light" panose="020B0502040204020203" charset="-122"/>
                  <a:ea typeface="微软雅黑 Light" panose="020B0502040204020203" charset="-122"/>
                </a:rPr>
                <a:t>非</a:t>
              </a:r>
              <a:r>
                <a:rPr lang="en-US" altLang="zh-CN" dirty="0">
                  <a:latin typeface="微软雅黑 Light" panose="020B0502040204020203" charset="-122"/>
                  <a:ea typeface="微软雅黑 Light" panose="020B0502040204020203" charset="-122"/>
                </a:rPr>
                <a:t>0)</a:t>
              </a:r>
              <a:endParaRPr lang="en-US" altLang="zh-CN" dirty="0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490509" name="流程图: 可选过程 29709"/>
            <p:cNvSpPr/>
            <p:nvPr/>
          </p:nvSpPr>
          <p:spPr>
            <a:xfrm>
              <a:off x="3984" y="1200"/>
              <a:ext cx="720" cy="240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for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490510" name="直接连接符 29710"/>
            <p:cNvSpPr/>
            <p:nvPr/>
          </p:nvSpPr>
          <p:spPr>
            <a:xfrm>
              <a:off x="4320" y="144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490511" name="文本框 29711"/>
            <p:cNvSpPr txBox="1"/>
            <p:nvPr/>
          </p:nvSpPr>
          <p:spPr>
            <a:xfrm>
              <a:off x="3863" y="1691"/>
              <a:ext cx="969" cy="232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>
                  <a:latin typeface="微软雅黑 Light" panose="020B0502040204020203" charset="-122"/>
                  <a:ea typeface="微软雅黑 Light" panose="020B0502040204020203" charset="-122"/>
                </a:rPr>
                <a:t>求解表达式</a:t>
              </a:r>
              <a:r>
                <a:rPr lang="en-US" altLang="zh-CN">
                  <a:latin typeface="微软雅黑 Light" panose="020B0502040204020203" charset="-122"/>
                  <a:ea typeface="微软雅黑 Light" panose="020B0502040204020203" charset="-122"/>
                </a:rPr>
                <a:t>1</a:t>
              </a:r>
              <a:endParaRPr lang="en-US" altLang="zh-CN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490512" name="直接连接符 29712"/>
            <p:cNvSpPr/>
            <p:nvPr/>
          </p:nvSpPr>
          <p:spPr>
            <a:xfrm>
              <a:off x="4320" y="297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490513" name="文本框 29713"/>
            <p:cNvSpPr txBox="1"/>
            <p:nvPr/>
          </p:nvSpPr>
          <p:spPr>
            <a:xfrm>
              <a:off x="3984" y="3228"/>
              <a:ext cx="649" cy="232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>
                  <a:latin typeface="微软雅黑 Light" panose="020B0502040204020203" charset="-122"/>
                  <a:ea typeface="微软雅黑 Light" panose="020B0502040204020203" charset="-122"/>
                </a:rPr>
                <a:t>表达式</a:t>
              </a:r>
              <a:r>
                <a:rPr lang="en-US" altLang="zh-CN">
                  <a:latin typeface="微软雅黑 Light" panose="020B0502040204020203" charset="-122"/>
                  <a:ea typeface="微软雅黑 Light" panose="020B0502040204020203" charset="-122"/>
                </a:rPr>
                <a:t>3</a:t>
              </a:r>
              <a:endParaRPr lang="en-US" altLang="zh-CN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490514" name="直接连接符 29714"/>
            <p:cNvSpPr/>
            <p:nvPr/>
          </p:nvSpPr>
          <p:spPr>
            <a:xfrm>
              <a:off x="4320" y="345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0515" name="直接连接符 29715"/>
            <p:cNvSpPr/>
            <p:nvPr/>
          </p:nvSpPr>
          <p:spPr>
            <a:xfrm flipH="1">
              <a:off x="3600" y="3696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0516" name="直接连接符 29716"/>
            <p:cNvSpPr/>
            <p:nvPr/>
          </p:nvSpPr>
          <p:spPr>
            <a:xfrm>
              <a:off x="3600" y="1968"/>
              <a:ext cx="0" cy="17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0517" name="直接连接符 29717"/>
            <p:cNvSpPr/>
            <p:nvPr/>
          </p:nvSpPr>
          <p:spPr>
            <a:xfrm>
              <a:off x="5088" y="2304"/>
              <a:ext cx="0" cy="15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0518" name="直接连接符 29718"/>
            <p:cNvSpPr/>
            <p:nvPr/>
          </p:nvSpPr>
          <p:spPr>
            <a:xfrm flipH="1">
              <a:off x="4320" y="3840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0519" name="直接连接符 29719"/>
            <p:cNvSpPr/>
            <p:nvPr/>
          </p:nvSpPr>
          <p:spPr>
            <a:xfrm>
              <a:off x="4320" y="192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490520" name="标题 29722"/>
          <p:cNvSpPr>
            <a:spLocks noGrp="1"/>
          </p:cNvSpPr>
          <p:nvPr>
            <p:ph type="title" idx="4294967295"/>
          </p:nvPr>
        </p:nvSpPr>
        <p:spPr>
          <a:xfrm>
            <a:off x="1379538" y="769938"/>
            <a:ext cx="3211512" cy="423862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4</a:t>
            </a: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for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语句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490521" name="组合 29725"/>
          <p:cNvGrpSpPr/>
          <p:nvPr/>
        </p:nvGrpSpPr>
        <p:grpSpPr>
          <a:xfrm>
            <a:off x="9372600" y="6343650"/>
            <a:ext cx="1047750" cy="514350"/>
            <a:chOff x="4944" y="3816"/>
            <a:chExt cx="660" cy="324"/>
          </a:xfrm>
        </p:grpSpPr>
        <p:sp>
          <p:nvSpPr>
            <p:cNvPr id="490522" name="圆角矩形 29726">
              <a:hlinkClick r:id="rId1" action="ppaction://hlinksldjump"/>
            </p:cNvPr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90523" name="组合 29727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490524" name="任意多边形 29728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90525" name="椭圆 29729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0526" name="椭圆 29730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90527" name="Text Box 5"/>
          <p:cNvSpPr txBox="1"/>
          <p:nvPr/>
        </p:nvSpPr>
        <p:spPr>
          <a:xfrm>
            <a:off x="746125" y="16510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7478713" y="2314575"/>
            <a:ext cx="2579687" cy="430213"/>
          </a:xfrm>
          <a:prstGeom prst="wedgeRoundRectCallout">
            <a:avLst>
              <a:gd name="adj1" fmla="val -61477"/>
              <a:gd name="adj2" fmla="val 106995"/>
              <a:gd name="adj3" fmla="val 16667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/>
          <a:p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设置循环变量的初始值</a:t>
            </a:r>
            <a:endParaRPr lang="zh-CN" altLang="en-US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3694113" y="3082925"/>
            <a:ext cx="1458912" cy="431800"/>
          </a:xfrm>
          <a:prstGeom prst="wedgeRoundRectCallout">
            <a:avLst>
              <a:gd name="adj1" fmla="val 72236"/>
              <a:gd name="adj2" fmla="val 113769"/>
              <a:gd name="adj3" fmla="val 16667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/>
          <a:p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判断表达式</a:t>
            </a:r>
            <a:endParaRPr lang="zh-CN" altLang="en-US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7127875" y="4681538"/>
            <a:ext cx="1738313" cy="430212"/>
          </a:xfrm>
          <a:prstGeom prst="wedgeRoundRectCallout">
            <a:avLst>
              <a:gd name="adj1" fmla="val -61477"/>
              <a:gd name="adj2" fmla="val 106995"/>
              <a:gd name="adj3" fmla="val 16667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/>
          <a:p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循环变量增值</a:t>
            </a:r>
            <a:endParaRPr lang="zh-CN" altLang="en-US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69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69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700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700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bldLvl="3" build="p"/>
      <p:bldP spid="29699" grpId="0" bldLvl="0" animBg="1"/>
      <p:bldP spid="29700" grpId="0" build="p"/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90" name="文本框 114689"/>
          <p:cNvSpPr txBox="1"/>
          <p:nvPr/>
        </p:nvSpPr>
        <p:spPr>
          <a:xfrm>
            <a:off x="3910013" y="866775"/>
            <a:ext cx="4945062" cy="1200150"/>
          </a:xfrm>
          <a:prstGeom prst="rect">
            <a:avLst/>
          </a:prstGeom>
          <a:noFill/>
          <a:ln w="38100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p>
            <a:pPr eaLnBrk="0" hangingPunct="0"/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for(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循环变量赋初值；循环条件；循环变量增值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endParaRPr lang="en-US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{</a:t>
            </a:r>
            <a:endParaRPr lang="en-US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循环体语句；</a:t>
            </a:r>
            <a:endParaRPr lang="zh-CN" altLang="en-US" dirty="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  <a:endParaRPr lang="en-US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14689" name="矩形 114688"/>
          <p:cNvSpPr/>
          <p:nvPr/>
        </p:nvSpPr>
        <p:spPr>
          <a:xfrm>
            <a:off x="1601788" y="2222500"/>
            <a:ext cx="9201150" cy="2667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2" indent="0" eaLnBrk="0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说明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1431925" lvl="3" indent="98425" eaLnBrk="0" hangingPunct="0">
              <a:lnSpc>
                <a:spcPct val="150000"/>
              </a:lnSpc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for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语句中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expr1, expr2 ,expr3 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类型任意，都可省略，但分号；不可省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1431925" lvl="3" indent="98425" eaLnBrk="0" hangingPunct="0">
              <a:lnSpc>
                <a:spcPct val="150000"/>
              </a:lnSpc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无限循环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:  for(;;)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1431925" lvl="3" indent="98425" eaLnBrk="0" hangingPunct="0">
              <a:lnSpc>
                <a:spcPct val="150000"/>
              </a:lnSpc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for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语句可以转换成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while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结构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14688" name="文本框 114687"/>
          <p:cNvSpPr txBox="1"/>
          <p:nvPr/>
        </p:nvSpPr>
        <p:spPr>
          <a:xfrm>
            <a:off x="6607175" y="3619500"/>
            <a:ext cx="2011363" cy="1752600"/>
          </a:xfrm>
          <a:prstGeom prst="rect">
            <a:avLst/>
          </a:prstGeom>
          <a:noFill/>
          <a:ln w="38100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p>
            <a:pPr eaLnBrk="0" hangingPunct="0"/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表达式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1;</a:t>
            </a:r>
            <a:endParaRPr lang="en-US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while(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表达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2)</a:t>
            </a:r>
            <a:endParaRPr lang="en-US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{</a:t>
            </a:r>
            <a:endParaRPr lang="en-US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        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循环体语句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；</a:t>
            </a:r>
            <a:endParaRPr lang="zh-CN" altLang="en-US" dirty="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        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表达式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  <a:endParaRPr lang="en-US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  <a:endParaRPr lang="en-US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91524" name="标题 114693"/>
          <p:cNvSpPr>
            <a:spLocks noGrp="1"/>
          </p:cNvSpPr>
          <p:nvPr>
            <p:ph type="title" idx="4294967295"/>
          </p:nvPr>
        </p:nvSpPr>
        <p:spPr>
          <a:xfrm>
            <a:off x="765175" y="954088"/>
            <a:ext cx="7772400" cy="42386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p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for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语句一般应用形式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91525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46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8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468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468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89">
                                            <p:txEl>
                                              <p:charRg st="4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4689">
                                            <p:txEl>
                                              <p:charRg st="4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4689">
                                            <p:txEl>
                                              <p:charRg st="4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89">
                                            <p:txEl>
                                              <p:charRg st="48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4689">
                                            <p:txEl>
                                              <p:charRg st="48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4689">
                                            <p:txEl>
                                              <p:charRg st="48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89">
                                            <p:txEl>
                                              <p:charRg st="63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4689">
                                            <p:txEl>
                                              <p:charRg st="63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4689">
                                            <p:txEl>
                                              <p:charRg st="63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146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0" grpId="0" bldLvl="0" animBg="1"/>
      <p:bldP spid="114689" grpId="0" bldLvl="4" build="p"/>
      <p:bldP spid="114688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9" name="标题 114693"/>
          <p:cNvSpPr>
            <a:spLocks noGrp="1"/>
          </p:cNvSpPr>
          <p:nvPr>
            <p:ph type="title" idx="4294967295"/>
          </p:nvPr>
        </p:nvSpPr>
        <p:spPr>
          <a:xfrm>
            <a:off x="765175" y="944563"/>
            <a:ext cx="7772400" cy="42386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p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例：求</a:t>
            </a: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100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以内各数之和。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92546" name="Text Box 5"/>
          <p:cNvSpPr txBox="1"/>
          <p:nvPr/>
        </p:nvSpPr>
        <p:spPr>
          <a:xfrm>
            <a:off x="765175" y="11430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grpSp>
        <p:nvGrpSpPr>
          <p:cNvPr id="29701" name="组合 29700"/>
          <p:cNvGrpSpPr/>
          <p:nvPr/>
        </p:nvGrpSpPr>
        <p:grpSpPr>
          <a:xfrm>
            <a:off x="5943600" y="1204913"/>
            <a:ext cx="2479675" cy="5018087"/>
            <a:chOff x="3588" y="1200"/>
            <a:chExt cx="1562" cy="3161"/>
          </a:xfrm>
        </p:grpSpPr>
        <p:sp useBgFill="1">
          <p:nvSpPr>
            <p:cNvPr id="492548" name="流程图: 决策 29701"/>
            <p:cNvSpPr/>
            <p:nvPr/>
          </p:nvSpPr>
          <p:spPr>
            <a:xfrm>
              <a:off x="3792" y="2160"/>
              <a:ext cx="985" cy="301"/>
            </a:xfrm>
            <a:prstGeom prst="flowChartDecision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>
                  <a:latin typeface="微软雅黑 Light" panose="020B0502040204020203" charset="-122"/>
                  <a:ea typeface="微软雅黑 Light" panose="020B0502040204020203" charset="-122"/>
                </a:rPr>
                <a:t>i&lt;=100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2549" name="直接连接符 29702"/>
            <p:cNvSpPr/>
            <p:nvPr/>
          </p:nvSpPr>
          <p:spPr>
            <a:xfrm>
              <a:off x="4298" y="2461"/>
              <a:ext cx="0" cy="27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492550" name="文本框 29703"/>
            <p:cNvSpPr txBox="1"/>
            <p:nvPr/>
          </p:nvSpPr>
          <p:spPr>
            <a:xfrm>
              <a:off x="3863" y="2746"/>
              <a:ext cx="970" cy="232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dirty="0">
                  <a:latin typeface="微软雅黑 Light" panose="020B0502040204020203" charset="-122"/>
                  <a:ea typeface="微软雅黑 Light" panose="020B0502040204020203" charset="-122"/>
                </a:rPr>
                <a:t>sum=sum+i</a:t>
              </a:r>
              <a:endParaRPr lang="en-US" altLang="zh-CN" dirty="0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492551" name="直接连接符 29704"/>
            <p:cNvSpPr/>
            <p:nvPr/>
          </p:nvSpPr>
          <p:spPr>
            <a:xfrm>
              <a:off x="3588" y="1990"/>
              <a:ext cx="71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2552" name="直接连接符 29705"/>
            <p:cNvSpPr/>
            <p:nvPr/>
          </p:nvSpPr>
          <p:spPr>
            <a:xfrm>
              <a:off x="4777" y="2300"/>
              <a:ext cx="2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2553" name="直接连接符 29706"/>
            <p:cNvSpPr/>
            <p:nvPr/>
          </p:nvSpPr>
          <p:spPr>
            <a:xfrm>
              <a:off x="4320" y="3840"/>
              <a:ext cx="0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2554" name="文本框 29707"/>
            <p:cNvSpPr txBox="1"/>
            <p:nvPr/>
          </p:nvSpPr>
          <p:spPr>
            <a:xfrm>
              <a:off x="4646" y="2049"/>
              <a:ext cx="44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 eaLnBrk="0" hangingPunct="0"/>
              <a:r>
                <a:rPr lang="zh-CN" altLang="en-US" dirty="0">
                  <a:latin typeface="微软雅黑 Light" panose="020B0502040204020203" charset="-122"/>
                  <a:ea typeface="微软雅黑 Light" panose="020B0502040204020203" charset="-122"/>
                </a:rPr>
                <a:t>假(0)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2555" name="文本框 29708"/>
            <p:cNvSpPr txBox="1"/>
            <p:nvPr/>
          </p:nvSpPr>
          <p:spPr>
            <a:xfrm>
              <a:off x="4212" y="2431"/>
              <a:ext cx="73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p>
              <a:pPr algn="ctr" eaLnBrk="0" hangingPunct="0"/>
              <a:r>
                <a:rPr lang="zh-CN" altLang="en-US" dirty="0">
                  <a:latin typeface="微软雅黑 Light" panose="020B0502040204020203" charset="-122"/>
                  <a:ea typeface="微软雅黑 Light" panose="020B0502040204020203" charset="-122"/>
                </a:rPr>
                <a:t>真</a:t>
              </a:r>
              <a:r>
                <a:rPr lang="en-US" altLang="zh-CN" dirty="0">
                  <a:latin typeface="微软雅黑 Light" panose="020B0502040204020203" charset="-122"/>
                  <a:ea typeface="微软雅黑 Light" panose="020B0502040204020203" charset="-122"/>
                </a:rPr>
                <a:t>(</a:t>
              </a:r>
              <a:r>
                <a:rPr lang="zh-CN" altLang="en-US" dirty="0">
                  <a:latin typeface="微软雅黑 Light" panose="020B0502040204020203" charset="-122"/>
                  <a:ea typeface="微软雅黑 Light" panose="020B0502040204020203" charset="-122"/>
                </a:rPr>
                <a:t>非</a:t>
              </a:r>
              <a:r>
                <a:rPr lang="en-US" altLang="zh-CN" dirty="0">
                  <a:latin typeface="微软雅黑 Light" panose="020B0502040204020203" charset="-122"/>
                  <a:ea typeface="微软雅黑 Light" panose="020B0502040204020203" charset="-122"/>
                </a:rPr>
                <a:t>0)</a:t>
              </a:r>
              <a:endParaRPr lang="en-US" altLang="zh-CN" dirty="0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492556" name="流程图: 可选过程 29709"/>
            <p:cNvSpPr/>
            <p:nvPr/>
          </p:nvSpPr>
          <p:spPr>
            <a:xfrm>
              <a:off x="3984" y="1200"/>
              <a:ext cx="720" cy="240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for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492557" name="直接连接符 29710"/>
            <p:cNvSpPr/>
            <p:nvPr/>
          </p:nvSpPr>
          <p:spPr>
            <a:xfrm>
              <a:off x="4320" y="144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492558" name="文本框 29711"/>
            <p:cNvSpPr txBox="1"/>
            <p:nvPr/>
          </p:nvSpPr>
          <p:spPr>
            <a:xfrm>
              <a:off x="3863" y="1691"/>
              <a:ext cx="969" cy="232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latin typeface="微软雅黑 Light" panose="020B0502040204020203" charset="-122"/>
                  <a:ea typeface="微软雅黑 Light" panose="020B0502040204020203" charset="-122"/>
                </a:rPr>
                <a:t>i=1</a:t>
              </a:r>
              <a:endParaRPr lang="en-US" altLang="zh-CN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492559" name="直接连接符 29712"/>
            <p:cNvSpPr/>
            <p:nvPr/>
          </p:nvSpPr>
          <p:spPr>
            <a:xfrm>
              <a:off x="4320" y="297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492560" name="文本框 29713"/>
            <p:cNvSpPr txBox="1"/>
            <p:nvPr/>
          </p:nvSpPr>
          <p:spPr>
            <a:xfrm>
              <a:off x="3984" y="3228"/>
              <a:ext cx="649" cy="232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latin typeface="微软雅黑 Light" panose="020B0502040204020203" charset="-122"/>
                  <a:ea typeface="微软雅黑 Light" panose="020B0502040204020203" charset="-122"/>
                </a:rPr>
                <a:t>i++</a:t>
              </a:r>
              <a:endParaRPr lang="en-US" altLang="zh-CN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492561" name="直接连接符 29714"/>
            <p:cNvSpPr/>
            <p:nvPr/>
          </p:nvSpPr>
          <p:spPr>
            <a:xfrm>
              <a:off x="4320" y="345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2562" name="直接连接符 29715"/>
            <p:cNvSpPr/>
            <p:nvPr/>
          </p:nvSpPr>
          <p:spPr>
            <a:xfrm flipH="1">
              <a:off x="3600" y="3696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2563" name="直接连接符 29716"/>
            <p:cNvSpPr/>
            <p:nvPr/>
          </p:nvSpPr>
          <p:spPr>
            <a:xfrm>
              <a:off x="3600" y="1968"/>
              <a:ext cx="0" cy="17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2564" name="直接连接符 29717"/>
            <p:cNvSpPr/>
            <p:nvPr/>
          </p:nvSpPr>
          <p:spPr>
            <a:xfrm>
              <a:off x="5064" y="2304"/>
              <a:ext cx="0" cy="15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2565" name="直接连接符 29718"/>
            <p:cNvSpPr/>
            <p:nvPr/>
          </p:nvSpPr>
          <p:spPr>
            <a:xfrm flipH="1">
              <a:off x="4320" y="3840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2566" name="直接连接符 29719"/>
            <p:cNvSpPr/>
            <p:nvPr/>
          </p:nvSpPr>
          <p:spPr>
            <a:xfrm>
              <a:off x="4320" y="192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492567" name="文本框 29713"/>
            <p:cNvSpPr txBox="1"/>
            <p:nvPr/>
          </p:nvSpPr>
          <p:spPr>
            <a:xfrm>
              <a:off x="3664" y="4129"/>
              <a:ext cx="1486" cy="232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latin typeface="微软雅黑 Light" panose="020B0502040204020203" charset="-122"/>
                  <a:ea typeface="微软雅黑 Light" panose="020B0502040204020203" charset="-122"/>
                </a:rPr>
                <a:t>for</a:t>
              </a:r>
              <a:r>
                <a:rPr lang="zh-CN" altLang="en-US">
                  <a:latin typeface="微软雅黑 Light" panose="020B0502040204020203" charset="-122"/>
                  <a:ea typeface="微软雅黑 Light" panose="020B0502040204020203" charset="-122"/>
                </a:rPr>
                <a:t>语句的下一条语句</a:t>
              </a:r>
              <a:endParaRPr lang="zh-CN" altLang="en-US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535113" y="2149475"/>
            <a:ext cx="3849687" cy="2614613"/>
          </a:xfrm>
          <a:prstGeom prst="rect">
            <a:avLst/>
          </a:prstGeom>
          <a:noFill/>
          <a:ln w="38100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ctr">
            <a:spAutoFit/>
          </a:bodyPr>
          <a:p>
            <a:pPr eaLnBrk="0" hangingPunct="0"/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#include &lt;stdio.h&gt;</a:t>
            </a:r>
            <a:endParaRPr lang="en-US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int main()</a:t>
            </a:r>
            <a:endParaRPr lang="en-US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{</a:t>
            </a:r>
            <a:endParaRPr lang="en-US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   int i,sum=0;</a:t>
            </a:r>
            <a:endParaRPr lang="en-US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  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for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( i=1;i&lt;=100;i++)</a:t>
            </a:r>
            <a:endParaRPr lang="en-US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    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 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sum=sum+i;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}</a:t>
            </a:r>
            <a:endParaRPr lang="en-US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   printf(“1+2+3+4+...+100=%d”,sum);</a:t>
            </a:r>
            <a:endParaRPr lang="en-US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   return 0;</a:t>
            </a:r>
            <a:endParaRPr lang="en-US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 }</a:t>
            </a:r>
            <a:endParaRPr lang="en-US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2508250" y="4694238"/>
            <a:ext cx="1898650" cy="944563"/>
          </a:xfrm>
          <a:prstGeom prst="wedgeRoundRectCallout">
            <a:avLst>
              <a:gd name="adj1" fmla="val -5733"/>
              <a:gd name="adj2" fmla="val -136491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/>
          <a:p>
            <a:pPr fontAlgn="base">
              <a:lnSpc>
                <a:spcPct val="150000"/>
              </a:lnSpc>
            </a:pPr>
            <a:r>
              <a:rPr lang="zh-CN" altLang="en-US" strike="noStrike" noProof="1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单条语句时大括号可以省</a:t>
            </a:r>
            <a:endParaRPr lang="zh-CN" altLang="en-US" strike="noStrike" noProof="1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animBg="1"/>
      <p:bldP spid="4" grpId="1" animBg="1"/>
      <p:bldP spid="67589" grpId="0"/>
      <p:bldP spid="67589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88" name="文本框 114687"/>
          <p:cNvSpPr txBox="1"/>
          <p:nvPr/>
        </p:nvSpPr>
        <p:spPr>
          <a:xfrm>
            <a:off x="1570038" y="3660775"/>
            <a:ext cx="3048000" cy="922338"/>
          </a:xfrm>
          <a:prstGeom prst="rect">
            <a:avLst/>
          </a:prstGeom>
          <a:noFill/>
          <a:ln w="22225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ctr"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for( i=1; i&lt;=n; i++)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 sum=sum+i;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67589" name="标题 114693"/>
          <p:cNvSpPr>
            <a:spLocks noGrp="1"/>
          </p:cNvSpPr>
          <p:nvPr>
            <p:ph type="title" idx="4294967295"/>
          </p:nvPr>
        </p:nvSpPr>
        <p:spPr>
          <a:xfrm>
            <a:off x="830263" y="823913"/>
            <a:ext cx="10212387" cy="161448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150000"/>
              </a:lnSpc>
            </a:pP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表达式缺省的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for</a:t>
            </a: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语句：</a:t>
            </a:r>
            <a:b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zh-CN" altLang="en-US" sz="2400" b="1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注意：</a:t>
            </a:r>
            <a:r>
              <a:rPr lang="zh-CN" altLang="en-US" sz="180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180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zh-CN" altLang="en-US" sz="180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r>
              <a:rPr lang="en-US" altLang="zh-CN" sz="180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for()</a:t>
            </a:r>
            <a:r>
              <a:rPr lang="zh-CN" altLang="en-US" sz="180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语句中的三个表达式可以省略其中一个、两个、甚至三个。</a:t>
            </a:r>
            <a:br>
              <a:rPr lang="zh-CN" altLang="en-US" sz="180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zh-CN" altLang="en-US" sz="180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（</a:t>
            </a:r>
            <a:r>
              <a:rPr lang="en-US" altLang="zh-CN" sz="180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B</a:t>
            </a:r>
            <a:r>
              <a:rPr lang="zh-CN" altLang="en-US" sz="180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）但是无论省略几个表达式，其中的两个分号不能省。</a:t>
            </a:r>
            <a:endParaRPr lang="zh-CN" altLang="en-US" sz="180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93571" name="Text Box 5"/>
          <p:cNvSpPr txBox="1"/>
          <p:nvPr/>
        </p:nvSpPr>
        <p:spPr>
          <a:xfrm>
            <a:off x="574675" y="120650"/>
            <a:ext cx="10467975" cy="5540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72706" name="标题 118786"/>
          <p:cNvSpPr>
            <a:spLocks noGrp="1"/>
          </p:cNvSpPr>
          <p:nvPr/>
        </p:nvSpPr>
        <p:spPr>
          <a:xfrm>
            <a:off x="969963" y="2538413"/>
            <a:ext cx="9531350" cy="1014412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150000"/>
              </a:lnSpc>
            </a:pPr>
            <a:r>
              <a:rPr lang="zh-CN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）如果在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for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语句之前已经给循环变量赋值，表达式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可以省略，但是分号不能省。表达式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可以是设置变量初值的赋值表达式，也可以是与循环变量无关的其他表达式。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70500" y="3552825"/>
            <a:ext cx="3048000" cy="1338263"/>
          </a:xfrm>
          <a:prstGeom prst="rect">
            <a:avLst/>
          </a:prstGeom>
          <a:noFill/>
          <a:ln w="22225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ctr"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i=1;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for( </a:t>
            </a:r>
            <a:r>
              <a:rPr lang="en-US" altLang="zh-CN" b="1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 ; 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i&lt;=n; i++)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 sum=sum+i;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4821238" y="4021138"/>
            <a:ext cx="277812" cy="201612"/>
          </a:xfrm>
          <a:prstGeom prst="rightArrow">
            <a:avLst>
              <a:gd name="adj1" fmla="val 50000"/>
              <a:gd name="adj2" fmla="val 49855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/>
          <a:p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19250" y="4814888"/>
            <a:ext cx="3048000" cy="1336675"/>
          </a:xfrm>
          <a:prstGeom prst="rect">
            <a:avLst/>
          </a:prstGeom>
          <a:noFill/>
          <a:ln w="22225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ctr"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i=1;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for( sum=0; i&lt;=n; i++)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 sum=sum+i;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46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88" grpId="0" bldLvl="0" animBg="1"/>
      <p:bldP spid="2" grpId="0" bldLvl="0" animBg="1"/>
      <p:bldP spid="4" grpId="0" bldLvl="0" animBg="1"/>
      <p:bldP spid="67589" grpId="0"/>
      <p:bldP spid="67589" grpId="1"/>
      <p:bldP spid="72706" grpId="0"/>
      <p:bldP spid="72706" grpId="1"/>
      <p:bldP spid="3" grpId="0" animBg="1"/>
      <p:bldP spid="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88" name="文本框 114687"/>
          <p:cNvSpPr txBox="1"/>
          <p:nvPr/>
        </p:nvSpPr>
        <p:spPr>
          <a:xfrm>
            <a:off x="1436688" y="1974850"/>
            <a:ext cx="3048000" cy="922338"/>
          </a:xfrm>
          <a:prstGeom prst="rect">
            <a:avLst/>
          </a:prstGeom>
          <a:noFill/>
          <a:ln w="22225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ctr"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for( i=1;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 ;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i++)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 sum=sum+i;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94594" name="Text Box 5"/>
          <p:cNvSpPr txBox="1"/>
          <p:nvPr/>
        </p:nvSpPr>
        <p:spPr>
          <a:xfrm>
            <a:off x="574675" y="120650"/>
            <a:ext cx="10467975" cy="5540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72706" name="标题 118786"/>
          <p:cNvSpPr>
            <a:spLocks noGrp="1"/>
          </p:cNvSpPr>
          <p:nvPr/>
        </p:nvSpPr>
        <p:spPr>
          <a:xfrm>
            <a:off x="1042988" y="755650"/>
            <a:ext cx="9531350" cy="1014413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150000"/>
              </a:lnSpc>
            </a:pPr>
            <a:r>
              <a:rPr lang="zh-CN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）表达式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可以省略，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C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编译程序认为其值恒为真，无限循环下去。</a:t>
            </a:r>
            <a:r>
              <a:rPr lang="zh-CN" altLang="en-US" sz="2000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应避免这样使用</a:t>
            </a:r>
            <a:r>
              <a:rPr lang="en-US" altLang="zh-CN" sz="2000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for</a:t>
            </a:r>
            <a:r>
              <a:rPr lang="zh-CN" altLang="en-US" sz="2000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结构。</a:t>
            </a:r>
            <a:endParaRPr lang="zh-CN" altLang="en-US" sz="2000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" name="标题 118786"/>
          <p:cNvSpPr>
            <a:spLocks noGrp="1"/>
          </p:cNvSpPr>
          <p:nvPr/>
        </p:nvSpPr>
        <p:spPr>
          <a:xfrm>
            <a:off x="1109663" y="3152775"/>
            <a:ext cx="9531350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150000"/>
              </a:lnSpc>
            </a:pPr>
            <a:r>
              <a:rPr lang="zh-CN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）表达式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可以省略。</a:t>
            </a:r>
            <a:endParaRPr lang="zh-CN" altLang="en-US" sz="2000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36688" y="3729038"/>
            <a:ext cx="3048000" cy="2168525"/>
          </a:xfrm>
          <a:prstGeom prst="rect">
            <a:avLst/>
          </a:prstGeom>
          <a:noFill/>
          <a:ln w="22225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ctr"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for( i=1;i&lt;=100 ; )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 {  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   sum=sum+i;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   i=i+1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；</a:t>
            </a:r>
            <a:endParaRPr lang="zh-CN" altLang="en-US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5029200" y="4340225"/>
            <a:ext cx="2770188" cy="946150"/>
          </a:xfrm>
          <a:prstGeom prst="wedgeRoundRectCallout">
            <a:avLst>
              <a:gd name="adj1" fmla="val -126269"/>
              <a:gd name="adj2" fmla="val 51142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/>
          <a:p>
            <a:pPr fontAlgn="base">
              <a:lnSpc>
                <a:spcPct val="150000"/>
              </a:lnSpc>
            </a:pPr>
            <a:r>
              <a:rPr lang="zh-CN" altLang="en-US" strike="noStrike" noProof="1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可把变量增值部分放在循环体内部</a:t>
            </a:r>
            <a:endParaRPr lang="zh-CN" altLang="en-US" strike="noStrike" noProof="1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46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88" grpId="0" bldLvl="0" animBg="1"/>
      <p:bldP spid="6" grpId="0" bldLvl="0" animBg="1"/>
      <p:bldP spid="7" grpId="0" bldLvl="0" animBg="1"/>
      <p:bldP spid="7" grpId="1" animBg="1"/>
      <p:bldP spid="72706" grpId="0"/>
      <p:bldP spid="72706" grpId="1"/>
      <p:bldP spid="5" grpId="0"/>
      <p:bldP spid="5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88" name="文本框 114687"/>
          <p:cNvSpPr txBox="1"/>
          <p:nvPr/>
        </p:nvSpPr>
        <p:spPr>
          <a:xfrm>
            <a:off x="1436688" y="1766888"/>
            <a:ext cx="3048000" cy="1338262"/>
          </a:xfrm>
          <a:prstGeom prst="rect">
            <a:avLst/>
          </a:prstGeom>
          <a:noFill/>
          <a:ln w="22225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ctr"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sum=0;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for( i=1;i&lt;=100; i++)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 sum=sum+i;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95618" name="Text Box 5"/>
          <p:cNvSpPr txBox="1"/>
          <p:nvPr/>
        </p:nvSpPr>
        <p:spPr>
          <a:xfrm>
            <a:off x="574675" y="120650"/>
            <a:ext cx="10467975" cy="5540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72706" name="标题 118786"/>
          <p:cNvSpPr>
            <a:spLocks noGrp="1"/>
          </p:cNvSpPr>
          <p:nvPr/>
        </p:nvSpPr>
        <p:spPr>
          <a:xfrm>
            <a:off x="1042988" y="985838"/>
            <a:ext cx="9531350" cy="55403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150000"/>
              </a:lnSpc>
            </a:pPr>
            <a:r>
              <a:rPr lang="zh-CN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4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for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语句的一般形式中表达式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和表达式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也可以是逗号表达式。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" name="标题 118786"/>
          <p:cNvSpPr>
            <a:spLocks noGrp="1"/>
          </p:cNvSpPr>
          <p:nvPr/>
        </p:nvSpPr>
        <p:spPr>
          <a:xfrm>
            <a:off x="1044575" y="3105150"/>
            <a:ext cx="9531350" cy="1014413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150000"/>
              </a:lnSpc>
            </a:pPr>
            <a:r>
              <a:rPr lang="zh-CN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5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）表达式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一般是关系表达式或逻辑表达式，但也可以是其他类型的表达式，只要其值是非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，就执行循环体。</a:t>
            </a:r>
            <a:endParaRPr lang="zh-CN" altLang="en-US" sz="2000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36688" y="4400550"/>
            <a:ext cx="4130675" cy="920750"/>
          </a:xfrm>
          <a:prstGeom prst="rect">
            <a:avLst/>
          </a:prstGeom>
          <a:noFill/>
          <a:ln w="22225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ctr"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for(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；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( ch= getchar( ))!='\n' ; )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 printf(“%c”, ch);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5097463" y="2414588"/>
            <a:ext cx="469900" cy="180975"/>
          </a:xfrm>
          <a:prstGeom prst="rightArrow">
            <a:avLst>
              <a:gd name="adj1" fmla="val 50000"/>
              <a:gd name="adj2" fmla="val 50162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/>
          <a:p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18213" y="2044700"/>
            <a:ext cx="3048000" cy="920750"/>
          </a:xfrm>
          <a:prstGeom prst="rect">
            <a:avLst/>
          </a:prstGeom>
          <a:noFill/>
          <a:ln w="22225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ctr"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for(</a:t>
            </a:r>
            <a:r>
              <a:rPr lang="en-US" altLang="zh-CN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sum=0, i=1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;i&lt;=100; i++)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 sum=sum+i;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46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88" grpId="0" bldLvl="0" animBg="1"/>
      <p:bldP spid="6" grpId="0" bldLvl="0" animBg="1"/>
      <p:bldP spid="3" grpId="0" bldLvl="0" animBg="1"/>
      <p:bldP spid="72706" grpId="0"/>
      <p:bldP spid="72706" grpId="1"/>
      <p:bldP spid="2" grpId="0" animBg="1"/>
      <p:bldP spid="2" grpId="1" animBg="1"/>
      <p:bldP spid="5" grpId="0"/>
      <p:bldP spid="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88" name="文本框 114687"/>
          <p:cNvSpPr txBox="1"/>
          <p:nvPr/>
        </p:nvSpPr>
        <p:spPr>
          <a:xfrm>
            <a:off x="1436688" y="1717675"/>
            <a:ext cx="3048000" cy="922338"/>
          </a:xfrm>
          <a:prstGeom prst="rect">
            <a:avLst/>
          </a:prstGeom>
          <a:noFill/>
          <a:ln w="22225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ctr"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for( i=1;i&lt;=n; i++)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 sum=sum+i;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96642" name="Text Box 5"/>
          <p:cNvSpPr txBox="1"/>
          <p:nvPr/>
        </p:nvSpPr>
        <p:spPr>
          <a:xfrm>
            <a:off x="574675" y="120650"/>
            <a:ext cx="10467975" cy="5540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72706" name="标题 118786"/>
          <p:cNvSpPr>
            <a:spLocks noGrp="1"/>
          </p:cNvSpPr>
          <p:nvPr/>
        </p:nvSpPr>
        <p:spPr>
          <a:xfrm>
            <a:off x="1042988" y="698500"/>
            <a:ext cx="9531350" cy="1014413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150000"/>
              </a:lnSpc>
            </a:pPr>
            <a:r>
              <a:rPr lang="zh-CN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6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for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语句的一般形式中循环体语句也可以省略，可以利用空循环体的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for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语句实现某些特殊的功能，如产生时间延时等。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" name="标题 118786"/>
          <p:cNvSpPr>
            <a:spLocks noGrp="1"/>
          </p:cNvSpPr>
          <p:nvPr/>
        </p:nvSpPr>
        <p:spPr>
          <a:xfrm>
            <a:off x="1042988" y="2741613"/>
            <a:ext cx="9531350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150000"/>
              </a:lnSpc>
            </a:pPr>
            <a:r>
              <a:rPr lang="zh-CN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7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for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语句的三个表达式都可以省略。</a:t>
            </a:r>
            <a:endParaRPr lang="zh-CN" altLang="en-US" sz="2000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36688" y="3295650"/>
            <a:ext cx="4130675" cy="3414713"/>
          </a:xfrm>
          <a:prstGeom prst="rect">
            <a:avLst/>
          </a:prstGeom>
          <a:noFill/>
          <a:ln w="22225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ctr"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int i=1, sum=0;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for( ; ; )</a:t>
            </a:r>
            <a:endParaRPr lang="en-US" altLang="zh-CN" b="1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{ sum=sum+i;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 i++;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 if (i&gt;1000)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    break;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 }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printf(“sum=%d”,sum);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4927600" y="2157413"/>
            <a:ext cx="469900" cy="180975"/>
          </a:xfrm>
          <a:prstGeom prst="rightArrow">
            <a:avLst>
              <a:gd name="adj1" fmla="val 50000"/>
              <a:gd name="adj2" fmla="val 50162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/>
          <a:p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18213" y="1995488"/>
            <a:ext cx="3890962" cy="506412"/>
          </a:xfrm>
          <a:prstGeom prst="rect">
            <a:avLst/>
          </a:prstGeom>
          <a:noFill/>
          <a:ln w="22225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ctr"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for(i=1; i&lt;=n; sum=sum+i, i++);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9026525" y="2640013"/>
            <a:ext cx="2770188" cy="944563"/>
          </a:xfrm>
          <a:prstGeom prst="wedgeRoundRectCallout">
            <a:avLst>
              <a:gd name="adj1" fmla="val -35976"/>
              <a:gd name="adj2" fmla="val -75604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/>
          <a:p>
            <a:pPr fontAlgn="base">
              <a:lnSpc>
                <a:spcPct val="150000"/>
              </a:lnSpc>
            </a:pPr>
            <a:r>
              <a:rPr lang="zh-CN" altLang="en-US" strike="noStrike" noProof="1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循环体是一个空语句（单独一个</a:t>
            </a:r>
            <a:r>
              <a:rPr lang="en-US" altLang="zh-CN" strike="noStrike" noProof="1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”</a:t>
            </a:r>
            <a:r>
              <a:rPr lang="zh-CN" altLang="en-US" strike="noStrike" noProof="1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；</a:t>
            </a:r>
            <a:r>
              <a:rPr lang="en-US" altLang="zh-CN" strike="noStrike" noProof="1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“</a:t>
            </a:r>
            <a:r>
              <a:rPr lang="zh-CN" altLang="en-US" strike="noStrike" noProof="1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称空语句）</a:t>
            </a:r>
            <a:endParaRPr lang="zh-CN" altLang="en-US" strike="noStrike" noProof="1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3436938" y="4041775"/>
            <a:ext cx="2906713" cy="1387475"/>
          </a:xfrm>
          <a:prstGeom prst="wedgeRoundRectCallout">
            <a:avLst>
              <a:gd name="adj1" fmla="val -73115"/>
              <a:gd name="adj2" fmla="val 70512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/>
          <a:p>
            <a:pPr fontAlgn="base">
              <a:lnSpc>
                <a:spcPct val="150000"/>
              </a:lnSpc>
            </a:pPr>
            <a:r>
              <a:rPr lang="zh-CN" altLang="en-US" strike="noStrike" noProof="1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这种无限循环语句可以用</a:t>
            </a:r>
            <a:r>
              <a:rPr lang="en-US" altLang="zh-CN" strike="noStrike" noProof="1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break</a:t>
            </a:r>
            <a:r>
              <a:rPr lang="zh-CN" altLang="en-US" strike="noStrike" noProof="1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语句来终止循环，避免产生死循环。</a:t>
            </a:r>
            <a:endParaRPr lang="zh-CN" altLang="en-US" strike="noStrike" noProof="1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8213" y="1211263"/>
            <a:ext cx="2568575" cy="506412"/>
          </a:xfrm>
          <a:prstGeom prst="rect">
            <a:avLst/>
          </a:prstGeom>
          <a:noFill/>
          <a:ln w="22225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ctr"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for(t=0; t&lt;value; t++);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46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88" grpId="0" bldLvl="0" animBg="1"/>
      <p:bldP spid="6" grpId="0" bldLvl="0" animBg="1"/>
      <p:bldP spid="3" grpId="0" bldLvl="0" animBg="1"/>
      <p:bldP spid="7" grpId="0" bldLvl="0" animBg="1"/>
      <p:bldP spid="7" grpId="1" animBg="1"/>
      <p:bldP spid="8" grpId="0" bldLvl="0" animBg="1"/>
      <p:bldP spid="8" grpId="1" animBg="1"/>
      <p:bldP spid="9" grpId="0" bldLvl="0" animBg="1"/>
      <p:bldP spid="72706" grpId="0"/>
      <p:bldP spid="72706" grpId="1"/>
      <p:bldP spid="2" grpId="0" animBg="1"/>
      <p:bldP spid="2" grpId="1" animBg="1"/>
      <p:bldP spid="5" grpId="0"/>
      <p:bldP spid="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88" name="文本框 114687"/>
          <p:cNvSpPr txBox="1"/>
          <p:nvPr/>
        </p:nvSpPr>
        <p:spPr>
          <a:xfrm>
            <a:off x="2286000" y="1955800"/>
            <a:ext cx="3048000" cy="2584450"/>
          </a:xfrm>
          <a:prstGeom prst="rect">
            <a:avLst/>
          </a:prstGeom>
          <a:noFill/>
          <a:ln w="22225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ctr"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int main( )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{  int x, y=10;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  for( x=10; x&lt;10;--y)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    printf(“%d”, y);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  printf( “%d”, x);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}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97666" name="Text Box 5"/>
          <p:cNvSpPr txBox="1"/>
          <p:nvPr/>
        </p:nvSpPr>
        <p:spPr>
          <a:xfrm>
            <a:off x="574675" y="120650"/>
            <a:ext cx="10467975" cy="5540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72706" name="标题 118786"/>
          <p:cNvSpPr>
            <a:spLocks noGrp="1"/>
          </p:cNvSpPr>
          <p:nvPr/>
        </p:nvSpPr>
        <p:spPr>
          <a:xfrm>
            <a:off x="1044575" y="673100"/>
            <a:ext cx="9531350" cy="10160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150000"/>
              </a:lnSpc>
            </a:pPr>
            <a:r>
              <a:rPr lang="zh-CN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8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for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循环的条件检查总在循环开始前进行，如果循环一开始条件为假（为零），则循环体一次也不执行。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83999" name="文本框 83998"/>
          <p:cNvSpPr txBox="1"/>
          <p:nvPr/>
        </p:nvSpPr>
        <p:spPr>
          <a:xfrm>
            <a:off x="5967413" y="2917825"/>
            <a:ext cx="2487612" cy="400050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运行结果：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endParaRPr lang="zh-CN" altLang="en-US" sz="20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46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3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3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88" grpId="0" bldLvl="0" animBg="1"/>
      <p:bldP spid="72706" grpId="0"/>
      <p:bldP spid="72706" grpId="1"/>
      <p:bldP spid="83999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标题 114693"/>
          <p:cNvSpPr>
            <a:spLocks noGrp="1"/>
          </p:cNvSpPr>
          <p:nvPr>
            <p:ph type="title" idx="4294967295"/>
          </p:nvPr>
        </p:nvSpPr>
        <p:spPr>
          <a:xfrm>
            <a:off x="765175" y="982663"/>
            <a:ext cx="1132046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实例</a:t>
            </a:r>
            <a:r>
              <a:rPr lang="en-US" altLang="zh-CN" sz="2000" dirty="0">
                <a:latin typeface="Arial" panose="020B0604020202020204" pitchFamily="34" charset="0"/>
                <a:ea typeface="微软雅黑 Light" panose="020B0502040204020203" charset="-122"/>
              </a:rPr>
              <a:t>1</a:t>
            </a: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：输入一个正整数</a:t>
            </a:r>
            <a:r>
              <a:rPr lang="en-US" altLang="zh-CN" sz="2000" dirty="0">
                <a:latin typeface="Arial" panose="020B0604020202020204" pitchFamily="34" charset="0"/>
                <a:ea typeface="微软雅黑 Light" panose="020B0502040204020203" charset="-122"/>
              </a:rPr>
              <a:t>n</a:t>
            </a: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，计算</a:t>
            </a:r>
            <a:r>
              <a:rPr lang="en-US" altLang="zh-CN" sz="2000" dirty="0">
                <a:latin typeface="Arial" panose="020B0604020202020204" pitchFamily="34" charset="0"/>
                <a:ea typeface="微软雅黑 Light" panose="020B0502040204020203" charset="-122"/>
              </a:rPr>
              <a:t>1+2+3+4+...+n</a:t>
            </a: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的和。</a:t>
            </a:r>
            <a:endParaRPr lang="zh-CN" altLang="en-US" sz="2000" dirty="0">
              <a:latin typeface="Arial" panose="020B0604020202020204" pitchFamily="34" charset="0"/>
              <a:ea typeface="微软雅黑 Light" panose="020B0502040204020203" charset="-122"/>
            </a:endParaRPr>
          </a:p>
        </p:txBody>
      </p:sp>
      <p:sp>
        <p:nvSpPr>
          <p:cNvPr id="498690" name="Text Box 5"/>
          <p:cNvSpPr txBox="1"/>
          <p:nvPr/>
        </p:nvSpPr>
        <p:spPr>
          <a:xfrm>
            <a:off x="765175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3249613" y="1844675"/>
            <a:ext cx="5827712" cy="3170238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i,n ,sum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scanf(“%d”,&amp;n)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sum=0;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for(i=1;i&lt;=n; i++)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sum=sum+i;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由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到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的和是：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%d\n”,n,sum);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8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68609" grpId="0"/>
      <p:bldP spid="68609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9713" name="Text Box 5"/>
          <p:cNvSpPr txBox="1"/>
          <p:nvPr/>
        </p:nvSpPr>
        <p:spPr>
          <a:xfrm>
            <a:off x="765175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3084513" y="1558925"/>
            <a:ext cx="5827712" cy="4708525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i,n ,deno,flag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float sum, item;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输入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n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的值：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”);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scanf(“%d”,&amp;n)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flag=1; deno=1;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for(i=1;i&lt;=n; i++)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{   item=flag*1.0/deno;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sum=sum+item;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flag=-flag;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deno=deno+3;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printf(“sum=%.2f\n”, sum);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3729" name="标题 114693"/>
          <p:cNvSpPr>
            <a:spLocks noGrp="1"/>
          </p:cNvSpPr>
          <p:nvPr/>
        </p:nvSpPr>
        <p:spPr>
          <a:xfrm>
            <a:off x="538163" y="982663"/>
            <a:ext cx="11320462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9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实例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、编写程序，输入一个整数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n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，计算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1-    +   -   +   -     +</a:t>
            </a:r>
            <a:r>
              <a:rPr lang="en-US" altLang="zh-CN" sz="2000" baseline="30000" dirty="0">
                <a:latin typeface="Arial" panose="020B0604020202020204" pitchFamily="34" charset="0"/>
                <a:ea typeface="微软雅黑 Light" panose="020B0502040204020203" charset="-122"/>
              </a:rPr>
              <a:t>…</a:t>
            </a: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前</a:t>
            </a:r>
            <a:r>
              <a:rPr lang="en-US" altLang="zh-CN" sz="2000" dirty="0">
                <a:latin typeface="Arial" panose="020B0604020202020204" pitchFamily="34" charset="0"/>
                <a:ea typeface="微软雅黑 Light" panose="020B0502040204020203" charset="-122"/>
              </a:rPr>
              <a:t>n</a:t>
            </a: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项之和。</a:t>
            </a:r>
            <a:endParaRPr lang="zh-CN" altLang="en-US" sz="2000" dirty="0">
              <a:latin typeface="Arial" panose="020B0604020202020204" pitchFamily="34" charset="0"/>
              <a:ea typeface="微软雅黑 Light" panose="020B0502040204020203" charset="-122"/>
            </a:endParaRPr>
          </a:p>
        </p:txBody>
      </p:sp>
      <p:grpSp>
        <p:nvGrpSpPr>
          <p:cNvPr id="499716" name="组合 2"/>
          <p:cNvGrpSpPr/>
          <p:nvPr/>
        </p:nvGrpSpPr>
        <p:grpSpPr>
          <a:xfrm>
            <a:off x="5402263" y="892175"/>
            <a:ext cx="1984375" cy="547688"/>
            <a:chOff x="5180" y="1308"/>
            <a:chExt cx="3560" cy="862"/>
          </a:xfrm>
        </p:grpSpPr>
        <p:graphicFrame>
          <p:nvGraphicFramePr>
            <p:cNvPr id="499717" name="对象 1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5180" y="1307"/>
            <a:ext cx="490" cy="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152400" imgH="393700" progId="Equation.KSEE3">
                    <p:embed/>
                  </p:oleObj>
                </mc:Choice>
                <mc:Fallback>
                  <p:oleObj name="" r:id="rId1" imgW="152400" imgH="393700" progId="Equation.KSEE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180" y="1307"/>
                          <a:ext cx="490" cy="8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9718" name="对象 2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5975" y="1307"/>
            <a:ext cx="490" cy="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3" imgW="152400" imgH="393700" progId="Equation.KSEE3">
                    <p:embed/>
                  </p:oleObj>
                </mc:Choice>
                <mc:Fallback>
                  <p:oleObj name="" r:id="rId3" imgW="152400" imgH="393700" progId="Equation.KSEE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975" y="1307"/>
                          <a:ext cx="490" cy="8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9719" name="对象 4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6547" y="1307"/>
            <a:ext cx="652" cy="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5" imgW="203200" imgH="393700" progId="Equation.KSEE3">
                    <p:embed/>
                  </p:oleObj>
                </mc:Choice>
                <mc:Fallback>
                  <p:oleObj name="" r:id="rId5" imgW="203200" imgH="393700" progId="Equation.KSEE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547" y="1307"/>
                          <a:ext cx="652" cy="8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9720" name="对象 6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7295" y="1307"/>
            <a:ext cx="652" cy="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7" imgW="203200" imgH="393700" progId="Equation.KSEE3">
                    <p:embed/>
                  </p:oleObj>
                </mc:Choice>
                <mc:Fallback>
                  <p:oleObj name="" r:id="rId7" imgW="203200" imgH="393700" progId="Equation.KSEE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295" y="1307"/>
                          <a:ext cx="652" cy="8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9721" name="对象 8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087" y="1307"/>
            <a:ext cx="652" cy="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9" imgW="203200" imgH="393700" progId="Equation.KSEE3">
                    <p:embed/>
                  </p:oleObj>
                </mc:Choice>
                <mc:Fallback>
                  <p:oleObj name="" r:id="rId9" imgW="203200" imgH="393700" progId="Equation.KSEE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8087" y="1307"/>
                          <a:ext cx="652" cy="8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  <p:sndAc>
      <p:stSnd>
        <p:snd r:embed="rId1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73729" grpId="0"/>
      <p:bldP spid="73729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0737" name="Text Box 5"/>
          <p:cNvSpPr txBox="1"/>
          <p:nvPr/>
        </p:nvSpPr>
        <p:spPr>
          <a:xfrm>
            <a:off x="765175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646113" y="1377950"/>
            <a:ext cx="5303837" cy="5016500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i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float x, max;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请输入第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个数：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”);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scanf(“%f”,&amp;x)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max=x;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for(i=1;i&lt;=9; i++)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{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请输入第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个数：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”,i+1);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scanf(“%f”, &amp;x);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if( x&gt;max)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max=x; 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printf(“10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个数的最大值是：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%.0f”, max);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3729" name="标题 114693"/>
          <p:cNvSpPr>
            <a:spLocks noGrp="1"/>
          </p:cNvSpPr>
          <p:nvPr/>
        </p:nvSpPr>
        <p:spPr>
          <a:xfrm>
            <a:off x="517525" y="822325"/>
            <a:ext cx="85439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9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实例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、编写程序，输入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10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个数，输出其中的最大数</a:t>
            </a: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。</a:t>
            </a:r>
            <a:endParaRPr lang="zh-CN" altLang="en-US" sz="2000" dirty="0">
              <a:latin typeface="Arial" panose="020B0604020202020204" pitchFamily="34" charset="0"/>
              <a:ea typeface="微软雅黑 Light" panose="020B0502040204020203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94425" y="1377950"/>
            <a:ext cx="5302250" cy="5016500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i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float x, max;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for(i=1;i&lt;=10; i++)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{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请输入第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个数：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”,i)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scanf(“%f”, &amp;x);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if( i==1)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max=x; 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else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if(x&gt;max)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  max=x;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printf(“10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个数的最大值是：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%.0f”, max);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73729" grpId="0"/>
      <p:bldP spid="73729" grpId="1"/>
      <p:bldP spid="4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61" name="Text Box 5"/>
          <p:cNvSpPr txBox="1"/>
          <p:nvPr/>
        </p:nvSpPr>
        <p:spPr>
          <a:xfrm>
            <a:off x="765175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1971675" y="1466850"/>
            <a:ext cx="5303838" cy="3786188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number, a, b,c;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for(number=100;number&lt;=999;number++)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{  a=number/100;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b=number%100/10;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c=number%10;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if( number==a*a*a+b*b*b+c*c*c)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printf(“%5d”,number);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}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3729" name="标题 114693"/>
          <p:cNvSpPr>
            <a:spLocks noGrp="1"/>
          </p:cNvSpPr>
          <p:nvPr/>
        </p:nvSpPr>
        <p:spPr>
          <a:xfrm>
            <a:off x="625475" y="815975"/>
            <a:ext cx="111125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9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实例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4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、编写程序，输出所有的水仙花数</a:t>
            </a: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。（各位数字之和等于该数本身的三位整数）。</a:t>
            </a:r>
            <a:endParaRPr lang="zh-CN" altLang="en-US" sz="2000" dirty="0">
              <a:latin typeface="Arial" panose="020B0604020202020204" pitchFamily="34" charset="0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73729" grpId="0"/>
      <p:bldP spid="73729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2785" name="Text Box 5"/>
          <p:cNvSpPr txBox="1"/>
          <p:nvPr/>
        </p:nvSpPr>
        <p:spPr>
          <a:xfrm>
            <a:off x="765175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2051050" y="1412875"/>
            <a:ext cx="5529263" cy="4708525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number, sum,i;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请输入一个正整数：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“);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scanf(“%d”, &amp;number);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sum=0;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for(i=1;i&lt;=number;i++)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if(number%i==0)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sum=sum+i;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if(number==sum)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printf(“%d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是完数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\n”, number);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else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printf(“%d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不是完数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\n”, number);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3729" name="标题 114693"/>
          <p:cNvSpPr>
            <a:spLocks noGrp="1"/>
          </p:cNvSpPr>
          <p:nvPr/>
        </p:nvSpPr>
        <p:spPr>
          <a:xfrm>
            <a:off x="636588" y="766763"/>
            <a:ext cx="11112500" cy="646112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9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实例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5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、编写程序，由键盘输入一个正整数，判断该数是否为完数</a:t>
            </a: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。（完数：其真因子之和等于该数本身）。</a:t>
            </a:r>
            <a:endParaRPr lang="zh-CN" altLang="en-US" sz="2000" dirty="0">
              <a:latin typeface="Arial" panose="020B0604020202020204" pitchFamily="34" charset="0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73729" grpId="0"/>
      <p:bldP spid="73729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3809" name="Text Box 5"/>
          <p:cNvSpPr txBox="1"/>
          <p:nvPr/>
        </p:nvSpPr>
        <p:spPr>
          <a:xfrm>
            <a:off x="765175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4679950" y="717550"/>
            <a:ext cx="7097713" cy="5908675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upper, lower ,digit , i, other;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char ch;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upper=lower=digit=other=0;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请输入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10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个字符：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“);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for(i=1;i&lt;=10;i++)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{ ch=getchar( 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if (ch&gt;='a'&amp;&amp;ch&lt;='z')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lower++;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else if(ch&gt;='A'&amp;&amp;ch&lt;='Z')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upper++;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else if(ch&gt;='0'&amp;&amp;ch&lt;='9')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digit++;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else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other++;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}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小写字母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个，大写字母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个，数字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个，其他字符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个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\n”,lower,upper,digit,other);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3729" name="标题 114693"/>
          <p:cNvSpPr>
            <a:spLocks noGrp="1"/>
          </p:cNvSpPr>
          <p:nvPr/>
        </p:nvSpPr>
        <p:spPr>
          <a:xfrm>
            <a:off x="617538" y="1036638"/>
            <a:ext cx="4062412" cy="14763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实例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6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、统计由键盘中输入的若干字符中，大写英文字母、小写英文字母、数字字符和其他字符的个数</a:t>
            </a: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。</a:t>
            </a:r>
            <a:endParaRPr lang="zh-CN" altLang="en-US" sz="2000" dirty="0">
              <a:latin typeface="Arial" panose="020B0604020202020204" pitchFamily="34" charset="0"/>
              <a:ea typeface="微软雅黑 Light" panose="020B0502040204020203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79950" y="717550"/>
            <a:ext cx="7097713" cy="5908675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upper, lower ,digit , other;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char ch;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upper=lower=digit=other=0;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请输入字符，以回车键结束：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“);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for( ; (ch=getchar())!='\n';)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{ 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if (ch&gt;='a'&amp;&amp;ch&lt;='z')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lower++;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else if(ch&gt;='A'&amp;&amp;ch&lt;='Z')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upper++;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else if(ch&gt;='0'&amp;&amp;ch&lt;='9')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digit++;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else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other++;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}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小写字母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个，大写字母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个，数字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个，其他字符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个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\n”,lower,upper,digit,other);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73729" grpId="0"/>
      <p:bldP spid="73729" grpId="1"/>
      <p:bldP spid="2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4833" name="Text Box 5"/>
          <p:cNvSpPr txBox="1"/>
          <p:nvPr/>
        </p:nvSpPr>
        <p:spPr>
          <a:xfrm>
            <a:off x="765175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2060575" y="1560513"/>
            <a:ext cx="5530850" cy="2862262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 i;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char ch;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请输入小写字母，以回车键结束：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“);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for(i=1;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ch=getchar( ))!='\n'; i++)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putchar(ch-32);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3729" name="标题 114693"/>
          <p:cNvSpPr>
            <a:spLocks noGrp="1"/>
          </p:cNvSpPr>
          <p:nvPr/>
        </p:nvSpPr>
        <p:spPr>
          <a:xfrm>
            <a:off x="539750" y="865188"/>
            <a:ext cx="111125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9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实例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7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 任意输入一行小写字母，将它们转换为大写字母后输出</a:t>
            </a: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。</a:t>
            </a:r>
            <a:endParaRPr lang="zh-CN" altLang="en-US" sz="2000" dirty="0">
              <a:latin typeface="Arial" panose="020B0604020202020204" pitchFamily="34" charset="0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73729" grpId="0"/>
      <p:bldP spid="73729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5857" name="Text Box 5"/>
          <p:cNvSpPr txBox="1"/>
          <p:nvPr/>
        </p:nvSpPr>
        <p:spPr>
          <a:xfrm>
            <a:off x="765175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2060575" y="1560513"/>
            <a:ext cx="5530850" cy="4094162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n=0,i;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char ch;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请输入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个数字：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”);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for( i=1; i&lt;=3; i++)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{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scanf( “%c”, &amp;ch);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n=n*10+ch-'0';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printf(“%d\n”, n);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3729" name="标题 114693"/>
          <p:cNvSpPr>
            <a:spLocks noGrp="1"/>
          </p:cNvSpPr>
          <p:nvPr/>
        </p:nvSpPr>
        <p:spPr>
          <a:xfrm>
            <a:off x="539750" y="865188"/>
            <a:ext cx="111125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9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实例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8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、由键盘输入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个数字，将其组合成一个整型数并输出</a:t>
            </a: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。</a:t>
            </a:r>
            <a:endParaRPr lang="zh-CN" altLang="en-US" sz="2000" dirty="0">
              <a:latin typeface="Arial" panose="020B0604020202020204" pitchFamily="34" charset="0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73729" grpId="0"/>
      <p:bldP spid="73729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6881" name="Text Box 5"/>
          <p:cNvSpPr txBox="1"/>
          <p:nvPr/>
        </p:nvSpPr>
        <p:spPr>
          <a:xfrm>
            <a:off x="765175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2060575" y="1560513"/>
            <a:ext cx="5530850" cy="4708525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i ,flag , number;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请输入一个正整数：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”);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scanf(“%d”, &amp;number);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flag=1;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for( i=2; i&lt;=number-1&amp;&amp;flag; i++)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if (number%i==0)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flag=0;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if(flag 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printf(“%d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是素数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\n”, number);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else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printf(“%d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不是素数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\n”, number);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3729" name="标题 114693"/>
          <p:cNvSpPr>
            <a:spLocks noGrp="1"/>
          </p:cNvSpPr>
          <p:nvPr/>
        </p:nvSpPr>
        <p:spPr>
          <a:xfrm>
            <a:off x="539750" y="727075"/>
            <a:ext cx="11112500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9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实例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9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、编写程序，由键盘输入一个正整数，判断其是否为素数（素数：只能被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和和它本身整除；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不是素数，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是素数）</a:t>
            </a: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。</a:t>
            </a:r>
            <a:endParaRPr lang="zh-CN" altLang="en-US" sz="2000" dirty="0">
              <a:latin typeface="Arial" panose="020B0604020202020204" pitchFamily="34" charset="0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73729" grpId="0"/>
      <p:bldP spid="73729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矩形 25601"/>
          <p:cNvSpPr/>
          <p:nvPr/>
        </p:nvSpPr>
        <p:spPr>
          <a:xfrm>
            <a:off x="1952625" y="1036638"/>
            <a:ext cx="2895600" cy="9144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1" indent="0" eaLnBrk="0" hangingPunct="0">
              <a:buFont typeface="Wingdings" panose="05000000000000000000" pitchFamily="2" charset="2"/>
              <a:buChar char="«"/>
            </a:pPr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buFont typeface="Wingdings" panose="05000000000000000000" pitchFamily="2" charset="2"/>
              <a:buChar char="v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一般形式：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5603" name="文本框 25602"/>
          <p:cNvSpPr txBox="1"/>
          <p:nvPr/>
        </p:nvSpPr>
        <p:spPr>
          <a:xfrm>
            <a:off x="4625975" y="1231900"/>
            <a:ext cx="1839913" cy="644525"/>
          </a:xfrm>
          <a:prstGeom prst="rect">
            <a:avLst/>
          </a:prstGeom>
          <a:noFill/>
          <a:ln w="38100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p>
            <a:pPr eaLnBrk="0" hangingPunct="0"/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while(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表达式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) </a:t>
            </a:r>
            <a:endParaRPr lang="en-US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循环体语句；</a:t>
            </a:r>
            <a:endParaRPr lang="zh-CN" altLang="en-US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5604" name="矩形 25603"/>
          <p:cNvSpPr/>
          <p:nvPr/>
        </p:nvSpPr>
        <p:spPr>
          <a:xfrm>
            <a:off x="1981200" y="2133600"/>
            <a:ext cx="2895600" cy="5334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2" indent="0" eaLnBrk="0" hangingPunct="0">
              <a:buFont typeface="Wingdings" panose="05000000000000000000" pitchFamily="2" charset="2"/>
              <a:buChar char="v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执行流程：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/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25605" name="组合 25604"/>
          <p:cNvGrpSpPr/>
          <p:nvPr/>
        </p:nvGrpSpPr>
        <p:grpSpPr>
          <a:xfrm>
            <a:off x="4625975" y="2133600"/>
            <a:ext cx="2400300" cy="3438525"/>
            <a:chOff x="2304" y="1488"/>
            <a:chExt cx="1512" cy="2166"/>
          </a:xfrm>
        </p:grpSpPr>
        <p:sp>
          <p:nvSpPr>
            <p:cNvPr id="507909" name="直接连接符 25605"/>
            <p:cNvSpPr/>
            <p:nvPr/>
          </p:nvSpPr>
          <p:spPr>
            <a:xfrm>
              <a:off x="3014" y="1776"/>
              <a:ext cx="0" cy="3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07910" name="流程图: 决策 25606"/>
            <p:cNvSpPr/>
            <p:nvPr/>
          </p:nvSpPr>
          <p:spPr>
            <a:xfrm>
              <a:off x="2508" y="2080"/>
              <a:ext cx="985" cy="301"/>
            </a:xfrm>
            <a:prstGeom prst="flowChartDecision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 err="1">
                  <a:latin typeface="Times New Roman" panose="02020603050405020304" pitchFamily="18" charset="0"/>
                  <a:ea typeface="宋体" panose="02010600030101010101" pitchFamily="2" charset="-122"/>
                </a:rPr>
                <a:t>expr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7911" name="直接连接符 25607"/>
            <p:cNvSpPr/>
            <p:nvPr/>
          </p:nvSpPr>
          <p:spPr>
            <a:xfrm>
              <a:off x="3014" y="2381"/>
              <a:ext cx="0" cy="27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07912" name="文本框 25608"/>
            <p:cNvSpPr txBox="1"/>
            <p:nvPr/>
          </p:nvSpPr>
          <p:spPr>
            <a:xfrm>
              <a:off x="2688" y="2656"/>
              <a:ext cx="649" cy="251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循环体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7913" name="直接连接符 25609"/>
            <p:cNvSpPr/>
            <p:nvPr/>
          </p:nvSpPr>
          <p:spPr>
            <a:xfrm>
              <a:off x="3014" y="2910"/>
              <a:ext cx="0" cy="15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7914" name="直接连接符 25610"/>
            <p:cNvSpPr/>
            <p:nvPr/>
          </p:nvSpPr>
          <p:spPr>
            <a:xfrm flipH="1">
              <a:off x="2304" y="3065"/>
              <a:ext cx="71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7915" name="直接连接符 25611"/>
            <p:cNvSpPr/>
            <p:nvPr/>
          </p:nvSpPr>
          <p:spPr>
            <a:xfrm flipV="1">
              <a:off x="2304" y="1910"/>
              <a:ext cx="0" cy="115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7916" name="直接连接符 25612"/>
            <p:cNvSpPr/>
            <p:nvPr/>
          </p:nvSpPr>
          <p:spPr>
            <a:xfrm>
              <a:off x="2304" y="1910"/>
              <a:ext cx="71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07917" name="直接连接符 25613"/>
            <p:cNvSpPr/>
            <p:nvPr/>
          </p:nvSpPr>
          <p:spPr>
            <a:xfrm>
              <a:off x="3493" y="2220"/>
              <a:ext cx="2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7918" name="直接连接符 25614"/>
            <p:cNvSpPr/>
            <p:nvPr/>
          </p:nvSpPr>
          <p:spPr>
            <a:xfrm>
              <a:off x="3769" y="2220"/>
              <a:ext cx="0" cy="100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7919" name="直接连接符 25615"/>
            <p:cNvSpPr/>
            <p:nvPr/>
          </p:nvSpPr>
          <p:spPr>
            <a:xfrm flipH="1">
              <a:off x="3014" y="3221"/>
              <a:ext cx="75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7920" name="直接连接符 25616"/>
            <p:cNvSpPr/>
            <p:nvPr/>
          </p:nvSpPr>
          <p:spPr>
            <a:xfrm>
              <a:off x="3014" y="3221"/>
              <a:ext cx="0" cy="43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07921" name="文本框 25617"/>
            <p:cNvSpPr txBox="1"/>
            <p:nvPr/>
          </p:nvSpPr>
          <p:spPr>
            <a:xfrm>
              <a:off x="3354" y="1969"/>
              <a:ext cx="46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假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(0)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7922" name="文本框 25618"/>
            <p:cNvSpPr txBox="1"/>
            <p:nvPr/>
          </p:nvSpPr>
          <p:spPr>
            <a:xfrm>
              <a:off x="2928" y="2351"/>
              <a:ext cx="73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真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非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7923" name="流程图: 可选过程 25619"/>
            <p:cNvSpPr/>
            <p:nvPr/>
          </p:nvSpPr>
          <p:spPr>
            <a:xfrm>
              <a:off x="2640" y="1488"/>
              <a:ext cx="720" cy="288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while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</p:grpSp>
      <p:sp>
        <p:nvSpPr>
          <p:cNvPr id="507924" name="标题 25622"/>
          <p:cNvSpPr>
            <a:spLocks noGrp="1"/>
          </p:cNvSpPr>
          <p:nvPr>
            <p:ph type="title" idx="4294967295"/>
          </p:nvPr>
        </p:nvSpPr>
        <p:spPr>
          <a:xfrm>
            <a:off x="1182688" y="692150"/>
            <a:ext cx="7772400" cy="423863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p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5</a:t>
            </a: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while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语句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07925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charRg st="1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2">
                                            <p:txEl>
                                              <p:charRg st="1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2">
                                            <p:txEl>
                                              <p:charRg st="1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604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604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ldLvl="3" build="p"/>
      <p:bldP spid="25603" grpId="0" bldLvl="0" animBg="1"/>
      <p:bldP spid="2560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4" name="矩形 118783"/>
          <p:cNvSpPr/>
          <p:nvPr/>
        </p:nvSpPr>
        <p:spPr>
          <a:xfrm>
            <a:off x="2135188" y="1265238"/>
            <a:ext cx="7848600" cy="42576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2" indent="0" eaLnBrk="0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特点：先判断表达式，后执行循环体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说明：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eaLnBrk="0" hangingPunct="0">
              <a:lnSpc>
                <a:spcPct val="150000"/>
              </a:lnSpc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循环体有可能一次也不执行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eaLnBrk="0" hangingPunct="0">
              <a:lnSpc>
                <a:spcPct val="150000"/>
              </a:lnSpc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循环体可为任意类型语句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eaLnBrk="0" hangingPunct="0">
              <a:lnSpc>
                <a:spcPct val="150000"/>
              </a:lnSpc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下列情况，退出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while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循环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 eaLnBrk="0" hangingPunct="0">
              <a:lnSpc>
                <a:spcPct val="150000"/>
              </a:lnSpc>
              <a:buClr>
                <a:srgbClr val="FF00FF"/>
              </a:buClr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条件表达式不成立（为零）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 eaLnBrk="0" hangingPunct="0">
              <a:lnSpc>
                <a:spcPct val="150000"/>
              </a:lnSpc>
              <a:buClr>
                <a:srgbClr val="FF00FF"/>
              </a:buClr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循环体内遇</a:t>
            </a:r>
            <a:r>
              <a:rPr lang="en-US" altLang="zh-CN" err="1">
                <a:latin typeface="微软雅黑 Light" panose="020B0502040204020203" charset="-122"/>
                <a:ea typeface="微软雅黑 Light" panose="020B0502040204020203" charset="-122"/>
              </a:rPr>
              <a:t>break,return,goto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eaLnBrk="0" hangingPunct="0">
              <a:lnSpc>
                <a:spcPct val="150000"/>
              </a:lnSpc>
              <a:buClr>
                <a:schemeClr val="tx2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无限循环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:  while(1)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eaLnBrk="0" hangingPunct="0">
              <a:lnSpc>
                <a:spcPct val="150000"/>
              </a:lnSpc>
            </a:pP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                 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循环体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/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08930" name="标题 118786"/>
          <p:cNvSpPr>
            <a:spLocks noGrp="1"/>
          </p:cNvSpPr>
          <p:nvPr>
            <p:ph type="title" idx="4294967295"/>
          </p:nvPr>
        </p:nvSpPr>
        <p:spPr>
          <a:xfrm>
            <a:off x="1524000" y="836613"/>
            <a:ext cx="7772400" cy="42386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p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While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语句特点和说明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508931" name="组合 118787"/>
          <p:cNvGrpSpPr/>
          <p:nvPr/>
        </p:nvGrpSpPr>
        <p:grpSpPr>
          <a:xfrm>
            <a:off x="9620250" y="6343650"/>
            <a:ext cx="1047750" cy="514350"/>
            <a:chOff x="4944" y="3816"/>
            <a:chExt cx="660" cy="324"/>
          </a:xfrm>
        </p:grpSpPr>
        <p:sp>
          <p:nvSpPr>
            <p:cNvPr id="508932" name="圆角矩形 118788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08933" name="组合 118789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508934" name="任意多边形 118790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08935" name="椭圆 118791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8936" name="椭圆 118792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08937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4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8784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8784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4">
                                            <p:txEl>
                                              <p:charRg st="17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8784">
                                            <p:txEl>
                                              <p:charRg st="17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8784">
                                            <p:txEl>
                                              <p:charRg st="17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4">
                                            <p:txEl>
                                              <p:charRg st="21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8784">
                                            <p:txEl>
                                              <p:charRg st="21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8784">
                                            <p:txEl>
                                              <p:charRg st="21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4">
                                            <p:txEl>
                                              <p:charRg st="34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8784">
                                            <p:txEl>
                                              <p:charRg st="34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8784">
                                            <p:txEl>
                                              <p:charRg st="34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4">
                                            <p:txEl>
                                              <p:charRg st="46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8784">
                                            <p:txEl>
                                              <p:charRg st="46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8784">
                                            <p:txEl>
                                              <p:charRg st="46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4">
                                            <p:txEl>
                                              <p:charRg st="61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8784">
                                            <p:txEl>
                                              <p:charRg st="61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8784">
                                            <p:txEl>
                                              <p:charRg st="61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4">
                                            <p:txEl>
                                              <p:charRg st="74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8784">
                                            <p:txEl>
                                              <p:charRg st="74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8784">
                                            <p:txEl>
                                              <p:charRg st="74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4">
                                            <p:txEl>
                                              <p:charRg st="97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8784">
                                            <p:txEl>
                                              <p:charRg st="97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8784">
                                            <p:txEl>
                                              <p:charRg st="97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4">
                                            <p:txEl>
                                              <p:charRg st="113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8784">
                                            <p:txEl>
                                              <p:charRg st="113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8784">
                                            <p:txEl>
                                              <p:charRg st="113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4" grpId="0" bldLvl="5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9953" name="矩形 2"/>
          <p:cNvSpPr/>
          <p:nvPr/>
        </p:nvSpPr>
        <p:spPr>
          <a:xfrm>
            <a:off x="1955800" y="733425"/>
            <a:ext cx="5243513" cy="822325"/>
          </a:xfrm>
          <a:prstGeom prst="rect">
            <a:avLst/>
          </a:prstGeom>
          <a:solidFill>
            <a:srgbClr val="C8E3FB"/>
          </a:solidFill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/>
          <a:p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7778" name="组合 117777"/>
          <p:cNvGrpSpPr/>
          <p:nvPr/>
        </p:nvGrpSpPr>
        <p:grpSpPr>
          <a:xfrm>
            <a:off x="3170238" y="658813"/>
            <a:ext cx="2971800" cy="901700"/>
            <a:chOff x="443" y="349"/>
            <a:chExt cx="1872" cy="568"/>
          </a:xfrm>
        </p:grpSpPr>
        <p:sp>
          <p:nvSpPr>
            <p:cNvPr id="509955" name="文本框 117779"/>
            <p:cNvSpPr txBox="1"/>
            <p:nvPr/>
          </p:nvSpPr>
          <p:spPr>
            <a:xfrm>
              <a:off x="443" y="493"/>
              <a:ext cx="1111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用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while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循环求 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09956" name="对象 117778"/>
            <p:cNvGraphicFramePr/>
            <p:nvPr/>
          </p:nvGraphicFramePr>
          <p:xfrm>
            <a:off x="1739" y="349"/>
            <a:ext cx="576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" imgW="304800" imgH="431800" progId="Equation.3">
                    <p:embed/>
                  </p:oleObj>
                </mc:Choice>
                <mc:Fallback>
                  <p:oleObj name="" r:id="rId1" imgW="304800" imgH="43180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">
                          <a:lum bright="100000" contrast="45999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39" y="349"/>
                          <a:ext cx="576" cy="5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7777" name="文本框 117776"/>
          <p:cNvSpPr txBox="1"/>
          <p:nvPr/>
        </p:nvSpPr>
        <p:spPr>
          <a:xfrm>
            <a:off x="3919538" y="1673225"/>
            <a:ext cx="3016250" cy="4156075"/>
          </a:xfrm>
          <a:prstGeom prst="rect">
            <a:avLst/>
          </a:prstGeom>
          <a:solidFill>
            <a:srgbClr val="C8E3FB"/>
          </a:solid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/*ch5_2.c*/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#include &lt;stdio.h&gt;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main()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   int i,sum=0;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i=1;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while(i&lt;=100)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{  sum=sum+i;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i++;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}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printf("%d",sum);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4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  <a:endParaRPr lang="zh-CN" altLang="en-US" sz="24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117774" name="组合 117773"/>
          <p:cNvGrpSpPr/>
          <p:nvPr/>
        </p:nvGrpSpPr>
        <p:grpSpPr>
          <a:xfrm>
            <a:off x="2417763" y="3111500"/>
            <a:ext cx="1720850" cy="400050"/>
            <a:chOff x="487" y="1954"/>
            <a:chExt cx="1084" cy="252"/>
          </a:xfrm>
        </p:grpSpPr>
        <p:sp>
          <p:nvSpPr>
            <p:cNvPr id="509959" name="直接连接符 117775"/>
            <p:cNvSpPr/>
            <p:nvPr/>
          </p:nvSpPr>
          <p:spPr>
            <a:xfrm>
              <a:off x="1183" y="2112"/>
              <a:ext cx="388" cy="0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09960" name="文本框 117774"/>
            <p:cNvSpPr txBox="1"/>
            <p:nvPr/>
          </p:nvSpPr>
          <p:spPr>
            <a:xfrm>
              <a:off x="487" y="1954"/>
              <a:ext cx="696" cy="252"/>
            </a:xfrm>
            <a:prstGeom prst="rect">
              <a:avLst/>
            </a:prstGeom>
            <a:noFill/>
            <a:ln w="2540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90000" bIns="46800" anchor="t">
              <a:spAutoFit/>
            </a:bodyPr>
            <a:p>
              <a:r>
                <a:rPr lang="zh-CN" altLang="en-US" sz="2000" dirty="0">
                  <a:solidFill>
                    <a:schemeClr val="accent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循环初值</a:t>
              </a:r>
              <a:endParaRPr lang="zh-CN" altLang="en-US" sz="2000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7771" name="组合 117770"/>
          <p:cNvGrpSpPr/>
          <p:nvPr/>
        </p:nvGrpSpPr>
        <p:grpSpPr>
          <a:xfrm>
            <a:off x="6257925" y="3817938"/>
            <a:ext cx="2343150" cy="987425"/>
            <a:chOff x="2844" y="2460"/>
            <a:chExt cx="1476" cy="622"/>
          </a:xfrm>
        </p:grpSpPr>
        <p:sp>
          <p:nvSpPr>
            <p:cNvPr id="509962" name="直接连接符 117772"/>
            <p:cNvSpPr/>
            <p:nvPr/>
          </p:nvSpPr>
          <p:spPr>
            <a:xfrm flipH="1" flipV="1">
              <a:off x="2844" y="2460"/>
              <a:ext cx="780" cy="456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09963" name="文本框 117771"/>
            <p:cNvSpPr txBox="1"/>
            <p:nvPr/>
          </p:nvSpPr>
          <p:spPr>
            <a:xfrm>
              <a:off x="3624" y="2830"/>
              <a:ext cx="696" cy="252"/>
            </a:xfrm>
            <a:prstGeom prst="rect">
              <a:avLst/>
            </a:prstGeom>
            <a:noFill/>
            <a:ln w="2540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90000" bIns="46800" anchor="t">
              <a:spAutoFit/>
            </a:bodyPr>
            <a:p>
              <a:r>
                <a:rPr lang="zh-CN" altLang="en-US" sz="2000" dirty="0">
                  <a:solidFill>
                    <a:schemeClr val="accent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循环终值</a:t>
              </a:r>
              <a:endParaRPr lang="zh-CN" altLang="en-US" sz="2000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7768" name="组合 117767"/>
          <p:cNvGrpSpPr/>
          <p:nvPr/>
        </p:nvGrpSpPr>
        <p:grpSpPr>
          <a:xfrm>
            <a:off x="1890713" y="4279900"/>
            <a:ext cx="2655887" cy="400050"/>
            <a:chOff x="367" y="2794"/>
            <a:chExt cx="1673" cy="252"/>
          </a:xfrm>
        </p:grpSpPr>
        <p:sp>
          <p:nvSpPr>
            <p:cNvPr id="509965" name="直接连接符 117769"/>
            <p:cNvSpPr/>
            <p:nvPr/>
          </p:nvSpPr>
          <p:spPr>
            <a:xfrm>
              <a:off x="1383" y="2916"/>
              <a:ext cx="657" cy="12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09966" name="文本框 117768"/>
            <p:cNvSpPr txBox="1"/>
            <p:nvPr/>
          </p:nvSpPr>
          <p:spPr>
            <a:xfrm>
              <a:off x="367" y="2794"/>
              <a:ext cx="1016" cy="252"/>
            </a:xfrm>
            <a:prstGeom prst="rect">
              <a:avLst/>
            </a:prstGeom>
            <a:noFill/>
            <a:ln w="2540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90000" bIns="46800" anchor="t">
              <a:spAutoFit/>
            </a:bodyPr>
            <a:p>
              <a:r>
                <a:rPr lang="zh-CN" altLang="en-US" sz="2000" dirty="0">
                  <a:solidFill>
                    <a:schemeClr val="accent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循环变量增值</a:t>
              </a:r>
              <a:endParaRPr lang="zh-CN" altLang="en-US" sz="2000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7764" name="组合 117763"/>
          <p:cNvGrpSpPr/>
          <p:nvPr/>
        </p:nvGrpSpPr>
        <p:grpSpPr>
          <a:xfrm>
            <a:off x="4924425" y="1976438"/>
            <a:ext cx="3573463" cy="2041525"/>
            <a:chOff x="2064" y="1246"/>
            <a:chExt cx="2251" cy="1286"/>
          </a:xfrm>
        </p:grpSpPr>
        <p:sp>
          <p:nvSpPr>
            <p:cNvPr id="509968" name="椭圆 117766"/>
            <p:cNvSpPr/>
            <p:nvPr/>
          </p:nvSpPr>
          <p:spPr>
            <a:xfrm>
              <a:off x="2064" y="2196"/>
              <a:ext cx="816" cy="336"/>
            </a:xfrm>
            <a:prstGeom prst="ellipse">
              <a:avLst/>
            </a:prstGeom>
            <a:noFill/>
            <a:ln w="25400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9969" name="直接连接符 117765"/>
            <p:cNvSpPr/>
            <p:nvPr/>
          </p:nvSpPr>
          <p:spPr>
            <a:xfrm flipH="1">
              <a:off x="2772" y="1362"/>
              <a:ext cx="847" cy="870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09970" name="文本框 117764"/>
            <p:cNvSpPr txBox="1"/>
            <p:nvPr/>
          </p:nvSpPr>
          <p:spPr>
            <a:xfrm>
              <a:off x="3619" y="1246"/>
              <a:ext cx="696" cy="252"/>
            </a:xfrm>
            <a:prstGeom prst="rect">
              <a:avLst/>
            </a:prstGeom>
            <a:noFill/>
            <a:ln w="2540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90000" bIns="46800" anchor="t">
              <a:spAutoFit/>
            </a:bodyPr>
            <a:p>
              <a:r>
                <a:rPr lang="zh-CN" altLang="en-US" sz="2000" dirty="0">
                  <a:solidFill>
                    <a:schemeClr val="accent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循环条件</a:t>
              </a:r>
              <a:endParaRPr lang="zh-CN" altLang="en-US" sz="2000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7760" name="组合 117759"/>
          <p:cNvGrpSpPr/>
          <p:nvPr/>
        </p:nvGrpSpPr>
        <p:grpSpPr>
          <a:xfrm>
            <a:off x="4376738" y="3967163"/>
            <a:ext cx="4437062" cy="1979612"/>
            <a:chOff x="1888" y="2711"/>
            <a:chExt cx="2795" cy="1247"/>
          </a:xfrm>
        </p:grpSpPr>
        <p:sp>
          <p:nvSpPr>
            <p:cNvPr id="509972" name="直接连接符 117762"/>
            <p:cNvSpPr/>
            <p:nvPr/>
          </p:nvSpPr>
          <p:spPr>
            <a:xfrm flipH="1" flipV="1">
              <a:off x="3000" y="3156"/>
              <a:ext cx="1164" cy="648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09973" name="文本框 117761"/>
            <p:cNvSpPr txBox="1"/>
            <p:nvPr/>
          </p:nvSpPr>
          <p:spPr>
            <a:xfrm>
              <a:off x="4147" y="3706"/>
              <a:ext cx="536" cy="252"/>
            </a:xfrm>
            <a:prstGeom prst="rect">
              <a:avLst/>
            </a:prstGeom>
            <a:noFill/>
            <a:ln w="2540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90000" bIns="46800" anchor="t">
              <a:spAutoFit/>
            </a:bodyPr>
            <a:p>
              <a:r>
                <a:rPr lang="zh-CN" altLang="en-US" sz="2000" dirty="0">
                  <a:solidFill>
                    <a:schemeClr val="accent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循环体</a:t>
              </a:r>
              <a:endParaRPr lang="zh-CN" altLang="en-US" sz="2000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9974" name="任意多边形 117760"/>
            <p:cNvSpPr/>
            <p:nvPr/>
          </p:nvSpPr>
          <p:spPr>
            <a:xfrm>
              <a:off x="1888" y="2711"/>
              <a:ext cx="1325" cy="573"/>
            </a:xfrm>
            <a:custGeom>
              <a:avLst/>
              <a:gdLst/>
              <a:ahLst/>
              <a:cxnLst/>
              <a:pathLst>
                <a:path w="1325" h="573">
                  <a:moveTo>
                    <a:pt x="44" y="37"/>
                  </a:moveTo>
                  <a:cubicBezTo>
                    <a:pt x="155" y="0"/>
                    <a:pt x="376" y="47"/>
                    <a:pt x="500" y="61"/>
                  </a:cubicBezTo>
                  <a:cubicBezTo>
                    <a:pt x="540" y="57"/>
                    <a:pt x="580" y="56"/>
                    <a:pt x="620" y="49"/>
                  </a:cubicBezTo>
                  <a:cubicBezTo>
                    <a:pt x="645" y="44"/>
                    <a:pt x="667" y="26"/>
                    <a:pt x="692" y="25"/>
                  </a:cubicBezTo>
                  <a:cubicBezTo>
                    <a:pt x="836" y="21"/>
                    <a:pt x="980" y="17"/>
                    <a:pt x="1124" y="13"/>
                  </a:cubicBezTo>
                  <a:cubicBezTo>
                    <a:pt x="1240" y="32"/>
                    <a:pt x="1159" y="5"/>
                    <a:pt x="1232" y="61"/>
                  </a:cubicBezTo>
                  <a:cubicBezTo>
                    <a:pt x="1255" y="79"/>
                    <a:pt x="1304" y="109"/>
                    <a:pt x="1304" y="109"/>
                  </a:cubicBezTo>
                  <a:cubicBezTo>
                    <a:pt x="1325" y="171"/>
                    <a:pt x="1319" y="135"/>
                    <a:pt x="1304" y="229"/>
                  </a:cubicBezTo>
                  <a:cubicBezTo>
                    <a:pt x="1292" y="306"/>
                    <a:pt x="1272" y="355"/>
                    <a:pt x="1208" y="397"/>
                  </a:cubicBezTo>
                  <a:cubicBezTo>
                    <a:pt x="1091" y="573"/>
                    <a:pt x="880" y="545"/>
                    <a:pt x="692" y="553"/>
                  </a:cubicBezTo>
                  <a:cubicBezTo>
                    <a:pt x="464" y="546"/>
                    <a:pt x="292" y="541"/>
                    <a:pt x="80" y="517"/>
                  </a:cubicBezTo>
                  <a:cubicBezTo>
                    <a:pt x="0" y="464"/>
                    <a:pt x="37" y="418"/>
                    <a:pt x="44" y="313"/>
                  </a:cubicBezTo>
                  <a:cubicBezTo>
                    <a:pt x="49" y="241"/>
                    <a:pt x="52" y="169"/>
                    <a:pt x="56" y="97"/>
                  </a:cubicBezTo>
                  <a:cubicBezTo>
                    <a:pt x="41" y="53"/>
                    <a:pt x="44" y="74"/>
                    <a:pt x="44" y="37"/>
                  </a:cubicBezTo>
                  <a:close/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509975" name="标题 117782"/>
          <p:cNvSpPr>
            <a:spLocks noGrp="1"/>
          </p:cNvSpPr>
          <p:nvPr>
            <p:ph type="title" idx="4294967295"/>
          </p:nvPr>
        </p:nvSpPr>
        <p:spPr>
          <a:xfrm>
            <a:off x="2174875" y="906463"/>
            <a:ext cx="12414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r>
              <a:rPr lang="zh-CN" altLang="en-US" sz="2000" dirty="0">
                <a:latin typeface="Times New Roman" panose="02020603050405020304" pitchFamily="18" charset="0"/>
              </a:rPr>
              <a:t>例子：</a:t>
            </a:r>
            <a:endParaRPr lang="zh-CN" altLang="en-US" dirty="0"/>
          </a:p>
        </p:txBody>
      </p:sp>
      <p:sp>
        <p:nvSpPr>
          <p:cNvPr id="509976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7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7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177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7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7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7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7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7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7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77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0977" name="Text Box 5"/>
          <p:cNvSpPr txBox="1"/>
          <p:nvPr/>
        </p:nvSpPr>
        <p:spPr>
          <a:xfrm>
            <a:off x="765175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2060575" y="1560513"/>
            <a:ext cx="5530850" cy="4400550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i ; long n, fact;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i=2; fact=1;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请输入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n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的值：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”);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scanf(“%d”, &amp;n);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while( i&lt;=n)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{ 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fact=fact*i;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i=i+1;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printf(“%ld!=%ld\n”,n,fact);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3729" name="标题 114693"/>
          <p:cNvSpPr>
            <a:spLocks noGrp="1"/>
          </p:cNvSpPr>
          <p:nvPr/>
        </p:nvSpPr>
        <p:spPr>
          <a:xfrm>
            <a:off x="539750" y="865188"/>
            <a:ext cx="111125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9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  <a:sym typeface="宋体" panose="02010600030101010101" pitchFamily="2" charset="-122"/>
              </a:rPr>
              <a:t>实例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、输入一个正整数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n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，计算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n!</a:t>
            </a: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。</a:t>
            </a:r>
            <a:endParaRPr lang="zh-CN" altLang="en-US" sz="2000" dirty="0">
              <a:latin typeface="Arial" panose="020B0604020202020204" pitchFamily="34" charset="0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73729" grpId="0"/>
      <p:bldP spid="73729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文本框 116737"/>
          <p:cNvSpPr txBox="1"/>
          <p:nvPr/>
        </p:nvSpPr>
        <p:spPr>
          <a:xfrm>
            <a:off x="2386013" y="733425"/>
            <a:ext cx="309562" cy="39846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endParaRPr lang="zh-CN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6737" name="文本框 116736"/>
          <p:cNvSpPr txBox="1"/>
          <p:nvPr/>
        </p:nvSpPr>
        <p:spPr>
          <a:xfrm>
            <a:off x="2695575" y="1531938"/>
            <a:ext cx="5127625" cy="2862262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defTabSz="179705"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   int i=1;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while(i&lt;=10)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{  printf("%d*%d=%d\n",i,i,i*i);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i++;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}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return 0;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16736" name="文本框 116735"/>
          <p:cNvSpPr txBox="1"/>
          <p:nvPr/>
        </p:nvSpPr>
        <p:spPr>
          <a:xfrm>
            <a:off x="8461375" y="1743075"/>
            <a:ext cx="1268413" cy="3786188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运行结果：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1*1=1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2*2=4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3*3=9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4*4=16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5*5=25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6*6=36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7*7=49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8*8=64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9*9=81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10*10=100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12004" name="标题 116740"/>
          <p:cNvSpPr>
            <a:spLocks noGrp="1"/>
          </p:cNvSpPr>
          <p:nvPr>
            <p:ph type="title" idx="4294967295"/>
          </p:nvPr>
        </p:nvSpPr>
        <p:spPr>
          <a:xfrm>
            <a:off x="2695575" y="838200"/>
            <a:ext cx="7772400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实例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： 显示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1~10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的平方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12005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6738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6738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167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167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8" grpId="0" build="p"/>
      <p:bldP spid="116737" grpId="0" bldLvl="0" animBg="1"/>
      <p:bldP spid="116736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文本框 116737"/>
          <p:cNvSpPr txBox="1"/>
          <p:nvPr/>
        </p:nvSpPr>
        <p:spPr>
          <a:xfrm>
            <a:off x="2386013" y="733425"/>
            <a:ext cx="309562" cy="39846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endParaRPr lang="zh-CN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6737" name="文本框 116736"/>
          <p:cNvSpPr txBox="1"/>
          <p:nvPr/>
        </p:nvSpPr>
        <p:spPr>
          <a:xfrm>
            <a:off x="2695575" y="1532255"/>
            <a:ext cx="7648575" cy="5017135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defTabSz="179705"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   int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digit,letter,other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char ch;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digit=letter=other=0;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请输入一串字符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:”);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while(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(ch=getchar())!='\n'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1"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if((ch&gt;='0')&amp;&amp;(ch&lt;='9'))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1"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	    digit++;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1" defTabSz="179705"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else if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((ch&gt;='a')&amp;&amp;(ch&lt;='z'))||((ch&gt;='A')&amp;&amp;(ch&lt;='Z'))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 lvl="1" defTabSz="179705"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        letter++;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 lvl="1" defTabSz="179705"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  else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 lvl="1" defTabSz="179705"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        other++;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 lvl="1" defTabSz="179705"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数字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个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,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字母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个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,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其他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个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\n”,digit, letter, other);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 lvl="1" defTabSz="179705"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  return 0;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12004" name="标题 116740"/>
          <p:cNvSpPr>
            <a:spLocks noGrp="1"/>
          </p:cNvSpPr>
          <p:nvPr>
            <p:ph type="title" idx="4294967295"/>
          </p:nvPr>
        </p:nvSpPr>
        <p:spPr>
          <a:xfrm>
            <a:off x="2695575" y="514985"/>
            <a:ext cx="7772400" cy="101473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实例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： 从键盘输入一串字符，分别统计输入字符中数字字符、字母字符及其它字符的个数。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12005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6738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6738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167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8" grpId="0" build="p"/>
      <p:bldP spid="116737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27" name="矩形 115726"/>
          <p:cNvSpPr/>
          <p:nvPr/>
        </p:nvSpPr>
        <p:spPr>
          <a:xfrm>
            <a:off x="1981200" y="1017588"/>
            <a:ext cx="3124200" cy="9144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1" indent="0" eaLnBrk="0" hangingPunct="0">
              <a:buFont typeface="Wingdings" panose="05000000000000000000" pitchFamily="2" charset="2"/>
              <a:buChar char="«"/>
            </a:pPr>
            <a:endParaRPr lang="en-US" altLang="zh-CN" sz="28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buFont typeface="Wingdings" panose="05000000000000000000" pitchFamily="2" charset="2"/>
              <a:buChar char="v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一般形式：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/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15726" name="文本框 115725"/>
          <p:cNvSpPr txBox="1"/>
          <p:nvPr/>
        </p:nvSpPr>
        <p:spPr>
          <a:xfrm>
            <a:off x="4532313" y="1217613"/>
            <a:ext cx="1897062" cy="952500"/>
          </a:xfrm>
          <a:prstGeom prst="rect">
            <a:avLst/>
          </a:prstGeom>
          <a:noFill/>
          <a:ln w="38100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p>
            <a:pPr eaLnBrk="0" hangingPunct="0"/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do </a:t>
            </a:r>
            <a:endParaRPr lang="en-US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循环体语句；</a:t>
            </a:r>
            <a:endParaRPr lang="zh-CN" altLang="en-US" dirty="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while(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表达式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);</a:t>
            </a:r>
            <a:endParaRPr lang="en-US" altLang="zh-CN" sz="20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15725" name="矩形 115724"/>
          <p:cNvSpPr/>
          <p:nvPr/>
        </p:nvSpPr>
        <p:spPr>
          <a:xfrm>
            <a:off x="1981200" y="2346325"/>
            <a:ext cx="2895600" cy="5334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2" indent="0" eaLnBrk="0" hangingPunct="0">
              <a:buFont typeface="Wingdings" panose="05000000000000000000" pitchFamily="2" charset="2"/>
              <a:buChar char="v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执行流程：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/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115712" name="组合 115711"/>
          <p:cNvGrpSpPr/>
          <p:nvPr/>
        </p:nvGrpSpPr>
        <p:grpSpPr>
          <a:xfrm>
            <a:off x="4648200" y="2511425"/>
            <a:ext cx="2543175" cy="2860675"/>
            <a:chOff x="2766" y="2064"/>
            <a:chExt cx="1602" cy="1802"/>
          </a:xfrm>
        </p:grpSpPr>
        <p:sp>
          <p:nvSpPr>
            <p:cNvPr id="513029" name="流程图: 可选过程 115723"/>
            <p:cNvSpPr/>
            <p:nvPr/>
          </p:nvSpPr>
          <p:spPr>
            <a:xfrm>
              <a:off x="3408" y="2064"/>
              <a:ext cx="720" cy="288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do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13030" name="直接连接符 115722"/>
            <p:cNvSpPr/>
            <p:nvPr/>
          </p:nvSpPr>
          <p:spPr>
            <a:xfrm>
              <a:off x="3678" y="3466"/>
              <a:ext cx="0" cy="4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13031" name="直接连接符 115721"/>
            <p:cNvSpPr/>
            <p:nvPr/>
          </p:nvSpPr>
          <p:spPr>
            <a:xfrm>
              <a:off x="3688" y="238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13032" name="文本框 115720"/>
            <p:cNvSpPr txBox="1"/>
            <p:nvPr/>
          </p:nvSpPr>
          <p:spPr>
            <a:xfrm>
              <a:off x="3400" y="2674"/>
              <a:ext cx="649" cy="251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循环体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3033" name="直接连接符 115719"/>
            <p:cNvSpPr/>
            <p:nvPr/>
          </p:nvSpPr>
          <p:spPr>
            <a:xfrm>
              <a:off x="3688" y="293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13034" name="流程图: 决策 115718"/>
            <p:cNvSpPr/>
            <p:nvPr/>
          </p:nvSpPr>
          <p:spPr>
            <a:xfrm>
              <a:off x="3216" y="3168"/>
              <a:ext cx="985" cy="301"/>
            </a:xfrm>
            <a:prstGeom prst="flowChartDecision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 err="1">
                  <a:latin typeface="Times New Roman" panose="02020603050405020304" pitchFamily="18" charset="0"/>
                  <a:ea typeface="宋体" panose="02010600030101010101" pitchFamily="2" charset="-122"/>
                </a:rPr>
                <a:t>expr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3035" name="文本框 115717"/>
            <p:cNvSpPr txBox="1"/>
            <p:nvPr/>
          </p:nvSpPr>
          <p:spPr>
            <a:xfrm>
              <a:off x="3678" y="3465"/>
              <a:ext cx="54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假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(0)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3036" name="文本框 115716"/>
            <p:cNvSpPr txBox="1"/>
            <p:nvPr/>
          </p:nvSpPr>
          <p:spPr>
            <a:xfrm>
              <a:off x="2770" y="3070"/>
              <a:ext cx="62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真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非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3037" name="直接连接符 115715"/>
            <p:cNvSpPr/>
            <p:nvPr/>
          </p:nvSpPr>
          <p:spPr>
            <a:xfrm flipH="1">
              <a:off x="2766" y="3321"/>
              <a:ext cx="42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3038" name="直接连接符 115714"/>
            <p:cNvSpPr/>
            <p:nvPr/>
          </p:nvSpPr>
          <p:spPr>
            <a:xfrm flipV="1">
              <a:off x="2766" y="2532"/>
              <a:ext cx="0" cy="7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3039" name="直接连接符 115713"/>
            <p:cNvSpPr/>
            <p:nvPr/>
          </p:nvSpPr>
          <p:spPr>
            <a:xfrm>
              <a:off x="2766" y="2532"/>
              <a:ext cx="92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13040" name="文本框 115712"/>
            <p:cNvSpPr txBox="1"/>
            <p:nvPr/>
          </p:nvSpPr>
          <p:spPr>
            <a:xfrm>
              <a:off x="3888" y="2975"/>
              <a:ext cx="480" cy="251"/>
            </a:xfrm>
            <a:prstGeom prst="rect">
              <a:avLst/>
            </a:prstGeom>
            <a:ln w="9525">
              <a:noFill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while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3041" name="标题 115729"/>
          <p:cNvSpPr>
            <a:spLocks noGrp="1"/>
          </p:cNvSpPr>
          <p:nvPr>
            <p:ph type="title" idx="4294967295"/>
          </p:nvPr>
        </p:nvSpPr>
        <p:spPr>
          <a:xfrm>
            <a:off x="1565275" y="793750"/>
            <a:ext cx="3311525" cy="423863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6</a:t>
            </a: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do~while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语句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513042" name="组合 115730"/>
          <p:cNvGrpSpPr/>
          <p:nvPr/>
        </p:nvGrpSpPr>
        <p:grpSpPr>
          <a:xfrm>
            <a:off x="9620250" y="6343650"/>
            <a:ext cx="1047750" cy="514350"/>
            <a:chOff x="4944" y="3816"/>
            <a:chExt cx="660" cy="324"/>
          </a:xfrm>
        </p:grpSpPr>
        <p:sp>
          <p:nvSpPr>
            <p:cNvPr id="513043" name="圆角矩形 115731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13044" name="组合 115732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513045" name="任意多边形 115733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3046" name="椭圆 115734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3047" name="椭圆 115735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13048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7">
                                            <p:txEl>
                                              <p:charRg st="1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5727">
                                            <p:txEl>
                                              <p:charRg st="1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5727">
                                            <p:txEl>
                                              <p:charRg st="1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157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5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5725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5725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157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27" grpId="0" bldLvl="3" build="p"/>
      <p:bldP spid="115726" grpId="0" bldLvl="0" animBg="1"/>
      <p:bldP spid="11572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405" name="矩形 16404"/>
          <p:cNvSpPr/>
          <p:nvPr/>
        </p:nvSpPr>
        <p:spPr>
          <a:xfrm>
            <a:off x="2000250" y="1247775"/>
            <a:ext cx="7848600" cy="148431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2" indent="0" eaLnBrk="0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特点：先执行循环体，后判断表达式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说明：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eaLnBrk="0" hangingPunct="0">
              <a:lnSpc>
                <a:spcPct val="150000"/>
              </a:lnSpc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至少执行一次循环体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eaLnBrk="0" hangingPunct="0">
              <a:lnSpc>
                <a:spcPct val="150000"/>
              </a:lnSpc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do~while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可转化成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while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结构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16386" name="组合 16385"/>
          <p:cNvGrpSpPr/>
          <p:nvPr/>
        </p:nvGrpSpPr>
        <p:grpSpPr>
          <a:xfrm>
            <a:off x="3429000" y="2976563"/>
            <a:ext cx="5105400" cy="3438525"/>
            <a:chOff x="2064" y="2112"/>
            <a:chExt cx="3216" cy="2166"/>
          </a:xfrm>
        </p:grpSpPr>
        <p:sp>
          <p:nvSpPr>
            <p:cNvPr id="514051" name="直接连接符 16403"/>
            <p:cNvSpPr/>
            <p:nvPr/>
          </p:nvSpPr>
          <p:spPr>
            <a:xfrm>
              <a:off x="3014" y="2592"/>
              <a:ext cx="0" cy="3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14052" name="流程图: 决策 16402"/>
            <p:cNvSpPr/>
            <p:nvPr/>
          </p:nvSpPr>
          <p:spPr>
            <a:xfrm>
              <a:off x="2508" y="2896"/>
              <a:ext cx="985" cy="301"/>
            </a:xfrm>
            <a:prstGeom prst="flowChartDecision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 err="1">
                  <a:latin typeface="Times New Roman" panose="02020603050405020304" pitchFamily="18" charset="0"/>
                  <a:ea typeface="宋体" panose="02010600030101010101" pitchFamily="2" charset="-122"/>
                </a:rPr>
                <a:t>expr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4053" name="直接连接符 16401"/>
            <p:cNvSpPr/>
            <p:nvPr/>
          </p:nvSpPr>
          <p:spPr>
            <a:xfrm>
              <a:off x="3014" y="3197"/>
              <a:ext cx="0" cy="27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14054" name="文本框 16400"/>
            <p:cNvSpPr txBox="1"/>
            <p:nvPr/>
          </p:nvSpPr>
          <p:spPr>
            <a:xfrm>
              <a:off x="2688" y="3472"/>
              <a:ext cx="649" cy="25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循环体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4055" name="直接连接符 16399"/>
            <p:cNvSpPr/>
            <p:nvPr/>
          </p:nvSpPr>
          <p:spPr>
            <a:xfrm>
              <a:off x="3014" y="3726"/>
              <a:ext cx="0" cy="15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4056" name="直接连接符 16398"/>
            <p:cNvSpPr/>
            <p:nvPr/>
          </p:nvSpPr>
          <p:spPr>
            <a:xfrm flipH="1">
              <a:off x="2304" y="3881"/>
              <a:ext cx="71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4057" name="直接连接符 16397"/>
            <p:cNvSpPr/>
            <p:nvPr/>
          </p:nvSpPr>
          <p:spPr>
            <a:xfrm flipV="1">
              <a:off x="2304" y="2726"/>
              <a:ext cx="0" cy="115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4058" name="直接连接符 16396"/>
            <p:cNvSpPr/>
            <p:nvPr/>
          </p:nvSpPr>
          <p:spPr>
            <a:xfrm>
              <a:off x="2304" y="2726"/>
              <a:ext cx="71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14059" name="直接连接符 16395"/>
            <p:cNvSpPr/>
            <p:nvPr/>
          </p:nvSpPr>
          <p:spPr>
            <a:xfrm>
              <a:off x="3493" y="3036"/>
              <a:ext cx="2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4060" name="直接连接符 16394"/>
            <p:cNvSpPr/>
            <p:nvPr/>
          </p:nvSpPr>
          <p:spPr>
            <a:xfrm>
              <a:off x="3769" y="3036"/>
              <a:ext cx="0" cy="100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4061" name="直接连接符 16393"/>
            <p:cNvSpPr/>
            <p:nvPr/>
          </p:nvSpPr>
          <p:spPr>
            <a:xfrm flipH="1">
              <a:off x="3014" y="4037"/>
              <a:ext cx="75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4062" name="文本框 16392"/>
            <p:cNvSpPr txBox="1"/>
            <p:nvPr/>
          </p:nvSpPr>
          <p:spPr>
            <a:xfrm>
              <a:off x="3354" y="2785"/>
              <a:ext cx="46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假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(0)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4063" name="文本框 16391"/>
            <p:cNvSpPr txBox="1"/>
            <p:nvPr/>
          </p:nvSpPr>
          <p:spPr>
            <a:xfrm>
              <a:off x="2928" y="3167"/>
              <a:ext cx="73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真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非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4064" name="直接连接符 16390"/>
            <p:cNvSpPr/>
            <p:nvPr/>
          </p:nvSpPr>
          <p:spPr>
            <a:xfrm>
              <a:off x="3024" y="403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14065" name="直接连接符 16389"/>
            <p:cNvSpPr/>
            <p:nvPr/>
          </p:nvSpPr>
          <p:spPr>
            <a:xfrm>
              <a:off x="2976" y="211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14066" name="文本框 16388"/>
            <p:cNvSpPr txBox="1"/>
            <p:nvPr/>
          </p:nvSpPr>
          <p:spPr>
            <a:xfrm>
              <a:off x="2688" y="2306"/>
              <a:ext cx="649" cy="25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循环体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4067" name="矩形 16387"/>
            <p:cNvSpPr/>
            <p:nvPr/>
          </p:nvSpPr>
          <p:spPr>
            <a:xfrm>
              <a:off x="2064" y="2640"/>
              <a:ext cx="2160" cy="1488"/>
            </a:xfrm>
            <a:prstGeom prst="rect">
              <a:avLst/>
            </a:prstGeom>
            <a:noFill/>
            <a:ln w="9525" cap="rnd" cmpd="sng">
              <a:solidFill>
                <a:srgbClr val="0000FF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4068" name="椭圆形标注 16386"/>
            <p:cNvSpPr/>
            <p:nvPr/>
          </p:nvSpPr>
          <p:spPr>
            <a:xfrm>
              <a:off x="4512" y="2448"/>
              <a:ext cx="768" cy="384"/>
            </a:xfrm>
            <a:prstGeom prst="wedgeEllipseCallout">
              <a:avLst>
                <a:gd name="adj1" fmla="val -91407"/>
                <a:gd name="adj2" fmla="val 90366"/>
              </a:avLst>
            </a:prstGeom>
            <a:noFill/>
            <a:ln w="9525" cap="flat" cmpd="sng">
              <a:solidFill>
                <a:srgbClr val="3399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While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循环</a:t>
              </a:r>
              <a:endParaRPr lang="zh-CN" altLang="en-US" sz="20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4069" name="标题 16407"/>
          <p:cNvSpPr>
            <a:spLocks noGrp="1"/>
          </p:cNvSpPr>
          <p:nvPr>
            <p:ph type="title" idx="4294967295"/>
          </p:nvPr>
        </p:nvSpPr>
        <p:spPr>
          <a:xfrm>
            <a:off x="1379538" y="922338"/>
            <a:ext cx="7772400" cy="4222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p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do~while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语句特点和说明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14070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405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>
                                            <p:txEl>
                                              <p:charRg st="17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6405">
                                            <p:txEl>
                                              <p:charRg st="17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>
                                            <p:txEl>
                                              <p:charRg st="2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6405">
                                            <p:txEl>
                                              <p:charRg st="2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>
                                            <p:txEl>
                                              <p:charRg st="31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6405">
                                            <p:txEl>
                                              <p:charRg st="31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5" grpId="0" bldLvl="4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文本框 116737"/>
          <p:cNvSpPr txBox="1"/>
          <p:nvPr/>
        </p:nvSpPr>
        <p:spPr>
          <a:xfrm>
            <a:off x="2386013" y="733425"/>
            <a:ext cx="309562" cy="39846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endParaRPr lang="zh-CN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5074" name="标题 116740"/>
          <p:cNvSpPr>
            <a:spLocks noGrp="1"/>
          </p:cNvSpPr>
          <p:nvPr>
            <p:ph type="title" idx="4294967295"/>
          </p:nvPr>
        </p:nvSpPr>
        <p:spPr>
          <a:xfrm>
            <a:off x="2695575" y="838200"/>
            <a:ext cx="7772400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p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while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和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do-while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比较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15075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08063" y="1474788"/>
            <a:ext cx="5127625" cy="3170237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   int i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=1,n,sum=0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scanf(%d, &amp;n);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while(i&lt;=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n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{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sum=sum+i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i++;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}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printf(“%d\n”, sum);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69038" y="1484313"/>
            <a:ext cx="5127625" cy="3170237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   int i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=1,n,sum=0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scanf(%d, &amp;n);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do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{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sum=sum+i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i++;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}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while(i&lt;=n);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printf(“%d\n”, sum);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6738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6738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8" grpId="0" build="p"/>
      <p:bldP spid="2" grpId="0" bldLvl="0" animBg="1"/>
      <p:bldP spid="3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6097" name="Text Box 5"/>
          <p:cNvSpPr txBox="1"/>
          <p:nvPr/>
        </p:nvSpPr>
        <p:spPr>
          <a:xfrm>
            <a:off x="765175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2070100" y="1392238"/>
            <a:ext cx="6203950" cy="5324475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a, b ,r ,n ,m;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i=2; fact=1;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请输入两个整数：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”);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scanf(“%d%d”, &amp;a,&amp;b);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m=a, n=b;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do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{ 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r=a%b;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a=b;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b=r;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} while(r!=0);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和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的最大公约数的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:%d\n”,m,n,a);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最小公倍数是：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%d“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m*n/a);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3729" name="标题 114693"/>
          <p:cNvSpPr>
            <a:spLocks noGrp="1"/>
          </p:cNvSpPr>
          <p:nvPr/>
        </p:nvSpPr>
        <p:spPr>
          <a:xfrm>
            <a:off x="539750" y="865188"/>
            <a:ext cx="111125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9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  <a:sym typeface="宋体" panose="02010600030101010101" pitchFamily="2" charset="-122"/>
              </a:rPr>
              <a:t>实例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、求两个自然数的最大公约数和最小公倍数</a:t>
            </a: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。</a:t>
            </a:r>
            <a:endParaRPr lang="zh-CN" altLang="en-US" sz="2000" dirty="0">
              <a:latin typeface="Arial" panose="020B0604020202020204" pitchFamily="34" charset="0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73729" grpId="0"/>
      <p:bldP spid="73729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7121" name="Text Box 5"/>
          <p:cNvSpPr txBox="1"/>
          <p:nvPr/>
        </p:nvSpPr>
        <p:spPr>
          <a:xfrm>
            <a:off x="765175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、循环型程序设计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2070100" y="1392238"/>
            <a:ext cx="6203950" cy="5018087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long n , m;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int count=0;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请输入一个整数：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”);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scanf(“%ld”, &amp;n);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m=n;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if (n&lt;0) n=-n;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do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{ 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n=n/10;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count++;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} while(n!=0);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整数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%ld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有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位数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\n”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m, count);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3729" name="标题 114693"/>
          <p:cNvSpPr>
            <a:spLocks noGrp="1"/>
          </p:cNvSpPr>
          <p:nvPr/>
        </p:nvSpPr>
        <p:spPr>
          <a:xfrm>
            <a:off x="539750" y="828675"/>
            <a:ext cx="111125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9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  <a:sym typeface="宋体" panose="02010600030101010101" pitchFamily="2" charset="-122"/>
              </a:rPr>
              <a:t>实例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、输入一个整数，统计该数的位数</a:t>
            </a: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。</a:t>
            </a:r>
            <a:endParaRPr lang="zh-CN" altLang="en-US" sz="2000" dirty="0">
              <a:latin typeface="Arial" panose="020B0604020202020204" pitchFamily="34" charset="0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73729" grpId="0"/>
      <p:bldP spid="73729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平行四边形 17"/>
          <p:cNvSpPr/>
          <p:nvPr/>
        </p:nvSpPr>
        <p:spPr>
          <a:xfrm rot="10800000" flipH="1">
            <a:off x="-1566862" y="0"/>
            <a:ext cx="6986588" cy="6630988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平行四边形 18"/>
          <p:cNvSpPr/>
          <p:nvPr/>
        </p:nvSpPr>
        <p:spPr>
          <a:xfrm rot="10800000" flipH="1">
            <a:off x="112713" y="227013"/>
            <a:ext cx="7529513" cy="6630988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518147" name="文本框 1"/>
          <p:cNvSpPr/>
          <p:nvPr/>
        </p:nvSpPr>
        <p:spPr>
          <a:xfrm>
            <a:off x="5973763" y="2432050"/>
            <a:ext cx="3230562" cy="706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辅助控制语句</a:t>
            </a:r>
            <a:endParaRPr lang="zh-CN" altLang="en-US" sz="40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518148" name="组合 11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0" y="2387600"/>
            <a:ext cx="2633663" cy="23749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5822950" y="3452813"/>
            <a:ext cx="493553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2671664" y="2432501"/>
            <a:ext cx="2485054" cy="2259822"/>
            <a:chOff x="2671664" y="2432501"/>
            <a:chExt cx="2485054" cy="2259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六边形 13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15" name="TextBox 5"/>
            <p:cNvSpPr txBox="1"/>
            <p:nvPr/>
          </p:nvSpPr>
          <p:spPr>
            <a:xfrm>
              <a:off x="2728061" y="2939088"/>
              <a:ext cx="2316555" cy="17532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en-US" altLang="zh-CN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PART    0</a:t>
              </a:r>
              <a:r>
                <a:rPr lang="en-US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2</a:t>
              </a:r>
              <a:endParaRPr lang="en-US" sz="54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rtika" pitchFamily="18" charset="0"/>
              </a:endParaRPr>
            </a:p>
          </p:txBody>
        </p:sp>
      </p:grpSp>
    </p:spTree>
  </p:cSld>
  <p:clrMapOvr>
    <a:masterClrMapping/>
  </p:clrMapOvr>
  <p:transition spd="med" advClick="0" advTm="5561"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9" name="文本占位符 34818"/>
          <p:cNvSpPr>
            <a:spLocks noGrp="1"/>
          </p:cNvSpPr>
          <p:nvPr>
            <p:ph type="body" idx="4294967295"/>
          </p:nvPr>
        </p:nvSpPr>
        <p:spPr>
          <a:xfrm>
            <a:off x="1847850" y="915988"/>
            <a:ext cx="8212138" cy="4876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break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语句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功能：跳转到本循环语句或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switch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语句的下一条语句。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说明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break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只能终止并跳出最近一层的结构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break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不能用于循环语句和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switch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语句之外的任何其它语句之中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520194" name="组合 34821"/>
          <p:cNvGrpSpPr/>
          <p:nvPr/>
        </p:nvGrpSpPr>
        <p:grpSpPr>
          <a:xfrm>
            <a:off x="9620250" y="6343650"/>
            <a:ext cx="1047750" cy="514350"/>
            <a:chOff x="4944" y="3816"/>
            <a:chExt cx="660" cy="324"/>
          </a:xfrm>
        </p:grpSpPr>
        <p:sp>
          <p:nvSpPr>
            <p:cNvPr id="520195" name="圆角矩形 34822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20196" name="组合 34823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520197" name="任意多边形 34824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0198" name="椭圆 34825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0199" name="椭圆 34826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20200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、辅助控制语句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charRg st="1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819">
                                            <p:txEl>
                                              <p:charRg st="1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819">
                                            <p:txEl>
                                              <p:charRg st="1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charRg st="9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819">
                                            <p:txEl>
                                              <p:charRg st="9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819">
                                            <p:txEl>
                                              <p:charRg st="9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charRg st="41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819">
                                            <p:txEl>
                                              <p:charRg st="41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4819">
                                            <p:txEl>
                                              <p:charRg st="41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charRg st="45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819">
                                            <p:txEl>
                                              <p:charRg st="45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4819">
                                            <p:txEl>
                                              <p:charRg st="45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charRg st="65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4819">
                                            <p:txEl>
                                              <p:charRg st="65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4819">
                                            <p:txEl>
                                              <p:charRg st="65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ldLvl="5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1217" name="标题 123905"/>
          <p:cNvSpPr>
            <a:spLocks noGrp="1"/>
          </p:cNvSpPr>
          <p:nvPr>
            <p:ph type="title" idx="4294967295"/>
          </p:nvPr>
        </p:nvSpPr>
        <p:spPr>
          <a:xfrm>
            <a:off x="1847850" y="857250"/>
            <a:ext cx="7772400" cy="423863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（2） 辅助控制语句（图解1）-break</a:t>
            </a:r>
            <a:endParaRPr lang="en-US" altLang="zh-CN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123907" name="组合 123906"/>
          <p:cNvGrpSpPr/>
          <p:nvPr/>
        </p:nvGrpSpPr>
        <p:grpSpPr>
          <a:xfrm>
            <a:off x="1914525" y="1520825"/>
            <a:ext cx="2400300" cy="4421188"/>
            <a:chOff x="240" y="960"/>
            <a:chExt cx="1512" cy="2785"/>
          </a:xfrm>
        </p:grpSpPr>
        <p:sp>
          <p:nvSpPr>
            <p:cNvPr id="521219" name="直接连接符 123907"/>
            <p:cNvSpPr/>
            <p:nvPr/>
          </p:nvSpPr>
          <p:spPr>
            <a:xfrm>
              <a:off x="950" y="1248"/>
              <a:ext cx="0" cy="3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21220" name="流程图: 决策 123908"/>
            <p:cNvSpPr/>
            <p:nvPr/>
          </p:nvSpPr>
          <p:spPr>
            <a:xfrm>
              <a:off x="444" y="1552"/>
              <a:ext cx="985" cy="301"/>
            </a:xfrm>
            <a:prstGeom prst="flowChartDecision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 err="1">
                  <a:latin typeface="Times New Roman" panose="02020603050405020304" pitchFamily="18" charset="0"/>
                  <a:ea typeface="宋体" panose="02010600030101010101" pitchFamily="2" charset="-122"/>
                </a:rPr>
                <a:t>expr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1221" name="直接连接符 123909"/>
            <p:cNvSpPr/>
            <p:nvPr/>
          </p:nvSpPr>
          <p:spPr>
            <a:xfrm>
              <a:off x="950" y="1853"/>
              <a:ext cx="0" cy="27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21222" name="文本框 123910"/>
            <p:cNvSpPr txBox="1"/>
            <p:nvPr/>
          </p:nvSpPr>
          <p:spPr>
            <a:xfrm>
              <a:off x="624" y="2112"/>
              <a:ext cx="649" cy="833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break;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1223" name="直接连接符 123911"/>
            <p:cNvSpPr/>
            <p:nvPr/>
          </p:nvSpPr>
          <p:spPr>
            <a:xfrm flipH="1">
              <a:off x="240" y="3168"/>
              <a:ext cx="71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1224" name="直接连接符 123912"/>
            <p:cNvSpPr/>
            <p:nvPr/>
          </p:nvSpPr>
          <p:spPr>
            <a:xfrm flipV="1">
              <a:off x="240" y="1382"/>
              <a:ext cx="0" cy="178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1225" name="直接连接符 123913"/>
            <p:cNvSpPr/>
            <p:nvPr/>
          </p:nvSpPr>
          <p:spPr>
            <a:xfrm>
              <a:off x="240" y="1382"/>
              <a:ext cx="71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1226" name="直接连接符 123914"/>
            <p:cNvSpPr/>
            <p:nvPr/>
          </p:nvSpPr>
          <p:spPr>
            <a:xfrm>
              <a:off x="1429" y="1692"/>
              <a:ext cx="2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1227" name="直接连接符 123915"/>
            <p:cNvSpPr/>
            <p:nvPr/>
          </p:nvSpPr>
          <p:spPr>
            <a:xfrm>
              <a:off x="960" y="3312"/>
              <a:ext cx="0" cy="43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1228" name="文本框 123916"/>
            <p:cNvSpPr txBox="1"/>
            <p:nvPr/>
          </p:nvSpPr>
          <p:spPr>
            <a:xfrm>
              <a:off x="1290" y="1441"/>
              <a:ext cx="46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假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(0)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1229" name="文本框 123917"/>
            <p:cNvSpPr txBox="1"/>
            <p:nvPr/>
          </p:nvSpPr>
          <p:spPr>
            <a:xfrm>
              <a:off x="864" y="1823"/>
              <a:ext cx="73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真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非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1230" name="流程图: 可选过程 123918"/>
            <p:cNvSpPr/>
            <p:nvPr/>
          </p:nvSpPr>
          <p:spPr>
            <a:xfrm>
              <a:off x="576" y="960"/>
              <a:ext cx="720" cy="288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while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21231" name="直接连接符 123919"/>
            <p:cNvSpPr/>
            <p:nvPr/>
          </p:nvSpPr>
          <p:spPr>
            <a:xfrm>
              <a:off x="960" y="292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1232" name="直接连接符 123920"/>
            <p:cNvSpPr/>
            <p:nvPr/>
          </p:nvSpPr>
          <p:spPr>
            <a:xfrm>
              <a:off x="1680" y="1680"/>
              <a:ext cx="0" cy="16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1233" name="直接连接符 123921"/>
            <p:cNvSpPr/>
            <p:nvPr/>
          </p:nvSpPr>
          <p:spPr>
            <a:xfrm flipH="1">
              <a:off x="960" y="3312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1234" name="直接连接符 123922"/>
            <p:cNvSpPr/>
            <p:nvPr/>
          </p:nvSpPr>
          <p:spPr>
            <a:xfrm>
              <a:off x="1200" y="2544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123924" name="组合 123923"/>
          <p:cNvGrpSpPr/>
          <p:nvPr/>
        </p:nvGrpSpPr>
        <p:grpSpPr>
          <a:xfrm>
            <a:off x="6248400" y="1600200"/>
            <a:ext cx="2590800" cy="3698875"/>
            <a:chOff x="2112" y="1008"/>
            <a:chExt cx="1632" cy="2330"/>
          </a:xfrm>
        </p:grpSpPr>
        <p:sp>
          <p:nvSpPr>
            <p:cNvPr id="521236" name="流程图: 可选过程 123924"/>
            <p:cNvSpPr/>
            <p:nvPr/>
          </p:nvSpPr>
          <p:spPr>
            <a:xfrm>
              <a:off x="2754" y="1008"/>
              <a:ext cx="720" cy="288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do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21237" name="直接连接符 123925"/>
            <p:cNvSpPr/>
            <p:nvPr/>
          </p:nvSpPr>
          <p:spPr>
            <a:xfrm>
              <a:off x="3054" y="2938"/>
              <a:ext cx="0" cy="4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1238" name="直接连接符 123926"/>
            <p:cNvSpPr/>
            <p:nvPr/>
          </p:nvSpPr>
          <p:spPr>
            <a:xfrm>
              <a:off x="3034" y="132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21239" name="文本框 123927"/>
            <p:cNvSpPr txBox="1"/>
            <p:nvPr/>
          </p:nvSpPr>
          <p:spPr>
            <a:xfrm>
              <a:off x="2784" y="1584"/>
              <a:ext cx="649" cy="833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break;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…...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1240" name="直接连接符 123928"/>
            <p:cNvSpPr/>
            <p:nvPr/>
          </p:nvSpPr>
          <p:spPr>
            <a:xfrm>
              <a:off x="3064" y="240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21241" name="流程图: 决策 123929"/>
            <p:cNvSpPr/>
            <p:nvPr/>
          </p:nvSpPr>
          <p:spPr>
            <a:xfrm>
              <a:off x="2592" y="2640"/>
              <a:ext cx="985" cy="301"/>
            </a:xfrm>
            <a:prstGeom prst="flowChartDecision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 err="1">
                  <a:latin typeface="Times New Roman" panose="02020603050405020304" pitchFamily="18" charset="0"/>
                  <a:ea typeface="宋体" panose="02010600030101010101" pitchFamily="2" charset="-122"/>
                </a:rPr>
                <a:t>expr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1242" name="文本框 123930"/>
            <p:cNvSpPr txBox="1"/>
            <p:nvPr/>
          </p:nvSpPr>
          <p:spPr>
            <a:xfrm>
              <a:off x="2544" y="2927"/>
              <a:ext cx="54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假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(0)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1243" name="文本框 123931"/>
            <p:cNvSpPr txBox="1"/>
            <p:nvPr/>
          </p:nvSpPr>
          <p:spPr>
            <a:xfrm>
              <a:off x="2146" y="2542"/>
              <a:ext cx="62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真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非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1244" name="直接连接符 123932"/>
            <p:cNvSpPr/>
            <p:nvPr/>
          </p:nvSpPr>
          <p:spPr>
            <a:xfrm flipV="1">
              <a:off x="2112" y="1476"/>
              <a:ext cx="0" cy="13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1245" name="直接连接符 123933"/>
            <p:cNvSpPr/>
            <p:nvPr/>
          </p:nvSpPr>
          <p:spPr>
            <a:xfrm>
              <a:off x="2112" y="1476"/>
              <a:ext cx="92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21246" name="文本框 123934"/>
            <p:cNvSpPr txBox="1"/>
            <p:nvPr/>
          </p:nvSpPr>
          <p:spPr>
            <a:xfrm>
              <a:off x="3264" y="2447"/>
              <a:ext cx="480" cy="251"/>
            </a:xfrm>
            <a:prstGeom prst="rect">
              <a:avLst/>
            </a:prstGeom>
            <a:ln w="9525">
              <a:noFill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while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1247" name="直接连接符 123935"/>
            <p:cNvSpPr/>
            <p:nvPr/>
          </p:nvSpPr>
          <p:spPr>
            <a:xfrm flipH="1">
              <a:off x="2112" y="2784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1248" name="直接连接符 123936"/>
            <p:cNvSpPr/>
            <p:nvPr/>
          </p:nvSpPr>
          <p:spPr>
            <a:xfrm>
              <a:off x="3312" y="2016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1249" name="直接连接符 123937"/>
            <p:cNvSpPr/>
            <p:nvPr/>
          </p:nvSpPr>
          <p:spPr>
            <a:xfrm>
              <a:off x="3744" y="2016"/>
              <a:ext cx="0" cy="10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1250" name="直接连接符 123938"/>
            <p:cNvSpPr/>
            <p:nvPr/>
          </p:nvSpPr>
          <p:spPr>
            <a:xfrm flipH="1">
              <a:off x="3072" y="3024"/>
              <a:ext cx="6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521251" name="组合 123939"/>
          <p:cNvGrpSpPr/>
          <p:nvPr/>
        </p:nvGrpSpPr>
        <p:grpSpPr>
          <a:xfrm>
            <a:off x="9620250" y="6343650"/>
            <a:ext cx="1047750" cy="514350"/>
            <a:chOff x="4944" y="3816"/>
            <a:chExt cx="660" cy="324"/>
          </a:xfrm>
        </p:grpSpPr>
        <p:sp>
          <p:nvSpPr>
            <p:cNvPr id="521252" name="圆角矩形 123940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21253" name="组合 123941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521254" name="任意多边形 123942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1255" name="椭圆 123943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1256" name="椭圆 123944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21257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、辅助控制语句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39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239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8940" name="组合 38939"/>
          <p:cNvGrpSpPr/>
          <p:nvPr/>
        </p:nvGrpSpPr>
        <p:grpSpPr>
          <a:xfrm>
            <a:off x="1743075" y="744538"/>
            <a:ext cx="2400300" cy="5716587"/>
            <a:chOff x="576" y="576"/>
            <a:chExt cx="1512" cy="3601"/>
          </a:xfrm>
        </p:grpSpPr>
        <p:sp useBgFill="1">
          <p:nvSpPr>
            <p:cNvPr id="522242" name="流程图: 决策 38959"/>
            <p:cNvSpPr/>
            <p:nvPr/>
          </p:nvSpPr>
          <p:spPr>
            <a:xfrm>
              <a:off x="780" y="1536"/>
              <a:ext cx="985" cy="301"/>
            </a:xfrm>
            <a:prstGeom prst="flowChartDecision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expr2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243" name="直接连接符 38958"/>
            <p:cNvSpPr/>
            <p:nvPr/>
          </p:nvSpPr>
          <p:spPr>
            <a:xfrm>
              <a:off x="1286" y="1837"/>
              <a:ext cx="0" cy="27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22244" name="文本框 38957"/>
            <p:cNvSpPr txBox="1"/>
            <p:nvPr/>
          </p:nvSpPr>
          <p:spPr>
            <a:xfrm>
              <a:off x="960" y="2112"/>
              <a:ext cx="649" cy="833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break;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…...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245" name="直接连接符 38956"/>
            <p:cNvSpPr/>
            <p:nvPr/>
          </p:nvSpPr>
          <p:spPr>
            <a:xfrm>
              <a:off x="576" y="1366"/>
              <a:ext cx="71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246" name="直接连接符 38955"/>
            <p:cNvSpPr/>
            <p:nvPr/>
          </p:nvSpPr>
          <p:spPr>
            <a:xfrm>
              <a:off x="1765" y="1676"/>
              <a:ext cx="2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247" name="直接连接符 38954"/>
            <p:cNvSpPr/>
            <p:nvPr/>
          </p:nvSpPr>
          <p:spPr>
            <a:xfrm>
              <a:off x="1296" y="3888"/>
              <a:ext cx="0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248" name="文本框 38953"/>
            <p:cNvSpPr txBox="1"/>
            <p:nvPr/>
          </p:nvSpPr>
          <p:spPr>
            <a:xfrm>
              <a:off x="1626" y="1425"/>
              <a:ext cx="46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假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(0)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249" name="文本框 38952"/>
            <p:cNvSpPr txBox="1"/>
            <p:nvPr/>
          </p:nvSpPr>
          <p:spPr>
            <a:xfrm>
              <a:off x="1200" y="1807"/>
              <a:ext cx="73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真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非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250" name="流程图: 可选过程 38951"/>
            <p:cNvSpPr/>
            <p:nvPr/>
          </p:nvSpPr>
          <p:spPr>
            <a:xfrm>
              <a:off x="972" y="576"/>
              <a:ext cx="720" cy="240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for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22251" name="直接连接符 38950"/>
            <p:cNvSpPr/>
            <p:nvPr/>
          </p:nvSpPr>
          <p:spPr>
            <a:xfrm>
              <a:off x="1308" y="81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22252" name="文本框 38949"/>
            <p:cNvSpPr txBox="1"/>
            <p:nvPr/>
          </p:nvSpPr>
          <p:spPr>
            <a:xfrm>
              <a:off x="1020" y="1058"/>
              <a:ext cx="649" cy="251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expr1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253" name="直接连接符 38948"/>
            <p:cNvSpPr/>
            <p:nvPr/>
          </p:nvSpPr>
          <p:spPr>
            <a:xfrm>
              <a:off x="1296" y="302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22254" name="文本框 38947"/>
            <p:cNvSpPr txBox="1"/>
            <p:nvPr/>
          </p:nvSpPr>
          <p:spPr>
            <a:xfrm>
              <a:off x="960" y="3266"/>
              <a:ext cx="649" cy="251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expr3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255" name="直接连接符 38946"/>
            <p:cNvSpPr/>
            <p:nvPr/>
          </p:nvSpPr>
          <p:spPr>
            <a:xfrm>
              <a:off x="1296" y="350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256" name="直接连接符 38945"/>
            <p:cNvSpPr/>
            <p:nvPr/>
          </p:nvSpPr>
          <p:spPr>
            <a:xfrm flipH="1">
              <a:off x="576" y="3744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257" name="直接连接符 38944"/>
            <p:cNvSpPr/>
            <p:nvPr/>
          </p:nvSpPr>
          <p:spPr>
            <a:xfrm flipH="1">
              <a:off x="1296" y="3888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258" name="直接连接符 38943"/>
            <p:cNvSpPr/>
            <p:nvPr/>
          </p:nvSpPr>
          <p:spPr>
            <a:xfrm>
              <a:off x="1308" y="129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259" name="直接连接符 38942"/>
            <p:cNvSpPr/>
            <p:nvPr/>
          </p:nvSpPr>
          <p:spPr>
            <a:xfrm flipH="1">
              <a:off x="576" y="1344"/>
              <a:ext cx="0" cy="24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260" name="直接连接符 38941"/>
            <p:cNvSpPr/>
            <p:nvPr/>
          </p:nvSpPr>
          <p:spPr>
            <a:xfrm>
              <a:off x="2064" y="1680"/>
              <a:ext cx="0" cy="22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261" name="直接连接符 38940"/>
            <p:cNvSpPr/>
            <p:nvPr/>
          </p:nvSpPr>
          <p:spPr>
            <a:xfrm>
              <a:off x="1536" y="2544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8914" name="组合 38913"/>
          <p:cNvGrpSpPr/>
          <p:nvPr/>
        </p:nvGrpSpPr>
        <p:grpSpPr>
          <a:xfrm>
            <a:off x="4673600" y="1630363"/>
            <a:ext cx="6321425" cy="3657600"/>
            <a:chOff x="1779" y="960"/>
            <a:chExt cx="3982" cy="2304"/>
          </a:xfrm>
        </p:grpSpPr>
        <p:sp>
          <p:nvSpPr>
            <p:cNvPr id="522263" name="流程图: 可选过程 38938"/>
            <p:cNvSpPr/>
            <p:nvPr/>
          </p:nvSpPr>
          <p:spPr>
            <a:xfrm>
              <a:off x="3225" y="960"/>
              <a:ext cx="720" cy="240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switch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22264" name="直接连接符 38937"/>
            <p:cNvSpPr/>
            <p:nvPr/>
          </p:nvSpPr>
          <p:spPr>
            <a:xfrm>
              <a:off x="3561" y="120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265" name="流程图: 决策 38936"/>
            <p:cNvSpPr/>
            <p:nvPr/>
          </p:nvSpPr>
          <p:spPr>
            <a:xfrm>
              <a:off x="3033" y="1392"/>
              <a:ext cx="1056" cy="336"/>
            </a:xfrm>
            <a:prstGeom prst="flowChartDecision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 err="1">
                  <a:latin typeface="Times New Roman" panose="02020603050405020304" pitchFamily="18" charset="0"/>
                  <a:ea typeface="隶书" panose="02010509060101010101" pitchFamily="49" charset="-122"/>
                </a:rPr>
                <a:t>expr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22266" name="直接连接符 38935"/>
            <p:cNvSpPr/>
            <p:nvPr/>
          </p:nvSpPr>
          <p:spPr>
            <a:xfrm>
              <a:off x="3561" y="172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267" name="直接连接符 38934"/>
            <p:cNvSpPr/>
            <p:nvPr/>
          </p:nvSpPr>
          <p:spPr>
            <a:xfrm>
              <a:off x="2121" y="1968"/>
              <a:ext cx="30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268" name="文本框 38933"/>
            <p:cNvSpPr txBox="1"/>
            <p:nvPr/>
          </p:nvSpPr>
          <p:spPr>
            <a:xfrm>
              <a:off x="1779" y="2257"/>
              <a:ext cx="675" cy="54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语句组</a:t>
              </a:r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1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break;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22269" name="文本框 38932"/>
            <p:cNvSpPr txBox="1"/>
            <p:nvPr/>
          </p:nvSpPr>
          <p:spPr>
            <a:xfrm>
              <a:off x="2691" y="2257"/>
              <a:ext cx="675" cy="54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语句组</a:t>
              </a:r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2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break;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22270" name="文本框 38931"/>
            <p:cNvSpPr txBox="1"/>
            <p:nvPr/>
          </p:nvSpPr>
          <p:spPr>
            <a:xfrm>
              <a:off x="4035" y="2257"/>
              <a:ext cx="675" cy="54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语句组</a:t>
              </a:r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n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break;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22271" name="文本框 38930"/>
            <p:cNvSpPr txBox="1"/>
            <p:nvPr/>
          </p:nvSpPr>
          <p:spPr>
            <a:xfrm>
              <a:off x="4899" y="2257"/>
              <a:ext cx="595" cy="54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语句组</a:t>
              </a:r>
              <a:endPara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break;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22272" name="文本框 38929"/>
            <p:cNvSpPr txBox="1"/>
            <p:nvPr/>
          </p:nvSpPr>
          <p:spPr>
            <a:xfrm>
              <a:off x="3465" y="2303"/>
              <a:ext cx="3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…...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22273" name="直接连接符 38928"/>
            <p:cNvSpPr/>
            <p:nvPr/>
          </p:nvSpPr>
          <p:spPr>
            <a:xfrm>
              <a:off x="2121" y="196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274" name="文本框 38927"/>
            <p:cNvSpPr txBox="1"/>
            <p:nvPr/>
          </p:nvSpPr>
          <p:spPr>
            <a:xfrm>
              <a:off x="2121" y="1967"/>
              <a:ext cx="57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const 1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22275" name="直接连接符 38926"/>
            <p:cNvSpPr/>
            <p:nvPr/>
          </p:nvSpPr>
          <p:spPr>
            <a:xfrm>
              <a:off x="3033" y="196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276" name="直接连接符 38925"/>
            <p:cNvSpPr/>
            <p:nvPr/>
          </p:nvSpPr>
          <p:spPr>
            <a:xfrm>
              <a:off x="4377" y="196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277" name="直接连接符 38924"/>
            <p:cNvSpPr/>
            <p:nvPr/>
          </p:nvSpPr>
          <p:spPr>
            <a:xfrm>
              <a:off x="5193" y="196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278" name="文本框 38923"/>
            <p:cNvSpPr txBox="1"/>
            <p:nvPr/>
          </p:nvSpPr>
          <p:spPr>
            <a:xfrm>
              <a:off x="3033" y="1967"/>
              <a:ext cx="57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const 2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22279" name="文本框 38922"/>
            <p:cNvSpPr txBox="1"/>
            <p:nvPr/>
          </p:nvSpPr>
          <p:spPr>
            <a:xfrm>
              <a:off x="4377" y="1967"/>
              <a:ext cx="57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const n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22280" name="文本框 38921"/>
            <p:cNvSpPr txBox="1"/>
            <p:nvPr/>
          </p:nvSpPr>
          <p:spPr>
            <a:xfrm>
              <a:off x="5201" y="1967"/>
              <a:ext cx="56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default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22281" name="文本框 38920"/>
            <p:cNvSpPr txBox="1"/>
            <p:nvPr/>
          </p:nvSpPr>
          <p:spPr>
            <a:xfrm>
              <a:off x="3629" y="1727"/>
              <a:ext cx="391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case 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22282" name="直接连接符 38919"/>
            <p:cNvSpPr/>
            <p:nvPr/>
          </p:nvSpPr>
          <p:spPr>
            <a:xfrm>
              <a:off x="2112" y="278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283" name="直接连接符 38918"/>
            <p:cNvSpPr/>
            <p:nvPr/>
          </p:nvSpPr>
          <p:spPr>
            <a:xfrm>
              <a:off x="3024" y="278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284" name="直接连接符 38917"/>
            <p:cNvSpPr/>
            <p:nvPr/>
          </p:nvSpPr>
          <p:spPr>
            <a:xfrm>
              <a:off x="4368" y="278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285" name="直接连接符 38916"/>
            <p:cNvSpPr/>
            <p:nvPr/>
          </p:nvSpPr>
          <p:spPr>
            <a:xfrm>
              <a:off x="5184" y="278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286" name="直接连接符 38915"/>
            <p:cNvSpPr/>
            <p:nvPr/>
          </p:nvSpPr>
          <p:spPr>
            <a:xfrm>
              <a:off x="2112" y="3024"/>
              <a:ext cx="30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287" name="直接连接符 38914"/>
            <p:cNvSpPr/>
            <p:nvPr/>
          </p:nvSpPr>
          <p:spPr>
            <a:xfrm>
              <a:off x="3648" y="302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522288" name="组合 38963"/>
          <p:cNvGrpSpPr/>
          <p:nvPr/>
        </p:nvGrpSpPr>
        <p:grpSpPr>
          <a:xfrm>
            <a:off x="9353550" y="6343650"/>
            <a:ext cx="1047750" cy="514350"/>
            <a:chOff x="4944" y="3816"/>
            <a:chExt cx="660" cy="324"/>
          </a:xfrm>
        </p:grpSpPr>
        <p:sp>
          <p:nvSpPr>
            <p:cNvPr id="522289" name="圆角矩形 38964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22290" name="组合 38965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522291" name="任意多边形 38966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292" name="椭圆 38967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2293" name="椭圆 38968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22294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、辅助控制语句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522295" name="标题 123905"/>
          <p:cNvSpPr>
            <a:spLocks noGrp="1"/>
          </p:cNvSpPr>
          <p:nvPr/>
        </p:nvSpPr>
        <p:spPr>
          <a:xfrm>
            <a:off x="3902075" y="815975"/>
            <a:ext cx="7772400" cy="423863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90000"/>
              </a:lnSpc>
            </a:pP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（3） 辅助控制语句（图解2）-break</a:t>
            </a:r>
            <a:endParaRPr lang="en-US" altLang="zh-CN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89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3265" name="Text Box 5"/>
          <p:cNvSpPr txBox="1"/>
          <p:nvPr/>
        </p:nvSpPr>
        <p:spPr>
          <a:xfrm>
            <a:off x="765175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、辅助控制语句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2070100" y="1392238"/>
            <a:ext cx="6203950" cy="4710112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i=5;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do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{ 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if(i%3==1)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if(i%5==2)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{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printf(“%d”, i);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break;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i++;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} while(i!=0);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3729" name="标题 114693"/>
          <p:cNvSpPr>
            <a:spLocks noGrp="1"/>
          </p:cNvSpPr>
          <p:nvPr/>
        </p:nvSpPr>
        <p:spPr>
          <a:xfrm>
            <a:off x="539750" y="828675"/>
            <a:ext cx="111125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9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  <a:sym typeface="宋体" panose="02010600030101010101" pitchFamily="2" charset="-122"/>
              </a:rPr>
              <a:t>实例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、分析下面程序的运行结果</a:t>
            </a: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。</a:t>
            </a:r>
            <a:endParaRPr lang="zh-CN" altLang="en-US" sz="2000" dirty="0">
              <a:latin typeface="Arial" panose="020B0604020202020204" pitchFamily="34" charset="0"/>
              <a:ea typeface="微软雅黑 Light" panose="020B0502040204020203" charset="-122"/>
            </a:endParaRPr>
          </a:p>
        </p:txBody>
      </p:sp>
      <p:sp>
        <p:nvSpPr>
          <p:cNvPr id="83999" name="文本框 83998"/>
          <p:cNvSpPr txBox="1"/>
          <p:nvPr/>
        </p:nvSpPr>
        <p:spPr>
          <a:xfrm>
            <a:off x="7035800" y="4867275"/>
            <a:ext cx="2486025" cy="398463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运行结果：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7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3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3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73729" grpId="0"/>
      <p:bldP spid="73729" grpId="1"/>
      <p:bldP spid="83999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7" name="文本框 105476"/>
          <p:cNvSpPr txBox="1"/>
          <p:nvPr/>
        </p:nvSpPr>
        <p:spPr>
          <a:xfrm>
            <a:off x="2070100" y="1392238"/>
            <a:ext cx="6203950" cy="5324475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&lt;math.h&gt;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n ,m ,i;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int count=0;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请输入一个正整数：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”);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scanf(“%d”, &amp;n);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m=sqrt( n 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for( i=2 ;i &lt;=m; i++)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if( n%i==0)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break;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if (i&gt;m)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printf(“%d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是素数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\n”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n);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else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printf(“%d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不是素数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\n”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n);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3729" name="标题 114693"/>
          <p:cNvSpPr>
            <a:spLocks noGrp="1"/>
          </p:cNvSpPr>
          <p:nvPr/>
        </p:nvSpPr>
        <p:spPr>
          <a:xfrm>
            <a:off x="539750" y="747713"/>
            <a:ext cx="11112500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9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  <a:sym typeface="宋体" panose="02010600030101010101" pitchFamily="2" charset="-122"/>
              </a:rPr>
              <a:t>实例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、由键盘输入一个正整数，判断其是否位素数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(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素数：只能被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1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和和它本身整除；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1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不是素数，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2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是素数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)</a:t>
            </a: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。</a:t>
            </a:r>
            <a:endParaRPr lang="zh-CN" altLang="en-US" sz="2000" dirty="0">
              <a:latin typeface="Arial" panose="020B0604020202020204" pitchFamily="34" charset="0"/>
              <a:ea typeface="微软雅黑 Light" panose="020B0502040204020203" charset="-122"/>
            </a:endParaRPr>
          </a:p>
        </p:txBody>
      </p:sp>
      <p:sp>
        <p:nvSpPr>
          <p:cNvPr id="524291" name="Text Box 5"/>
          <p:cNvSpPr txBox="1"/>
          <p:nvPr/>
        </p:nvSpPr>
        <p:spPr>
          <a:xfrm>
            <a:off x="765175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、辅助控制语句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73729" grpId="0"/>
      <p:bldP spid="73729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7" name="文本框 105476"/>
          <p:cNvSpPr txBox="1"/>
          <p:nvPr/>
        </p:nvSpPr>
        <p:spPr>
          <a:xfrm>
            <a:off x="2032000" y="1195388"/>
            <a:ext cx="6202363" cy="5632450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num , n;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float score ,total=0;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num=0; n=0;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while(1)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  {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请输入分数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#%d(0-100):”);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     scanf(“%f” ,&amp;score);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     if (score&lt;0)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        break;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     if (score&lt;60)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        num++;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     total=total+score;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     n++; 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平均分数是：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%.2f.\n”,total/n);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不及格的有：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%d.\n”, num);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3729" name="标题 114693"/>
          <p:cNvSpPr>
            <a:spLocks noGrp="1"/>
          </p:cNvSpPr>
          <p:nvPr/>
        </p:nvSpPr>
        <p:spPr>
          <a:xfrm>
            <a:off x="539750" y="885825"/>
            <a:ext cx="113093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9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  <a:sym typeface="宋体" panose="02010600030101010101" pitchFamily="2" charset="-122"/>
              </a:rPr>
              <a:t>实例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、从键盘输入一批学生的成绩（以负数作为结束标志），计算平均分，并统计不及格成绩个数</a:t>
            </a:r>
            <a:r>
              <a:rPr lang="zh-CN" altLang="en-US" sz="2000" dirty="0">
                <a:latin typeface="Arial" panose="020B0604020202020204" pitchFamily="34" charset="0"/>
                <a:ea typeface="微软雅黑 Light" panose="020B0502040204020203" charset="-122"/>
              </a:rPr>
              <a:t>。</a:t>
            </a:r>
            <a:endParaRPr lang="zh-CN" altLang="en-US" sz="2000" dirty="0">
              <a:latin typeface="Arial" panose="020B0604020202020204" pitchFamily="34" charset="0"/>
              <a:ea typeface="微软雅黑 Light" panose="020B0502040204020203" charset="-122"/>
            </a:endParaRPr>
          </a:p>
        </p:txBody>
      </p:sp>
      <p:sp>
        <p:nvSpPr>
          <p:cNvPr id="525315" name="Text Box 5"/>
          <p:cNvSpPr txBox="1"/>
          <p:nvPr/>
        </p:nvSpPr>
        <p:spPr>
          <a:xfrm>
            <a:off x="765175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、辅助控制语句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73729" grpId="0"/>
      <p:bldP spid="73729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6337" name="文本占位符 34818"/>
          <p:cNvSpPr>
            <a:spLocks noGrp="1"/>
          </p:cNvSpPr>
          <p:nvPr>
            <p:ph type="body" idx="4294967295"/>
          </p:nvPr>
        </p:nvSpPr>
        <p:spPr>
          <a:xfrm>
            <a:off x="1847850" y="915988"/>
            <a:ext cx="8212138" cy="4876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4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continue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语句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功能：结束本次循环，跳过循环体中尚未执行的语句，进行下一次是否执行循环体的判断。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说明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150000"/>
              </a:lnSpc>
            </a:pP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仅用于循环语句中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150000"/>
              </a:lnSpc>
            </a:pP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526338" name="组合 34821"/>
          <p:cNvGrpSpPr/>
          <p:nvPr/>
        </p:nvGrpSpPr>
        <p:grpSpPr>
          <a:xfrm>
            <a:off x="9620250" y="6343650"/>
            <a:ext cx="1047750" cy="514350"/>
            <a:chOff x="4944" y="3816"/>
            <a:chExt cx="660" cy="324"/>
          </a:xfrm>
        </p:grpSpPr>
        <p:sp>
          <p:nvSpPr>
            <p:cNvPr id="526339" name="圆角矩形 34822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26340" name="组合 34823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526341" name="任意多边形 34824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6342" name="椭圆 34825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6343" name="椭圆 34826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26344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、辅助控制语句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9" name="文本占位符 34818"/>
          <p:cNvSpPr>
            <a:spLocks noGrp="1"/>
          </p:cNvSpPr>
          <p:nvPr>
            <p:ph type="body" idx="4294967295"/>
          </p:nvPr>
        </p:nvSpPr>
        <p:spPr>
          <a:xfrm>
            <a:off x="1847850" y="906463"/>
            <a:ext cx="8212138" cy="979487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4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 辅助控制语句（图解1）-continue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语句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1371600" lvl="3" indent="0">
              <a:lnSpc>
                <a:spcPct val="150000"/>
              </a:lnSpc>
              <a:buNone/>
            </a:pP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527362" name="组合 34821"/>
          <p:cNvGrpSpPr/>
          <p:nvPr/>
        </p:nvGrpSpPr>
        <p:grpSpPr>
          <a:xfrm>
            <a:off x="9620250" y="6343650"/>
            <a:ext cx="1047750" cy="514350"/>
            <a:chOff x="4944" y="3816"/>
            <a:chExt cx="660" cy="324"/>
          </a:xfrm>
        </p:grpSpPr>
        <p:sp>
          <p:nvSpPr>
            <p:cNvPr id="527363" name="圆角矩形 34822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27364" name="组合 34823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527365" name="任意多边形 34824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7366" name="椭圆 34825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7367" name="椭圆 34826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27368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、辅助控制语句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grpSp>
        <p:nvGrpSpPr>
          <p:cNvPr id="37924" name="组合 37923"/>
          <p:cNvGrpSpPr/>
          <p:nvPr/>
        </p:nvGrpSpPr>
        <p:grpSpPr>
          <a:xfrm>
            <a:off x="555625" y="1635125"/>
            <a:ext cx="2284413" cy="5013325"/>
            <a:chOff x="144" y="719"/>
            <a:chExt cx="1495" cy="3601"/>
          </a:xfrm>
        </p:grpSpPr>
        <p:sp>
          <p:nvSpPr>
            <p:cNvPr id="527370" name="直接连接符 37924"/>
            <p:cNvSpPr/>
            <p:nvPr/>
          </p:nvSpPr>
          <p:spPr>
            <a:xfrm>
              <a:off x="816" y="4031"/>
              <a:ext cx="0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27371" name="流程图: 决策 37925"/>
            <p:cNvSpPr/>
            <p:nvPr/>
          </p:nvSpPr>
          <p:spPr>
            <a:xfrm>
              <a:off x="275" y="1679"/>
              <a:ext cx="1058" cy="301"/>
            </a:xfrm>
            <a:prstGeom prst="flowChartDecision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expr2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7372" name="直接连接符 37926"/>
            <p:cNvSpPr/>
            <p:nvPr/>
          </p:nvSpPr>
          <p:spPr>
            <a:xfrm>
              <a:off x="854" y="1980"/>
              <a:ext cx="1" cy="27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27373" name="文本框 37927"/>
            <p:cNvSpPr txBox="1"/>
            <p:nvPr/>
          </p:nvSpPr>
          <p:spPr>
            <a:xfrm>
              <a:off x="432" y="2196"/>
              <a:ext cx="745" cy="950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continue;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…...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7374" name="直接连接符 37928"/>
            <p:cNvSpPr/>
            <p:nvPr/>
          </p:nvSpPr>
          <p:spPr>
            <a:xfrm>
              <a:off x="144" y="1536"/>
              <a:ext cx="763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7375" name="直接连接符 37929"/>
            <p:cNvSpPr/>
            <p:nvPr/>
          </p:nvSpPr>
          <p:spPr>
            <a:xfrm>
              <a:off x="1313" y="1819"/>
              <a:ext cx="296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7376" name="文本框 37930"/>
            <p:cNvSpPr txBox="1"/>
            <p:nvPr/>
          </p:nvSpPr>
          <p:spPr>
            <a:xfrm>
              <a:off x="1177" y="1441"/>
              <a:ext cx="462" cy="5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假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(0)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7377" name="文本框 37931"/>
            <p:cNvSpPr txBox="1"/>
            <p:nvPr/>
          </p:nvSpPr>
          <p:spPr>
            <a:xfrm>
              <a:off x="714" y="1933"/>
              <a:ext cx="784" cy="28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真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非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7378" name="流程图: 可选过程 37932"/>
            <p:cNvSpPr/>
            <p:nvPr/>
          </p:nvSpPr>
          <p:spPr>
            <a:xfrm>
              <a:off x="487" y="719"/>
              <a:ext cx="773" cy="240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for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27379" name="直接连接符 37933"/>
            <p:cNvSpPr/>
            <p:nvPr/>
          </p:nvSpPr>
          <p:spPr>
            <a:xfrm>
              <a:off x="876" y="959"/>
              <a:ext cx="1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27380" name="文本框 37934"/>
            <p:cNvSpPr txBox="1"/>
            <p:nvPr/>
          </p:nvSpPr>
          <p:spPr>
            <a:xfrm>
              <a:off x="540" y="1184"/>
              <a:ext cx="697" cy="286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expr1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7381" name="直接连接符 37935"/>
            <p:cNvSpPr/>
            <p:nvPr/>
          </p:nvSpPr>
          <p:spPr>
            <a:xfrm>
              <a:off x="864" y="3072"/>
              <a:ext cx="1" cy="3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27382" name="文本框 37936"/>
            <p:cNvSpPr txBox="1"/>
            <p:nvPr/>
          </p:nvSpPr>
          <p:spPr>
            <a:xfrm>
              <a:off x="480" y="3392"/>
              <a:ext cx="697" cy="286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expr3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7383" name="直接连接符 37937"/>
            <p:cNvSpPr/>
            <p:nvPr/>
          </p:nvSpPr>
          <p:spPr>
            <a:xfrm>
              <a:off x="864" y="3647"/>
              <a:ext cx="1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7384" name="直接连接符 37938"/>
            <p:cNvSpPr/>
            <p:nvPr/>
          </p:nvSpPr>
          <p:spPr>
            <a:xfrm flipH="1">
              <a:off x="144" y="3887"/>
              <a:ext cx="720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7385" name="直接连接符 37939"/>
            <p:cNvSpPr/>
            <p:nvPr/>
          </p:nvSpPr>
          <p:spPr>
            <a:xfrm flipH="1">
              <a:off x="807" y="4031"/>
              <a:ext cx="825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7386" name="直接连接符 37940"/>
            <p:cNvSpPr/>
            <p:nvPr/>
          </p:nvSpPr>
          <p:spPr>
            <a:xfrm>
              <a:off x="876" y="1439"/>
              <a:ext cx="1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7387" name="直接连接符 37941"/>
            <p:cNvSpPr/>
            <p:nvPr/>
          </p:nvSpPr>
          <p:spPr>
            <a:xfrm flipH="1">
              <a:off x="144" y="1536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7388" name="直接连接符 37942"/>
            <p:cNvSpPr/>
            <p:nvPr/>
          </p:nvSpPr>
          <p:spPr>
            <a:xfrm>
              <a:off x="1632" y="1823"/>
              <a:ext cx="1" cy="22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7389" name="直接连接符 37943"/>
            <p:cNvSpPr/>
            <p:nvPr/>
          </p:nvSpPr>
          <p:spPr>
            <a:xfrm>
              <a:off x="1104" y="2688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7390" name="直接连接符 37944"/>
            <p:cNvSpPr/>
            <p:nvPr/>
          </p:nvSpPr>
          <p:spPr>
            <a:xfrm>
              <a:off x="1440" y="2688"/>
              <a:ext cx="0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7391" name="直接连接符 37945"/>
            <p:cNvSpPr/>
            <p:nvPr/>
          </p:nvSpPr>
          <p:spPr>
            <a:xfrm flipH="1">
              <a:off x="864" y="3264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7908" name="组合 37907"/>
          <p:cNvGrpSpPr/>
          <p:nvPr/>
        </p:nvGrpSpPr>
        <p:grpSpPr>
          <a:xfrm>
            <a:off x="3876675" y="2359025"/>
            <a:ext cx="2590800" cy="3622675"/>
            <a:chOff x="2064" y="1536"/>
            <a:chExt cx="1632" cy="2282"/>
          </a:xfrm>
        </p:grpSpPr>
        <p:sp>
          <p:nvSpPr>
            <p:cNvPr id="527393" name="直接连接符 37908"/>
            <p:cNvSpPr/>
            <p:nvPr/>
          </p:nvSpPr>
          <p:spPr>
            <a:xfrm flipH="1">
              <a:off x="2064" y="3264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7394" name="文本框 37909"/>
            <p:cNvSpPr txBox="1"/>
            <p:nvPr/>
          </p:nvSpPr>
          <p:spPr>
            <a:xfrm>
              <a:off x="2098" y="3023"/>
              <a:ext cx="62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真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非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7395" name="流程图: 可选过程 37910"/>
            <p:cNvSpPr/>
            <p:nvPr/>
          </p:nvSpPr>
          <p:spPr>
            <a:xfrm>
              <a:off x="2640" y="1536"/>
              <a:ext cx="720" cy="288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do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27396" name="直接连接符 37911"/>
            <p:cNvSpPr/>
            <p:nvPr/>
          </p:nvSpPr>
          <p:spPr>
            <a:xfrm>
              <a:off x="3006" y="3418"/>
              <a:ext cx="0" cy="4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7397" name="直接连接符 37912"/>
            <p:cNvSpPr/>
            <p:nvPr/>
          </p:nvSpPr>
          <p:spPr>
            <a:xfrm>
              <a:off x="2986" y="180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27398" name="文本框 37913"/>
            <p:cNvSpPr txBox="1"/>
            <p:nvPr/>
          </p:nvSpPr>
          <p:spPr>
            <a:xfrm>
              <a:off x="2640" y="2064"/>
              <a:ext cx="745" cy="832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continue;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…...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7399" name="直接连接符 37914"/>
            <p:cNvSpPr/>
            <p:nvPr/>
          </p:nvSpPr>
          <p:spPr>
            <a:xfrm>
              <a:off x="3016" y="288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27400" name="流程图: 决策 37915"/>
            <p:cNvSpPr/>
            <p:nvPr/>
          </p:nvSpPr>
          <p:spPr>
            <a:xfrm>
              <a:off x="2544" y="3120"/>
              <a:ext cx="985" cy="301"/>
            </a:xfrm>
            <a:prstGeom prst="flowChartDecision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 err="1">
                  <a:latin typeface="Times New Roman" panose="02020603050405020304" pitchFamily="18" charset="0"/>
                  <a:ea typeface="宋体" panose="02010600030101010101" pitchFamily="2" charset="-122"/>
                </a:rPr>
                <a:t>expr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7401" name="文本框 37916"/>
            <p:cNvSpPr txBox="1"/>
            <p:nvPr/>
          </p:nvSpPr>
          <p:spPr>
            <a:xfrm>
              <a:off x="2496" y="3408"/>
              <a:ext cx="54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假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(0)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7402" name="直接连接符 37917"/>
            <p:cNvSpPr/>
            <p:nvPr/>
          </p:nvSpPr>
          <p:spPr>
            <a:xfrm flipV="1">
              <a:off x="2064" y="1956"/>
              <a:ext cx="0" cy="13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7403" name="直接连接符 37918"/>
            <p:cNvSpPr/>
            <p:nvPr/>
          </p:nvSpPr>
          <p:spPr>
            <a:xfrm>
              <a:off x="2064" y="1956"/>
              <a:ext cx="92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27404" name="文本框 37919"/>
            <p:cNvSpPr txBox="1"/>
            <p:nvPr/>
          </p:nvSpPr>
          <p:spPr>
            <a:xfrm>
              <a:off x="3216" y="2928"/>
              <a:ext cx="480" cy="250"/>
            </a:xfrm>
            <a:prstGeom prst="rect">
              <a:avLst/>
            </a:prstGeom>
            <a:ln w="9525">
              <a:noFill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while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7405" name="直接连接符 37920"/>
            <p:cNvSpPr/>
            <p:nvPr/>
          </p:nvSpPr>
          <p:spPr>
            <a:xfrm>
              <a:off x="3264" y="2496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7406" name="直接连接符 37921"/>
            <p:cNvSpPr/>
            <p:nvPr/>
          </p:nvSpPr>
          <p:spPr>
            <a:xfrm>
              <a:off x="3696" y="2496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7407" name="直接连接符 37922"/>
            <p:cNvSpPr/>
            <p:nvPr/>
          </p:nvSpPr>
          <p:spPr>
            <a:xfrm flipH="1">
              <a:off x="3024" y="2976"/>
              <a:ext cx="6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7891" name="组合 37890"/>
          <p:cNvGrpSpPr/>
          <p:nvPr/>
        </p:nvGrpSpPr>
        <p:grpSpPr>
          <a:xfrm>
            <a:off x="7659688" y="1825625"/>
            <a:ext cx="2400300" cy="4421188"/>
            <a:chOff x="144" y="1296"/>
            <a:chExt cx="1512" cy="2785"/>
          </a:xfrm>
        </p:grpSpPr>
        <p:sp>
          <p:nvSpPr>
            <p:cNvPr id="527409" name="直接连接符 37891"/>
            <p:cNvSpPr/>
            <p:nvPr/>
          </p:nvSpPr>
          <p:spPr>
            <a:xfrm>
              <a:off x="854" y="1584"/>
              <a:ext cx="0" cy="3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27410" name="流程图: 决策 37892"/>
            <p:cNvSpPr/>
            <p:nvPr/>
          </p:nvSpPr>
          <p:spPr>
            <a:xfrm>
              <a:off x="348" y="1888"/>
              <a:ext cx="985" cy="301"/>
            </a:xfrm>
            <a:prstGeom prst="flowChartDecision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 err="1">
                  <a:latin typeface="Times New Roman" panose="02020603050405020304" pitchFamily="18" charset="0"/>
                  <a:ea typeface="宋体" panose="02010600030101010101" pitchFamily="2" charset="-122"/>
                </a:rPr>
                <a:t>expr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7411" name="直接连接符 37893"/>
            <p:cNvSpPr/>
            <p:nvPr/>
          </p:nvSpPr>
          <p:spPr>
            <a:xfrm>
              <a:off x="854" y="2189"/>
              <a:ext cx="0" cy="27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27412" name="文本框 37894"/>
            <p:cNvSpPr txBox="1"/>
            <p:nvPr/>
          </p:nvSpPr>
          <p:spPr>
            <a:xfrm>
              <a:off x="432" y="2448"/>
              <a:ext cx="745" cy="832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continue;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7413" name="直接连接符 37895"/>
            <p:cNvSpPr/>
            <p:nvPr/>
          </p:nvSpPr>
          <p:spPr>
            <a:xfrm flipH="1">
              <a:off x="144" y="3504"/>
              <a:ext cx="71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7414" name="直接连接符 37896"/>
            <p:cNvSpPr/>
            <p:nvPr/>
          </p:nvSpPr>
          <p:spPr>
            <a:xfrm flipV="1">
              <a:off x="144" y="1718"/>
              <a:ext cx="0" cy="178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7415" name="直接连接符 37897"/>
            <p:cNvSpPr/>
            <p:nvPr/>
          </p:nvSpPr>
          <p:spPr>
            <a:xfrm>
              <a:off x="144" y="1718"/>
              <a:ext cx="71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7416" name="直接连接符 37898"/>
            <p:cNvSpPr/>
            <p:nvPr/>
          </p:nvSpPr>
          <p:spPr>
            <a:xfrm>
              <a:off x="1333" y="2028"/>
              <a:ext cx="2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7417" name="直接连接符 37899"/>
            <p:cNvSpPr/>
            <p:nvPr/>
          </p:nvSpPr>
          <p:spPr>
            <a:xfrm>
              <a:off x="864" y="3648"/>
              <a:ext cx="0" cy="43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7418" name="文本框 37900"/>
            <p:cNvSpPr txBox="1"/>
            <p:nvPr/>
          </p:nvSpPr>
          <p:spPr>
            <a:xfrm>
              <a:off x="1194" y="1778"/>
              <a:ext cx="46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假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(0)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7419" name="文本框 37901"/>
            <p:cNvSpPr txBox="1"/>
            <p:nvPr/>
          </p:nvSpPr>
          <p:spPr>
            <a:xfrm>
              <a:off x="768" y="2160"/>
              <a:ext cx="7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真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非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7420" name="流程图: 可选过程 37902"/>
            <p:cNvSpPr/>
            <p:nvPr/>
          </p:nvSpPr>
          <p:spPr>
            <a:xfrm>
              <a:off x="480" y="1296"/>
              <a:ext cx="720" cy="288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>
                  <a:latin typeface="Times New Roman" panose="02020603050405020304" pitchFamily="18" charset="0"/>
                  <a:ea typeface="隶书" panose="02010509060101010101" pitchFamily="49" charset="-122"/>
                </a:rPr>
                <a:t>while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27421" name="直接连接符 37903"/>
            <p:cNvSpPr/>
            <p:nvPr/>
          </p:nvSpPr>
          <p:spPr>
            <a:xfrm>
              <a:off x="864" y="326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7422" name="直接连接符 37904"/>
            <p:cNvSpPr/>
            <p:nvPr/>
          </p:nvSpPr>
          <p:spPr>
            <a:xfrm>
              <a:off x="1584" y="2016"/>
              <a:ext cx="0" cy="16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7423" name="直接连接符 37905"/>
            <p:cNvSpPr/>
            <p:nvPr/>
          </p:nvSpPr>
          <p:spPr>
            <a:xfrm flipH="1">
              <a:off x="864" y="3648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7424" name="直接连接符 37906"/>
            <p:cNvSpPr/>
            <p:nvPr/>
          </p:nvSpPr>
          <p:spPr>
            <a:xfrm flipH="1">
              <a:off x="144" y="288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79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  <p:bldP spid="34819" grpI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74" name="标题 37948"/>
          <p:cNvSpPr>
            <a:spLocks noGrp="1"/>
          </p:cNvSpPr>
          <p:nvPr>
            <p:ph type="title" idx="4294967295"/>
          </p:nvPr>
        </p:nvSpPr>
        <p:spPr>
          <a:xfrm>
            <a:off x="762000" y="865188"/>
            <a:ext cx="77724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例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：把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100-200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之间的不能被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整除的输出。</a:t>
            </a:r>
            <a:endParaRPr lang="zh-CN" altLang="en-US" sz="20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528386" name="组合 37951"/>
          <p:cNvGrpSpPr/>
          <p:nvPr/>
        </p:nvGrpSpPr>
        <p:grpSpPr>
          <a:xfrm>
            <a:off x="9620250" y="6343650"/>
            <a:ext cx="1047750" cy="514350"/>
            <a:chOff x="4944" y="3816"/>
            <a:chExt cx="660" cy="324"/>
          </a:xfrm>
        </p:grpSpPr>
        <p:sp>
          <p:nvSpPr>
            <p:cNvPr id="528387" name="圆角矩形 37952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28388" name="组合 37953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528389" name="任意多边形 37954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8390" name="椭圆 37955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8391" name="椭圆 37956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28392" name="Text Box 5"/>
          <p:cNvSpPr txBox="1"/>
          <p:nvPr/>
        </p:nvSpPr>
        <p:spPr>
          <a:xfrm>
            <a:off x="762000" y="111125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、辅助控制语句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1735138" y="1536700"/>
            <a:ext cx="5826125" cy="3784600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int n;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for( n=100;n&lt;=200; n++)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{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if ( n%3==0)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continue;   /*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能被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整除的不打印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*/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printf( “%5d”, n);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}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37075" y="4413250"/>
            <a:ext cx="5826125" cy="1477963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lnSpc>
                <a:spcPct val="15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当然函数体也可以改为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if (n%3!=0) 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                         printr(“%5d”,n);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lnSpc>
                <a:spcPct val="150000"/>
              </a:lnSpc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使用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continue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只是为了说明其语法作用。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2" grpId="0" bldLvl="0" animBg="1"/>
      <p:bldP spid="86074" grpId="0"/>
      <p:bldP spid="86074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74" name="标题 37948"/>
          <p:cNvSpPr>
            <a:spLocks noGrp="1"/>
          </p:cNvSpPr>
          <p:nvPr>
            <p:ph type="title" idx="4294967295"/>
          </p:nvPr>
        </p:nvSpPr>
        <p:spPr>
          <a:xfrm>
            <a:off x="762000" y="866775"/>
            <a:ext cx="10263188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例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：把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1-100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之间的能被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7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整除的数，以每行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5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个的形式在屏幕上输出。</a:t>
            </a:r>
            <a:endParaRPr lang="zh-CN" altLang="en-US" sz="20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529410" name="组合 37951"/>
          <p:cNvGrpSpPr/>
          <p:nvPr/>
        </p:nvGrpSpPr>
        <p:grpSpPr>
          <a:xfrm>
            <a:off x="9620250" y="6343650"/>
            <a:ext cx="1047750" cy="514350"/>
            <a:chOff x="4944" y="3816"/>
            <a:chExt cx="660" cy="324"/>
          </a:xfrm>
        </p:grpSpPr>
        <p:sp>
          <p:nvSpPr>
            <p:cNvPr id="529411" name="圆角矩形 37952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29412" name="组合 37953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529413" name="任意多边形 37954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9414" name="椭圆 37955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9415" name="椭圆 37956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29416" name="Text Box 5"/>
          <p:cNvSpPr txBox="1"/>
          <p:nvPr/>
        </p:nvSpPr>
        <p:spPr>
          <a:xfrm>
            <a:off x="762000" y="111125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、辅助控制语句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1735138" y="1536700"/>
            <a:ext cx="7043737" cy="4092575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int i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n=1;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for( i=1; i&lt;=100; i++)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{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if ( i%7!=0)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continue;   /*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若不能被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7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整除，继续下一次循环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*/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printf( “%4d”, i);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if (n++%5==0) printf(“\n”);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}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86074" grpId="0"/>
      <p:bldP spid="86074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74" name="标题 37948"/>
          <p:cNvSpPr>
            <a:spLocks noGrp="1"/>
          </p:cNvSpPr>
          <p:nvPr>
            <p:ph type="title" idx="4294967295"/>
          </p:nvPr>
        </p:nvSpPr>
        <p:spPr>
          <a:xfrm>
            <a:off x="762000" y="866775"/>
            <a:ext cx="10263188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例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：分析下面程序的运行结果。</a:t>
            </a:r>
            <a:endParaRPr lang="zh-CN" altLang="en-US" sz="20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530434" name="组合 37951"/>
          <p:cNvGrpSpPr/>
          <p:nvPr/>
        </p:nvGrpSpPr>
        <p:grpSpPr>
          <a:xfrm>
            <a:off x="9620250" y="6343650"/>
            <a:ext cx="1047750" cy="514350"/>
            <a:chOff x="4944" y="3816"/>
            <a:chExt cx="660" cy="324"/>
          </a:xfrm>
        </p:grpSpPr>
        <p:sp>
          <p:nvSpPr>
            <p:cNvPr id="530435" name="圆角矩形 37952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30436" name="组合 37953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530437" name="任意多边形 37954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0438" name="椭圆 37955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0439" name="椭圆 37956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30440" name="Text Box 5"/>
          <p:cNvSpPr txBox="1"/>
          <p:nvPr/>
        </p:nvSpPr>
        <p:spPr>
          <a:xfrm>
            <a:off x="762000" y="111125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、辅助控制语句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1784350" y="1262063"/>
            <a:ext cx="7042150" cy="5324475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int n , s=0;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n=1;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while(n&lt;10)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{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s=s+n;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if( s&gt;5)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break;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if( n%2==1)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continue;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n++;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printf(“ s=%d, n=%d\n”, s ,n);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83999" name="文本框 83998"/>
          <p:cNvSpPr txBox="1"/>
          <p:nvPr/>
        </p:nvSpPr>
        <p:spPr>
          <a:xfrm>
            <a:off x="7035800" y="4867275"/>
            <a:ext cx="2486025" cy="398463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运行结果：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s=6,n=1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3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3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86074" grpId="0"/>
      <p:bldP spid="86074" grpId="1"/>
      <p:bldP spid="83999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平行四边形 17"/>
          <p:cNvSpPr/>
          <p:nvPr/>
        </p:nvSpPr>
        <p:spPr>
          <a:xfrm rot="10800000" flipH="1">
            <a:off x="-1566862" y="0"/>
            <a:ext cx="6986588" cy="6630988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平行四边形 18"/>
          <p:cNvSpPr/>
          <p:nvPr/>
        </p:nvSpPr>
        <p:spPr>
          <a:xfrm rot="10800000" flipH="1">
            <a:off x="112713" y="227013"/>
            <a:ext cx="7529513" cy="6630988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531459" name="文本框 1"/>
          <p:cNvSpPr/>
          <p:nvPr/>
        </p:nvSpPr>
        <p:spPr>
          <a:xfrm>
            <a:off x="5973763" y="2432050"/>
            <a:ext cx="2214562" cy="706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循环嵌套</a:t>
            </a:r>
            <a:endParaRPr lang="zh-CN" altLang="en-US" sz="40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531460" name="组合 11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0" y="2387600"/>
            <a:ext cx="2633663" cy="23749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5822950" y="3452813"/>
            <a:ext cx="493553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2671664" y="2432501"/>
            <a:ext cx="2485054" cy="2259822"/>
            <a:chOff x="2671664" y="2432501"/>
            <a:chExt cx="2485054" cy="2259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六边形 13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15" name="TextBox 5"/>
            <p:cNvSpPr txBox="1"/>
            <p:nvPr/>
          </p:nvSpPr>
          <p:spPr>
            <a:xfrm>
              <a:off x="2728061" y="2939088"/>
              <a:ext cx="2316555" cy="17532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en-US" altLang="zh-CN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PART    0</a:t>
              </a:r>
              <a:r>
                <a:rPr lang="en-US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3</a:t>
              </a:r>
              <a:endParaRPr lang="en-US" sz="54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rtika" pitchFamily="18" charset="0"/>
              </a:endParaRPr>
            </a:p>
          </p:txBody>
        </p:sp>
      </p:grpSp>
    </p:spTree>
  </p:cSld>
  <p:clrMapOvr>
    <a:masterClrMapping/>
  </p:clrMapOvr>
  <p:transition spd="med" advClick="0" advTm="5561"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09" name="矩形 8208"/>
          <p:cNvSpPr/>
          <p:nvPr/>
        </p:nvSpPr>
        <p:spPr>
          <a:xfrm>
            <a:off x="2143125" y="928688"/>
            <a:ext cx="8153400" cy="16764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2" indent="0" eaLnBrk="0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三种循环可互相嵌套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层数不限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外层循环可包含两个以上内循环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但不能相互交叉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嵌套循环的执行流程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8208" name="文本框 8207"/>
          <p:cNvSpPr txBox="1"/>
          <p:nvPr/>
        </p:nvSpPr>
        <p:spPr>
          <a:xfrm>
            <a:off x="1217613" y="3798888"/>
            <a:ext cx="2105025" cy="2246312"/>
          </a:xfrm>
          <a:prstGeom prst="rect">
            <a:avLst/>
          </a:prstGeom>
          <a:solidFill>
            <a:srgbClr val="C8E3FB"/>
          </a:solid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(1)  while()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{    ……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while()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{   ……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}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…...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}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207" name="文本框 8206"/>
          <p:cNvSpPr txBox="1"/>
          <p:nvPr/>
        </p:nvSpPr>
        <p:spPr>
          <a:xfrm>
            <a:off x="3440113" y="4281488"/>
            <a:ext cx="1968500" cy="2246312"/>
          </a:xfrm>
          <a:prstGeom prst="rect">
            <a:avLst/>
          </a:prstGeom>
          <a:solidFill>
            <a:srgbClr val="C8E3FB"/>
          </a:solid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(2)  do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{    ……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do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{   ……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}while( );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…...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}while( );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206" name="文本框 8205"/>
          <p:cNvSpPr txBox="1"/>
          <p:nvPr/>
        </p:nvSpPr>
        <p:spPr>
          <a:xfrm>
            <a:off x="5711825" y="4148138"/>
            <a:ext cx="1968500" cy="2246312"/>
          </a:xfrm>
          <a:prstGeom prst="rect">
            <a:avLst/>
          </a:prstGeom>
          <a:solidFill>
            <a:srgbClr val="C8E3FB"/>
          </a:solid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(3)  while()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{    ……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do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{   ……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}while( );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…….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}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205" name="文本框 8204"/>
          <p:cNvSpPr txBox="1"/>
          <p:nvPr/>
        </p:nvSpPr>
        <p:spPr>
          <a:xfrm>
            <a:off x="7918450" y="2044700"/>
            <a:ext cx="1905000" cy="3478213"/>
          </a:xfrm>
          <a:prstGeom prst="rect">
            <a:avLst/>
          </a:prstGeom>
          <a:solidFill>
            <a:srgbClr val="C8E3FB"/>
          </a:solid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(4)  for( ; ;)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{    ……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do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{   ……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}while();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……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while()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{   ……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}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…...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179705"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8195" name="组合 8194"/>
          <p:cNvGrpSpPr/>
          <p:nvPr/>
        </p:nvGrpSpPr>
        <p:grpSpPr>
          <a:xfrm>
            <a:off x="8591550" y="1835150"/>
            <a:ext cx="2316163" cy="3216275"/>
            <a:chOff x="4300" y="1018"/>
            <a:chExt cx="1459" cy="2026"/>
          </a:xfrm>
        </p:grpSpPr>
        <p:grpSp>
          <p:nvGrpSpPr>
            <p:cNvPr id="533511" name="组合 8201"/>
            <p:cNvGrpSpPr/>
            <p:nvPr/>
          </p:nvGrpSpPr>
          <p:grpSpPr>
            <a:xfrm>
              <a:off x="4300" y="1548"/>
              <a:ext cx="1451" cy="744"/>
              <a:chOff x="4300" y="1548"/>
              <a:chExt cx="1451" cy="744"/>
            </a:xfrm>
          </p:grpSpPr>
          <p:sp>
            <p:nvSpPr>
              <p:cNvPr id="533512" name="任意多边形 8203"/>
              <p:cNvSpPr/>
              <p:nvPr/>
            </p:nvSpPr>
            <p:spPr>
              <a:xfrm>
                <a:off x="4300" y="1548"/>
                <a:ext cx="848" cy="744"/>
              </a:xfrm>
              <a:custGeom>
                <a:avLst/>
                <a:gdLst/>
                <a:ahLst/>
                <a:cxnLst/>
                <a:pathLst>
                  <a:path w="848" h="744">
                    <a:moveTo>
                      <a:pt x="8" y="0"/>
                    </a:moveTo>
                    <a:cubicBezTo>
                      <a:pt x="156" y="37"/>
                      <a:pt x="251" y="29"/>
                      <a:pt x="428" y="36"/>
                    </a:cubicBezTo>
                    <a:cubicBezTo>
                      <a:pt x="521" y="59"/>
                      <a:pt x="620" y="72"/>
                      <a:pt x="716" y="84"/>
                    </a:cubicBezTo>
                    <a:cubicBezTo>
                      <a:pt x="762" y="115"/>
                      <a:pt x="791" y="121"/>
                      <a:pt x="812" y="168"/>
                    </a:cubicBezTo>
                    <a:cubicBezTo>
                      <a:pt x="822" y="191"/>
                      <a:pt x="836" y="240"/>
                      <a:pt x="836" y="240"/>
                    </a:cubicBezTo>
                    <a:cubicBezTo>
                      <a:pt x="832" y="276"/>
                      <a:pt x="831" y="312"/>
                      <a:pt x="824" y="348"/>
                    </a:cubicBezTo>
                    <a:cubicBezTo>
                      <a:pt x="819" y="373"/>
                      <a:pt x="808" y="396"/>
                      <a:pt x="800" y="420"/>
                    </a:cubicBezTo>
                    <a:cubicBezTo>
                      <a:pt x="796" y="432"/>
                      <a:pt x="788" y="456"/>
                      <a:pt x="788" y="456"/>
                    </a:cubicBezTo>
                    <a:cubicBezTo>
                      <a:pt x="798" y="529"/>
                      <a:pt x="848" y="662"/>
                      <a:pt x="776" y="720"/>
                    </a:cubicBezTo>
                    <a:cubicBezTo>
                      <a:pt x="768" y="726"/>
                      <a:pt x="695" y="743"/>
                      <a:pt x="692" y="744"/>
                    </a:cubicBezTo>
                    <a:cubicBezTo>
                      <a:pt x="480" y="735"/>
                      <a:pt x="279" y="708"/>
                      <a:pt x="68" y="696"/>
                    </a:cubicBezTo>
                    <a:cubicBezTo>
                      <a:pt x="60" y="672"/>
                      <a:pt x="52" y="648"/>
                      <a:pt x="44" y="624"/>
                    </a:cubicBezTo>
                    <a:cubicBezTo>
                      <a:pt x="40" y="612"/>
                      <a:pt x="32" y="588"/>
                      <a:pt x="32" y="588"/>
                    </a:cubicBezTo>
                    <a:cubicBezTo>
                      <a:pt x="0" y="329"/>
                      <a:pt x="21" y="524"/>
                      <a:pt x="8" y="0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rgbClr val="FFC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3513" name="文本框 8202"/>
              <p:cNvSpPr txBox="1"/>
              <p:nvPr/>
            </p:nvSpPr>
            <p:spPr>
              <a:xfrm>
                <a:off x="5215" y="1630"/>
                <a:ext cx="536" cy="25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46800" rIns="90000" bIns="46800" anchor="t">
                <a:spAutoFit/>
              </a:bodyPr>
              <a:p>
                <a:pPr>
                  <a:buSzTx/>
                </a:pPr>
                <a:r>
                  <a:rPr lang="zh-CN" altLang="en-US" sz="2000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内循环</a:t>
                </a:r>
                <a:endParaRPr lang="zh-CN" altLang="en-US" sz="2000" dirty="0">
                  <a:solidFill>
                    <a:schemeClr val="accent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33514" name="组合 8198"/>
            <p:cNvGrpSpPr/>
            <p:nvPr/>
          </p:nvGrpSpPr>
          <p:grpSpPr>
            <a:xfrm>
              <a:off x="4755" y="1018"/>
              <a:ext cx="1004" cy="276"/>
              <a:chOff x="4755" y="1018"/>
              <a:chExt cx="1004" cy="276"/>
            </a:xfrm>
          </p:grpSpPr>
          <p:sp>
            <p:nvSpPr>
              <p:cNvPr id="533515" name="直接连接符 8200"/>
              <p:cNvSpPr/>
              <p:nvPr/>
            </p:nvSpPr>
            <p:spPr>
              <a:xfrm flipV="1">
                <a:off x="4755" y="1114"/>
                <a:ext cx="468" cy="180"/>
              </a:xfrm>
              <a:prstGeom prst="line">
                <a:avLst/>
              </a:prstGeom>
              <a:ln w="38100" cap="flat" cmpd="sng">
                <a:solidFill>
                  <a:srgbClr val="FDB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33516" name="文本框 8199"/>
              <p:cNvSpPr txBox="1"/>
              <p:nvPr/>
            </p:nvSpPr>
            <p:spPr>
              <a:xfrm>
                <a:off x="5223" y="1018"/>
                <a:ext cx="536" cy="25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46800" rIns="90000" bIns="46800" anchor="t">
                <a:spAutoFit/>
              </a:bodyPr>
              <a:p>
                <a:r>
                  <a:rPr lang="zh-CN" altLang="en-US" sz="2000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外循环</a:t>
                </a:r>
                <a:endParaRPr lang="zh-CN" altLang="en-US" sz="2000" dirty="0">
                  <a:solidFill>
                    <a:schemeClr val="accent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33517" name="组合 8195"/>
            <p:cNvGrpSpPr/>
            <p:nvPr/>
          </p:nvGrpSpPr>
          <p:grpSpPr>
            <a:xfrm>
              <a:off x="4308" y="2300"/>
              <a:ext cx="1451" cy="744"/>
              <a:chOff x="4300" y="1548"/>
              <a:chExt cx="1451" cy="744"/>
            </a:xfrm>
          </p:grpSpPr>
          <p:sp>
            <p:nvSpPr>
              <p:cNvPr id="533518" name="任意多边形 8197"/>
              <p:cNvSpPr/>
              <p:nvPr/>
            </p:nvSpPr>
            <p:spPr>
              <a:xfrm>
                <a:off x="4300" y="1548"/>
                <a:ext cx="848" cy="744"/>
              </a:xfrm>
              <a:custGeom>
                <a:avLst/>
                <a:gdLst/>
                <a:ahLst/>
                <a:cxnLst/>
                <a:pathLst>
                  <a:path w="848" h="744">
                    <a:moveTo>
                      <a:pt x="8" y="0"/>
                    </a:moveTo>
                    <a:cubicBezTo>
                      <a:pt x="156" y="37"/>
                      <a:pt x="251" y="29"/>
                      <a:pt x="428" y="36"/>
                    </a:cubicBezTo>
                    <a:cubicBezTo>
                      <a:pt x="521" y="59"/>
                      <a:pt x="620" y="72"/>
                      <a:pt x="716" y="84"/>
                    </a:cubicBezTo>
                    <a:cubicBezTo>
                      <a:pt x="762" y="115"/>
                      <a:pt x="791" y="121"/>
                      <a:pt x="812" y="168"/>
                    </a:cubicBezTo>
                    <a:cubicBezTo>
                      <a:pt x="822" y="191"/>
                      <a:pt x="836" y="240"/>
                      <a:pt x="836" y="240"/>
                    </a:cubicBezTo>
                    <a:cubicBezTo>
                      <a:pt x="832" y="276"/>
                      <a:pt x="831" y="312"/>
                      <a:pt x="824" y="348"/>
                    </a:cubicBezTo>
                    <a:cubicBezTo>
                      <a:pt x="819" y="373"/>
                      <a:pt x="808" y="396"/>
                      <a:pt x="800" y="420"/>
                    </a:cubicBezTo>
                    <a:cubicBezTo>
                      <a:pt x="796" y="432"/>
                      <a:pt x="788" y="456"/>
                      <a:pt x="788" y="456"/>
                    </a:cubicBezTo>
                    <a:cubicBezTo>
                      <a:pt x="798" y="529"/>
                      <a:pt x="848" y="662"/>
                      <a:pt x="776" y="720"/>
                    </a:cubicBezTo>
                    <a:cubicBezTo>
                      <a:pt x="768" y="726"/>
                      <a:pt x="695" y="743"/>
                      <a:pt x="692" y="744"/>
                    </a:cubicBezTo>
                    <a:cubicBezTo>
                      <a:pt x="480" y="735"/>
                      <a:pt x="279" y="708"/>
                      <a:pt x="68" y="696"/>
                    </a:cubicBezTo>
                    <a:cubicBezTo>
                      <a:pt x="60" y="672"/>
                      <a:pt x="52" y="648"/>
                      <a:pt x="44" y="624"/>
                    </a:cubicBezTo>
                    <a:cubicBezTo>
                      <a:pt x="40" y="612"/>
                      <a:pt x="32" y="588"/>
                      <a:pt x="32" y="588"/>
                    </a:cubicBezTo>
                    <a:cubicBezTo>
                      <a:pt x="0" y="329"/>
                      <a:pt x="21" y="524"/>
                      <a:pt x="8" y="0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rgbClr val="FDB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3519" name="文本框 8196"/>
              <p:cNvSpPr txBox="1"/>
              <p:nvPr/>
            </p:nvSpPr>
            <p:spPr>
              <a:xfrm>
                <a:off x="5215" y="1630"/>
                <a:ext cx="536" cy="25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46800" rIns="90000" bIns="46800" anchor="t">
                <a:spAutoFit/>
              </a:bodyPr>
              <a:p>
                <a:pPr>
                  <a:buSzTx/>
                </a:pPr>
                <a:r>
                  <a:rPr lang="zh-CN" altLang="en-US" sz="2000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内循环</a:t>
                </a:r>
                <a:endParaRPr lang="zh-CN" altLang="en-US" sz="2000" dirty="0">
                  <a:solidFill>
                    <a:schemeClr val="accent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8194" name="矩形 8193"/>
          <p:cNvSpPr/>
          <p:nvPr/>
        </p:nvSpPr>
        <p:spPr>
          <a:xfrm>
            <a:off x="2143125" y="2273300"/>
            <a:ext cx="8153400" cy="5746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2" indent="0" eaLnBrk="0" hangingPunct="0">
              <a:buFont typeface="Wingdings" panose="05000000000000000000" pitchFamily="2" charset="2"/>
              <a:buChar char="v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嵌套循环的跳转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禁止：</a:t>
            </a:r>
            <a:endParaRPr lang="zh-CN" altLang="en-US" b="1" dirty="0">
              <a:solidFill>
                <a:srgbClr val="FF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eaLnBrk="0" hangingPunct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从外层跳入内层</a:t>
            </a:r>
            <a:endParaRPr lang="zh-CN" altLang="en-US" dirty="0">
              <a:solidFill>
                <a:srgbClr val="FF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eaLnBrk="0" hangingPunct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跳入同层的另一循环</a:t>
            </a:r>
            <a:endParaRPr lang="zh-CN" altLang="en-US" dirty="0">
              <a:solidFill>
                <a:srgbClr val="FF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eaLnBrk="0" hangingPunct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向上跳转</a:t>
            </a:r>
            <a:endParaRPr lang="zh-CN" altLang="en-US" dirty="0">
              <a:solidFill>
                <a:srgbClr val="FF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33521" name="标题 8211"/>
          <p:cNvSpPr>
            <a:spLocks noGrp="1"/>
          </p:cNvSpPr>
          <p:nvPr>
            <p:ph type="title" idx="4294967295"/>
          </p:nvPr>
        </p:nvSpPr>
        <p:spPr>
          <a:xfrm>
            <a:off x="1157288" y="739775"/>
            <a:ext cx="7772400" cy="7556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p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、循环的嵌套</a:t>
            </a:r>
            <a:b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</a:b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533522" name="组合 8214"/>
          <p:cNvGrpSpPr/>
          <p:nvPr/>
        </p:nvGrpSpPr>
        <p:grpSpPr>
          <a:xfrm>
            <a:off x="9620250" y="6343650"/>
            <a:ext cx="1047750" cy="514350"/>
            <a:chOff x="4944" y="3816"/>
            <a:chExt cx="660" cy="324"/>
          </a:xfrm>
        </p:grpSpPr>
        <p:sp>
          <p:nvSpPr>
            <p:cNvPr id="533523" name="圆角矩形 8215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33524" name="组合 8216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533525" name="任意多边形 8217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3526" name="椭圆 8218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3527" name="椭圆 8219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33528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、循环嵌套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20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0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>
                                            <p:txEl>
                                              <p:charRg st="15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209">
                                            <p:txEl>
                                              <p:charRg st="15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209">
                                            <p:txEl>
                                              <p:charRg st="15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>
                                            <p:txEl>
                                              <p:charRg st="3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209">
                                            <p:txEl>
                                              <p:charRg st="3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209">
                                            <p:txEl>
                                              <p:charRg st="3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8194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8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8194">
                                            <p:txEl>
                                              <p:charRg st="8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12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8194">
                                            <p:txEl>
                                              <p:charRg st="12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2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8194">
                                            <p:txEl>
                                              <p:charRg st="2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3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8194">
                                            <p:txEl>
                                              <p:charRg st="30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9" grpId="0" bldLvl="3" build="p"/>
      <p:bldP spid="8208" grpId="0" bldLvl="0" animBg="1"/>
      <p:bldP spid="8207" grpId="0" bldLvl="0" animBg="1"/>
      <p:bldP spid="8206" grpId="0" bldLvl="0" animBg="1"/>
      <p:bldP spid="8205" grpId="0" bldLvl="0" animBg="1"/>
      <p:bldP spid="8194" grpId="0" bldLvl="3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2648" name="组合 112647"/>
          <p:cNvGrpSpPr/>
          <p:nvPr/>
        </p:nvGrpSpPr>
        <p:grpSpPr>
          <a:xfrm>
            <a:off x="6364288" y="0"/>
            <a:ext cx="3998912" cy="6877050"/>
            <a:chOff x="3049" y="0"/>
            <a:chExt cx="2519" cy="4332"/>
          </a:xfrm>
        </p:grpSpPr>
        <p:sp useBgFill="1">
          <p:nvSpPr>
            <p:cNvPr id="534530" name="流程图: 决策 112680"/>
            <p:cNvSpPr/>
            <p:nvPr/>
          </p:nvSpPr>
          <p:spPr>
            <a:xfrm>
              <a:off x="3642" y="720"/>
              <a:ext cx="985" cy="301"/>
            </a:xfrm>
            <a:prstGeom prst="flowChartDecision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i&lt;10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4531" name="直接连接符 112679"/>
            <p:cNvSpPr/>
            <p:nvPr/>
          </p:nvSpPr>
          <p:spPr>
            <a:xfrm>
              <a:off x="4148" y="1021"/>
              <a:ext cx="0" cy="27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34532" name="文本框 112678"/>
            <p:cNvSpPr txBox="1"/>
            <p:nvPr/>
          </p:nvSpPr>
          <p:spPr>
            <a:xfrm>
              <a:off x="3877" y="2329"/>
              <a:ext cx="649" cy="251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err="1">
                  <a:latin typeface="Times New Roman" panose="02020603050405020304" pitchFamily="18" charset="0"/>
                  <a:ea typeface="宋体" panose="02010600030101010101" pitchFamily="2" charset="-122"/>
                </a:rPr>
                <a:t>printf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4533" name="直接连接符 112677"/>
            <p:cNvSpPr/>
            <p:nvPr/>
          </p:nvSpPr>
          <p:spPr>
            <a:xfrm>
              <a:off x="3460" y="1638"/>
              <a:ext cx="71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34534" name="直接连接符 112676"/>
            <p:cNvSpPr/>
            <p:nvPr/>
          </p:nvSpPr>
          <p:spPr>
            <a:xfrm>
              <a:off x="4627" y="860"/>
              <a:ext cx="9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4535" name="直接连接符 112675"/>
            <p:cNvSpPr/>
            <p:nvPr/>
          </p:nvSpPr>
          <p:spPr>
            <a:xfrm>
              <a:off x="4171" y="2045"/>
              <a:ext cx="0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34536" name="文本框 112674"/>
            <p:cNvSpPr txBox="1"/>
            <p:nvPr/>
          </p:nvSpPr>
          <p:spPr>
            <a:xfrm>
              <a:off x="4488" y="609"/>
              <a:ext cx="46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假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(0)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4537" name="文本框 112673"/>
            <p:cNvSpPr txBox="1"/>
            <p:nvPr/>
          </p:nvSpPr>
          <p:spPr>
            <a:xfrm>
              <a:off x="4062" y="991"/>
              <a:ext cx="73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真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非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4538" name="直接连接符 112672"/>
            <p:cNvSpPr/>
            <p:nvPr/>
          </p:nvSpPr>
          <p:spPr>
            <a:xfrm>
              <a:off x="4170" y="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34539" name="文本框 112671"/>
            <p:cNvSpPr txBox="1"/>
            <p:nvPr/>
          </p:nvSpPr>
          <p:spPr>
            <a:xfrm>
              <a:off x="3882" y="242"/>
              <a:ext cx="649" cy="251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i=1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4540" name="直接连接符 112670"/>
            <p:cNvSpPr/>
            <p:nvPr/>
          </p:nvSpPr>
          <p:spPr>
            <a:xfrm>
              <a:off x="4171" y="1525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34541" name="文本框 112669"/>
            <p:cNvSpPr txBox="1"/>
            <p:nvPr/>
          </p:nvSpPr>
          <p:spPr>
            <a:xfrm>
              <a:off x="3856" y="2789"/>
              <a:ext cx="649" cy="251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j++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4542" name="直接连接符 112668"/>
            <p:cNvSpPr/>
            <p:nvPr/>
          </p:nvSpPr>
          <p:spPr>
            <a:xfrm>
              <a:off x="3450" y="1638"/>
              <a:ext cx="0" cy="172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4543" name="直接连接符 112667"/>
            <p:cNvSpPr/>
            <p:nvPr/>
          </p:nvSpPr>
          <p:spPr>
            <a:xfrm>
              <a:off x="5060" y="1898"/>
              <a:ext cx="0" cy="15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4544" name="直接连接符 112666"/>
            <p:cNvSpPr/>
            <p:nvPr/>
          </p:nvSpPr>
          <p:spPr>
            <a:xfrm>
              <a:off x="4170" y="48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34545" name="文本框 112665"/>
            <p:cNvSpPr txBox="1"/>
            <p:nvPr/>
          </p:nvSpPr>
          <p:spPr>
            <a:xfrm>
              <a:off x="3812" y="1283"/>
              <a:ext cx="649" cy="251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j=1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 useBgFill="1">
          <p:nvSpPr>
            <p:cNvPr id="534546" name="流程图: 决策 112664"/>
            <p:cNvSpPr/>
            <p:nvPr/>
          </p:nvSpPr>
          <p:spPr>
            <a:xfrm>
              <a:off x="3682" y="1739"/>
              <a:ext cx="985" cy="301"/>
            </a:xfrm>
            <a:prstGeom prst="flowChartDecision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j&lt;10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4547" name="文本框 112663"/>
            <p:cNvSpPr txBox="1"/>
            <p:nvPr/>
          </p:nvSpPr>
          <p:spPr>
            <a:xfrm>
              <a:off x="4092" y="2042"/>
              <a:ext cx="73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真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非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4548" name="直接连接符 112662"/>
            <p:cNvSpPr/>
            <p:nvPr/>
          </p:nvSpPr>
          <p:spPr>
            <a:xfrm>
              <a:off x="4193" y="2579"/>
              <a:ext cx="0" cy="2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34549" name="直接连接符 112661"/>
            <p:cNvSpPr/>
            <p:nvPr/>
          </p:nvSpPr>
          <p:spPr>
            <a:xfrm>
              <a:off x="4182" y="3045"/>
              <a:ext cx="0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34550" name="直接连接符 112660"/>
            <p:cNvSpPr/>
            <p:nvPr/>
          </p:nvSpPr>
          <p:spPr>
            <a:xfrm flipH="1">
              <a:off x="3460" y="3334"/>
              <a:ext cx="72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4551" name="文本框 112659"/>
            <p:cNvSpPr txBox="1"/>
            <p:nvPr/>
          </p:nvSpPr>
          <p:spPr>
            <a:xfrm>
              <a:off x="4640" y="1694"/>
              <a:ext cx="46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假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(0)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4552" name="直接连接符 112658"/>
            <p:cNvSpPr/>
            <p:nvPr/>
          </p:nvSpPr>
          <p:spPr>
            <a:xfrm>
              <a:off x="4649" y="1890"/>
              <a:ext cx="4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 useBgFill="1">
          <p:nvSpPr>
            <p:cNvPr id="534553" name="文本框 112657"/>
            <p:cNvSpPr txBox="1"/>
            <p:nvPr/>
          </p:nvSpPr>
          <p:spPr>
            <a:xfrm>
              <a:off x="3920" y="3617"/>
              <a:ext cx="649" cy="251"/>
            </a:xfrm>
            <a:prstGeom prst="rect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i++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4554" name="直接连接符 112656"/>
            <p:cNvSpPr/>
            <p:nvPr/>
          </p:nvSpPr>
          <p:spPr>
            <a:xfrm flipH="1">
              <a:off x="4271" y="3434"/>
              <a:ext cx="78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4555" name="直接连接符 112655"/>
            <p:cNvSpPr/>
            <p:nvPr/>
          </p:nvSpPr>
          <p:spPr>
            <a:xfrm>
              <a:off x="4260" y="3434"/>
              <a:ext cx="0" cy="1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34556" name="直接连接符 112654"/>
            <p:cNvSpPr/>
            <p:nvPr/>
          </p:nvSpPr>
          <p:spPr>
            <a:xfrm>
              <a:off x="4205" y="3868"/>
              <a:ext cx="0" cy="13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4557" name="直接连接符 112653"/>
            <p:cNvSpPr/>
            <p:nvPr/>
          </p:nvSpPr>
          <p:spPr>
            <a:xfrm flipH="1">
              <a:off x="3060" y="3990"/>
              <a:ext cx="114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4558" name="直接连接符 112652"/>
            <p:cNvSpPr/>
            <p:nvPr/>
          </p:nvSpPr>
          <p:spPr>
            <a:xfrm flipV="1">
              <a:off x="3049" y="646"/>
              <a:ext cx="0" cy="33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4559" name="直接连接符 112651"/>
            <p:cNvSpPr/>
            <p:nvPr/>
          </p:nvSpPr>
          <p:spPr>
            <a:xfrm>
              <a:off x="3049" y="646"/>
              <a:ext cx="112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34560" name="直接连接符 112650"/>
            <p:cNvSpPr/>
            <p:nvPr/>
          </p:nvSpPr>
          <p:spPr>
            <a:xfrm flipH="1">
              <a:off x="5568" y="869"/>
              <a:ext cx="0" cy="323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4561" name="直接连接符 112649"/>
            <p:cNvSpPr/>
            <p:nvPr/>
          </p:nvSpPr>
          <p:spPr>
            <a:xfrm flipH="1">
              <a:off x="4182" y="4089"/>
              <a:ext cx="137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4562" name="直接连接符 112648"/>
            <p:cNvSpPr/>
            <p:nvPr/>
          </p:nvSpPr>
          <p:spPr>
            <a:xfrm>
              <a:off x="4193" y="4089"/>
              <a:ext cx="0" cy="24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12647" name="文本框 112646"/>
          <p:cNvSpPr txBox="1"/>
          <p:nvPr/>
        </p:nvSpPr>
        <p:spPr>
          <a:xfrm>
            <a:off x="317500" y="1676400"/>
            <a:ext cx="4192588" cy="1323975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/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for(i=1;i&lt;10;i++)</a:t>
            </a:r>
            <a:endParaRPr lang="en-US" altLang="zh-CN" sz="20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en-US" altLang="zh-CN" sz="200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</a:t>
            </a:r>
            <a:r>
              <a:rPr lang="en-US" altLang="zh-CN" sz="200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for(j=1;j&lt;10;j++)</a:t>
            </a:r>
            <a:endParaRPr lang="en-US" altLang="zh-CN" sz="2000">
              <a:solidFill>
                <a:srgbClr val="3333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0" hangingPunct="0"/>
            <a:r>
              <a:rPr lang="en-US" altLang="zh-CN" sz="2000" err="1"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lang="en-US" altLang="zh-CN" sz="2000">
                <a:latin typeface="Times New Roman" panose="02020603050405020304" pitchFamily="18" charset="0"/>
                <a:ea typeface="隶书" panose="02010509060101010101" pitchFamily="49" charset="-122"/>
              </a:rPr>
              <a:t>printf(</a:t>
            </a:r>
            <a:r>
              <a:rPr lang="en-US" altLang="zh-CN" sz="2000" err="1">
                <a:latin typeface="Times New Roman" panose="02020603050405020304" pitchFamily="18" charset="0"/>
                <a:ea typeface="隶书" panose="02010509060101010101" pitchFamily="49" charset="-122"/>
              </a:rPr>
              <a:t>(j</a:t>
            </a:r>
            <a:r>
              <a:rPr lang="en-US" altLang="zh-CN" sz="2000">
                <a:latin typeface="Times New Roman" panose="02020603050405020304" pitchFamily="18" charset="0"/>
                <a:ea typeface="隶书" panose="02010509060101010101" pitchFamily="49" charset="-122"/>
              </a:rPr>
              <a:t>==9)?"%4d\n":"%4d",i*j);</a:t>
            </a:r>
            <a:endParaRPr lang="en-US" altLang="zh-CN" sz="200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endParaRPr lang="en-US" altLang="zh-CN" sz="20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112644" name="组合 112643"/>
          <p:cNvGrpSpPr/>
          <p:nvPr/>
        </p:nvGrpSpPr>
        <p:grpSpPr>
          <a:xfrm>
            <a:off x="4557713" y="2016125"/>
            <a:ext cx="1766887" cy="727075"/>
            <a:chOff x="1911" y="1270"/>
            <a:chExt cx="1113" cy="458"/>
          </a:xfrm>
        </p:grpSpPr>
        <p:sp>
          <p:nvSpPr>
            <p:cNvPr id="534565" name="文本框 112645"/>
            <p:cNvSpPr txBox="1"/>
            <p:nvPr/>
          </p:nvSpPr>
          <p:spPr>
            <a:xfrm>
              <a:off x="1911" y="1270"/>
              <a:ext cx="536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0" tIns="46800" rIns="90000" bIns="46800" anchor="t">
              <a:spAutoFit/>
            </a:bodyPr>
            <a:p>
              <a:r>
                <a:rPr lang="zh-CN" altLang="en-US" sz="2000" dirty="0">
                  <a:solidFill>
                    <a:srgbClr val="C00000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外循环</a:t>
              </a:r>
              <a:endParaRPr lang="zh-CN" altLang="en-US" sz="2000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534566" name="直接连接符 112644"/>
            <p:cNvSpPr/>
            <p:nvPr/>
          </p:nvSpPr>
          <p:spPr>
            <a:xfrm>
              <a:off x="2316" y="1464"/>
              <a:ext cx="708" cy="264"/>
            </a:xfrm>
            <a:prstGeom prst="line">
              <a:avLst/>
            </a:prstGeom>
            <a:ln w="38100" cap="flat" cmpd="sng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112640" name="组合 112639"/>
          <p:cNvGrpSpPr/>
          <p:nvPr/>
        </p:nvGrpSpPr>
        <p:grpSpPr>
          <a:xfrm>
            <a:off x="4510088" y="1887538"/>
            <a:ext cx="5470525" cy="3475037"/>
            <a:chOff x="1881" y="1200"/>
            <a:chExt cx="3446" cy="2189"/>
          </a:xfrm>
        </p:grpSpPr>
        <p:sp>
          <p:nvSpPr>
            <p:cNvPr id="534568" name="矩形 112642"/>
            <p:cNvSpPr/>
            <p:nvPr/>
          </p:nvSpPr>
          <p:spPr>
            <a:xfrm>
              <a:off x="3182" y="1200"/>
              <a:ext cx="2145" cy="2189"/>
            </a:xfrm>
            <a:prstGeom prst="rect">
              <a:avLst/>
            </a:prstGeom>
            <a:noFill/>
            <a:ln w="9525" cap="flat" cmpd="sng">
              <a:solidFill>
                <a:srgbClr val="C000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4569" name="文本框 112641"/>
            <p:cNvSpPr txBox="1"/>
            <p:nvPr/>
          </p:nvSpPr>
          <p:spPr>
            <a:xfrm>
              <a:off x="1881" y="2056"/>
              <a:ext cx="536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0" tIns="46800" rIns="90000" bIns="46800" anchor="t">
              <a:spAutoFit/>
            </a:bodyPr>
            <a:p>
              <a:r>
                <a:rPr lang="zh-CN" altLang="en-US" sz="2000" dirty="0">
                  <a:solidFill>
                    <a:srgbClr val="C00000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内循环</a:t>
              </a:r>
              <a:endParaRPr lang="zh-CN" altLang="en-US" sz="2000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534570" name="直接连接符 112640"/>
            <p:cNvSpPr/>
            <p:nvPr/>
          </p:nvSpPr>
          <p:spPr>
            <a:xfrm>
              <a:off x="2447" y="2172"/>
              <a:ext cx="733" cy="192"/>
            </a:xfrm>
            <a:prstGeom prst="line">
              <a:avLst/>
            </a:prstGeom>
            <a:ln w="38100" cap="flat" cmpd="sng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534571" name="标题 112683"/>
          <p:cNvSpPr>
            <a:spLocks noGrp="1"/>
          </p:cNvSpPr>
          <p:nvPr>
            <p:ph type="title" idx="4294967295"/>
          </p:nvPr>
        </p:nvSpPr>
        <p:spPr>
          <a:xfrm>
            <a:off x="765175" y="812800"/>
            <a:ext cx="3598863" cy="423863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循环的嵌套（图解）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34572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、循环嵌套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26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26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26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126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7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09" name="矩形 8208"/>
          <p:cNvSpPr/>
          <p:nvPr/>
        </p:nvSpPr>
        <p:spPr>
          <a:xfrm>
            <a:off x="1157288" y="1282700"/>
            <a:ext cx="8153400" cy="39576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2" indent="0" eaLnBrk="0" hangingPunct="0">
              <a:lnSpc>
                <a:spcPct val="150000"/>
              </a:lnSpc>
              <a:buFont typeface="Wingdings" panose="05000000000000000000" pitchFamily="2" charset="2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使用循环嵌套时，注意一下几点：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  <a:buFont typeface="Wingdings" panose="05000000000000000000" pitchFamily="2" charset="2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）外循环执行一次，内循环要执行一轮。即外循环执行一次，内循环一直要执行到条件不满足时为一轮；再执行外循环一次，内循环又一直执行到条件不满足时为第二轮；如此重复执行，直到外循环条件不满足时，整个循环嵌套结束。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  <a:buFont typeface="Wingdings" panose="05000000000000000000" pitchFamily="2" charset="2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）循环嵌套格式中的内循环体不允许出现交叉，即外循环要完全包含内循环。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  <a:buFont typeface="Wingdings" panose="05000000000000000000" pitchFamily="2" charset="2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）循环嵌套时，内循环中使用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break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语句和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continue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语句时，只影响包含它们的内循环，与外循环无关。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35554" name="标题 8211"/>
          <p:cNvSpPr>
            <a:spLocks noGrp="1"/>
          </p:cNvSpPr>
          <p:nvPr>
            <p:ph type="title" idx="4294967295"/>
          </p:nvPr>
        </p:nvSpPr>
        <p:spPr>
          <a:xfrm>
            <a:off x="1157288" y="739775"/>
            <a:ext cx="7772400" cy="7556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p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、循环的嵌套</a:t>
            </a:r>
            <a:b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</a:b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535555" name="组合 8214"/>
          <p:cNvGrpSpPr/>
          <p:nvPr/>
        </p:nvGrpSpPr>
        <p:grpSpPr>
          <a:xfrm>
            <a:off x="9620250" y="6343650"/>
            <a:ext cx="1047750" cy="514350"/>
            <a:chOff x="4944" y="3816"/>
            <a:chExt cx="660" cy="324"/>
          </a:xfrm>
        </p:grpSpPr>
        <p:sp>
          <p:nvSpPr>
            <p:cNvPr id="535556" name="圆角矩形 8215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35557" name="组合 8216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535558" name="任意多边形 8217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5559" name="椭圆 8218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5560" name="椭圆 8219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35561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、循环嵌套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209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09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>
                                            <p:txEl>
                                              <p:charRg st="16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209">
                                            <p:txEl>
                                              <p:charRg st="16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209">
                                            <p:txEl>
                                              <p:charRg st="16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>
                                            <p:txEl>
                                              <p:charRg st="3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209">
                                            <p:txEl>
                                              <p:charRg st="3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209">
                                            <p:txEl>
                                              <p:charRg st="3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>
                                            <p:txEl>
                                              <p:charRg st="159" end="2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209">
                                            <p:txEl>
                                              <p:charRg st="159" end="2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209">
                                            <p:txEl>
                                              <p:charRg st="159" end="2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9" grpId="0" bldLvl="3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74" name="标题 37948"/>
          <p:cNvSpPr>
            <a:spLocks noGrp="1"/>
          </p:cNvSpPr>
          <p:nvPr>
            <p:ph type="title" idx="4294967295"/>
          </p:nvPr>
        </p:nvSpPr>
        <p:spPr>
          <a:xfrm>
            <a:off x="762000" y="866775"/>
            <a:ext cx="10263188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例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：求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1!+2!+3!+...+10!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endParaRPr lang="zh-CN" altLang="en-US" sz="20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536578" name="组合 37951"/>
          <p:cNvGrpSpPr/>
          <p:nvPr/>
        </p:nvGrpSpPr>
        <p:grpSpPr>
          <a:xfrm>
            <a:off x="9620250" y="6343650"/>
            <a:ext cx="1047750" cy="514350"/>
            <a:chOff x="4944" y="3816"/>
            <a:chExt cx="660" cy="324"/>
          </a:xfrm>
        </p:grpSpPr>
        <p:sp>
          <p:nvSpPr>
            <p:cNvPr id="536579" name="圆角矩形 37952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36580" name="组合 37953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536581" name="任意多边形 37954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6582" name="椭圆 37955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6583" name="椭圆 37956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05477" name="文本框 105476"/>
          <p:cNvSpPr txBox="1"/>
          <p:nvPr/>
        </p:nvSpPr>
        <p:spPr>
          <a:xfrm>
            <a:off x="1735138" y="1536700"/>
            <a:ext cx="7043737" cy="4708525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int i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j;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double fact, s=0;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for( i=1; i&lt;=10; i++)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{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fact=1;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for( j=1; j&lt;=i; j++)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fact=fact*j;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s=s+fact;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printf(“1!+2!+3!+...+10!=%.0f\n”,s);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36585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、循环嵌套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86074" grpId="0"/>
      <p:bldP spid="86074" grpId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74" name="标题 37948"/>
          <p:cNvSpPr>
            <a:spLocks noGrp="1"/>
          </p:cNvSpPr>
          <p:nvPr>
            <p:ph type="title" idx="4294967295"/>
          </p:nvPr>
        </p:nvSpPr>
        <p:spPr>
          <a:xfrm>
            <a:off x="762000" y="866775"/>
            <a:ext cx="10263188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例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：输出乘法口诀表。</a:t>
            </a:r>
            <a:endParaRPr lang="zh-CN" altLang="en-US" sz="20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537602" name="组合 37951"/>
          <p:cNvGrpSpPr/>
          <p:nvPr/>
        </p:nvGrpSpPr>
        <p:grpSpPr>
          <a:xfrm>
            <a:off x="9620250" y="6343650"/>
            <a:ext cx="1047750" cy="514350"/>
            <a:chOff x="4944" y="3816"/>
            <a:chExt cx="660" cy="324"/>
          </a:xfrm>
        </p:grpSpPr>
        <p:sp>
          <p:nvSpPr>
            <p:cNvPr id="537603" name="圆角矩形 37952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37604" name="组合 37953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537605" name="任意多边形 37954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7606" name="椭圆 37955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7607" name="椭圆 37956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05477" name="文本框 105476"/>
          <p:cNvSpPr txBox="1"/>
          <p:nvPr/>
        </p:nvSpPr>
        <p:spPr>
          <a:xfrm>
            <a:off x="1706563" y="1235075"/>
            <a:ext cx="7043737" cy="3784600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int i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j;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for( i=1; i&lt;=9; i++)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{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for( j=1; j&lt;=i; j++)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printf(“%d*%d=%d\t”, j , i ,j*i);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printf(“\n”);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37609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、循环嵌套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86074" grpId="0"/>
      <p:bldP spid="86074" grpId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74" name="标题 37948"/>
          <p:cNvSpPr>
            <a:spLocks noGrp="1"/>
          </p:cNvSpPr>
          <p:nvPr>
            <p:ph type="title" idx="4294967295"/>
          </p:nvPr>
        </p:nvSpPr>
        <p:spPr>
          <a:xfrm>
            <a:off x="762000" y="866775"/>
            <a:ext cx="10263188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例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：求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100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以内的素数。要求每行输出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10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个。</a:t>
            </a:r>
            <a:endParaRPr lang="zh-CN" altLang="en-US" sz="20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538626" name="组合 37951"/>
          <p:cNvGrpSpPr/>
          <p:nvPr/>
        </p:nvGrpSpPr>
        <p:grpSpPr>
          <a:xfrm>
            <a:off x="9620250" y="6343650"/>
            <a:ext cx="1047750" cy="514350"/>
            <a:chOff x="4944" y="3816"/>
            <a:chExt cx="660" cy="324"/>
          </a:xfrm>
        </p:grpSpPr>
        <p:sp>
          <p:nvSpPr>
            <p:cNvPr id="538627" name="圆角矩形 37952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38628" name="组合 37953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538629" name="任意多边形 37954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8630" name="椭圆 37955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8631" name="椭圆 37956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05477" name="文本框 105476"/>
          <p:cNvSpPr txBox="1"/>
          <p:nvPr/>
        </p:nvSpPr>
        <p:spPr>
          <a:xfrm>
            <a:off x="1860550" y="1130300"/>
            <a:ext cx="7042150" cy="5632450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&lt;math.h&gt;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int i, n ,k , count=0;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n=2;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while(n&lt;100)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{  k=sqrt(n);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for( i=2; i&lt;=k; i++)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if( n%i==0) break;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if( i&gt;k)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{ printf(“%d”, n);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if( ++count%10==0) printf(“\n”);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n++;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38633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、循环嵌套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86074" grpId="0"/>
      <p:bldP spid="86074" grpId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74" name="标题 37948"/>
          <p:cNvSpPr>
            <a:spLocks noGrp="1"/>
          </p:cNvSpPr>
          <p:nvPr>
            <p:ph type="title" idx="4294967295"/>
          </p:nvPr>
        </p:nvSpPr>
        <p:spPr>
          <a:xfrm>
            <a:off x="762000" y="866775"/>
            <a:ext cx="10263188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例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4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：将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10-20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之间的正整数分解质因数。</a:t>
            </a:r>
            <a:endParaRPr lang="zh-CN" altLang="en-US" sz="20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539650" name="组合 37951"/>
          <p:cNvGrpSpPr/>
          <p:nvPr/>
        </p:nvGrpSpPr>
        <p:grpSpPr>
          <a:xfrm>
            <a:off x="9620250" y="6343650"/>
            <a:ext cx="1047750" cy="514350"/>
            <a:chOff x="4944" y="3816"/>
            <a:chExt cx="660" cy="324"/>
          </a:xfrm>
        </p:grpSpPr>
        <p:sp>
          <p:nvSpPr>
            <p:cNvPr id="539651" name="圆角矩形 37952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39652" name="组合 37953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539653" name="任意多边形 37954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9654" name="椭圆 37955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9655" name="椭圆 37956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05477" name="文本框 105476"/>
          <p:cNvSpPr txBox="1"/>
          <p:nvPr/>
        </p:nvSpPr>
        <p:spPr>
          <a:xfrm>
            <a:off x="1765300" y="1139825"/>
            <a:ext cx="7042150" cy="5632450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i ,n ,m;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for( m=10; m&lt;=20; m++)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{  n=m, i=2;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printf(“%d=”, n);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do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{  if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n%i==0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   printf(“%d*”,i);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   n=n/i;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else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   i++;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}while( n!=i);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printf(“%d\n”,n);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39657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、循环嵌套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86074" grpId="0"/>
      <p:bldP spid="86074" grpId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平行四边形 17"/>
          <p:cNvSpPr/>
          <p:nvPr/>
        </p:nvSpPr>
        <p:spPr>
          <a:xfrm rot="10800000" flipH="1">
            <a:off x="-1566862" y="0"/>
            <a:ext cx="6986588" cy="6630988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平行四边形 18"/>
          <p:cNvSpPr/>
          <p:nvPr/>
        </p:nvSpPr>
        <p:spPr>
          <a:xfrm rot="10800000" flipH="1">
            <a:off x="112713" y="227013"/>
            <a:ext cx="7529513" cy="6630988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540675" name="文本框 1"/>
          <p:cNvSpPr/>
          <p:nvPr/>
        </p:nvSpPr>
        <p:spPr>
          <a:xfrm>
            <a:off x="5973763" y="2432050"/>
            <a:ext cx="3230562" cy="706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典型算法举例</a:t>
            </a:r>
            <a:endParaRPr lang="zh-CN" altLang="en-US" sz="40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540676" name="组合 11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0" y="2387600"/>
            <a:ext cx="2633663" cy="23749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5822950" y="3452813"/>
            <a:ext cx="493553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2671664" y="2432501"/>
            <a:ext cx="2485054" cy="2259822"/>
            <a:chOff x="2671664" y="2432501"/>
            <a:chExt cx="2485054" cy="2259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六边形 13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15" name="TextBox 5"/>
            <p:cNvSpPr txBox="1"/>
            <p:nvPr/>
          </p:nvSpPr>
          <p:spPr>
            <a:xfrm>
              <a:off x="2728061" y="2939088"/>
              <a:ext cx="2316555" cy="17532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en-US" altLang="zh-CN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PART    0</a:t>
              </a:r>
              <a:r>
                <a:rPr lang="en-US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4</a:t>
              </a:r>
              <a:endParaRPr lang="en-US" sz="54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rtika" pitchFamily="18" charset="0"/>
              </a:endParaRPr>
            </a:p>
          </p:txBody>
        </p:sp>
      </p:grpSp>
    </p:spTree>
  </p:cSld>
  <p:clrMapOvr>
    <a:masterClrMapping/>
  </p:clrMapOvr>
  <p:transition spd="med" advClick="0" advTm="5561">
    <p:rand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74" name="标题 37948"/>
          <p:cNvSpPr>
            <a:spLocks noGrp="1"/>
          </p:cNvSpPr>
          <p:nvPr>
            <p:ph type="title" idx="4294967295"/>
          </p:nvPr>
        </p:nvSpPr>
        <p:spPr>
          <a:xfrm>
            <a:off x="579438" y="920750"/>
            <a:ext cx="4233862" cy="30003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150000"/>
              </a:lnSpc>
            </a:pPr>
            <a:r>
              <a:rPr lang="en-US" altLang="zh-CN" sz="180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1800">
                <a:latin typeface="微软雅黑 Light" panose="020B0502040204020203" charset="-122"/>
                <a:ea typeface="微软雅黑 Light" panose="020B0502040204020203" charset="-122"/>
              </a:rPr>
              <a:t>、猴子吃桃问题：猴子第一天摘下若干个桃子，吃了一半，还觉不过瘾，又多吃了一个，第二天早上又将剩下的桃子吃掉一半，又多吃了一个。以后每天早上都吃了前一天剩下的一半零一个。到底十天早上时，只剩下一个桃子了。问第一天共摘了多少桃子？</a:t>
            </a:r>
            <a:endParaRPr lang="zh-CN" altLang="en-US" sz="18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542722" name="组合 37951"/>
          <p:cNvGrpSpPr/>
          <p:nvPr/>
        </p:nvGrpSpPr>
        <p:grpSpPr>
          <a:xfrm>
            <a:off x="9620250" y="6343650"/>
            <a:ext cx="1047750" cy="514350"/>
            <a:chOff x="4944" y="3816"/>
            <a:chExt cx="660" cy="324"/>
          </a:xfrm>
        </p:grpSpPr>
        <p:sp>
          <p:nvSpPr>
            <p:cNvPr id="542723" name="圆角矩形 37952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42724" name="组合 37953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542725" name="任意多边形 37954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42726" name="椭圆 37955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2727" name="椭圆 37956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05477" name="文本框 105476"/>
          <p:cNvSpPr txBox="1"/>
          <p:nvPr/>
        </p:nvSpPr>
        <p:spPr>
          <a:xfrm>
            <a:off x="4937125" y="758825"/>
            <a:ext cx="7042150" cy="5632450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i ,n ,m;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for( m=10; m&lt;=20; m++)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{  n=m, i=2;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printf(“%d=”, n);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do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{  if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n%i==0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   printf(“%d*”,i);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   n=n/i;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else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   i++;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}while( n!=i);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printf(“%d\n”,n);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42729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4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、典型算法举例</a:t>
            </a: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--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递推法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86074" grpId="0"/>
      <p:bldP spid="86074" grpId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74" name="标题 37948"/>
          <p:cNvSpPr>
            <a:spLocks noGrp="1"/>
          </p:cNvSpPr>
          <p:nvPr>
            <p:ph type="title" idx="4294967295"/>
          </p:nvPr>
        </p:nvSpPr>
        <p:spPr>
          <a:xfrm>
            <a:off x="658813" y="890588"/>
            <a:ext cx="8890000" cy="552450"/>
          </a:xfrm>
          <a:prstGeom prst="rect">
            <a:avLst/>
          </a:prstGeom>
          <a:noFill/>
          <a:ln w="9525" cap="flat" cmpd="sng" algn="ctr">
            <a:noFill/>
            <a:prstDash val="solid"/>
          </a:ln>
        </p:spPr>
        <p:txBody>
          <a:bodyPr wrap="square" anchor="ctr">
            <a:spAutoFit/>
          </a:bodyPr>
          <a:p>
            <a:pPr marL="0" marR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j-cs"/>
              </a:rPr>
              <a:t>2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j-cs"/>
              </a:rPr>
              <a:t>、求</a:t>
            </a: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j-cs"/>
              </a:rPr>
              <a:t>sin(x)=                       ...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j-cs"/>
              </a:rPr>
              <a:t>的近似值，要求精确到</a:t>
            </a: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j-cs"/>
              </a:rPr>
              <a:t>10</a:t>
            </a:r>
            <a:r>
              <a:rPr kumimoji="0" lang="en-US" altLang="zh-CN" sz="2000" b="0" i="0" u="none" strike="noStrike" kern="1200" cap="none" spc="0" normalizeH="0" baseline="30000" noProof="1">
                <a:solidFill>
                  <a:schemeClr val="tx1"/>
                </a:solidFill>
                <a:uFillTx/>
                <a:latin typeface="微软雅黑 Light" panose="020B0502040204020203" charset="-122"/>
                <a:ea typeface="微软雅黑 Light" panose="020B0502040204020203" charset="-122"/>
                <a:cs typeface="+mj-cs"/>
              </a:rPr>
              <a:t>-6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j-cs"/>
              </a:rPr>
              <a:t>。</a:t>
            </a: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j-cs"/>
              </a:rPr>
              <a:t>              </a:t>
            </a:r>
            <a:endParaRPr kumimoji="0" lang="en-US" altLang="zh-CN" sz="2000" b="0" i="0" u="none" strike="noStrike" kern="1200" cap="none" spc="0" normalizeH="0" baseline="0" noProof="1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+mj-cs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4700588" y="708025"/>
            <a:ext cx="7042150" cy="5940425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&lt;math.h&gt;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#define eps 1e-6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n=1; float x;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double fz, fm=1, sinx;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输入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的值：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”);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scanf(“%f”, &amp;x 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fz=x; sinx=x;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do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{    n=n+1;        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fz=-fz*x*x;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fm=fm*(2*n-2)*(2*n-1);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sinx=sinx+fz/fm;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}while( fabs(fz/fm)&gt;eps);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printf(“sin(%f)=%0.6f\n”,x, sinx);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printf(“sin(%f)=%0.6f\n”,x, sin(x) 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43747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4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、典型算法举例</a:t>
            </a: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--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递推法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graphicFrame>
        <p:nvGraphicFramePr>
          <p:cNvPr id="543748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214563" y="890588"/>
          <a:ext cx="15938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1117600" imgH="419100" progId="Equation.KSEE3">
                  <p:embed/>
                </p:oleObj>
              </mc:Choice>
              <mc:Fallback>
                <p:oleObj name="" r:id="rId1" imgW="1117600" imgH="419100" progId="Equation.KSEE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14563" y="890588"/>
                        <a:ext cx="1593850" cy="59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86074" grpId="0"/>
      <p:bldP spid="86074" grpId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74" name="标题 37948"/>
          <p:cNvSpPr>
            <a:spLocks noGrp="1"/>
          </p:cNvSpPr>
          <p:nvPr>
            <p:ph type="title" idx="4294967295"/>
          </p:nvPr>
        </p:nvSpPr>
        <p:spPr>
          <a:xfrm>
            <a:off x="658813" y="660400"/>
            <a:ext cx="8890000" cy="1014413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、搬砖问题：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36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块砖，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36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人搬。男搬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4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、女搬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、两个小孩抬一砖，要求一次全搬完，问男、女、小孩各若干。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             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2654300" y="1884363"/>
            <a:ext cx="8328025" cy="3786187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men,women,child;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for(men=0;men&lt;=9;men++)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for(women=0;women&lt;=12;women++)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{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child=36-men-women;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if(men*4+women*3+child*0.5==36)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男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:%d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，女：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，小孩：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%d\n”, men,women,child);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44771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4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、典型算法举例</a:t>
            </a: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--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穷举法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86074" grpId="0"/>
      <p:bldP spid="86074" grpId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74" name="标题 37948"/>
          <p:cNvSpPr>
            <a:spLocks noGrp="1"/>
          </p:cNvSpPr>
          <p:nvPr>
            <p:ph type="title" idx="4294967295"/>
          </p:nvPr>
        </p:nvSpPr>
        <p:spPr>
          <a:xfrm>
            <a:off x="481013" y="869950"/>
            <a:ext cx="11380787" cy="554038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、编写程序，判断由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4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四个数字能组成多少互不相同且无重复数字的三位数？输出这些数。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             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2101850" y="1549400"/>
            <a:ext cx="8326438" cy="4400550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i, j ,k ,n=0;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for( i=1; i&lt;5 ;i++)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for( j=1; j&lt;5 ;j++)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 for( k=1; k&lt;5; k++)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    if (i!=k&amp;&amp; i!=j &amp;&amp;j!=k)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      {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         printf(“%d%d%d\t”, i , j ,k 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         if(++n%5==0)  printf(“\n”);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     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printf(“\n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共有：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%d\n”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n);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45795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4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、典型算法举例</a:t>
            </a: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--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穷举法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86074" grpId="0"/>
      <p:bldP spid="86074" grpId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平行四边形 17"/>
          <p:cNvSpPr/>
          <p:nvPr/>
        </p:nvSpPr>
        <p:spPr>
          <a:xfrm rot="10800000" flipH="1">
            <a:off x="-1566862" y="0"/>
            <a:ext cx="6986588" cy="6630988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平行四边形 18"/>
          <p:cNvSpPr/>
          <p:nvPr/>
        </p:nvSpPr>
        <p:spPr>
          <a:xfrm rot="10800000" flipH="1">
            <a:off x="112713" y="227013"/>
            <a:ext cx="7529513" cy="6630988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546819" name="文本框 1"/>
          <p:cNvSpPr/>
          <p:nvPr/>
        </p:nvSpPr>
        <p:spPr>
          <a:xfrm>
            <a:off x="5973763" y="2432050"/>
            <a:ext cx="4246562" cy="706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循环程序设计示例</a:t>
            </a:r>
            <a:endParaRPr lang="en-US" altLang="zh-CN" sz="40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546820" name="组合 11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0" y="2387600"/>
            <a:ext cx="2633663" cy="23749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5822950" y="3452813"/>
            <a:ext cx="493553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2671664" y="2432501"/>
            <a:ext cx="2485054" cy="2259822"/>
            <a:chOff x="2671664" y="2432501"/>
            <a:chExt cx="2485054" cy="2259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六边形 13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15" name="TextBox 5"/>
            <p:cNvSpPr txBox="1"/>
            <p:nvPr/>
          </p:nvSpPr>
          <p:spPr>
            <a:xfrm>
              <a:off x="2728061" y="2939088"/>
              <a:ext cx="2316555" cy="17532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en-US" altLang="zh-CN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PART    0</a:t>
              </a:r>
              <a:r>
                <a:rPr lang="en-US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5</a:t>
              </a:r>
              <a:endParaRPr lang="en-US" sz="54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rtika" pitchFamily="18" charset="0"/>
              </a:endParaRPr>
            </a:p>
          </p:txBody>
        </p:sp>
      </p:grpSp>
    </p:spTree>
  </p:cSld>
  <p:clrMapOvr>
    <a:masterClrMapping/>
  </p:clrMapOvr>
  <p:transition spd="med" advClick="0" advTm="5561">
    <p:rand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74" name="标题 37948"/>
          <p:cNvSpPr>
            <a:spLocks noGrp="1"/>
          </p:cNvSpPr>
          <p:nvPr>
            <p:ph type="title" idx="4294967295"/>
          </p:nvPr>
        </p:nvSpPr>
        <p:spPr>
          <a:xfrm>
            <a:off x="396875" y="1036638"/>
            <a:ext cx="3105150" cy="255428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100000"/>
              </a:lnSpc>
            </a:pP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、编写程序输出如下图形：</a:t>
            </a:r>
            <a:b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</a:br>
            <a:b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                   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*</a:t>
            </a:r>
            <a:b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                 ***</a:t>
            </a:r>
            <a:b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                *****</a:t>
            </a:r>
            <a:b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               *******</a:t>
            </a:r>
            <a:b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              *********</a:t>
            </a:r>
            <a:b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            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4830763" y="1036638"/>
            <a:ext cx="5786437" cy="3786187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i, j 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for( i=1; i&lt;=5 ;i++)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{  for( j=1; j&lt;=20-i; j++)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printf(“ “);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for( j=1; j&lt;=2*i-1; j++)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printf(“*”);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printf(“\n”);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48867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、循环程序设计示例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86074" grpId="0"/>
      <p:bldP spid="86074" grpId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74" name="标题 37948"/>
          <p:cNvSpPr>
            <a:spLocks noGrp="1"/>
          </p:cNvSpPr>
          <p:nvPr>
            <p:ph type="title" idx="4294967295"/>
          </p:nvPr>
        </p:nvSpPr>
        <p:spPr>
          <a:xfrm>
            <a:off x="554038" y="793750"/>
            <a:ext cx="3865562" cy="2862263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、猜数字游戏：由计算机随机产生一个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10-80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之间的数据，然后由用户进行猜数，在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5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次之间猜中则成功，否则给出大小提示。猜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5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次之后结束程序。</a:t>
            </a:r>
            <a:b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</a:b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05477" name="文本框 105476"/>
          <p:cNvSpPr txBox="1"/>
          <p:nvPr/>
        </p:nvSpPr>
        <p:spPr>
          <a:xfrm>
            <a:off x="1400175" y="609600"/>
            <a:ext cx="9980613" cy="6248400"/>
          </a:xfrm>
          <a:prstGeom prst="rect">
            <a:avLst/>
          </a:prstGeom>
          <a:solidFill>
            <a:srgbClr val="C8E3FB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46800" rIns="90000" bIns="46800" anchor="t">
            <a:spAutoFit/>
          </a:bodyPr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&lt;stdlib.h&gt;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int 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zh-CN" altLang="en-US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m ,n ,count=0;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m=rand( )%(80-10+1)+10;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请输入一个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10-80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之间的整数：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”);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while(1)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{ scanf(“%d”, &amp;n);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count++;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if(m==n)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{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恭喜！你猜对了，你真棒！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\n“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）；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break; 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else if (m&gt;n &amp;&amp; count&lt;5)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对不起！你猜小了！再来一次！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”);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else if (m&lt;n &amp;&amp; count&lt;5)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对不起！你猜大了！再来一次！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”);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if(count==5)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{ printf(“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对不起！你没有机会了！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\n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这个数是：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%d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，游戏结束！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\n“</a:t>
            </a: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）；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break;  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}     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return 0;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eaLnBrk="0" hangingPunct="0">
              <a:buSzTx/>
            </a:pPr>
            <a:r>
              <a:rPr lang="zh-CN" altLang="en-US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sz="2000" dirty="0">
                <a:solidFill>
                  <a:srgbClr val="025AA2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rgbClr val="025AA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49891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、循环程序设计示例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bldLvl="0" animBg="1"/>
      <p:bldP spid="86074" grpId="0"/>
      <p:bldP spid="86074" grpId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平行四边形 17"/>
          <p:cNvSpPr/>
          <p:nvPr/>
        </p:nvSpPr>
        <p:spPr>
          <a:xfrm rot="10800000" flipH="1">
            <a:off x="-1566862" y="0"/>
            <a:ext cx="6986588" cy="6630988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平行四边形 18"/>
          <p:cNvSpPr/>
          <p:nvPr/>
        </p:nvSpPr>
        <p:spPr>
          <a:xfrm rot="10800000" flipH="1">
            <a:off x="112713" y="227013"/>
            <a:ext cx="7529513" cy="6630988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550915" name="文本框 1"/>
          <p:cNvSpPr/>
          <p:nvPr/>
        </p:nvSpPr>
        <p:spPr>
          <a:xfrm>
            <a:off x="5973763" y="2432050"/>
            <a:ext cx="1198562" cy="706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练习</a:t>
            </a:r>
            <a:endParaRPr lang="zh-CN" altLang="en-US" sz="40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550916" name="组合 11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0" y="2387600"/>
            <a:ext cx="2633663" cy="23749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5822950" y="3452813"/>
            <a:ext cx="493553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2671664" y="2432501"/>
            <a:ext cx="2485054" cy="2259822"/>
            <a:chOff x="2671664" y="2432501"/>
            <a:chExt cx="2485054" cy="2259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六边形 13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15" name="TextBox 5"/>
            <p:cNvSpPr txBox="1"/>
            <p:nvPr/>
          </p:nvSpPr>
          <p:spPr>
            <a:xfrm>
              <a:off x="2728061" y="2939088"/>
              <a:ext cx="2316555" cy="17532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en-US" altLang="zh-CN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PART    0</a:t>
              </a:r>
              <a:r>
                <a:rPr lang="en-US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6</a:t>
              </a:r>
              <a:endParaRPr lang="en-US" sz="54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rtika" pitchFamily="18" charset="0"/>
              </a:endParaRPr>
            </a:p>
          </p:txBody>
        </p:sp>
      </p:grpSp>
    </p:spTree>
  </p:cSld>
  <p:clrMapOvr>
    <a:masterClrMapping/>
  </p:clrMapOvr>
  <p:transition spd="med" advClick="0" advTm="5561">
    <p:rand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61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6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、练习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" name="标题 31757"/>
          <p:cNvSpPr>
            <a:spLocks noGrp="1"/>
          </p:cNvSpPr>
          <p:nvPr/>
        </p:nvSpPr>
        <p:spPr>
          <a:xfrm>
            <a:off x="1470025" y="661988"/>
            <a:ext cx="8601075" cy="2278063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>
              <a:lnSpc>
                <a:spcPct val="150000"/>
              </a:lnSpc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1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、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下面程序段的输出结果是（   ）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宋体" panose="02010600030101010101" pitchFamily="2" charset="-122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</a:t>
            </a: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int i=0, sum=1;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do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{ sum+= i++</a:t>
            </a:r>
            <a:r>
              <a:rPr lang="zh-CN" altLang="en-US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；</a:t>
            </a: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}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 while(i&lt;6);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printf(“%d\n”,sum);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56338" y="2243138"/>
            <a:ext cx="1227137" cy="398462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标题 31757"/>
          <p:cNvSpPr>
            <a:spLocks noGrp="1"/>
          </p:cNvSpPr>
          <p:nvPr/>
        </p:nvSpPr>
        <p:spPr>
          <a:xfrm>
            <a:off x="1439863" y="2995613"/>
            <a:ext cx="8601075" cy="3776663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>
              <a:lnSpc>
                <a:spcPct val="150000"/>
              </a:lnSpc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2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、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下面程序段的输出结果是（   ）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宋体" panose="02010600030101010101" pitchFamily="2" charset="-122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</a:t>
            </a:r>
            <a:r>
              <a:rPr lang="en-US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int i</a:t>
            </a: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;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for(i=1;i&lt;=5;i++)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 { if(i%2)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    printf(“*”);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   else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    continue;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   printf(“#”);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  }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printf(“$\n”);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53188" y="5614988"/>
            <a:ext cx="1806575" cy="398462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*#*#*#$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 bldLvl="0" animBg="1"/>
      <p:bldP spid="6" grpId="1" animBg="1"/>
      <p:bldP spid="3" grpId="0"/>
      <p:bldP spid="3" grpId="1"/>
      <p:bldP spid="4" grpId="0" bldLvl="0" animBg="1"/>
      <p:bldP spid="4" grpId="1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3985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6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、练习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" name="标题 31757"/>
          <p:cNvSpPr>
            <a:spLocks noGrp="1"/>
          </p:cNvSpPr>
          <p:nvPr/>
        </p:nvSpPr>
        <p:spPr>
          <a:xfrm>
            <a:off x="1470025" y="461963"/>
            <a:ext cx="8601075" cy="2278063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>
              <a:lnSpc>
                <a:spcPct val="150000"/>
              </a:lnSpc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3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、求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1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到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100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的偶数的和，补充代码。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宋体" panose="02010600030101010101" pitchFamily="2" charset="-122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</a:t>
            </a: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int j,s;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</a:t>
            </a:r>
            <a:r>
              <a:rPr lang="en-US" altLang="zh-CN" sz="2000" u="sng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               </a:t>
            </a:r>
            <a:endParaRPr lang="en-US" altLang="zh-CN" sz="2000" u="sng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s=s+j;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printf(“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1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到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100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的偶数的和为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%d</a:t>
            </a: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”,s);</a:t>
            </a:r>
            <a:r>
              <a:rPr lang="en-US" altLang="zh-CN" sz="2000" u="sng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      </a:t>
            </a:r>
            <a:endParaRPr lang="en-US" altLang="zh-CN" sz="2000" u="sng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32625" y="1317625"/>
            <a:ext cx="3378200" cy="708025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s=0;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         for(j=2; j&lt;=100; j=j+2)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标题 31757"/>
          <p:cNvSpPr>
            <a:spLocks noGrp="1"/>
          </p:cNvSpPr>
          <p:nvPr/>
        </p:nvSpPr>
        <p:spPr>
          <a:xfrm>
            <a:off x="1538288" y="2887663"/>
            <a:ext cx="8601075" cy="28956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>
              <a:lnSpc>
                <a:spcPct val="150000"/>
              </a:lnSpc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4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、求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1-3+5-7+...-99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之和，补充代码。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宋体" panose="02010600030101010101" pitchFamily="2" charset="-122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</a:t>
            </a:r>
            <a:r>
              <a:rPr lang="en-US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float k,s=0,t=1</a:t>
            </a: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;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for(k=1;k&lt;=99;k=k+2)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{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 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 }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printf(“1-3+5-7+...-99</a:t>
            </a:r>
            <a:r>
              <a:rPr lang="zh-CN" altLang="en-US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的和为</a:t>
            </a: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%f”,s);</a:t>
            </a:r>
            <a:endParaRPr lang="en-US" altLang="zh-CN" sz="2000" strike="noStrike" noProof="1" dirty="0">
              <a:latin typeface="楷体_GB2312" pitchFamily="49" charset="-122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32625" y="4289425"/>
            <a:ext cx="2765425" cy="706438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s=s+t*k;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         t=-t;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806575" y="1717675"/>
            <a:ext cx="2006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806575" y="1984375"/>
            <a:ext cx="2006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073275" y="4603750"/>
            <a:ext cx="230346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073275" y="4940300"/>
            <a:ext cx="230346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 bldLvl="0" animBg="1"/>
      <p:bldP spid="6" grpId="1" animBg="1"/>
      <p:bldP spid="3" grpId="0"/>
      <p:bldP spid="3" grpId="1"/>
      <p:bldP spid="4" grpId="0" bldLvl="0" animBg="1"/>
      <p:bldP spid="4" grpId="1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5009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6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、练习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" name="标题 31757"/>
          <p:cNvSpPr>
            <a:spLocks noGrp="1"/>
          </p:cNvSpPr>
          <p:nvPr/>
        </p:nvSpPr>
        <p:spPr>
          <a:xfrm>
            <a:off x="1470025" y="661988"/>
            <a:ext cx="8601075" cy="486727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>
              <a:lnSpc>
                <a:spcPct val="150000"/>
              </a:lnSpc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5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、改错题。程序功能：求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s=1+2+3+....+m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，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m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的值要求由键盘输入的。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宋体" panose="02010600030101010101" pitchFamily="2" charset="-122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#include&lt;stdio.h&gt;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int main( )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{ int  i,s;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i=1;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scanf(“%d”,m);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while( i&lt;=m)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 s=s+i;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 i++;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 printf(“s=%d\n”, s);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return 0;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}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3654425" y="1666875"/>
            <a:ext cx="1720850" cy="581025"/>
          </a:xfrm>
          <a:prstGeom prst="wedgeRoundRectCallout">
            <a:avLst>
              <a:gd name="adj1" fmla="val -106551"/>
              <a:gd name="adj2" fmla="val 54472"/>
              <a:gd name="adj3" fmla="val 16667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/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m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要先定义后使用</a:t>
            </a: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4229100" y="3190875"/>
            <a:ext cx="2114550" cy="839788"/>
          </a:xfrm>
          <a:prstGeom prst="wedgeRoundRectCallout">
            <a:avLst>
              <a:gd name="adj1" fmla="val -113356"/>
              <a:gd name="adj2" fmla="val 41000"/>
              <a:gd name="adj3" fmla="val 16667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/>
          <a:p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循环体应该用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{ }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括起来</a:t>
            </a: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4229100" y="2359025"/>
            <a:ext cx="1304925" cy="473075"/>
          </a:xfrm>
          <a:prstGeom prst="wedgeRoundRectCallout">
            <a:avLst>
              <a:gd name="adj1" fmla="val -118028"/>
              <a:gd name="adj2" fmla="val 83333"/>
              <a:gd name="adj3" fmla="val 16667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/>
          <a:p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缺少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&amp;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 bldLvl="0" animBg="1"/>
      <p:bldP spid="5" grpId="1" animBg="1"/>
      <p:bldP spid="7" grpId="0" animBg="1"/>
      <p:bldP spid="7" grpId="1" animBg="1"/>
      <p:bldP spid="8" grpId="0" bldLvl="0" animBg="1"/>
      <p:bldP spid="8" grpId="1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6033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6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、练习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" name="标题 31757"/>
          <p:cNvSpPr>
            <a:spLocks noGrp="1"/>
          </p:cNvSpPr>
          <p:nvPr/>
        </p:nvSpPr>
        <p:spPr>
          <a:xfrm>
            <a:off x="1470025" y="661988"/>
            <a:ext cx="10212388" cy="5599113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>
              <a:lnSpc>
                <a:spcPct val="150000"/>
              </a:lnSpc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6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、改错题。程序功能：求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s=1+1/2+1/3+1/4+...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，直到最后一项的值小于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10</a:t>
            </a:r>
            <a:r>
              <a:rPr lang="en-US" altLang="zh-CN" sz="2000" strike="noStrike" baseline="30000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-6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为止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。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宋体" panose="02010600030101010101" pitchFamily="2" charset="-122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#include&lt;stdio.h&gt;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int main( )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{ int  i=1;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float t ,s=0.0;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do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{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t=1/i;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s=s+t;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i++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；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}while(t&lt;1e-6)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printf(“s=%d\n”,s);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return 0;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}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3511550" y="3171825"/>
            <a:ext cx="1304925" cy="474663"/>
          </a:xfrm>
          <a:prstGeom prst="wedgeRoundRectCallout">
            <a:avLst>
              <a:gd name="adj1" fmla="val -118028"/>
              <a:gd name="adj2" fmla="val 83333"/>
              <a:gd name="adj3" fmla="val 16667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/>
          <a:p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改为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1.0/t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4816475" y="4160838"/>
            <a:ext cx="2114550" cy="839787"/>
          </a:xfrm>
          <a:prstGeom prst="wedgeRoundRectCallout">
            <a:avLst>
              <a:gd name="adj1" fmla="val -113356"/>
              <a:gd name="adj2" fmla="val 41000"/>
              <a:gd name="adj3" fmla="val 16667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/>
          <a:p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循环体条件改为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1e-6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 bldLvl="0" animBg="1"/>
      <p:bldP spid="5" grpId="1" animBg="1"/>
      <p:bldP spid="7" grpId="0" bldLvl="0" animBg="1"/>
      <p:bldP spid="7" grpId="1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7057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6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、练习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" name="标题 31757"/>
          <p:cNvSpPr>
            <a:spLocks noGrp="1"/>
          </p:cNvSpPr>
          <p:nvPr/>
        </p:nvSpPr>
        <p:spPr>
          <a:xfrm>
            <a:off x="1470025" y="661988"/>
            <a:ext cx="10212388" cy="5599113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>
              <a:lnSpc>
                <a:spcPct val="150000"/>
              </a:lnSpc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7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、用一个循环，每输入一个员工的工资，就加到总工资中，至循环结束后，将总工资除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10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即得到平均工资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。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宋体" panose="02010600030101010101" pitchFamily="2" charset="-122"/>
            </a:endParaRPr>
          </a:p>
          <a:p>
            <a:pPr marL="392430" indent="-392430" fontAlgn="base">
              <a:lnSpc>
                <a:spcPts val="24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#include&lt;stdio.h&gt;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ts val="24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int main( )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ts val="24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{ int  i=gz,sumgz;      /* i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为员工的计数，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gz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为工资 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*/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ts val="24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float avggz;             /* avggz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为员工的平均工资 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*/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ts val="24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sumgz=</a:t>
            </a:r>
            <a:r>
              <a:rPr lang="en-US" altLang="zh-CN" sz="2000" u="sng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           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;    i=</a:t>
            </a:r>
            <a:r>
              <a:rPr lang="en-US" altLang="zh-CN" sz="2000" u="sng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          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ts val="24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printf(“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请输入十个员工的工资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“)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ts val="24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while( i&lt;10 )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ts val="24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{  scanf(</a:t>
            </a:r>
            <a:r>
              <a:rPr lang="en-US" altLang="zh-CN" sz="2000" u="sng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                  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);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ts val="24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  sumgz=sumgz+gz;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ts val="24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  </a:t>
            </a:r>
            <a:r>
              <a:rPr lang="en-US" altLang="zh-CN" sz="2000" u="sng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                        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ts val="24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}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ts val="24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avggz=</a:t>
            </a:r>
            <a:r>
              <a:rPr lang="en-US" altLang="zh-CN" sz="2000" u="sng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                    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ts val="24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printf(</a:t>
            </a:r>
            <a:r>
              <a:rPr lang="en-US" altLang="zh-CN" sz="2000" u="sng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                        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）；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ts val="24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return 0;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ts val="24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}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19425" y="2794000"/>
            <a:ext cx="509588" cy="398463"/>
          </a:xfrm>
          <a:prstGeom prst="rect">
            <a:avLst/>
          </a:prstGeom>
          <a:noFill/>
          <a:ln w="12700">
            <a:noFill/>
          </a:ln>
          <a:scene3d>
            <a:camera prst="legacyObliqueTopRight">
              <a:rot lat="0" lon="0" rev="0"/>
            </a:camera>
            <a:lightRig rig="legacyFlat2" dir="t"/>
          </a:scene3d>
          <a:sp3d extrusionH="2270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square" anchor="ctr">
            <a:spAutoFit/>
            <a:flatTx/>
          </a:bodyPr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29175" y="2808288"/>
            <a:ext cx="508000" cy="398462"/>
          </a:xfrm>
          <a:prstGeom prst="rect">
            <a:avLst/>
          </a:prstGeom>
          <a:noFill/>
          <a:ln w="12700">
            <a:noFill/>
          </a:ln>
          <a:scene3d>
            <a:camera prst="legacyObliqueTopRight">
              <a:rot lat="0" lon="0" rev="0"/>
            </a:camera>
            <a:lightRig rig="legacyFlat2" dir="t"/>
          </a:scene3d>
          <a:sp3d extrusionH="2270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square" anchor="ctr">
            <a:spAutoFit/>
            <a:flatTx/>
          </a:bodyPr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00363" y="3703638"/>
            <a:ext cx="1309687" cy="398462"/>
          </a:xfrm>
          <a:prstGeom prst="rect">
            <a:avLst/>
          </a:prstGeom>
          <a:noFill/>
          <a:ln w="12700">
            <a:noFill/>
          </a:ln>
          <a:scene3d>
            <a:camera prst="legacyObliqueTopRight">
              <a:rot lat="0" lon="0" rev="0"/>
            </a:camera>
            <a:lightRig rig="legacyFlat2" dir="t"/>
          </a:scene3d>
          <a:sp3d extrusionH="2270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square" anchor="ctr">
            <a:spAutoFit/>
            <a:flatTx/>
          </a:bodyPr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“%f”, &amp;gz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65388" y="4316413"/>
            <a:ext cx="1309687" cy="398462"/>
          </a:xfrm>
          <a:prstGeom prst="rect">
            <a:avLst/>
          </a:prstGeom>
          <a:noFill/>
          <a:ln w="12700">
            <a:noFill/>
          </a:ln>
          <a:scene3d>
            <a:camera prst="legacyObliqueTopRight">
              <a:rot lat="0" lon="0" rev="0"/>
            </a:camera>
            <a:lightRig rig="legacyFlat2" dir="t"/>
          </a:scene3d>
          <a:sp3d extrusionH="2270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square" anchor="ctr">
            <a:spAutoFit/>
            <a:flatTx/>
          </a:bodyPr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i++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00363" y="4859338"/>
            <a:ext cx="1309687" cy="398462"/>
          </a:xfrm>
          <a:prstGeom prst="rect">
            <a:avLst/>
          </a:prstGeom>
          <a:noFill/>
          <a:ln w="12700">
            <a:noFill/>
          </a:ln>
          <a:scene3d>
            <a:camera prst="legacyObliqueTopRight">
              <a:rot lat="0" lon="0" rev="0"/>
            </a:camera>
            <a:lightRig rig="legacyFlat2" dir="t"/>
          </a:scene3d>
          <a:sp3d extrusionH="2270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square" anchor="ctr">
            <a:spAutoFit/>
            <a:flatTx/>
          </a:bodyPr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sumgz/10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65400" y="5195888"/>
            <a:ext cx="2263775" cy="398462"/>
          </a:xfrm>
          <a:prstGeom prst="rect">
            <a:avLst/>
          </a:prstGeom>
          <a:noFill/>
          <a:ln w="12700">
            <a:noFill/>
          </a:ln>
          <a:scene3d>
            <a:camera prst="legacyObliqueTopRight">
              <a:rot lat="0" lon="0" rev="0"/>
            </a:camera>
            <a:lightRig rig="legacyFlat2" dir="t"/>
          </a:scene3d>
          <a:sp3d extrusionH="2270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square" anchor="ctr">
            <a:spAutoFit/>
            <a:flatTx/>
          </a:bodyPr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“avggz=%f”, avggz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6" grpId="0"/>
      <p:bldP spid="6" grpId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8081" name="Text Box 5"/>
          <p:cNvSpPr txBox="1"/>
          <p:nvPr/>
        </p:nvSpPr>
        <p:spPr>
          <a:xfrm>
            <a:off x="765175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6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、练习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" name="标题 31757"/>
          <p:cNvSpPr>
            <a:spLocks noGrp="1"/>
          </p:cNvSpPr>
          <p:nvPr/>
        </p:nvSpPr>
        <p:spPr>
          <a:xfrm>
            <a:off x="1470025" y="661988"/>
            <a:ext cx="10212388" cy="5599113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>
              <a:lnSpc>
                <a:spcPct val="150000"/>
              </a:lnSpc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8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、将程序补充完整：求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1~100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的奇数和。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宋体" panose="02010600030101010101" pitchFamily="2" charset="-122"/>
            </a:endParaRPr>
          </a:p>
          <a:p>
            <a:pPr marL="392430" indent="-392430" fontAlgn="base">
              <a:lnSpc>
                <a:spcPct val="1500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#include&lt;stdio.h&gt;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500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int main( )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500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{ 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500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 int i ,s;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500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 s=</a:t>
            </a:r>
            <a:r>
              <a:rPr lang="en-US" altLang="zh-CN" sz="2000" u="sng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          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500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 </a:t>
            </a:r>
            <a:r>
              <a:rPr 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for( </a:t>
            </a:r>
            <a:r>
              <a:rPr lang="en-US" sz="2000" u="sng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                                 </a:t>
            </a:r>
            <a:r>
              <a:rPr 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)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500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      </a:t>
            </a:r>
            <a:r>
              <a:rPr lang="en-US" altLang="zh-CN" sz="2000" u="sng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                                 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500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printf(</a:t>
            </a:r>
            <a:r>
              <a:rPr lang="en-US" altLang="zh-CN" sz="2000" u="sng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                                 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）；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500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 return 0;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50000"/>
              </a:lnSpc>
              <a:spcBef>
                <a:spcPts val="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}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19325" y="3484563"/>
            <a:ext cx="1308100" cy="398462"/>
          </a:xfrm>
          <a:prstGeom prst="rect">
            <a:avLst/>
          </a:prstGeom>
          <a:noFill/>
          <a:ln w="12700">
            <a:noFill/>
          </a:ln>
          <a:scene3d>
            <a:camera prst="legacyObliqueTopRight">
              <a:rot lat="0" lon="0" rev="0"/>
            </a:camera>
            <a:lightRig rig="legacyFlat2" dir="t"/>
          </a:scene3d>
          <a:sp3d extrusionH="2270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square" anchor="ctr">
            <a:spAutoFit/>
            <a:flatTx/>
          </a:bodyPr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95550" y="3979863"/>
            <a:ext cx="2743200" cy="398462"/>
          </a:xfrm>
          <a:prstGeom prst="rect">
            <a:avLst/>
          </a:prstGeom>
          <a:noFill/>
          <a:ln w="12700">
            <a:noFill/>
          </a:ln>
          <a:scene3d>
            <a:camera prst="legacyObliqueTopRight">
              <a:rot lat="0" lon="0" rev="0"/>
            </a:camera>
            <a:lightRig rig="legacyFlat2" dir="t"/>
          </a:scene3d>
          <a:sp3d extrusionH="2270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square" anchor="ctr">
            <a:spAutoFit/>
            <a:flatTx/>
          </a:bodyPr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i=1;  i&lt;100;  i=i+2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65388" y="4394200"/>
            <a:ext cx="2743200" cy="398463"/>
          </a:xfrm>
          <a:prstGeom prst="rect">
            <a:avLst/>
          </a:prstGeom>
          <a:noFill/>
          <a:ln w="12700">
            <a:noFill/>
          </a:ln>
          <a:scene3d>
            <a:camera prst="legacyObliqueTopRight">
              <a:rot lat="0" lon="0" rev="0"/>
            </a:camera>
            <a:lightRig rig="legacyFlat2" dir="t"/>
          </a:scene3d>
          <a:sp3d extrusionH="2270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square" anchor="ctr">
            <a:spAutoFit/>
            <a:flatTx/>
          </a:bodyPr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s=s+ i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54300" y="4887913"/>
            <a:ext cx="2741613" cy="400050"/>
          </a:xfrm>
          <a:prstGeom prst="rect">
            <a:avLst/>
          </a:prstGeom>
          <a:noFill/>
          <a:ln w="12700">
            <a:noFill/>
          </a:ln>
          <a:scene3d>
            <a:camera prst="legacyObliqueTopRight">
              <a:rot lat="0" lon="0" rev="0"/>
            </a:camera>
            <a:lightRig rig="legacyFlat2" dir="t"/>
          </a:scene3d>
          <a:sp3d extrusionH="2270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square" anchor="ctr">
            <a:spAutoFit/>
            <a:flatTx/>
          </a:bodyPr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“s=%d”, s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9" grpId="0"/>
      <p:bldP spid="9" grpId="1"/>
      <p:bldP spid="5" grpId="0"/>
      <p:bldP spid="5" grpId="1"/>
      <p:bldP spid="7" grpId="0"/>
      <p:bldP spid="7" grpId="1"/>
      <p:bldP spid="11" grpId="0"/>
      <p:bldP spid="11" grpId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 l="-23000" r="-23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59106" name="文本框 39"/>
          <p:cNvSpPr txBox="1"/>
          <p:nvPr/>
        </p:nvSpPr>
        <p:spPr>
          <a:xfrm flipH="1">
            <a:off x="3678238" y="2095500"/>
            <a:ext cx="4705350" cy="120015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72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 聆 听</a:t>
            </a:r>
            <a:endParaRPr lang="zh-CN" altLang="en-US" sz="72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p="http://schemas.openxmlformats.org/presentationml/2006/main">
  <p:tag name="ISPRING_PRESENTATION_TITLE" val="模板074.pptx"/>
</p:tagLst>
</file>

<file path=ppt/theme/theme1.xml><?xml version="1.0" encoding="utf-8"?>
<a:theme xmlns:a="http://schemas.openxmlformats.org/drawingml/2006/main" name="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6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7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8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9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0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1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2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3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4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5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6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7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8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9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30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31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2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33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4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35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37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36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38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39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41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40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42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43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44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45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46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47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48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49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1.xml><?xml version="1.0" encoding="utf-8"?>
<a:theme xmlns:a="http://schemas.openxmlformats.org/drawingml/2006/main" name="50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2.xml><?xml version="1.0" encoding="utf-8"?>
<a:theme xmlns:a="http://schemas.openxmlformats.org/drawingml/2006/main" name="51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3.xml><?xml version="1.0" encoding="utf-8"?>
<a:theme xmlns:a="http://schemas.openxmlformats.org/drawingml/2006/main" name="52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9EDEE"/>
    </a:accent5>
    <a:accent6>
      <a:srgbClr val="2D2D89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17405</Words>
  <Application>WPS 演示</Application>
  <PresentationFormat>宽屏</PresentationFormat>
  <Paragraphs>1459</Paragraphs>
  <Slides>70</Slides>
  <Notes>7</Notes>
  <HiddenSlides>0</HiddenSlides>
  <MMClips>1</MMClips>
  <ScaleCrop>false</ScaleCrop>
  <HeadingPairs>
    <vt:vector size="8" baseType="variant">
      <vt:variant>
        <vt:lpstr>已用的字体</vt:lpstr>
      </vt:variant>
      <vt:variant>
        <vt:i4>34</vt:i4>
      </vt:variant>
      <vt:variant>
        <vt:lpstr>主题</vt:lpstr>
      </vt:variant>
      <vt:variant>
        <vt:i4>53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70</vt:i4>
      </vt:variant>
    </vt:vector>
  </HeadingPairs>
  <TitlesOfParts>
    <vt:vector size="165" baseType="lpstr">
      <vt:lpstr>Arial</vt:lpstr>
      <vt:lpstr>宋体</vt:lpstr>
      <vt:lpstr>Wingdings</vt:lpstr>
      <vt:lpstr>方正中等线简体</vt:lpstr>
      <vt:lpstr>微软雅黑</vt:lpstr>
      <vt:lpstr>Kartika</vt:lpstr>
      <vt:lpstr>Cookie Dough</vt:lpstr>
      <vt:lpstr>qtquickcontrols</vt:lpstr>
      <vt:lpstr>方正姚体</vt:lpstr>
      <vt:lpstr>方正兰亭中黑_GBK</vt:lpstr>
      <vt:lpstr>黑体</vt:lpstr>
      <vt:lpstr>方正兰亭纤黑简体</vt:lpstr>
      <vt:lpstr>Calibri</vt:lpstr>
      <vt:lpstr>方正兰亭黑简体</vt:lpstr>
      <vt:lpstr>Times New Roman</vt:lpstr>
      <vt:lpstr>Arial Unicode MS</vt:lpstr>
      <vt:lpstr>Calibri Light</vt:lpstr>
      <vt:lpstr>隶书</vt:lpstr>
      <vt:lpstr>Webdings</vt:lpstr>
      <vt:lpstr>华文仿宋</vt:lpstr>
      <vt:lpstr>华文中宋</vt:lpstr>
      <vt:lpstr>华康海报体W12(P)</vt:lpstr>
      <vt:lpstr>微软雅黑 Light</vt:lpstr>
      <vt:lpstr>Wingdings</vt:lpstr>
      <vt:lpstr>Symbol</vt:lpstr>
      <vt:lpstr>Verdana</vt:lpstr>
      <vt:lpstr>仿宋_GB2312</vt:lpstr>
      <vt:lpstr>仿宋</vt:lpstr>
      <vt:lpstr>楷体_GB2312</vt:lpstr>
      <vt:lpstr>新宋体</vt:lpstr>
      <vt:lpstr>Tahoma</vt:lpstr>
      <vt:lpstr>序属三秋</vt:lpstr>
      <vt:lpstr>Apple Chancery</vt:lpstr>
      <vt:lpstr>Arial Black</vt:lpstr>
      <vt:lpstr>Office 主题</vt:lpstr>
      <vt:lpstr>1_Office 主题</vt:lpstr>
      <vt:lpstr>2_Office 主题</vt:lpstr>
      <vt:lpstr>3_Office 主题</vt:lpstr>
      <vt:lpstr>4_Office 主题</vt:lpstr>
      <vt:lpstr>6_Office 主题</vt:lpstr>
      <vt:lpstr>7_Office 主题</vt:lpstr>
      <vt:lpstr>8_Office 主题</vt:lpstr>
      <vt:lpstr>9_Office 主题</vt:lpstr>
      <vt:lpstr>10_Office 主题</vt:lpstr>
      <vt:lpstr>11_Office 主题</vt:lpstr>
      <vt:lpstr>12_Office 主题</vt:lpstr>
      <vt:lpstr>13_Office 主题</vt:lpstr>
      <vt:lpstr>14_Office 主题</vt:lpstr>
      <vt:lpstr>15_Office 主题</vt:lpstr>
      <vt:lpstr>16_Office 主题</vt:lpstr>
      <vt:lpstr>17_Office 主题</vt:lpstr>
      <vt:lpstr>18_Office 主题</vt:lpstr>
      <vt:lpstr>19_Office 主题</vt:lpstr>
      <vt:lpstr>5_Office 主题</vt:lpstr>
      <vt:lpstr>20_Office 主题</vt:lpstr>
      <vt:lpstr>21_Office 主题</vt:lpstr>
      <vt:lpstr>22_Office 主题</vt:lpstr>
      <vt:lpstr>23_Office 主题</vt:lpstr>
      <vt:lpstr>24_Office 主题</vt:lpstr>
      <vt:lpstr>25_Office 主题</vt:lpstr>
      <vt:lpstr>26_Office 主题</vt:lpstr>
      <vt:lpstr>27_Office 主题</vt:lpstr>
      <vt:lpstr>28_Office 主题</vt:lpstr>
      <vt:lpstr>29_Office 主题</vt:lpstr>
      <vt:lpstr>30_Office 主题</vt:lpstr>
      <vt:lpstr>31_Office 主题</vt:lpstr>
      <vt:lpstr>32_Office 主题</vt:lpstr>
      <vt:lpstr>33_Office 主题</vt:lpstr>
      <vt:lpstr>34_Office 主题</vt:lpstr>
      <vt:lpstr>35_Office 主题</vt:lpstr>
      <vt:lpstr>37_Office 主题</vt:lpstr>
      <vt:lpstr>36_Office 主题</vt:lpstr>
      <vt:lpstr>38_Office 主题</vt:lpstr>
      <vt:lpstr>39_Office 主题</vt:lpstr>
      <vt:lpstr>41_Office 主题</vt:lpstr>
      <vt:lpstr>40_Office 主题</vt:lpstr>
      <vt:lpstr>42_Office 主题</vt:lpstr>
      <vt:lpstr>43_Office 主题</vt:lpstr>
      <vt:lpstr>44_Office 主题</vt:lpstr>
      <vt:lpstr>45_Office 主题</vt:lpstr>
      <vt:lpstr>46_Office 主题</vt:lpstr>
      <vt:lpstr>47_Office 主题</vt:lpstr>
      <vt:lpstr>48_Office 主题</vt:lpstr>
      <vt:lpstr>49_Office 主题</vt:lpstr>
      <vt:lpstr>50_Office 主题</vt:lpstr>
      <vt:lpstr>51_Office 主题</vt:lpstr>
      <vt:lpstr>52_Office 主题</vt:lpstr>
      <vt:lpstr>Equation.3</vt:lpstr>
      <vt:lpstr>Equation.KSEE3</vt:lpstr>
      <vt:lpstr>Equation.KSEE3</vt:lpstr>
      <vt:lpstr>Equation.KSEE3</vt:lpstr>
      <vt:lpstr>Equation.KSEE3</vt:lpstr>
      <vt:lpstr>Equation.KSEE3</vt:lpstr>
      <vt:lpstr>Equation.3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实例2： 显示1~10的平方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模板074.pptx</dc:title>
  <dc:creator/>
  <cp:lastModifiedBy>PC</cp:lastModifiedBy>
  <cp:revision>191</cp:revision>
  <dcterms:created xsi:type="dcterms:W3CDTF">2016-11-27T09:22:00Z</dcterms:created>
  <dcterms:modified xsi:type="dcterms:W3CDTF">2020-12-07T01:55:14Z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2052-11.1.0.9998</vt:lpwstr>
  </property>
</Properties>
</file>